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4"/>
  </p:notesMasterIdLst>
  <p:sldIdLst>
    <p:sldId id="646" r:id="rId2"/>
    <p:sldId id="645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6D9B55-2257-4B49-9BBB-CC66D4F90908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9BCBA2-FD89-4C85-BF9D-3BCF5AFE409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7678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Legend </a:t>
            </a:r>
            <a:r>
              <a:rPr lang="zh-TW" altLang="en-US" dirty="0"/>
              <a:t>淺色是</a:t>
            </a:r>
            <a:r>
              <a:rPr lang="en-US" altLang="zh-TW" dirty="0"/>
              <a:t>TO</a:t>
            </a:r>
            <a:r>
              <a:rPr lang="zh-TW" altLang="en-US" dirty="0"/>
              <a:t> 深色的是原版</a:t>
            </a:r>
            <a:endParaRPr lang="en-US" altLang="zh-TW" dirty="0"/>
          </a:p>
          <a:p>
            <a:r>
              <a:rPr lang="en-US" altLang="zh-TW" dirty="0"/>
              <a:t>x y &lt;</a:t>
            </a:r>
            <a:r>
              <a:rPr lang="zh-TW" altLang="en-US" dirty="0"/>
              <a:t>介紹資料欄</a:t>
            </a:r>
            <a:r>
              <a:rPr lang="en-US" altLang="zh-TW" dirty="0"/>
              <a:t>&gt;</a:t>
            </a:r>
          </a:p>
          <a:p>
            <a:r>
              <a:rPr lang="en-US" altLang="zh-TW" dirty="0"/>
              <a:t>Y</a:t>
            </a:r>
            <a:r>
              <a:rPr lang="zh-TW" altLang="en-US" dirty="0"/>
              <a:t>軸是</a:t>
            </a:r>
            <a:r>
              <a:rPr lang="en-US" altLang="zh-TW" dirty="0" err="1"/>
              <a:t>varinat</a:t>
            </a:r>
            <a:r>
              <a:rPr lang="zh-TW" altLang="en-US" dirty="0"/>
              <a:t>有被</a:t>
            </a:r>
            <a:r>
              <a:rPr lang="en-US" altLang="zh-TW" dirty="0"/>
              <a:t>phasing</a:t>
            </a:r>
            <a:r>
              <a:rPr lang="zh-TW" altLang="en-US" dirty="0"/>
              <a:t>的比例</a:t>
            </a:r>
            <a:endParaRPr lang="en-US" altLang="zh-TW" dirty="0"/>
          </a:p>
          <a:p>
            <a:r>
              <a:rPr lang="zh-TW" altLang="en-US" dirty="0"/>
              <a:t>看最左邊的的</a:t>
            </a:r>
            <a:r>
              <a:rPr lang="en-US" altLang="zh-TW" dirty="0"/>
              <a:t>COLO</a:t>
            </a:r>
            <a:r>
              <a:rPr lang="zh-TW" altLang="en-US" dirty="0"/>
              <a:t>，可以看到有利用</a:t>
            </a:r>
            <a:r>
              <a:rPr lang="en-US" altLang="zh-TW" dirty="0"/>
              <a:t>LOH</a:t>
            </a:r>
            <a:r>
              <a:rPr lang="zh-TW" altLang="en-US" dirty="0"/>
              <a:t>的資料來</a:t>
            </a:r>
            <a:r>
              <a:rPr lang="en-US" altLang="zh-TW" dirty="0"/>
              <a:t>phasing</a:t>
            </a:r>
          </a:p>
          <a:p>
            <a:r>
              <a:rPr lang="zh-TW" altLang="en-US" dirty="0"/>
              <a:t>可以增加</a:t>
            </a:r>
            <a:r>
              <a:rPr lang="en-US" altLang="zh-TW" dirty="0"/>
              <a:t>phasing</a:t>
            </a:r>
            <a:r>
              <a:rPr lang="zh-TW" altLang="en-US" dirty="0"/>
              <a:t>的比率，基本上不同</a:t>
            </a:r>
            <a:r>
              <a:rPr lang="en-US" altLang="zh-TW" dirty="0"/>
              <a:t>sample</a:t>
            </a:r>
            <a:r>
              <a:rPr lang="zh-TW" altLang="en-US" dirty="0"/>
              <a:t>也是有一樣的結果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再來看右邊的圖</a:t>
            </a:r>
            <a:r>
              <a:rPr lang="en-US" altLang="zh-TW" dirty="0"/>
              <a:t>phasing block</a:t>
            </a:r>
            <a:r>
              <a:rPr lang="zh-TW" altLang="en-US" dirty="0"/>
              <a:t>的中位數</a:t>
            </a:r>
            <a:endParaRPr lang="en-US" altLang="zh-TW" dirty="0"/>
          </a:p>
          <a:p>
            <a:r>
              <a:rPr lang="zh-TW" altLang="en-US" dirty="0"/>
              <a:t>以</a:t>
            </a:r>
            <a:r>
              <a:rPr lang="en-US" altLang="zh-TW" dirty="0"/>
              <a:t>H2009</a:t>
            </a:r>
            <a:r>
              <a:rPr lang="zh-TW" altLang="en-US" dirty="0"/>
              <a:t>的案例來看明顯高了很多快是原本的兩倍了</a:t>
            </a:r>
            <a:endParaRPr lang="en-US" altLang="zh-TW" dirty="0"/>
          </a:p>
          <a:p>
            <a:r>
              <a:rPr lang="zh-TW" altLang="en-US" dirty="0"/>
              <a:t>其他的樣本也是都有許多的增幅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2682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Legend </a:t>
            </a:r>
            <a:r>
              <a:rPr lang="zh-TW" altLang="en-US" dirty="0"/>
              <a:t>淺色是</a:t>
            </a:r>
            <a:r>
              <a:rPr lang="en-US" altLang="zh-TW" dirty="0"/>
              <a:t>TO</a:t>
            </a:r>
            <a:r>
              <a:rPr lang="zh-TW" altLang="en-US" dirty="0"/>
              <a:t> 深色的是原版</a:t>
            </a:r>
            <a:endParaRPr lang="en-US" altLang="zh-TW" dirty="0"/>
          </a:p>
          <a:p>
            <a:r>
              <a:rPr lang="en-US" altLang="zh-TW" dirty="0"/>
              <a:t>x y &lt;</a:t>
            </a:r>
            <a:r>
              <a:rPr lang="zh-TW" altLang="en-US" dirty="0"/>
              <a:t>介紹資料欄</a:t>
            </a:r>
            <a:r>
              <a:rPr lang="en-US" altLang="zh-TW" dirty="0"/>
              <a:t>&gt;</a:t>
            </a:r>
          </a:p>
          <a:p>
            <a:r>
              <a:rPr lang="en-US" altLang="zh-TW" dirty="0"/>
              <a:t>Y</a:t>
            </a:r>
            <a:r>
              <a:rPr lang="zh-TW" altLang="en-US" dirty="0"/>
              <a:t>軸是</a:t>
            </a:r>
            <a:r>
              <a:rPr lang="en-US" altLang="zh-TW" dirty="0" err="1"/>
              <a:t>varinat</a:t>
            </a:r>
            <a:r>
              <a:rPr lang="zh-TW" altLang="en-US" dirty="0"/>
              <a:t>有被</a:t>
            </a:r>
            <a:r>
              <a:rPr lang="en-US" altLang="zh-TW" dirty="0"/>
              <a:t>phasing</a:t>
            </a:r>
            <a:r>
              <a:rPr lang="zh-TW" altLang="en-US" dirty="0"/>
              <a:t>的比例</a:t>
            </a:r>
            <a:endParaRPr lang="en-US" altLang="zh-TW" dirty="0"/>
          </a:p>
          <a:p>
            <a:r>
              <a:rPr lang="zh-TW" altLang="en-US" dirty="0"/>
              <a:t>看最左邊的的</a:t>
            </a:r>
            <a:r>
              <a:rPr lang="en-US" altLang="zh-TW" dirty="0"/>
              <a:t>COLO</a:t>
            </a:r>
            <a:r>
              <a:rPr lang="zh-TW" altLang="en-US" dirty="0"/>
              <a:t>，可以看到有利用</a:t>
            </a:r>
            <a:r>
              <a:rPr lang="en-US" altLang="zh-TW" dirty="0"/>
              <a:t>LOH</a:t>
            </a:r>
            <a:r>
              <a:rPr lang="zh-TW" altLang="en-US" dirty="0"/>
              <a:t>的資料來</a:t>
            </a:r>
            <a:r>
              <a:rPr lang="en-US" altLang="zh-TW" dirty="0"/>
              <a:t>phasing</a:t>
            </a:r>
          </a:p>
          <a:p>
            <a:r>
              <a:rPr lang="zh-TW" altLang="en-US" dirty="0"/>
              <a:t>可以增加</a:t>
            </a:r>
            <a:r>
              <a:rPr lang="en-US" altLang="zh-TW" dirty="0"/>
              <a:t>phasing</a:t>
            </a:r>
            <a:r>
              <a:rPr lang="zh-TW" altLang="en-US" dirty="0"/>
              <a:t>的比率，基本上不同</a:t>
            </a:r>
            <a:r>
              <a:rPr lang="en-US" altLang="zh-TW" dirty="0"/>
              <a:t>sample</a:t>
            </a:r>
            <a:r>
              <a:rPr lang="zh-TW" altLang="en-US" dirty="0"/>
              <a:t>也是有一樣的結果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再來看右邊的圖</a:t>
            </a:r>
            <a:r>
              <a:rPr lang="en-US" altLang="zh-TW" dirty="0"/>
              <a:t>phasing block</a:t>
            </a:r>
            <a:r>
              <a:rPr lang="zh-TW" altLang="en-US" dirty="0"/>
              <a:t>的中位數</a:t>
            </a:r>
            <a:endParaRPr lang="en-US" altLang="zh-TW" dirty="0"/>
          </a:p>
          <a:p>
            <a:r>
              <a:rPr lang="zh-TW" altLang="en-US" dirty="0"/>
              <a:t>以</a:t>
            </a:r>
            <a:r>
              <a:rPr lang="en-US" altLang="zh-TW" dirty="0"/>
              <a:t>H2009</a:t>
            </a:r>
            <a:r>
              <a:rPr lang="zh-TW" altLang="en-US" dirty="0"/>
              <a:t>的案例來看明顯高了很多快是原本的兩倍了</a:t>
            </a:r>
            <a:endParaRPr lang="en-US" altLang="zh-TW" dirty="0"/>
          </a:p>
          <a:p>
            <a:r>
              <a:rPr lang="zh-TW" altLang="en-US" dirty="0"/>
              <a:t>其他的樣本也是都有許多的增幅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894676-250F-43B2-B5E9-FF14008517E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9335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50593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全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24E46EDC-B97A-406B-B021-DB0659F57C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976630"/>
            <a:ext cx="12192000" cy="5881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68614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全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24E46EDC-B97A-406B-B021-DB0659F57C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976630"/>
            <a:ext cx="12192000" cy="2937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15">
            <a:extLst>
              <a:ext uri="{FF2B5EF4-FFF2-40B4-BE49-F238E27FC236}">
                <a16:creationId xmlns:a16="http://schemas.microsoft.com/office/drawing/2014/main" id="{F31FA7D1-73C2-4AC7-9B51-AA85A0C081F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3920400"/>
            <a:ext cx="12192000" cy="2937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442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全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24E46EDC-B97A-406B-B021-DB0659F57C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1534160"/>
            <a:ext cx="12192000" cy="23800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15">
            <a:extLst>
              <a:ext uri="{FF2B5EF4-FFF2-40B4-BE49-F238E27FC236}">
                <a16:creationId xmlns:a16="http://schemas.microsoft.com/office/drawing/2014/main" id="{F31FA7D1-73C2-4AC7-9B51-AA85A0C081F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4480606"/>
            <a:ext cx="12192000" cy="23773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CDCC4FBA-0677-42C6-9247-7135E6C08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80123"/>
            <a:ext cx="12192000" cy="554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CBFAB2F9-2864-460E-9F4C-319A9214CAF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0" y="3920400"/>
            <a:ext cx="12192000" cy="554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805466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全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24E46EDC-B97A-406B-B021-DB0659F57C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976630"/>
            <a:ext cx="6096000" cy="2937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15">
            <a:extLst>
              <a:ext uri="{FF2B5EF4-FFF2-40B4-BE49-F238E27FC236}">
                <a16:creationId xmlns:a16="http://schemas.microsoft.com/office/drawing/2014/main" id="{F31FA7D1-73C2-4AC7-9B51-AA85A0C081F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3920400"/>
            <a:ext cx="6096000" cy="2937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內容版面配置區 15">
            <a:extLst>
              <a:ext uri="{FF2B5EF4-FFF2-40B4-BE49-F238E27FC236}">
                <a16:creationId xmlns:a16="http://schemas.microsoft.com/office/drawing/2014/main" id="{5940837C-5167-43A6-B8AD-CE6F3A32FD2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-9525" y="976630"/>
            <a:ext cx="6096000" cy="2937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內容版面配置區 15">
            <a:extLst>
              <a:ext uri="{FF2B5EF4-FFF2-40B4-BE49-F238E27FC236}">
                <a16:creationId xmlns:a16="http://schemas.microsoft.com/office/drawing/2014/main" id="{97470FF2-819C-40EB-AA95-539B29DE1EA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-9525" y="3920400"/>
            <a:ext cx="6096000" cy="2937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18918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半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24E46EDC-B97A-406B-B021-DB0659F57C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976630"/>
            <a:ext cx="6096000" cy="5881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15">
            <a:extLst>
              <a:ext uri="{FF2B5EF4-FFF2-40B4-BE49-F238E27FC236}">
                <a16:creationId xmlns:a16="http://schemas.microsoft.com/office/drawing/2014/main" id="{68A569F3-CB7E-4594-8BB1-AF58AD6525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976630"/>
            <a:ext cx="6096000" cy="5881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2680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半版小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0E4EB051-92AC-4B8B-8DA7-6C9C8B74C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80123"/>
            <a:ext cx="6096000" cy="554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內容版面配置區 3">
            <a:extLst>
              <a:ext uri="{FF2B5EF4-FFF2-40B4-BE49-F238E27FC236}">
                <a16:creationId xmlns:a16="http://schemas.microsoft.com/office/drawing/2014/main" id="{ED7E0537-DB6A-4AE3-91A6-892760307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1534159"/>
            <a:ext cx="6096000" cy="52899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C45215B1-39E2-415E-93DB-DC64F324C17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096000" y="980123"/>
            <a:ext cx="6096000" cy="554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內容版面配置區 3">
            <a:extLst>
              <a:ext uri="{FF2B5EF4-FFF2-40B4-BE49-F238E27FC236}">
                <a16:creationId xmlns:a16="http://schemas.microsoft.com/office/drawing/2014/main" id="{A924FC64-8F69-4A5D-89BE-45036C7EE36C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096000" y="1534159"/>
            <a:ext cx="6096000" cy="52899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54434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9C1399-6190-4FE1-9443-0AB09A6AB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8" name="內容版面配置區 15">
            <a:extLst>
              <a:ext uri="{FF2B5EF4-FFF2-40B4-BE49-F238E27FC236}">
                <a16:creationId xmlns:a16="http://schemas.microsoft.com/office/drawing/2014/main" id="{2CC17F2E-0ABA-4920-8D12-CA4BB0254A3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976630"/>
            <a:ext cx="4064400" cy="5881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9" name="內容版面配置區 15">
            <a:extLst>
              <a:ext uri="{FF2B5EF4-FFF2-40B4-BE49-F238E27FC236}">
                <a16:creationId xmlns:a16="http://schemas.microsoft.com/office/drawing/2014/main" id="{312816FB-EE35-404B-8460-B5CFA4662FA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63800" y="976630"/>
            <a:ext cx="4064400" cy="5881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0" name="內容版面配置區 15">
            <a:extLst>
              <a:ext uri="{FF2B5EF4-FFF2-40B4-BE49-F238E27FC236}">
                <a16:creationId xmlns:a16="http://schemas.microsoft.com/office/drawing/2014/main" id="{56010D64-0FBB-42D5-8648-0FB7EA73974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27600" y="976630"/>
            <a:ext cx="4064400" cy="5881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39922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半版右大小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24E46EDC-B97A-406B-B021-DB0659F57C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1825148"/>
            <a:ext cx="2956560" cy="50328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15">
            <a:extLst>
              <a:ext uri="{FF2B5EF4-FFF2-40B4-BE49-F238E27FC236}">
                <a16:creationId xmlns:a16="http://schemas.microsoft.com/office/drawing/2014/main" id="{68A569F3-CB7E-4594-8BB1-AF58AD6525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56560" y="976630"/>
            <a:ext cx="9235440" cy="58813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F0C4C856-4CD5-4F48-88C0-B89A862D1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80123"/>
            <a:ext cx="2956560" cy="845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82674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全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內容版面配置區 15">
            <a:extLst>
              <a:ext uri="{FF2B5EF4-FFF2-40B4-BE49-F238E27FC236}">
                <a16:creationId xmlns:a16="http://schemas.microsoft.com/office/drawing/2014/main" id="{24E46EDC-B97A-406B-B021-DB0659F57C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02281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BC0A7F-CC5E-4A30-B65D-CE852056E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5F6ACAD6-BF78-4CFC-B05C-51704AEEBC9D}"/>
              </a:ext>
            </a:extLst>
          </p:cNvPr>
          <p:cNvGrpSpPr/>
          <p:nvPr/>
        </p:nvGrpSpPr>
        <p:grpSpPr>
          <a:xfrm>
            <a:off x="1920955" y="2063844"/>
            <a:ext cx="468000" cy="465463"/>
            <a:chOff x="1531489" y="3891644"/>
            <a:chExt cx="468000" cy="465463"/>
          </a:xfrm>
        </p:grpSpPr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C652ECEB-D9F0-416E-8363-7E534E421B2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31489" y="3891644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>
                  <a:solidFill>
                    <a:srgbClr val="00B0F0"/>
                  </a:solidFill>
                </a:rPr>
                <a:t>A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9AF78B9A-85A7-475C-A3BF-26BD6F2B640F}"/>
                </a:ext>
              </a:extLst>
            </p:cNvPr>
            <p:cNvGrpSpPr/>
            <p:nvPr/>
          </p:nvGrpSpPr>
          <p:grpSpPr>
            <a:xfrm>
              <a:off x="1531489" y="4124375"/>
              <a:ext cx="468000" cy="232732"/>
              <a:chOff x="1531489" y="3971975"/>
              <a:chExt cx="468000" cy="232732"/>
            </a:xfrm>
          </p:grpSpPr>
          <p:sp>
            <p:nvSpPr>
              <p:cNvPr id="9" name="手繪多邊形: 圖案 8">
                <a:extLst>
                  <a:ext uri="{FF2B5EF4-FFF2-40B4-BE49-F238E27FC236}">
                    <a16:creationId xmlns:a16="http://schemas.microsoft.com/office/drawing/2014/main" id="{F67246C5-6128-4621-BE59-0D61262C5D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31489" y="3971976"/>
                <a:ext cx="468000" cy="232731"/>
              </a:xfrm>
              <a:custGeom>
                <a:avLst/>
                <a:gdLst>
                  <a:gd name="connsiteX0" fmla="*/ 0 w 468000"/>
                  <a:gd name="connsiteY0" fmla="*/ 0 h 232731"/>
                  <a:gd name="connsiteX1" fmla="*/ 468000 w 468000"/>
                  <a:gd name="connsiteY1" fmla="*/ 0 h 232731"/>
                  <a:gd name="connsiteX2" fmla="*/ 234000 w 468000"/>
                  <a:gd name="connsiteY2" fmla="*/ 232731 h 232731"/>
                  <a:gd name="connsiteX3" fmla="*/ 0 w 468000"/>
                  <a:gd name="connsiteY3" fmla="*/ 0 h 232731"/>
                  <a:gd name="connsiteX0" fmla="*/ 468000 w 559440"/>
                  <a:gd name="connsiteY0" fmla="*/ 0 h 232731"/>
                  <a:gd name="connsiteX1" fmla="*/ 234000 w 559440"/>
                  <a:gd name="connsiteY1" fmla="*/ 232731 h 232731"/>
                  <a:gd name="connsiteX2" fmla="*/ 0 w 559440"/>
                  <a:gd name="connsiteY2" fmla="*/ 0 h 232731"/>
                  <a:gd name="connsiteX3" fmla="*/ 559440 w 559440"/>
                  <a:gd name="connsiteY3" fmla="*/ 91440 h 232731"/>
                  <a:gd name="connsiteX0" fmla="*/ 468000 w 468000"/>
                  <a:gd name="connsiteY0" fmla="*/ 0 h 232731"/>
                  <a:gd name="connsiteX1" fmla="*/ 234000 w 468000"/>
                  <a:gd name="connsiteY1" fmla="*/ 232731 h 232731"/>
                  <a:gd name="connsiteX2" fmla="*/ 0 w 468000"/>
                  <a:gd name="connsiteY2" fmla="*/ 0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468000" y="0"/>
                    </a:moveTo>
                    <a:cubicBezTo>
                      <a:pt x="468000" y="128534"/>
                      <a:pt x="363235" y="232731"/>
                      <a:pt x="234000" y="232731"/>
                    </a:cubicBezTo>
                    <a:cubicBezTo>
                      <a:pt x="104765" y="232731"/>
                      <a:pt x="0" y="128534"/>
                      <a:pt x="0" y="0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  <p:sp>
            <p:nvSpPr>
              <p:cNvPr id="10" name="手繪多邊形: 圖案 9">
                <a:extLst>
                  <a:ext uri="{FF2B5EF4-FFF2-40B4-BE49-F238E27FC236}">
                    <a16:creationId xmlns:a16="http://schemas.microsoft.com/office/drawing/2014/main" id="{2E6AAAA0-5AEE-4DA8-B657-DC7FB39F8059}"/>
                  </a:ext>
                </a:extLst>
              </p:cNvPr>
              <p:cNvSpPr/>
              <p:nvPr/>
            </p:nvSpPr>
            <p:spPr>
              <a:xfrm>
                <a:off x="1690689" y="3971975"/>
                <a:ext cx="149600" cy="86479"/>
              </a:xfrm>
              <a:custGeom>
                <a:avLst/>
                <a:gdLst/>
                <a:ahLst/>
                <a:cxnLst/>
                <a:rect l="l" t="t" r="r" b="b"/>
                <a:pathLst>
                  <a:path w="149600" h="86479">
                    <a:moveTo>
                      <a:pt x="27401" y="0"/>
                    </a:moveTo>
                    <a:lnTo>
                      <a:pt x="57698" y="0"/>
                    </a:lnTo>
                    <a:lnTo>
                      <a:pt x="49940" y="23315"/>
                    </a:lnTo>
                    <a:lnTo>
                      <a:pt x="96026" y="23315"/>
                    </a:lnTo>
                    <a:lnTo>
                      <a:pt x="88269" y="0"/>
                    </a:lnTo>
                    <a:lnTo>
                      <a:pt x="122033" y="0"/>
                    </a:lnTo>
                    <a:lnTo>
                      <a:pt x="147637" y="73419"/>
                    </a:lnTo>
                    <a:cubicBezTo>
                      <a:pt x="148641" y="76433"/>
                      <a:pt x="149269" y="78819"/>
                      <a:pt x="149520" y="80577"/>
                    </a:cubicBezTo>
                    <a:cubicBezTo>
                      <a:pt x="149771" y="82335"/>
                      <a:pt x="149437" y="83653"/>
                      <a:pt x="148516" y="84532"/>
                    </a:cubicBezTo>
                    <a:cubicBezTo>
                      <a:pt x="147595" y="85411"/>
                      <a:pt x="145962" y="85955"/>
                      <a:pt x="143618" y="86165"/>
                    </a:cubicBezTo>
                    <a:cubicBezTo>
                      <a:pt x="141274" y="86374"/>
                      <a:pt x="138051" y="86479"/>
                      <a:pt x="133949" y="86479"/>
                    </a:cubicBezTo>
                    <a:cubicBezTo>
                      <a:pt x="129680" y="86479"/>
                      <a:pt x="126352" y="86416"/>
                      <a:pt x="123966" y="86290"/>
                    </a:cubicBezTo>
                    <a:cubicBezTo>
                      <a:pt x="121580" y="86165"/>
                      <a:pt x="119759" y="85913"/>
                      <a:pt x="118504" y="85537"/>
                    </a:cubicBezTo>
                    <a:cubicBezTo>
                      <a:pt x="117248" y="85160"/>
                      <a:pt x="116369" y="84637"/>
                      <a:pt x="115866" y="83967"/>
                    </a:cubicBezTo>
                    <a:cubicBezTo>
                      <a:pt x="115364" y="83297"/>
                      <a:pt x="114946" y="82418"/>
                      <a:pt x="114611" y="81330"/>
                    </a:cubicBezTo>
                    <a:lnTo>
                      <a:pt x="103686" y="48681"/>
                    </a:lnTo>
                    <a:lnTo>
                      <a:pt x="42657" y="48681"/>
                    </a:lnTo>
                    <a:lnTo>
                      <a:pt x="32360" y="80451"/>
                    </a:lnTo>
                    <a:cubicBezTo>
                      <a:pt x="32025" y="81623"/>
                      <a:pt x="31586" y="82607"/>
                      <a:pt x="31041" y="83402"/>
                    </a:cubicBezTo>
                    <a:cubicBezTo>
                      <a:pt x="30497" y="84197"/>
                      <a:pt x="29618" y="84825"/>
                      <a:pt x="28404" y="85286"/>
                    </a:cubicBezTo>
                    <a:cubicBezTo>
                      <a:pt x="27190" y="85746"/>
                      <a:pt x="25474" y="86060"/>
                      <a:pt x="23256" y="86227"/>
                    </a:cubicBezTo>
                    <a:cubicBezTo>
                      <a:pt x="21037" y="86395"/>
                      <a:pt x="18128" y="86479"/>
                      <a:pt x="14528" y="86479"/>
                    </a:cubicBezTo>
                    <a:cubicBezTo>
                      <a:pt x="10678" y="86479"/>
                      <a:pt x="7664" y="86353"/>
                      <a:pt x="5487" y="86102"/>
                    </a:cubicBezTo>
                    <a:cubicBezTo>
                      <a:pt x="3311" y="85851"/>
                      <a:pt x="1804" y="85244"/>
                      <a:pt x="967" y="84281"/>
                    </a:cubicBezTo>
                    <a:cubicBezTo>
                      <a:pt x="129" y="83318"/>
                      <a:pt x="-164" y="81958"/>
                      <a:pt x="87" y="80200"/>
                    </a:cubicBezTo>
                    <a:cubicBezTo>
                      <a:pt x="339" y="78442"/>
                      <a:pt x="967" y="76098"/>
                      <a:pt x="1971" y="73168"/>
                    </a:cubicBezTo>
                    <a:lnTo>
                      <a:pt x="27401" y="0"/>
                    </a:lnTo>
                    <a:close/>
                  </a:path>
                </a:pathLst>
              </a:custGeom>
              <a:solidFill>
                <a:srgbClr val="FF6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 dirty="0"/>
              </a:p>
            </p:txBody>
          </p:sp>
        </p:grp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E0005124-3715-4EA4-9FAB-B5C40138B5F1}"/>
              </a:ext>
            </a:extLst>
          </p:cNvPr>
          <p:cNvGrpSpPr/>
          <p:nvPr/>
        </p:nvGrpSpPr>
        <p:grpSpPr>
          <a:xfrm>
            <a:off x="1920955" y="1514030"/>
            <a:ext cx="468000" cy="465463"/>
            <a:chOff x="1531489" y="3341830"/>
            <a:chExt cx="468000" cy="465463"/>
          </a:xfrm>
        </p:grpSpPr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E9C6B952-787E-4279-8A2C-2920F5F0FD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31489" y="3341831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>
                  <a:solidFill>
                    <a:srgbClr val="00B0F0"/>
                  </a:solidFill>
                </a:rPr>
                <a:t>A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148EE9B3-CAF6-4EB7-9978-2EFEAFFD5636}"/>
                </a:ext>
              </a:extLst>
            </p:cNvPr>
            <p:cNvGrpSpPr/>
            <p:nvPr/>
          </p:nvGrpSpPr>
          <p:grpSpPr>
            <a:xfrm>
              <a:off x="1531489" y="3341830"/>
              <a:ext cx="468000" cy="232732"/>
              <a:chOff x="1531489" y="3341830"/>
              <a:chExt cx="468000" cy="232732"/>
            </a:xfrm>
          </p:grpSpPr>
          <p:sp>
            <p:nvSpPr>
              <p:cNvPr id="14" name="手繪多邊形: 圖案 13">
                <a:extLst>
                  <a:ext uri="{FF2B5EF4-FFF2-40B4-BE49-F238E27FC236}">
                    <a16:creationId xmlns:a16="http://schemas.microsoft.com/office/drawing/2014/main" id="{8EC2359A-AB98-4203-93BB-B0539C509324}"/>
                  </a:ext>
                </a:extLst>
              </p:cNvPr>
              <p:cNvSpPr/>
              <p:nvPr/>
            </p:nvSpPr>
            <p:spPr>
              <a:xfrm>
                <a:off x="1718173" y="3497041"/>
                <a:ext cx="94632" cy="77521"/>
              </a:xfrm>
              <a:custGeom>
                <a:avLst/>
                <a:gdLst/>
                <a:ahLst/>
                <a:cxnLst/>
                <a:rect l="l" t="t" r="r" b="b"/>
                <a:pathLst>
                  <a:path w="94632" h="77521">
                    <a:moveTo>
                      <a:pt x="46022" y="0"/>
                    </a:moveTo>
                    <a:cubicBezTo>
                      <a:pt x="50961" y="0"/>
                      <a:pt x="54895" y="63"/>
                      <a:pt x="57825" y="189"/>
                    </a:cubicBezTo>
                    <a:cubicBezTo>
                      <a:pt x="60756" y="314"/>
                      <a:pt x="63037" y="607"/>
                      <a:pt x="64669" y="1068"/>
                    </a:cubicBezTo>
                    <a:cubicBezTo>
                      <a:pt x="66302" y="1528"/>
                      <a:pt x="67474" y="2219"/>
                      <a:pt x="68185" y="3140"/>
                    </a:cubicBezTo>
                    <a:cubicBezTo>
                      <a:pt x="68897" y="4060"/>
                      <a:pt x="69504" y="5316"/>
                      <a:pt x="70006" y="6907"/>
                    </a:cubicBezTo>
                    <a:lnTo>
                      <a:pt x="94632" y="77521"/>
                    </a:lnTo>
                    <a:lnTo>
                      <a:pt x="60868" y="77521"/>
                    </a:lnTo>
                    <a:lnTo>
                      <a:pt x="45645" y="31770"/>
                    </a:lnTo>
                    <a:lnTo>
                      <a:pt x="45519" y="31770"/>
                    </a:lnTo>
                    <a:lnTo>
                      <a:pt x="30297" y="77521"/>
                    </a:lnTo>
                    <a:lnTo>
                      <a:pt x="0" y="77521"/>
                    </a:lnTo>
                    <a:lnTo>
                      <a:pt x="24674" y="6530"/>
                    </a:lnTo>
                    <a:cubicBezTo>
                      <a:pt x="25176" y="5107"/>
                      <a:pt x="25762" y="3956"/>
                      <a:pt x="26432" y="3077"/>
                    </a:cubicBezTo>
                    <a:cubicBezTo>
                      <a:pt x="27102" y="2198"/>
                      <a:pt x="28169" y="1528"/>
                      <a:pt x="29634" y="1068"/>
                    </a:cubicBezTo>
                    <a:cubicBezTo>
                      <a:pt x="31099" y="607"/>
                      <a:pt x="33129" y="314"/>
                      <a:pt x="35724" y="189"/>
                    </a:cubicBezTo>
                    <a:cubicBezTo>
                      <a:pt x="38320" y="63"/>
                      <a:pt x="41752" y="0"/>
                      <a:pt x="46022" y="0"/>
                    </a:cubicBezTo>
                    <a:close/>
                  </a:path>
                </a:pathLst>
              </a:custGeom>
              <a:solidFill>
                <a:srgbClr val="FF6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手繪多邊形: 圖案 14">
                <a:extLst>
                  <a:ext uri="{FF2B5EF4-FFF2-40B4-BE49-F238E27FC236}">
                    <a16:creationId xmlns:a16="http://schemas.microsoft.com/office/drawing/2014/main" id="{30514009-FB31-45CE-98B0-A32FE61F195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31489" y="3341830"/>
                <a:ext cx="468000" cy="232731"/>
              </a:xfrm>
              <a:custGeom>
                <a:avLst/>
                <a:gdLst>
                  <a:gd name="connsiteX0" fmla="*/ 234000 w 468000"/>
                  <a:gd name="connsiteY0" fmla="*/ 0 h 232731"/>
                  <a:gd name="connsiteX1" fmla="*/ 468000 w 468000"/>
                  <a:gd name="connsiteY1" fmla="*/ 232731 h 232731"/>
                  <a:gd name="connsiteX2" fmla="*/ 0 w 468000"/>
                  <a:gd name="connsiteY2" fmla="*/ 232731 h 232731"/>
                  <a:gd name="connsiteX3" fmla="*/ 234000 w 468000"/>
                  <a:gd name="connsiteY3" fmla="*/ 0 h 232731"/>
                  <a:gd name="connsiteX0" fmla="*/ 0 w 468000"/>
                  <a:gd name="connsiteY0" fmla="*/ 232731 h 324171"/>
                  <a:gd name="connsiteX1" fmla="*/ 234000 w 468000"/>
                  <a:gd name="connsiteY1" fmla="*/ 0 h 324171"/>
                  <a:gd name="connsiteX2" fmla="*/ 468000 w 468000"/>
                  <a:gd name="connsiteY2" fmla="*/ 232731 h 324171"/>
                  <a:gd name="connsiteX3" fmla="*/ 91440 w 468000"/>
                  <a:gd name="connsiteY3" fmla="*/ 324171 h 324171"/>
                  <a:gd name="connsiteX0" fmla="*/ 0 w 468000"/>
                  <a:gd name="connsiteY0" fmla="*/ 232731 h 232731"/>
                  <a:gd name="connsiteX1" fmla="*/ 234000 w 468000"/>
                  <a:gd name="connsiteY1" fmla="*/ 0 h 232731"/>
                  <a:gd name="connsiteX2" fmla="*/ 468000 w 468000"/>
                  <a:gd name="connsiteY2" fmla="*/ 232731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0" y="232731"/>
                    </a:moveTo>
                    <a:cubicBezTo>
                      <a:pt x="0" y="104197"/>
                      <a:pt x="104765" y="0"/>
                      <a:pt x="234000" y="0"/>
                    </a:cubicBezTo>
                    <a:cubicBezTo>
                      <a:pt x="363235" y="0"/>
                      <a:pt x="468000" y="104197"/>
                      <a:pt x="468000" y="232731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</p:grp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90E729E9-41D3-402C-943E-26E3A6B530C6}"/>
              </a:ext>
            </a:extLst>
          </p:cNvPr>
          <p:cNvGrpSpPr/>
          <p:nvPr/>
        </p:nvGrpSpPr>
        <p:grpSpPr>
          <a:xfrm>
            <a:off x="3212951" y="1514030"/>
            <a:ext cx="468000" cy="465463"/>
            <a:chOff x="2823485" y="3341830"/>
            <a:chExt cx="468000" cy="465463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8A7369F8-49C2-43BF-8F5B-457DDF6ABC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3485" y="3341831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C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A293368E-56B6-4652-A733-7D36A8868055}"/>
                </a:ext>
              </a:extLst>
            </p:cNvPr>
            <p:cNvGrpSpPr/>
            <p:nvPr/>
          </p:nvGrpSpPr>
          <p:grpSpPr>
            <a:xfrm>
              <a:off x="2823485" y="3341830"/>
              <a:ext cx="468000" cy="237494"/>
              <a:chOff x="2823485" y="3341830"/>
              <a:chExt cx="468000" cy="237494"/>
            </a:xfrm>
          </p:grpSpPr>
          <p:sp>
            <p:nvSpPr>
              <p:cNvPr id="19" name="手繪多邊形: 圖案 18">
                <a:extLst>
                  <a:ext uri="{FF2B5EF4-FFF2-40B4-BE49-F238E27FC236}">
                    <a16:creationId xmlns:a16="http://schemas.microsoft.com/office/drawing/2014/main" id="{5579F695-099C-4708-BC2E-02EA43D1183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00247" y="3496198"/>
                <a:ext cx="119238" cy="83126"/>
              </a:xfrm>
              <a:custGeom>
                <a:avLst/>
                <a:gdLst/>
                <a:ahLst/>
                <a:cxnLst/>
                <a:rect l="l" t="t" r="r" b="b"/>
                <a:pathLst>
                  <a:path w="119238" h="83126">
                    <a:moveTo>
                      <a:pt x="74910" y="0"/>
                    </a:moveTo>
                    <a:cubicBezTo>
                      <a:pt x="79431" y="0"/>
                      <a:pt x="83784" y="376"/>
                      <a:pt x="87970" y="1130"/>
                    </a:cubicBezTo>
                    <a:cubicBezTo>
                      <a:pt x="92156" y="1883"/>
                      <a:pt x="96028" y="2867"/>
                      <a:pt x="99585" y="4081"/>
                    </a:cubicBezTo>
                    <a:cubicBezTo>
                      <a:pt x="103143" y="5295"/>
                      <a:pt x="106345" y="6697"/>
                      <a:pt x="109192" y="8288"/>
                    </a:cubicBezTo>
                    <a:cubicBezTo>
                      <a:pt x="112038" y="9878"/>
                      <a:pt x="114026" y="11239"/>
                      <a:pt x="115157" y="12369"/>
                    </a:cubicBezTo>
                    <a:cubicBezTo>
                      <a:pt x="116287" y="13499"/>
                      <a:pt x="117061" y="14441"/>
                      <a:pt x="117480" y="15194"/>
                    </a:cubicBezTo>
                    <a:cubicBezTo>
                      <a:pt x="117898" y="15948"/>
                      <a:pt x="118233" y="16910"/>
                      <a:pt x="118484" y="18082"/>
                    </a:cubicBezTo>
                    <a:cubicBezTo>
                      <a:pt x="118735" y="19254"/>
                      <a:pt x="118924" y="20636"/>
                      <a:pt x="119049" y="22226"/>
                    </a:cubicBezTo>
                    <a:cubicBezTo>
                      <a:pt x="119175" y="23817"/>
                      <a:pt x="119238" y="25784"/>
                      <a:pt x="119238" y="28128"/>
                    </a:cubicBezTo>
                    <a:cubicBezTo>
                      <a:pt x="119238" y="30640"/>
                      <a:pt x="119154" y="32774"/>
                      <a:pt x="118987" y="34532"/>
                    </a:cubicBezTo>
                    <a:cubicBezTo>
                      <a:pt x="118819" y="36290"/>
                      <a:pt x="118526" y="37714"/>
                      <a:pt x="118108" y="38802"/>
                    </a:cubicBezTo>
                    <a:cubicBezTo>
                      <a:pt x="117689" y="39890"/>
                      <a:pt x="117187" y="40686"/>
                      <a:pt x="116601" y="41188"/>
                    </a:cubicBezTo>
                    <a:cubicBezTo>
                      <a:pt x="116015" y="41690"/>
                      <a:pt x="115345" y="41941"/>
                      <a:pt x="114592" y="41941"/>
                    </a:cubicBezTo>
                    <a:cubicBezTo>
                      <a:pt x="113336" y="41941"/>
                      <a:pt x="111745" y="41209"/>
                      <a:pt x="109820" y="39744"/>
                    </a:cubicBezTo>
                    <a:cubicBezTo>
                      <a:pt x="107894" y="38279"/>
                      <a:pt x="105404" y="36646"/>
                      <a:pt x="102348" y="34846"/>
                    </a:cubicBezTo>
                    <a:cubicBezTo>
                      <a:pt x="99292" y="33046"/>
                      <a:pt x="95651" y="31414"/>
                      <a:pt x="91423" y="29949"/>
                    </a:cubicBezTo>
                    <a:cubicBezTo>
                      <a:pt x="87195" y="28484"/>
                      <a:pt x="82152" y="27751"/>
                      <a:pt x="76292" y="27751"/>
                    </a:cubicBezTo>
                    <a:cubicBezTo>
                      <a:pt x="69845" y="27751"/>
                      <a:pt x="64090" y="29070"/>
                      <a:pt x="59025" y="31707"/>
                    </a:cubicBezTo>
                    <a:cubicBezTo>
                      <a:pt x="53960" y="34344"/>
                      <a:pt x="49649" y="38111"/>
                      <a:pt x="46091" y="43009"/>
                    </a:cubicBezTo>
                    <a:cubicBezTo>
                      <a:pt x="42533" y="47906"/>
                      <a:pt x="39833" y="53829"/>
                      <a:pt x="37992" y="60777"/>
                    </a:cubicBezTo>
                    <a:lnTo>
                      <a:pt x="35363" y="83126"/>
                    </a:lnTo>
                    <a:lnTo>
                      <a:pt x="0" y="83126"/>
                    </a:lnTo>
                    <a:lnTo>
                      <a:pt x="5091" y="49225"/>
                    </a:lnTo>
                    <a:cubicBezTo>
                      <a:pt x="8775" y="38509"/>
                      <a:pt x="13923" y="29510"/>
                      <a:pt x="20537" y="22226"/>
                    </a:cubicBezTo>
                    <a:cubicBezTo>
                      <a:pt x="27150" y="14943"/>
                      <a:pt x="35082" y="9418"/>
                      <a:pt x="44333" y="5650"/>
                    </a:cubicBezTo>
                    <a:cubicBezTo>
                      <a:pt x="53584" y="1883"/>
                      <a:pt x="63776" y="0"/>
                      <a:pt x="74910" y="0"/>
                    </a:cubicBezTo>
                    <a:close/>
                  </a:path>
                </a:pathLst>
              </a:custGeom>
              <a:solidFill>
                <a:srgbClr val="FF6C66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FF6C66"/>
                  </a:solidFill>
                </a:endParaRPr>
              </a:p>
            </p:txBody>
          </p:sp>
          <p:sp>
            <p:nvSpPr>
              <p:cNvPr id="20" name="手繪多邊形: 圖案 19">
                <a:extLst>
                  <a:ext uri="{FF2B5EF4-FFF2-40B4-BE49-F238E27FC236}">
                    <a16:creationId xmlns:a16="http://schemas.microsoft.com/office/drawing/2014/main" id="{E6917DAA-2667-4AC1-AEEB-F344FF0D8DD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3485" y="3341830"/>
                <a:ext cx="468000" cy="232731"/>
              </a:xfrm>
              <a:custGeom>
                <a:avLst/>
                <a:gdLst>
                  <a:gd name="connsiteX0" fmla="*/ 234000 w 468000"/>
                  <a:gd name="connsiteY0" fmla="*/ 0 h 232731"/>
                  <a:gd name="connsiteX1" fmla="*/ 468000 w 468000"/>
                  <a:gd name="connsiteY1" fmla="*/ 232731 h 232731"/>
                  <a:gd name="connsiteX2" fmla="*/ 0 w 468000"/>
                  <a:gd name="connsiteY2" fmla="*/ 232731 h 232731"/>
                  <a:gd name="connsiteX3" fmla="*/ 234000 w 468000"/>
                  <a:gd name="connsiteY3" fmla="*/ 0 h 232731"/>
                  <a:gd name="connsiteX0" fmla="*/ 0 w 468000"/>
                  <a:gd name="connsiteY0" fmla="*/ 232731 h 324171"/>
                  <a:gd name="connsiteX1" fmla="*/ 234000 w 468000"/>
                  <a:gd name="connsiteY1" fmla="*/ 0 h 324171"/>
                  <a:gd name="connsiteX2" fmla="*/ 468000 w 468000"/>
                  <a:gd name="connsiteY2" fmla="*/ 232731 h 324171"/>
                  <a:gd name="connsiteX3" fmla="*/ 91440 w 468000"/>
                  <a:gd name="connsiteY3" fmla="*/ 324171 h 324171"/>
                  <a:gd name="connsiteX0" fmla="*/ 0 w 468000"/>
                  <a:gd name="connsiteY0" fmla="*/ 232731 h 232731"/>
                  <a:gd name="connsiteX1" fmla="*/ 234000 w 468000"/>
                  <a:gd name="connsiteY1" fmla="*/ 0 h 232731"/>
                  <a:gd name="connsiteX2" fmla="*/ 468000 w 468000"/>
                  <a:gd name="connsiteY2" fmla="*/ 232731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0" y="232731"/>
                    </a:moveTo>
                    <a:cubicBezTo>
                      <a:pt x="0" y="104197"/>
                      <a:pt x="104765" y="0"/>
                      <a:pt x="234000" y="0"/>
                    </a:cubicBezTo>
                    <a:cubicBezTo>
                      <a:pt x="363235" y="0"/>
                      <a:pt x="468000" y="104197"/>
                      <a:pt x="468000" y="232731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</p:grp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870BCFB3-4594-40E6-B5D1-F46071295241}"/>
              </a:ext>
            </a:extLst>
          </p:cNvPr>
          <p:cNvGrpSpPr/>
          <p:nvPr/>
        </p:nvGrpSpPr>
        <p:grpSpPr>
          <a:xfrm>
            <a:off x="3858949" y="1514031"/>
            <a:ext cx="468000" cy="465462"/>
            <a:chOff x="3469483" y="3341831"/>
            <a:chExt cx="468000" cy="465462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29C15CFB-82C6-4EC9-948D-87E6DA7C21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69483" y="3341831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G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CD93919E-4142-4556-B3D7-715854FE113E}"/>
                </a:ext>
              </a:extLst>
            </p:cNvPr>
            <p:cNvGrpSpPr/>
            <p:nvPr/>
          </p:nvGrpSpPr>
          <p:grpSpPr>
            <a:xfrm>
              <a:off x="3469483" y="3341831"/>
              <a:ext cx="468000" cy="232731"/>
              <a:chOff x="3469483" y="3341831"/>
              <a:chExt cx="468000" cy="232731"/>
            </a:xfrm>
          </p:grpSpPr>
          <p:grpSp>
            <p:nvGrpSpPr>
              <p:cNvPr id="24" name="群組 23">
                <a:extLst>
                  <a:ext uri="{FF2B5EF4-FFF2-40B4-BE49-F238E27FC236}">
                    <a16:creationId xmlns:a16="http://schemas.microsoft.com/office/drawing/2014/main" id="{8A48BF5E-B62D-4A63-93E5-B123C701D658}"/>
                  </a:ext>
                </a:extLst>
              </p:cNvPr>
              <p:cNvGrpSpPr/>
              <p:nvPr/>
            </p:nvGrpSpPr>
            <p:grpSpPr>
              <a:xfrm>
                <a:off x="3632709" y="3495031"/>
                <a:ext cx="137835" cy="79531"/>
                <a:chOff x="2994343" y="3999769"/>
                <a:chExt cx="137835" cy="79531"/>
              </a:xfrm>
            </p:grpSpPr>
            <p:sp>
              <p:nvSpPr>
                <p:cNvPr id="26" name="手繪多邊形: 圖案 25">
                  <a:extLst>
                    <a:ext uri="{FF2B5EF4-FFF2-40B4-BE49-F238E27FC236}">
                      <a16:creationId xmlns:a16="http://schemas.microsoft.com/office/drawing/2014/main" id="{D1ABEA23-1A23-42CF-8A5B-CA31C0B8F27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994343" y="3999769"/>
                  <a:ext cx="137835" cy="79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835" h="79530">
                      <a:moveTo>
                        <a:pt x="83587" y="0"/>
                      </a:moveTo>
                      <a:cubicBezTo>
                        <a:pt x="90619" y="0"/>
                        <a:pt x="97024" y="481"/>
                        <a:pt x="102800" y="1444"/>
                      </a:cubicBezTo>
                      <a:cubicBezTo>
                        <a:pt x="108576" y="2407"/>
                        <a:pt x="113620" y="3579"/>
                        <a:pt x="117932" y="4960"/>
                      </a:cubicBezTo>
                      <a:cubicBezTo>
                        <a:pt x="122243" y="6342"/>
                        <a:pt x="125822" y="7828"/>
                        <a:pt x="128668" y="9418"/>
                      </a:cubicBezTo>
                      <a:cubicBezTo>
                        <a:pt x="131515" y="11009"/>
                        <a:pt x="133503" y="12390"/>
                        <a:pt x="134633" y="13562"/>
                      </a:cubicBezTo>
                      <a:cubicBezTo>
                        <a:pt x="135763" y="14734"/>
                        <a:pt x="136579" y="16387"/>
                        <a:pt x="137082" y="18522"/>
                      </a:cubicBezTo>
                      <a:cubicBezTo>
                        <a:pt x="137584" y="20657"/>
                        <a:pt x="137835" y="23817"/>
                        <a:pt x="137835" y="28003"/>
                      </a:cubicBezTo>
                      <a:cubicBezTo>
                        <a:pt x="137835" y="30431"/>
                        <a:pt x="137730" y="32524"/>
                        <a:pt x="137521" y="34282"/>
                      </a:cubicBezTo>
                      <a:cubicBezTo>
                        <a:pt x="137312" y="36040"/>
                        <a:pt x="137019" y="37442"/>
                        <a:pt x="136642" y="38488"/>
                      </a:cubicBezTo>
                      <a:cubicBezTo>
                        <a:pt x="136265" y="39535"/>
                        <a:pt x="135805" y="40267"/>
                        <a:pt x="135261" y="40686"/>
                      </a:cubicBezTo>
                      <a:cubicBezTo>
                        <a:pt x="134717" y="41105"/>
                        <a:pt x="134068" y="41314"/>
                        <a:pt x="133314" y="41314"/>
                      </a:cubicBezTo>
                      <a:cubicBezTo>
                        <a:pt x="132226" y="41314"/>
                        <a:pt x="130468" y="40560"/>
                        <a:pt x="128040" y="39054"/>
                      </a:cubicBezTo>
                      <a:cubicBezTo>
                        <a:pt x="125613" y="37547"/>
                        <a:pt x="122389" y="35914"/>
                        <a:pt x="118371" y="34156"/>
                      </a:cubicBezTo>
                      <a:cubicBezTo>
                        <a:pt x="114353" y="32398"/>
                        <a:pt x="109560" y="30766"/>
                        <a:pt x="103993" y="29259"/>
                      </a:cubicBezTo>
                      <a:cubicBezTo>
                        <a:pt x="98426" y="27752"/>
                        <a:pt x="91959" y="26998"/>
                        <a:pt x="84592" y="26998"/>
                      </a:cubicBezTo>
                      <a:cubicBezTo>
                        <a:pt x="76723" y="26998"/>
                        <a:pt x="69607" y="28359"/>
                        <a:pt x="63244" y="31080"/>
                      </a:cubicBezTo>
                      <a:cubicBezTo>
                        <a:pt x="56882" y="33800"/>
                        <a:pt x="51440" y="37651"/>
                        <a:pt x="46920" y="42632"/>
                      </a:cubicBezTo>
                      <a:cubicBezTo>
                        <a:pt x="42399" y="47613"/>
                        <a:pt x="38925" y="53599"/>
                        <a:pt x="36497" y="60589"/>
                      </a:cubicBezTo>
                      <a:lnTo>
                        <a:pt x="33520" y="79530"/>
                      </a:lnTo>
                      <a:lnTo>
                        <a:pt x="0" y="79530"/>
                      </a:lnTo>
                      <a:lnTo>
                        <a:pt x="4978" y="49916"/>
                      </a:lnTo>
                      <a:cubicBezTo>
                        <a:pt x="8996" y="39326"/>
                        <a:pt x="14689" y="30326"/>
                        <a:pt x="22056" y="22917"/>
                      </a:cubicBezTo>
                      <a:cubicBezTo>
                        <a:pt x="29423" y="15508"/>
                        <a:pt x="38318" y="9837"/>
                        <a:pt x="48741" y="5902"/>
                      </a:cubicBezTo>
                      <a:cubicBezTo>
                        <a:pt x="59163" y="1967"/>
                        <a:pt x="70779" y="0"/>
                        <a:pt x="83587" y="0"/>
                      </a:cubicBezTo>
                      <a:close/>
                    </a:path>
                  </a:pathLst>
                </a:custGeom>
                <a:solidFill>
                  <a:srgbClr val="FF6C66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zh-TW" altLang="en-US" sz="2000" b="1" dirty="0">
                    <a:solidFill>
                      <a:srgbClr val="FF6C66"/>
                    </a:solidFill>
                  </a:endParaRPr>
                </a:p>
              </p:txBody>
            </p:sp>
            <p:sp>
              <p:nvSpPr>
                <p:cNvPr id="27" name="手繪多邊形: 圖案 26">
                  <a:extLst>
                    <a:ext uri="{FF2B5EF4-FFF2-40B4-BE49-F238E27FC236}">
                      <a16:creationId xmlns:a16="http://schemas.microsoft.com/office/drawing/2014/main" id="{33D69947-DC22-4F3B-8A66-849B62885EB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063676" y="4072603"/>
                  <a:ext cx="67583" cy="6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583" h="6697">
                      <a:moveTo>
                        <a:pt x="4459" y="0"/>
                      </a:moveTo>
                      <a:lnTo>
                        <a:pt x="59335" y="0"/>
                      </a:lnTo>
                      <a:cubicBezTo>
                        <a:pt x="60675" y="0"/>
                        <a:pt x="61868" y="230"/>
                        <a:pt x="62914" y="691"/>
                      </a:cubicBezTo>
                      <a:cubicBezTo>
                        <a:pt x="63960" y="1151"/>
                        <a:pt x="64881" y="1842"/>
                        <a:pt x="65677" y="2762"/>
                      </a:cubicBezTo>
                      <a:cubicBezTo>
                        <a:pt x="66472" y="3683"/>
                        <a:pt x="67079" y="4793"/>
                        <a:pt x="67497" y="6090"/>
                      </a:cubicBezTo>
                      <a:lnTo>
                        <a:pt x="67583" y="6697"/>
                      </a:lnTo>
                      <a:lnTo>
                        <a:pt x="0" y="6697"/>
                      </a:lnTo>
                      <a:lnTo>
                        <a:pt x="2" y="6655"/>
                      </a:lnTo>
                      <a:cubicBezTo>
                        <a:pt x="211" y="5065"/>
                        <a:pt x="525" y="3788"/>
                        <a:pt x="943" y="2825"/>
                      </a:cubicBezTo>
                      <a:cubicBezTo>
                        <a:pt x="1362" y="1863"/>
                        <a:pt x="1864" y="1151"/>
                        <a:pt x="2450" y="691"/>
                      </a:cubicBezTo>
                      <a:cubicBezTo>
                        <a:pt x="3036" y="230"/>
                        <a:pt x="3706" y="0"/>
                        <a:pt x="4459" y="0"/>
                      </a:cubicBezTo>
                      <a:close/>
                    </a:path>
                  </a:pathLst>
                </a:custGeom>
                <a:solidFill>
                  <a:srgbClr val="FF6C66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zh-TW" altLang="en-US" sz="2000" b="1" dirty="0">
                    <a:solidFill>
                      <a:srgbClr val="FF6C66"/>
                    </a:solidFill>
                  </a:endParaRPr>
                </a:p>
              </p:txBody>
            </p:sp>
          </p:grpSp>
          <p:sp>
            <p:nvSpPr>
              <p:cNvPr id="25" name="手繪多邊形: 圖案 24">
                <a:extLst>
                  <a:ext uri="{FF2B5EF4-FFF2-40B4-BE49-F238E27FC236}">
                    <a16:creationId xmlns:a16="http://schemas.microsoft.com/office/drawing/2014/main" id="{6A11A0E8-441F-4807-AF1A-BF5BEA6CC5E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469483" y="3341831"/>
                <a:ext cx="468000" cy="232731"/>
              </a:xfrm>
              <a:custGeom>
                <a:avLst/>
                <a:gdLst>
                  <a:gd name="connsiteX0" fmla="*/ 234000 w 468000"/>
                  <a:gd name="connsiteY0" fmla="*/ 0 h 232731"/>
                  <a:gd name="connsiteX1" fmla="*/ 468000 w 468000"/>
                  <a:gd name="connsiteY1" fmla="*/ 232731 h 232731"/>
                  <a:gd name="connsiteX2" fmla="*/ 0 w 468000"/>
                  <a:gd name="connsiteY2" fmla="*/ 232731 h 232731"/>
                  <a:gd name="connsiteX3" fmla="*/ 234000 w 468000"/>
                  <a:gd name="connsiteY3" fmla="*/ 0 h 232731"/>
                  <a:gd name="connsiteX0" fmla="*/ 0 w 468000"/>
                  <a:gd name="connsiteY0" fmla="*/ 232731 h 324171"/>
                  <a:gd name="connsiteX1" fmla="*/ 234000 w 468000"/>
                  <a:gd name="connsiteY1" fmla="*/ 0 h 324171"/>
                  <a:gd name="connsiteX2" fmla="*/ 468000 w 468000"/>
                  <a:gd name="connsiteY2" fmla="*/ 232731 h 324171"/>
                  <a:gd name="connsiteX3" fmla="*/ 91440 w 468000"/>
                  <a:gd name="connsiteY3" fmla="*/ 324171 h 324171"/>
                  <a:gd name="connsiteX0" fmla="*/ 0 w 468000"/>
                  <a:gd name="connsiteY0" fmla="*/ 232731 h 232731"/>
                  <a:gd name="connsiteX1" fmla="*/ 234000 w 468000"/>
                  <a:gd name="connsiteY1" fmla="*/ 0 h 232731"/>
                  <a:gd name="connsiteX2" fmla="*/ 468000 w 468000"/>
                  <a:gd name="connsiteY2" fmla="*/ 232731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0" y="232731"/>
                    </a:moveTo>
                    <a:cubicBezTo>
                      <a:pt x="0" y="104197"/>
                      <a:pt x="104765" y="0"/>
                      <a:pt x="234000" y="0"/>
                    </a:cubicBezTo>
                    <a:cubicBezTo>
                      <a:pt x="363235" y="0"/>
                      <a:pt x="468000" y="104197"/>
                      <a:pt x="468000" y="232731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</p:grp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13ECFD2C-F877-4FC3-AFFD-9AE81FE81695}"/>
              </a:ext>
            </a:extLst>
          </p:cNvPr>
          <p:cNvGrpSpPr/>
          <p:nvPr/>
        </p:nvGrpSpPr>
        <p:grpSpPr>
          <a:xfrm>
            <a:off x="2566953" y="1514031"/>
            <a:ext cx="468000" cy="465462"/>
            <a:chOff x="2177487" y="3341831"/>
            <a:chExt cx="468000" cy="465462"/>
          </a:xfrm>
        </p:grpSpPr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7004B57C-28AC-4C5C-BFFE-0756E33E1C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7487" y="3341831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T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D6A7B00D-EEB7-4E1D-A7DD-E8F294638931}"/>
                </a:ext>
              </a:extLst>
            </p:cNvPr>
            <p:cNvGrpSpPr/>
            <p:nvPr/>
          </p:nvGrpSpPr>
          <p:grpSpPr>
            <a:xfrm>
              <a:off x="2177487" y="3341831"/>
              <a:ext cx="468000" cy="232731"/>
              <a:chOff x="2177487" y="3341831"/>
              <a:chExt cx="468000" cy="232731"/>
            </a:xfrm>
          </p:grpSpPr>
          <p:sp>
            <p:nvSpPr>
              <p:cNvPr id="31" name="手繪多邊形: 圖案 30">
                <a:extLst>
                  <a:ext uri="{FF2B5EF4-FFF2-40B4-BE49-F238E27FC236}">
                    <a16:creationId xmlns:a16="http://schemas.microsoft.com/office/drawing/2014/main" id="{F0A130E5-6574-4EC2-9640-DDEA5C86B2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49328" y="3497795"/>
                <a:ext cx="124318" cy="76767"/>
              </a:xfrm>
              <a:custGeom>
                <a:avLst/>
                <a:gdLst/>
                <a:ahLst/>
                <a:cxnLst/>
                <a:rect l="l" t="t" r="r" b="b"/>
                <a:pathLst>
                  <a:path w="124318" h="76767">
                    <a:moveTo>
                      <a:pt x="4897" y="0"/>
                    </a:moveTo>
                    <a:lnTo>
                      <a:pt x="119420" y="0"/>
                    </a:lnTo>
                    <a:cubicBezTo>
                      <a:pt x="120174" y="0"/>
                      <a:pt x="120864" y="230"/>
                      <a:pt x="121492" y="690"/>
                    </a:cubicBezTo>
                    <a:cubicBezTo>
                      <a:pt x="122120" y="1151"/>
                      <a:pt x="122643" y="1904"/>
                      <a:pt x="123062" y="2951"/>
                    </a:cubicBezTo>
                    <a:cubicBezTo>
                      <a:pt x="123480" y="3997"/>
                      <a:pt x="123794" y="5399"/>
                      <a:pt x="124004" y="7157"/>
                    </a:cubicBezTo>
                    <a:cubicBezTo>
                      <a:pt x="124213" y="8915"/>
                      <a:pt x="124318" y="11050"/>
                      <a:pt x="124318" y="13562"/>
                    </a:cubicBezTo>
                    <a:cubicBezTo>
                      <a:pt x="124318" y="15989"/>
                      <a:pt x="124213" y="18061"/>
                      <a:pt x="124004" y="19778"/>
                    </a:cubicBezTo>
                    <a:cubicBezTo>
                      <a:pt x="123794" y="21494"/>
                      <a:pt x="123480" y="22875"/>
                      <a:pt x="123062" y="23922"/>
                    </a:cubicBezTo>
                    <a:cubicBezTo>
                      <a:pt x="122643" y="24968"/>
                      <a:pt x="122120" y="25742"/>
                      <a:pt x="121492" y="26245"/>
                    </a:cubicBezTo>
                    <a:cubicBezTo>
                      <a:pt x="120864" y="26747"/>
                      <a:pt x="120174" y="26998"/>
                      <a:pt x="119420" y="26998"/>
                    </a:cubicBezTo>
                    <a:lnTo>
                      <a:pt x="78734" y="26998"/>
                    </a:lnTo>
                    <a:lnTo>
                      <a:pt x="78734" y="76767"/>
                    </a:lnTo>
                    <a:lnTo>
                      <a:pt x="45583" y="76767"/>
                    </a:lnTo>
                    <a:lnTo>
                      <a:pt x="45583" y="26998"/>
                    </a:lnTo>
                    <a:lnTo>
                      <a:pt x="4897" y="26998"/>
                    </a:lnTo>
                    <a:cubicBezTo>
                      <a:pt x="4060" y="26998"/>
                      <a:pt x="3348" y="26747"/>
                      <a:pt x="2762" y="26245"/>
                    </a:cubicBezTo>
                    <a:cubicBezTo>
                      <a:pt x="2176" y="25742"/>
                      <a:pt x="1674" y="24968"/>
                      <a:pt x="1255" y="23922"/>
                    </a:cubicBezTo>
                    <a:cubicBezTo>
                      <a:pt x="837" y="22875"/>
                      <a:pt x="523" y="21494"/>
                      <a:pt x="313" y="19778"/>
                    </a:cubicBezTo>
                    <a:cubicBezTo>
                      <a:pt x="104" y="18061"/>
                      <a:pt x="0" y="15989"/>
                      <a:pt x="0" y="13562"/>
                    </a:cubicBezTo>
                    <a:cubicBezTo>
                      <a:pt x="0" y="11050"/>
                      <a:pt x="104" y="8915"/>
                      <a:pt x="313" y="7157"/>
                    </a:cubicBezTo>
                    <a:cubicBezTo>
                      <a:pt x="523" y="5399"/>
                      <a:pt x="837" y="3997"/>
                      <a:pt x="1255" y="2951"/>
                    </a:cubicBezTo>
                    <a:cubicBezTo>
                      <a:pt x="1674" y="1904"/>
                      <a:pt x="2176" y="1151"/>
                      <a:pt x="2762" y="690"/>
                    </a:cubicBezTo>
                    <a:cubicBezTo>
                      <a:pt x="3348" y="230"/>
                      <a:pt x="4060" y="0"/>
                      <a:pt x="4897" y="0"/>
                    </a:cubicBezTo>
                    <a:close/>
                  </a:path>
                </a:pathLst>
              </a:custGeom>
              <a:solidFill>
                <a:srgbClr val="FF6C66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FF6C66"/>
                  </a:solidFill>
                </a:endParaRPr>
              </a:p>
            </p:txBody>
          </p:sp>
          <p:sp>
            <p:nvSpPr>
              <p:cNvPr id="32" name="手繪多邊形: 圖案 31">
                <a:extLst>
                  <a:ext uri="{FF2B5EF4-FFF2-40B4-BE49-F238E27FC236}">
                    <a16:creationId xmlns:a16="http://schemas.microsoft.com/office/drawing/2014/main" id="{E25D8858-8EE9-46F8-88C1-01E283858ED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77487" y="3341831"/>
                <a:ext cx="468000" cy="232731"/>
              </a:xfrm>
              <a:custGeom>
                <a:avLst/>
                <a:gdLst>
                  <a:gd name="connsiteX0" fmla="*/ 234000 w 468000"/>
                  <a:gd name="connsiteY0" fmla="*/ 0 h 232731"/>
                  <a:gd name="connsiteX1" fmla="*/ 468000 w 468000"/>
                  <a:gd name="connsiteY1" fmla="*/ 232731 h 232731"/>
                  <a:gd name="connsiteX2" fmla="*/ 0 w 468000"/>
                  <a:gd name="connsiteY2" fmla="*/ 232731 h 232731"/>
                  <a:gd name="connsiteX3" fmla="*/ 234000 w 468000"/>
                  <a:gd name="connsiteY3" fmla="*/ 0 h 232731"/>
                  <a:gd name="connsiteX0" fmla="*/ 0 w 468000"/>
                  <a:gd name="connsiteY0" fmla="*/ 232731 h 324171"/>
                  <a:gd name="connsiteX1" fmla="*/ 234000 w 468000"/>
                  <a:gd name="connsiteY1" fmla="*/ 0 h 324171"/>
                  <a:gd name="connsiteX2" fmla="*/ 468000 w 468000"/>
                  <a:gd name="connsiteY2" fmla="*/ 232731 h 324171"/>
                  <a:gd name="connsiteX3" fmla="*/ 91440 w 468000"/>
                  <a:gd name="connsiteY3" fmla="*/ 324171 h 324171"/>
                  <a:gd name="connsiteX0" fmla="*/ 0 w 468000"/>
                  <a:gd name="connsiteY0" fmla="*/ 232731 h 232731"/>
                  <a:gd name="connsiteX1" fmla="*/ 234000 w 468000"/>
                  <a:gd name="connsiteY1" fmla="*/ 0 h 232731"/>
                  <a:gd name="connsiteX2" fmla="*/ 468000 w 468000"/>
                  <a:gd name="connsiteY2" fmla="*/ 232731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0" y="232731"/>
                    </a:moveTo>
                    <a:cubicBezTo>
                      <a:pt x="0" y="104197"/>
                      <a:pt x="104765" y="0"/>
                      <a:pt x="234000" y="0"/>
                    </a:cubicBezTo>
                    <a:cubicBezTo>
                      <a:pt x="363235" y="0"/>
                      <a:pt x="468000" y="104197"/>
                      <a:pt x="468000" y="232731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</p:grp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54935931-38D2-4D86-91B8-AD28CA5FFF2E}"/>
              </a:ext>
            </a:extLst>
          </p:cNvPr>
          <p:cNvGrpSpPr/>
          <p:nvPr/>
        </p:nvGrpSpPr>
        <p:grpSpPr>
          <a:xfrm>
            <a:off x="2566953" y="2063844"/>
            <a:ext cx="468000" cy="465463"/>
            <a:chOff x="2177487" y="3891644"/>
            <a:chExt cx="468000" cy="465463"/>
          </a:xfrm>
        </p:grpSpPr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D862C0A2-25F9-49D8-B062-B290BEBC2F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7487" y="3891644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T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8D97F902-5445-4696-A81F-46170A588139}"/>
                </a:ext>
              </a:extLst>
            </p:cNvPr>
            <p:cNvGrpSpPr/>
            <p:nvPr/>
          </p:nvGrpSpPr>
          <p:grpSpPr>
            <a:xfrm>
              <a:off x="2177487" y="4124375"/>
              <a:ext cx="468000" cy="232732"/>
              <a:chOff x="2177487" y="3971975"/>
              <a:chExt cx="468000" cy="232732"/>
            </a:xfrm>
          </p:grpSpPr>
          <p:sp>
            <p:nvSpPr>
              <p:cNvPr id="36" name="手繪多邊形: 圖案 35">
                <a:extLst>
                  <a:ext uri="{FF2B5EF4-FFF2-40B4-BE49-F238E27FC236}">
                    <a16:creationId xmlns:a16="http://schemas.microsoft.com/office/drawing/2014/main" id="{9421C9BA-F782-4ED1-B715-FEFBEBACD32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94911" y="3971975"/>
                <a:ext cx="33151" cy="86479"/>
              </a:xfrm>
              <a:custGeom>
                <a:avLst/>
                <a:gdLst/>
                <a:ahLst/>
                <a:cxnLst/>
                <a:rect l="l" t="t" r="r" b="b"/>
                <a:pathLst>
                  <a:path w="33151" h="86479">
                    <a:moveTo>
                      <a:pt x="0" y="0"/>
                    </a:moveTo>
                    <a:lnTo>
                      <a:pt x="33151" y="0"/>
                    </a:lnTo>
                    <a:lnTo>
                      <a:pt x="33151" y="81204"/>
                    </a:lnTo>
                    <a:cubicBezTo>
                      <a:pt x="33151" y="82042"/>
                      <a:pt x="32879" y="82795"/>
                      <a:pt x="32335" y="83465"/>
                    </a:cubicBezTo>
                    <a:cubicBezTo>
                      <a:pt x="31791" y="84135"/>
                      <a:pt x="30891" y="84679"/>
                      <a:pt x="29635" y="85097"/>
                    </a:cubicBezTo>
                    <a:cubicBezTo>
                      <a:pt x="28379" y="85516"/>
                      <a:pt x="26684" y="85851"/>
                      <a:pt x="24549" y="86102"/>
                    </a:cubicBezTo>
                    <a:cubicBezTo>
                      <a:pt x="22415" y="86353"/>
                      <a:pt x="19757" y="86479"/>
                      <a:pt x="16576" y="86479"/>
                    </a:cubicBezTo>
                    <a:cubicBezTo>
                      <a:pt x="13394" y="86479"/>
                      <a:pt x="10736" y="86353"/>
                      <a:pt x="8602" y="86102"/>
                    </a:cubicBezTo>
                    <a:cubicBezTo>
                      <a:pt x="6467" y="85851"/>
                      <a:pt x="4772" y="85516"/>
                      <a:pt x="3516" y="85097"/>
                    </a:cubicBezTo>
                    <a:cubicBezTo>
                      <a:pt x="2260" y="84679"/>
                      <a:pt x="1360" y="84135"/>
                      <a:pt x="816" y="83465"/>
                    </a:cubicBezTo>
                    <a:cubicBezTo>
                      <a:pt x="272" y="82795"/>
                      <a:pt x="0" y="82042"/>
                      <a:pt x="0" y="812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6C66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FF6C66"/>
                  </a:solidFill>
                </a:endParaRPr>
              </a:p>
            </p:txBody>
          </p:sp>
          <p:sp>
            <p:nvSpPr>
              <p:cNvPr id="37" name="手繪多邊形: 圖案 36">
                <a:extLst>
                  <a:ext uri="{FF2B5EF4-FFF2-40B4-BE49-F238E27FC236}">
                    <a16:creationId xmlns:a16="http://schemas.microsoft.com/office/drawing/2014/main" id="{EE7BA580-904A-4266-8B79-7CC4B99FA2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77487" y="3971976"/>
                <a:ext cx="468000" cy="232731"/>
              </a:xfrm>
              <a:custGeom>
                <a:avLst/>
                <a:gdLst>
                  <a:gd name="connsiteX0" fmla="*/ 0 w 468000"/>
                  <a:gd name="connsiteY0" fmla="*/ 0 h 232731"/>
                  <a:gd name="connsiteX1" fmla="*/ 468000 w 468000"/>
                  <a:gd name="connsiteY1" fmla="*/ 0 h 232731"/>
                  <a:gd name="connsiteX2" fmla="*/ 234000 w 468000"/>
                  <a:gd name="connsiteY2" fmla="*/ 232731 h 232731"/>
                  <a:gd name="connsiteX3" fmla="*/ 0 w 468000"/>
                  <a:gd name="connsiteY3" fmla="*/ 0 h 232731"/>
                  <a:gd name="connsiteX0" fmla="*/ 468000 w 559440"/>
                  <a:gd name="connsiteY0" fmla="*/ 0 h 232731"/>
                  <a:gd name="connsiteX1" fmla="*/ 234000 w 559440"/>
                  <a:gd name="connsiteY1" fmla="*/ 232731 h 232731"/>
                  <a:gd name="connsiteX2" fmla="*/ 0 w 559440"/>
                  <a:gd name="connsiteY2" fmla="*/ 0 h 232731"/>
                  <a:gd name="connsiteX3" fmla="*/ 559440 w 559440"/>
                  <a:gd name="connsiteY3" fmla="*/ 91440 h 232731"/>
                  <a:gd name="connsiteX0" fmla="*/ 468000 w 468000"/>
                  <a:gd name="connsiteY0" fmla="*/ 0 h 232731"/>
                  <a:gd name="connsiteX1" fmla="*/ 234000 w 468000"/>
                  <a:gd name="connsiteY1" fmla="*/ 232731 h 232731"/>
                  <a:gd name="connsiteX2" fmla="*/ 0 w 468000"/>
                  <a:gd name="connsiteY2" fmla="*/ 0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468000" y="0"/>
                    </a:moveTo>
                    <a:cubicBezTo>
                      <a:pt x="468000" y="128534"/>
                      <a:pt x="363235" y="232731"/>
                      <a:pt x="234000" y="232731"/>
                    </a:cubicBezTo>
                    <a:cubicBezTo>
                      <a:pt x="104765" y="232731"/>
                      <a:pt x="0" y="128534"/>
                      <a:pt x="0" y="0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</p:grpSp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8DFF1923-3662-4678-A5EF-70B9E0F8EC13}"/>
              </a:ext>
            </a:extLst>
          </p:cNvPr>
          <p:cNvGrpSpPr/>
          <p:nvPr/>
        </p:nvGrpSpPr>
        <p:grpSpPr>
          <a:xfrm>
            <a:off x="3857092" y="2063844"/>
            <a:ext cx="469857" cy="465462"/>
            <a:chOff x="3467626" y="3891644"/>
            <a:chExt cx="469857" cy="465462"/>
          </a:xfrm>
        </p:grpSpPr>
        <p:sp>
          <p:nvSpPr>
            <p:cNvPr id="39" name="橢圓 38">
              <a:extLst>
                <a:ext uri="{FF2B5EF4-FFF2-40B4-BE49-F238E27FC236}">
                  <a16:creationId xmlns:a16="http://schemas.microsoft.com/office/drawing/2014/main" id="{965621BC-14D9-4652-89D8-D2164E3D6F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69483" y="3891644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G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40" name="群組 39">
              <a:extLst>
                <a:ext uri="{FF2B5EF4-FFF2-40B4-BE49-F238E27FC236}">
                  <a16:creationId xmlns:a16="http://schemas.microsoft.com/office/drawing/2014/main" id="{B47D44AC-49DB-4465-99A8-D9C9FCB9D389}"/>
                </a:ext>
              </a:extLst>
            </p:cNvPr>
            <p:cNvGrpSpPr/>
            <p:nvPr/>
          </p:nvGrpSpPr>
          <p:grpSpPr>
            <a:xfrm>
              <a:off x="3467626" y="4124375"/>
              <a:ext cx="468000" cy="232731"/>
              <a:chOff x="3467626" y="3971975"/>
              <a:chExt cx="468000" cy="232731"/>
            </a:xfrm>
          </p:grpSpPr>
          <p:sp>
            <p:nvSpPr>
              <p:cNvPr id="41" name="手繪多邊形: 圖案 40">
                <a:extLst>
                  <a:ext uri="{FF2B5EF4-FFF2-40B4-BE49-F238E27FC236}">
                    <a16:creationId xmlns:a16="http://schemas.microsoft.com/office/drawing/2014/main" id="{4D739A58-9D08-4D80-8920-FF8816A11CA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31118" y="3971976"/>
                <a:ext cx="138507" cy="88488"/>
              </a:xfrm>
              <a:custGeom>
                <a:avLst/>
                <a:gdLst/>
                <a:ahLst/>
                <a:cxnLst/>
                <a:rect l="l" t="t" r="r" b="b"/>
                <a:pathLst>
                  <a:path w="138507" h="88488">
                    <a:moveTo>
                      <a:pt x="1049" y="0"/>
                    </a:moveTo>
                    <a:lnTo>
                      <a:pt x="34569" y="0"/>
                    </a:lnTo>
                    <a:lnTo>
                      <a:pt x="33904" y="4228"/>
                    </a:lnTo>
                    <a:cubicBezTo>
                      <a:pt x="33904" y="13520"/>
                      <a:pt x="35139" y="21703"/>
                      <a:pt x="37609" y="28777"/>
                    </a:cubicBezTo>
                    <a:cubicBezTo>
                      <a:pt x="40078" y="35851"/>
                      <a:pt x="43532" y="41774"/>
                      <a:pt x="47969" y="46546"/>
                    </a:cubicBezTo>
                    <a:cubicBezTo>
                      <a:pt x="52406" y="51318"/>
                      <a:pt x="57742" y="54918"/>
                      <a:pt x="63979" y="57345"/>
                    </a:cubicBezTo>
                    <a:cubicBezTo>
                      <a:pt x="70216" y="59773"/>
                      <a:pt x="77102" y="60987"/>
                      <a:pt x="84636" y="60987"/>
                    </a:cubicBezTo>
                    <a:cubicBezTo>
                      <a:pt x="88320" y="60987"/>
                      <a:pt x="91961" y="60569"/>
                      <a:pt x="95561" y="59731"/>
                    </a:cubicBezTo>
                    <a:cubicBezTo>
                      <a:pt x="99161" y="58894"/>
                      <a:pt x="102510" y="57638"/>
                      <a:pt x="105607" y="55964"/>
                    </a:cubicBezTo>
                    <a:lnTo>
                      <a:pt x="105607" y="18292"/>
                    </a:lnTo>
                    <a:lnTo>
                      <a:pt x="74841" y="18292"/>
                    </a:lnTo>
                    <a:cubicBezTo>
                      <a:pt x="73335" y="18292"/>
                      <a:pt x="72163" y="17350"/>
                      <a:pt x="71325" y="15467"/>
                    </a:cubicBezTo>
                    <a:cubicBezTo>
                      <a:pt x="70488" y="13583"/>
                      <a:pt x="70070" y="10381"/>
                      <a:pt x="70070" y="5860"/>
                    </a:cubicBezTo>
                    <a:lnTo>
                      <a:pt x="70382" y="0"/>
                    </a:lnTo>
                    <a:lnTo>
                      <a:pt x="137965" y="0"/>
                    </a:lnTo>
                    <a:lnTo>
                      <a:pt x="138507" y="3851"/>
                    </a:lnTo>
                    <a:lnTo>
                      <a:pt x="138507" y="68522"/>
                    </a:lnTo>
                    <a:cubicBezTo>
                      <a:pt x="138507" y="71033"/>
                      <a:pt x="138068" y="73231"/>
                      <a:pt x="137189" y="75114"/>
                    </a:cubicBezTo>
                    <a:cubicBezTo>
                      <a:pt x="136310" y="76998"/>
                      <a:pt x="134510" y="78484"/>
                      <a:pt x="131789" y="79572"/>
                    </a:cubicBezTo>
                    <a:cubicBezTo>
                      <a:pt x="129068" y="80660"/>
                      <a:pt x="125699" y="81790"/>
                      <a:pt x="121680" y="82963"/>
                    </a:cubicBezTo>
                    <a:cubicBezTo>
                      <a:pt x="117662" y="84135"/>
                      <a:pt x="113497" y="85139"/>
                      <a:pt x="109186" y="85976"/>
                    </a:cubicBezTo>
                    <a:cubicBezTo>
                      <a:pt x="104875" y="86813"/>
                      <a:pt x="100521" y="87441"/>
                      <a:pt x="96126" y="87860"/>
                    </a:cubicBezTo>
                    <a:cubicBezTo>
                      <a:pt x="91731" y="88278"/>
                      <a:pt x="87315" y="88488"/>
                      <a:pt x="82878" y="88488"/>
                    </a:cubicBezTo>
                    <a:cubicBezTo>
                      <a:pt x="69902" y="88488"/>
                      <a:pt x="58287" y="86625"/>
                      <a:pt x="48031" y="82900"/>
                    </a:cubicBezTo>
                    <a:cubicBezTo>
                      <a:pt x="37776" y="79174"/>
                      <a:pt x="29091" y="73775"/>
                      <a:pt x="21975" y="66701"/>
                    </a:cubicBezTo>
                    <a:cubicBezTo>
                      <a:pt x="14859" y="59627"/>
                      <a:pt x="9418" y="51004"/>
                      <a:pt x="5650" y="40833"/>
                    </a:cubicBezTo>
                    <a:cubicBezTo>
                      <a:pt x="1883" y="30661"/>
                      <a:pt x="0" y="19129"/>
                      <a:pt x="0" y="6237"/>
                    </a:cubicBezTo>
                    <a:lnTo>
                      <a:pt x="1049" y="0"/>
                    </a:lnTo>
                    <a:close/>
                  </a:path>
                </a:pathLst>
              </a:custGeom>
              <a:solidFill>
                <a:srgbClr val="FF6C66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FF6C66"/>
                  </a:solidFill>
                </a:endParaRPr>
              </a:p>
            </p:txBody>
          </p:sp>
          <p:sp>
            <p:nvSpPr>
              <p:cNvPr id="42" name="手繪多邊形: 圖案 41">
                <a:extLst>
                  <a:ext uri="{FF2B5EF4-FFF2-40B4-BE49-F238E27FC236}">
                    <a16:creationId xmlns:a16="http://schemas.microsoft.com/office/drawing/2014/main" id="{35FC172A-5F9E-4506-A7D8-D2A2E95DBD1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467626" y="3971975"/>
                <a:ext cx="468000" cy="232731"/>
              </a:xfrm>
              <a:custGeom>
                <a:avLst/>
                <a:gdLst>
                  <a:gd name="connsiteX0" fmla="*/ 0 w 468000"/>
                  <a:gd name="connsiteY0" fmla="*/ 0 h 232731"/>
                  <a:gd name="connsiteX1" fmla="*/ 468000 w 468000"/>
                  <a:gd name="connsiteY1" fmla="*/ 0 h 232731"/>
                  <a:gd name="connsiteX2" fmla="*/ 234000 w 468000"/>
                  <a:gd name="connsiteY2" fmla="*/ 232731 h 232731"/>
                  <a:gd name="connsiteX3" fmla="*/ 0 w 468000"/>
                  <a:gd name="connsiteY3" fmla="*/ 0 h 232731"/>
                  <a:gd name="connsiteX0" fmla="*/ 468000 w 559440"/>
                  <a:gd name="connsiteY0" fmla="*/ 0 h 232731"/>
                  <a:gd name="connsiteX1" fmla="*/ 234000 w 559440"/>
                  <a:gd name="connsiteY1" fmla="*/ 232731 h 232731"/>
                  <a:gd name="connsiteX2" fmla="*/ 0 w 559440"/>
                  <a:gd name="connsiteY2" fmla="*/ 0 h 232731"/>
                  <a:gd name="connsiteX3" fmla="*/ 559440 w 559440"/>
                  <a:gd name="connsiteY3" fmla="*/ 91440 h 232731"/>
                  <a:gd name="connsiteX0" fmla="*/ 468000 w 468000"/>
                  <a:gd name="connsiteY0" fmla="*/ 0 h 232731"/>
                  <a:gd name="connsiteX1" fmla="*/ 234000 w 468000"/>
                  <a:gd name="connsiteY1" fmla="*/ 232731 h 232731"/>
                  <a:gd name="connsiteX2" fmla="*/ 0 w 468000"/>
                  <a:gd name="connsiteY2" fmla="*/ 0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468000" y="0"/>
                    </a:moveTo>
                    <a:cubicBezTo>
                      <a:pt x="468000" y="128534"/>
                      <a:pt x="363235" y="232731"/>
                      <a:pt x="234000" y="232731"/>
                    </a:cubicBezTo>
                    <a:cubicBezTo>
                      <a:pt x="104765" y="232731"/>
                      <a:pt x="0" y="128534"/>
                      <a:pt x="0" y="0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</p:grp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E557200E-9106-4996-ACF8-B0F9E0AEAD90}"/>
              </a:ext>
            </a:extLst>
          </p:cNvPr>
          <p:cNvGrpSpPr/>
          <p:nvPr/>
        </p:nvGrpSpPr>
        <p:grpSpPr>
          <a:xfrm>
            <a:off x="3212951" y="2063844"/>
            <a:ext cx="468000" cy="465463"/>
            <a:chOff x="2823485" y="3891644"/>
            <a:chExt cx="468000" cy="465463"/>
          </a:xfrm>
        </p:grpSpPr>
        <p:sp>
          <p:nvSpPr>
            <p:cNvPr id="44" name="橢圓 43">
              <a:extLst>
                <a:ext uri="{FF2B5EF4-FFF2-40B4-BE49-F238E27FC236}">
                  <a16:creationId xmlns:a16="http://schemas.microsoft.com/office/drawing/2014/main" id="{900007E6-917A-4292-BFD3-884981A545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3485" y="3891644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C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E09C0B84-6E9D-4FE4-8850-A8B52DC852E1}"/>
                </a:ext>
              </a:extLst>
            </p:cNvPr>
            <p:cNvGrpSpPr/>
            <p:nvPr/>
          </p:nvGrpSpPr>
          <p:grpSpPr>
            <a:xfrm>
              <a:off x="2823485" y="4124376"/>
              <a:ext cx="468000" cy="232731"/>
              <a:chOff x="2823485" y="3971976"/>
              <a:chExt cx="468000" cy="232731"/>
            </a:xfrm>
          </p:grpSpPr>
          <p:sp>
            <p:nvSpPr>
              <p:cNvPr id="46" name="手繪多邊形: 圖案 45">
                <a:extLst>
                  <a:ext uri="{FF2B5EF4-FFF2-40B4-BE49-F238E27FC236}">
                    <a16:creationId xmlns:a16="http://schemas.microsoft.com/office/drawing/2014/main" id="{CF1A0D0B-ED6A-458E-93FA-BBE2D282092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00247" y="3973900"/>
                <a:ext cx="120174" cy="84640"/>
              </a:xfrm>
              <a:custGeom>
                <a:avLst/>
                <a:gdLst/>
                <a:ahLst/>
                <a:cxnLst/>
                <a:rect l="l" t="t" r="r" b="b"/>
                <a:pathLst>
                  <a:path w="120174" h="84640">
                    <a:moveTo>
                      <a:pt x="434" y="0"/>
                    </a:moveTo>
                    <a:lnTo>
                      <a:pt x="35797" y="0"/>
                    </a:lnTo>
                    <a:lnTo>
                      <a:pt x="35663" y="1134"/>
                    </a:lnTo>
                    <a:cubicBezTo>
                      <a:pt x="35663" y="10677"/>
                      <a:pt x="36647" y="18944"/>
                      <a:pt x="38614" y="25934"/>
                    </a:cubicBezTo>
                    <a:cubicBezTo>
                      <a:pt x="40581" y="32925"/>
                      <a:pt x="43386" y="38680"/>
                      <a:pt x="47027" y="43201"/>
                    </a:cubicBezTo>
                    <a:cubicBezTo>
                      <a:pt x="50669" y="47722"/>
                      <a:pt x="55064" y="51091"/>
                      <a:pt x="60213" y="53310"/>
                    </a:cubicBezTo>
                    <a:cubicBezTo>
                      <a:pt x="65361" y="55528"/>
                      <a:pt x="71158" y="56637"/>
                      <a:pt x="77605" y="56637"/>
                    </a:cubicBezTo>
                    <a:cubicBezTo>
                      <a:pt x="83465" y="56637"/>
                      <a:pt x="88529" y="55947"/>
                      <a:pt x="92799" y="54565"/>
                    </a:cubicBezTo>
                    <a:cubicBezTo>
                      <a:pt x="97068" y="53184"/>
                      <a:pt x="100731" y="51656"/>
                      <a:pt x="103787" y="49982"/>
                    </a:cubicBezTo>
                    <a:cubicBezTo>
                      <a:pt x="106842" y="48308"/>
                      <a:pt x="109354" y="46801"/>
                      <a:pt x="111321" y="45461"/>
                    </a:cubicBezTo>
                    <a:cubicBezTo>
                      <a:pt x="113288" y="44122"/>
                      <a:pt x="114816" y="43452"/>
                      <a:pt x="115905" y="43452"/>
                    </a:cubicBezTo>
                    <a:cubicBezTo>
                      <a:pt x="116742" y="43452"/>
                      <a:pt x="117411" y="43619"/>
                      <a:pt x="117914" y="43954"/>
                    </a:cubicBezTo>
                    <a:cubicBezTo>
                      <a:pt x="118416" y="44289"/>
                      <a:pt x="118835" y="44959"/>
                      <a:pt x="119169" y="45963"/>
                    </a:cubicBezTo>
                    <a:cubicBezTo>
                      <a:pt x="119504" y="46968"/>
                      <a:pt x="119755" y="48370"/>
                      <a:pt x="119923" y="50170"/>
                    </a:cubicBezTo>
                    <a:cubicBezTo>
                      <a:pt x="120090" y="51970"/>
                      <a:pt x="120174" y="54377"/>
                      <a:pt x="120174" y="57391"/>
                    </a:cubicBezTo>
                    <a:cubicBezTo>
                      <a:pt x="120174" y="59484"/>
                      <a:pt x="120111" y="61263"/>
                      <a:pt x="119986" y="62728"/>
                    </a:cubicBezTo>
                    <a:cubicBezTo>
                      <a:pt x="119860" y="64193"/>
                      <a:pt x="119672" y="65448"/>
                      <a:pt x="119421" y="66495"/>
                    </a:cubicBezTo>
                    <a:cubicBezTo>
                      <a:pt x="119169" y="67541"/>
                      <a:pt x="118835" y="68441"/>
                      <a:pt x="118416" y="69195"/>
                    </a:cubicBezTo>
                    <a:cubicBezTo>
                      <a:pt x="117997" y="69948"/>
                      <a:pt x="117328" y="70806"/>
                      <a:pt x="116407" y="71769"/>
                    </a:cubicBezTo>
                    <a:cubicBezTo>
                      <a:pt x="115486" y="72732"/>
                      <a:pt x="113707" y="73966"/>
                      <a:pt x="111070" y="75473"/>
                    </a:cubicBezTo>
                    <a:cubicBezTo>
                      <a:pt x="108433" y="76980"/>
                      <a:pt x="105210" y="78424"/>
                      <a:pt x="101401" y="79806"/>
                    </a:cubicBezTo>
                    <a:cubicBezTo>
                      <a:pt x="97592" y="81187"/>
                      <a:pt x="93238" y="82338"/>
                      <a:pt x="88341" y="83259"/>
                    </a:cubicBezTo>
                    <a:cubicBezTo>
                      <a:pt x="83444" y="84180"/>
                      <a:pt x="78149" y="84640"/>
                      <a:pt x="72456" y="84640"/>
                    </a:cubicBezTo>
                    <a:cubicBezTo>
                      <a:pt x="61322" y="84640"/>
                      <a:pt x="51276" y="82924"/>
                      <a:pt x="42318" y="79492"/>
                    </a:cubicBezTo>
                    <a:cubicBezTo>
                      <a:pt x="33361" y="76059"/>
                      <a:pt x="25743" y="70932"/>
                      <a:pt x="19464" y="64109"/>
                    </a:cubicBezTo>
                    <a:cubicBezTo>
                      <a:pt x="13185" y="57286"/>
                      <a:pt x="8372" y="48768"/>
                      <a:pt x="5023" y="38555"/>
                    </a:cubicBezTo>
                    <a:cubicBezTo>
                      <a:pt x="1674" y="28341"/>
                      <a:pt x="0" y="16454"/>
                      <a:pt x="0" y="2892"/>
                    </a:cubicBezTo>
                    <a:lnTo>
                      <a:pt x="434" y="0"/>
                    </a:lnTo>
                    <a:close/>
                  </a:path>
                </a:pathLst>
              </a:custGeom>
              <a:solidFill>
                <a:srgbClr val="FF6C66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FF6C66"/>
                  </a:solidFill>
                </a:endParaRPr>
              </a:p>
            </p:txBody>
          </p:sp>
          <p:sp>
            <p:nvSpPr>
              <p:cNvPr id="47" name="手繪多邊形: 圖案 46">
                <a:extLst>
                  <a:ext uri="{FF2B5EF4-FFF2-40B4-BE49-F238E27FC236}">
                    <a16:creationId xmlns:a16="http://schemas.microsoft.com/office/drawing/2014/main" id="{9E3C3641-9833-442E-A176-94DBD70244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823485" y="3971976"/>
                <a:ext cx="468000" cy="232731"/>
              </a:xfrm>
              <a:custGeom>
                <a:avLst/>
                <a:gdLst>
                  <a:gd name="connsiteX0" fmla="*/ 0 w 468000"/>
                  <a:gd name="connsiteY0" fmla="*/ 0 h 232731"/>
                  <a:gd name="connsiteX1" fmla="*/ 468000 w 468000"/>
                  <a:gd name="connsiteY1" fmla="*/ 0 h 232731"/>
                  <a:gd name="connsiteX2" fmla="*/ 234000 w 468000"/>
                  <a:gd name="connsiteY2" fmla="*/ 232731 h 232731"/>
                  <a:gd name="connsiteX3" fmla="*/ 0 w 468000"/>
                  <a:gd name="connsiteY3" fmla="*/ 0 h 232731"/>
                  <a:gd name="connsiteX0" fmla="*/ 468000 w 559440"/>
                  <a:gd name="connsiteY0" fmla="*/ 0 h 232731"/>
                  <a:gd name="connsiteX1" fmla="*/ 234000 w 559440"/>
                  <a:gd name="connsiteY1" fmla="*/ 232731 h 232731"/>
                  <a:gd name="connsiteX2" fmla="*/ 0 w 559440"/>
                  <a:gd name="connsiteY2" fmla="*/ 0 h 232731"/>
                  <a:gd name="connsiteX3" fmla="*/ 559440 w 559440"/>
                  <a:gd name="connsiteY3" fmla="*/ 91440 h 232731"/>
                  <a:gd name="connsiteX0" fmla="*/ 468000 w 468000"/>
                  <a:gd name="connsiteY0" fmla="*/ 0 h 232731"/>
                  <a:gd name="connsiteX1" fmla="*/ 234000 w 468000"/>
                  <a:gd name="connsiteY1" fmla="*/ 232731 h 232731"/>
                  <a:gd name="connsiteX2" fmla="*/ 0 w 468000"/>
                  <a:gd name="connsiteY2" fmla="*/ 0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468000" y="0"/>
                    </a:moveTo>
                    <a:cubicBezTo>
                      <a:pt x="468000" y="128534"/>
                      <a:pt x="363235" y="232731"/>
                      <a:pt x="234000" y="232731"/>
                    </a:cubicBezTo>
                    <a:cubicBezTo>
                      <a:pt x="104765" y="232731"/>
                      <a:pt x="0" y="128534"/>
                      <a:pt x="0" y="0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</p:grpSp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F708C48B-3E34-45C0-A6D4-0F60E5EDFB05}"/>
              </a:ext>
            </a:extLst>
          </p:cNvPr>
          <p:cNvGrpSpPr/>
          <p:nvPr/>
        </p:nvGrpSpPr>
        <p:grpSpPr>
          <a:xfrm>
            <a:off x="838200" y="2256733"/>
            <a:ext cx="322655" cy="527343"/>
            <a:chOff x="7088024" y="277812"/>
            <a:chExt cx="607275" cy="1089354"/>
          </a:xfrm>
        </p:grpSpPr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3078A49B-4210-4BE5-8E01-2504C43E6ED4}"/>
                </a:ext>
              </a:extLst>
            </p:cNvPr>
            <p:cNvSpPr/>
            <p:nvPr/>
          </p:nvSpPr>
          <p:spPr>
            <a:xfrm>
              <a:off x="7110127" y="277812"/>
              <a:ext cx="563068" cy="563068"/>
            </a:xfrm>
            <a:prstGeom prst="ellipse">
              <a:avLst/>
            </a:prstGeom>
            <a:noFill/>
            <a:ln w="76200"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C33CA2C9-5335-435E-88C4-C3128D352D06}"/>
                </a:ext>
              </a:extLst>
            </p:cNvPr>
            <p:cNvCxnSpPr>
              <a:cxnSpLocks/>
            </p:cNvCxnSpPr>
            <p:nvPr/>
          </p:nvCxnSpPr>
          <p:spPr>
            <a:xfrm>
              <a:off x="7088024" y="1053288"/>
              <a:ext cx="607275" cy="0"/>
            </a:xfrm>
            <a:prstGeom prst="line">
              <a:avLst/>
            </a:prstGeom>
            <a:ln w="76200" cap="rnd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>
              <a:extLst>
                <a:ext uri="{FF2B5EF4-FFF2-40B4-BE49-F238E27FC236}">
                  <a16:creationId xmlns:a16="http://schemas.microsoft.com/office/drawing/2014/main" id="{E4F29341-6A45-4871-84FE-9D0B5A1B4431}"/>
                </a:ext>
              </a:extLst>
            </p:cNvPr>
            <p:cNvCxnSpPr>
              <a:cxnSpLocks/>
            </p:cNvCxnSpPr>
            <p:nvPr/>
          </p:nvCxnSpPr>
          <p:spPr>
            <a:xfrm>
              <a:off x="7391661" y="840880"/>
              <a:ext cx="0" cy="526286"/>
            </a:xfrm>
            <a:prstGeom prst="line">
              <a:avLst/>
            </a:prstGeom>
            <a:ln w="76200" cap="rnd">
              <a:solidFill>
                <a:srgbClr val="FF6C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F0A53E25-E8FE-4328-957B-3CEB59D2DB33}"/>
              </a:ext>
            </a:extLst>
          </p:cNvPr>
          <p:cNvGrpSpPr/>
          <p:nvPr/>
        </p:nvGrpSpPr>
        <p:grpSpPr>
          <a:xfrm rot="2405235">
            <a:off x="975251" y="1308471"/>
            <a:ext cx="272574" cy="659851"/>
            <a:chOff x="7110129" y="-634500"/>
            <a:chExt cx="563068" cy="1363080"/>
          </a:xfrm>
        </p:grpSpPr>
        <p:sp>
          <p:nvSpPr>
            <p:cNvPr id="53" name="橢圓 52">
              <a:extLst>
                <a:ext uri="{FF2B5EF4-FFF2-40B4-BE49-F238E27FC236}">
                  <a16:creationId xmlns:a16="http://schemas.microsoft.com/office/drawing/2014/main" id="{5C6DF527-C3EB-4E12-BBC7-3FF0B72389B1}"/>
                </a:ext>
              </a:extLst>
            </p:cNvPr>
            <p:cNvSpPr/>
            <p:nvPr/>
          </p:nvSpPr>
          <p:spPr>
            <a:xfrm>
              <a:off x="7110129" y="165511"/>
              <a:ext cx="563068" cy="563069"/>
            </a:xfrm>
            <a:prstGeom prst="ellipse">
              <a:avLst/>
            </a:prstGeom>
            <a:noFill/>
            <a:ln w="762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cxnSp>
          <p:nvCxnSpPr>
            <p:cNvPr id="54" name="直線接點 53">
              <a:extLst>
                <a:ext uri="{FF2B5EF4-FFF2-40B4-BE49-F238E27FC236}">
                  <a16:creationId xmlns:a16="http://schemas.microsoft.com/office/drawing/2014/main" id="{0DAEEC57-94F0-4923-B84F-532266808E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1661" y="-634500"/>
              <a:ext cx="16927" cy="728993"/>
            </a:xfrm>
            <a:prstGeom prst="line">
              <a:avLst/>
            </a:prstGeom>
            <a:ln w="76200" cap="rnd">
              <a:solidFill>
                <a:srgbClr val="00B0F0"/>
              </a:solidFill>
              <a:head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橢圓 54">
            <a:extLst>
              <a:ext uri="{FF2B5EF4-FFF2-40B4-BE49-F238E27FC236}">
                <a16:creationId xmlns:a16="http://schemas.microsoft.com/office/drawing/2014/main" id="{D74744C8-EDD7-4531-9D9B-AD0EE0E1CBC0}"/>
              </a:ext>
            </a:extLst>
          </p:cNvPr>
          <p:cNvSpPr>
            <a:spLocks noChangeAspect="1"/>
          </p:cNvSpPr>
          <p:nvPr/>
        </p:nvSpPr>
        <p:spPr>
          <a:xfrm>
            <a:off x="1920955" y="2613657"/>
            <a:ext cx="468000" cy="465462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>
                <a:solidFill>
                  <a:srgbClr val="00B0F0"/>
                </a:solidFill>
              </a:rPr>
              <a:t>A</a:t>
            </a:r>
            <a:endParaRPr kumimoji="1" lang="zh-TW" altLang="en-US" sz="2000" b="1" dirty="0">
              <a:solidFill>
                <a:srgbClr val="00B0F0"/>
              </a:solidFill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0129F1A-F899-4090-B693-E5C1F996AF82}"/>
              </a:ext>
            </a:extLst>
          </p:cNvPr>
          <p:cNvSpPr>
            <a:spLocks noChangeAspect="1"/>
          </p:cNvSpPr>
          <p:nvPr/>
        </p:nvSpPr>
        <p:spPr>
          <a:xfrm>
            <a:off x="2566953" y="2613657"/>
            <a:ext cx="468000" cy="465462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00B0F0"/>
                </a:solidFill>
              </a:rPr>
              <a:t>T</a:t>
            </a:r>
            <a:endParaRPr kumimoji="1" lang="zh-TW" altLang="en-US" sz="2000" b="1" dirty="0">
              <a:solidFill>
                <a:srgbClr val="00B0F0"/>
              </a:solidFill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462E4F3A-F5A6-4858-A651-D24F1B6FA824}"/>
              </a:ext>
            </a:extLst>
          </p:cNvPr>
          <p:cNvSpPr>
            <a:spLocks noChangeAspect="1"/>
          </p:cNvSpPr>
          <p:nvPr/>
        </p:nvSpPr>
        <p:spPr>
          <a:xfrm>
            <a:off x="3858949" y="2613657"/>
            <a:ext cx="468000" cy="465462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00B0F0"/>
                </a:solidFill>
              </a:rPr>
              <a:t>G</a:t>
            </a:r>
            <a:endParaRPr kumimoji="1" lang="zh-TW" altLang="en-US" sz="2000" b="1" dirty="0">
              <a:solidFill>
                <a:srgbClr val="00B0F0"/>
              </a:solidFill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DDC3A236-74EE-46CF-9188-31A41DE9414E}"/>
              </a:ext>
            </a:extLst>
          </p:cNvPr>
          <p:cNvSpPr>
            <a:spLocks noChangeAspect="1"/>
          </p:cNvSpPr>
          <p:nvPr/>
        </p:nvSpPr>
        <p:spPr>
          <a:xfrm>
            <a:off x="3212951" y="2613657"/>
            <a:ext cx="468000" cy="465462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00B0F0"/>
                </a:solidFill>
              </a:rPr>
              <a:t>C</a:t>
            </a:r>
            <a:endParaRPr kumimoji="1" lang="zh-TW" altLang="en-US" sz="2000" b="1" dirty="0">
              <a:solidFill>
                <a:srgbClr val="00B0F0"/>
              </a:solidFill>
            </a:endParaRPr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AD6D8F7C-6219-4283-A360-E8B66836D4C6}"/>
              </a:ext>
            </a:extLst>
          </p:cNvPr>
          <p:cNvSpPr>
            <a:spLocks noChangeAspect="1"/>
          </p:cNvSpPr>
          <p:nvPr/>
        </p:nvSpPr>
        <p:spPr>
          <a:xfrm>
            <a:off x="1920955" y="3163469"/>
            <a:ext cx="468000" cy="465462"/>
          </a:xfrm>
          <a:prstGeom prst="ellipse">
            <a:avLst/>
          </a:prstGeom>
          <a:noFill/>
          <a:ln w="38100">
            <a:solidFill>
              <a:srgbClr val="FF6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>
                <a:solidFill>
                  <a:srgbClr val="FF6C66"/>
                </a:solidFill>
              </a:rPr>
              <a:t>A</a:t>
            </a:r>
            <a:endParaRPr kumimoji="1" lang="zh-TW" altLang="en-US" sz="2000" b="1" dirty="0">
              <a:solidFill>
                <a:srgbClr val="FF6C66"/>
              </a:solidFill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A0CE2516-52AB-45DB-B43C-99AD08267D0B}"/>
              </a:ext>
            </a:extLst>
          </p:cNvPr>
          <p:cNvSpPr>
            <a:spLocks noChangeAspect="1"/>
          </p:cNvSpPr>
          <p:nvPr/>
        </p:nvSpPr>
        <p:spPr>
          <a:xfrm>
            <a:off x="2566953" y="3163469"/>
            <a:ext cx="468000" cy="465462"/>
          </a:xfrm>
          <a:prstGeom prst="ellipse">
            <a:avLst/>
          </a:prstGeom>
          <a:noFill/>
          <a:ln w="38100">
            <a:solidFill>
              <a:srgbClr val="FF6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FF6C66"/>
                </a:solidFill>
              </a:rPr>
              <a:t>T</a:t>
            </a:r>
            <a:endParaRPr kumimoji="1" lang="zh-TW" altLang="en-US" sz="2000" b="1" dirty="0">
              <a:solidFill>
                <a:srgbClr val="FF6C66"/>
              </a:solidFill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3F448CF8-A611-4B87-8185-9A48793B2A17}"/>
              </a:ext>
            </a:extLst>
          </p:cNvPr>
          <p:cNvSpPr>
            <a:spLocks noChangeAspect="1"/>
          </p:cNvSpPr>
          <p:nvPr/>
        </p:nvSpPr>
        <p:spPr>
          <a:xfrm>
            <a:off x="3858949" y="3163469"/>
            <a:ext cx="468000" cy="465462"/>
          </a:xfrm>
          <a:prstGeom prst="ellipse">
            <a:avLst/>
          </a:prstGeom>
          <a:noFill/>
          <a:ln w="38100">
            <a:solidFill>
              <a:srgbClr val="FF6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FF6C66"/>
                </a:solidFill>
              </a:rPr>
              <a:t>G</a:t>
            </a:r>
            <a:endParaRPr kumimoji="1" lang="zh-TW" altLang="en-US" sz="2000" b="1" dirty="0">
              <a:solidFill>
                <a:srgbClr val="FF6C66"/>
              </a:solidFill>
            </a:endParaRPr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DD324286-844C-499F-AB35-0CB48452DCCB}"/>
              </a:ext>
            </a:extLst>
          </p:cNvPr>
          <p:cNvSpPr>
            <a:spLocks noChangeAspect="1"/>
          </p:cNvSpPr>
          <p:nvPr/>
        </p:nvSpPr>
        <p:spPr>
          <a:xfrm>
            <a:off x="3212951" y="3163469"/>
            <a:ext cx="468000" cy="465462"/>
          </a:xfrm>
          <a:prstGeom prst="ellipse">
            <a:avLst/>
          </a:prstGeom>
          <a:noFill/>
          <a:ln w="38100">
            <a:solidFill>
              <a:srgbClr val="FF6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FF6C66"/>
                </a:solidFill>
              </a:rPr>
              <a:t>C</a:t>
            </a:r>
            <a:endParaRPr kumimoji="1" lang="zh-TW" altLang="en-US" sz="2000" b="1" dirty="0">
              <a:solidFill>
                <a:srgbClr val="FF6C66"/>
              </a:solidFill>
            </a:endParaRPr>
          </a:p>
        </p:txBody>
      </p: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7BA0ECC0-CFA2-481D-821F-E5C73FE91290}"/>
              </a:ext>
            </a:extLst>
          </p:cNvPr>
          <p:cNvGrpSpPr/>
          <p:nvPr/>
        </p:nvGrpSpPr>
        <p:grpSpPr>
          <a:xfrm>
            <a:off x="9774392" y="66728"/>
            <a:ext cx="2259655" cy="385200"/>
            <a:chOff x="9696228" y="5631304"/>
            <a:chExt cx="2259655" cy="385200"/>
          </a:xfrm>
        </p:grpSpPr>
        <p:sp>
          <p:nvSpPr>
            <p:cNvPr id="64" name="橢圓 63">
              <a:extLst>
                <a:ext uri="{FF2B5EF4-FFF2-40B4-BE49-F238E27FC236}">
                  <a16:creationId xmlns:a16="http://schemas.microsoft.com/office/drawing/2014/main" id="{4F0F8FBF-F7F5-4A05-B3A3-D8C715D39272}"/>
                </a:ext>
              </a:extLst>
            </p:cNvPr>
            <p:cNvSpPr/>
            <p:nvPr/>
          </p:nvSpPr>
          <p:spPr>
            <a:xfrm>
              <a:off x="9696228" y="5631304"/>
              <a:ext cx="385200" cy="385200"/>
            </a:xfrm>
            <a:prstGeom prst="ellipse">
              <a:avLst/>
            </a:prstGeom>
            <a:solidFill>
              <a:srgbClr val="FF6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5E73FC02-394F-4135-8571-17D4387857BC}"/>
                </a:ext>
              </a:extLst>
            </p:cNvPr>
            <p:cNvSpPr txBox="1"/>
            <p:nvPr/>
          </p:nvSpPr>
          <p:spPr>
            <a:xfrm>
              <a:off x="10107941" y="5639238"/>
              <a:ext cx="18479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Somatic mutation</a:t>
              </a:r>
              <a:endParaRPr lang="zh-TW" altLang="en-US" dirty="0"/>
            </a:p>
          </p:txBody>
        </p:sp>
      </p:grpSp>
      <p:grpSp>
        <p:nvGrpSpPr>
          <p:cNvPr id="66" name="群組 65">
            <a:extLst>
              <a:ext uri="{FF2B5EF4-FFF2-40B4-BE49-F238E27FC236}">
                <a16:creationId xmlns:a16="http://schemas.microsoft.com/office/drawing/2014/main" id="{44D5A21C-6A25-4AAC-A728-3C165B4EB44D}"/>
              </a:ext>
            </a:extLst>
          </p:cNvPr>
          <p:cNvGrpSpPr/>
          <p:nvPr/>
        </p:nvGrpSpPr>
        <p:grpSpPr>
          <a:xfrm>
            <a:off x="9765222" y="480466"/>
            <a:ext cx="2178993" cy="385200"/>
            <a:chOff x="9687058" y="6045042"/>
            <a:chExt cx="2178993" cy="385200"/>
          </a:xfrm>
        </p:grpSpPr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08BEF8B4-28E7-4D66-B28F-E98FD72C3127}"/>
                </a:ext>
              </a:extLst>
            </p:cNvPr>
            <p:cNvSpPr/>
            <p:nvPr/>
          </p:nvSpPr>
          <p:spPr>
            <a:xfrm>
              <a:off x="9687058" y="6045042"/>
              <a:ext cx="385200" cy="38520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7CF9E0F9-6E4E-4690-9419-34935A0B0A13}"/>
                </a:ext>
              </a:extLst>
            </p:cNvPr>
            <p:cNvSpPr txBox="1"/>
            <p:nvPr/>
          </p:nvSpPr>
          <p:spPr>
            <a:xfrm>
              <a:off x="10107941" y="6052976"/>
              <a:ext cx="1758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Germline variant</a:t>
              </a:r>
              <a:endParaRPr lang="zh-TW" altLang="en-US" dirty="0"/>
            </a:p>
          </p:txBody>
        </p:sp>
      </p:grp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7B898DA0-7619-4C58-BD6D-E491A3E07366}"/>
              </a:ext>
            </a:extLst>
          </p:cNvPr>
          <p:cNvGrpSpPr/>
          <p:nvPr/>
        </p:nvGrpSpPr>
        <p:grpSpPr>
          <a:xfrm>
            <a:off x="9758627" y="878310"/>
            <a:ext cx="2420650" cy="385200"/>
            <a:chOff x="9680463" y="6442886"/>
            <a:chExt cx="2420650" cy="385200"/>
          </a:xfrm>
        </p:grpSpPr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E329440C-A807-4F39-B006-ACDB02FE3EC7}"/>
                </a:ext>
              </a:extLst>
            </p:cNvPr>
            <p:cNvSpPr/>
            <p:nvPr/>
          </p:nvSpPr>
          <p:spPr>
            <a:xfrm>
              <a:off x="9680463" y="6442886"/>
              <a:ext cx="385200" cy="385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8C525A4A-5735-46E4-9B19-B669B8974BBF}"/>
                </a:ext>
              </a:extLst>
            </p:cNvPr>
            <p:cNvSpPr txBox="1"/>
            <p:nvPr/>
          </p:nvSpPr>
          <p:spPr>
            <a:xfrm>
              <a:off x="10107939" y="6450820"/>
              <a:ext cx="1993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Sequencing artifact</a:t>
              </a:r>
              <a:endParaRPr lang="zh-TW" altLang="en-US" dirty="0"/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1643CE46-2FFE-4575-A8AD-7A2027F8EEED}"/>
              </a:ext>
            </a:extLst>
          </p:cNvPr>
          <p:cNvGrpSpPr/>
          <p:nvPr/>
        </p:nvGrpSpPr>
        <p:grpSpPr>
          <a:xfrm>
            <a:off x="9292597" y="2111124"/>
            <a:ext cx="802315" cy="1345904"/>
            <a:chOff x="11161164" y="277726"/>
            <a:chExt cx="802315" cy="1345904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716B4F75-AA4A-416E-98EA-69A30D7EC499}"/>
                </a:ext>
              </a:extLst>
            </p:cNvPr>
            <p:cNvSpPr/>
            <p:nvPr/>
          </p:nvSpPr>
          <p:spPr>
            <a:xfrm>
              <a:off x="11301203" y="1173989"/>
              <a:ext cx="532134" cy="449641"/>
            </a:xfrm>
            <a:prstGeom prst="rect">
              <a:avLst/>
            </a:prstGeom>
            <a:solidFill>
              <a:srgbClr val="C9C9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2E5B77D5-C115-483B-BA1E-7240B690499D}"/>
                </a:ext>
              </a:extLst>
            </p:cNvPr>
            <p:cNvSpPr/>
            <p:nvPr/>
          </p:nvSpPr>
          <p:spPr>
            <a:xfrm>
              <a:off x="11292264" y="709825"/>
              <a:ext cx="532134" cy="449641"/>
            </a:xfrm>
            <a:prstGeom prst="rect">
              <a:avLst/>
            </a:prstGeom>
            <a:solidFill>
              <a:srgbClr val="C5D8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7E97284C-1E7C-4EB4-BD5D-11862682B9DA}"/>
                </a:ext>
              </a:extLst>
            </p:cNvPr>
            <p:cNvSpPr/>
            <p:nvPr/>
          </p:nvSpPr>
          <p:spPr>
            <a:xfrm>
              <a:off x="11292264" y="277726"/>
              <a:ext cx="532134" cy="449641"/>
            </a:xfrm>
            <a:prstGeom prst="rect">
              <a:avLst/>
            </a:prstGeom>
            <a:solidFill>
              <a:srgbClr val="FBC6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7" name="直線接點 86">
              <a:extLst>
                <a:ext uri="{FF2B5EF4-FFF2-40B4-BE49-F238E27FC236}">
                  <a16:creationId xmlns:a16="http://schemas.microsoft.com/office/drawing/2014/main" id="{C31ED85A-5E52-4D4C-9B49-B4B674558F19}"/>
                </a:ext>
              </a:extLst>
            </p:cNvPr>
            <p:cNvCxnSpPr>
              <a:cxnSpLocks/>
            </p:cNvCxnSpPr>
            <p:nvPr/>
          </p:nvCxnSpPr>
          <p:spPr>
            <a:xfrm>
              <a:off x="11242227" y="727370"/>
              <a:ext cx="64019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接點 87">
              <a:extLst>
                <a:ext uri="{FF2B5EF4-FFF2-40B4-BE49-F238E27FC236}">
                  <a16:creationId xmlns:a16="http://schemas.microsoft.com/office/drawing/2014/main" id="{0ACC991C-EA82-4C6C-AB98-DF455468ACE6}"/>
                </a:ext>
              </a:extLst>
            </p:cNvPr>
            <p:cNvCxnSpPr>
              <a:cxnSpLocks/>
            </p:cNvCxnSpPr>
            <p:nvPr/>
          </p:nvCxnSpPr>
          <p:spPr>
            <a:xfrm>
              <a:off x="11242227" y="1159465"/>
              <a:ext cx="64019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文字方塊 88">
              <a:extLst>
                <a:ext uri="{FF2B5EF4-FFF2-40B4-BE49-F238E27FC236}">
                  <a16:creationId xmlns:a16="http://schemas.microsoft.com/office/drawing/2014/main" id="{5496DC7C-1063-45AE-A67D-8C2BA156A2EC}"/>
                </a:ext>
              </a:extLst>
            </p:cNvPr>
            <p:cNvSpPr txBox="1"/>
            <p:nvPr/>
          </p:nvSpPr>
          <p:spPr>
            <a:xfrm>
              <a:off x="11161164" y="340057"/>
              <a:ext cx="802315" cy="342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HP1</a:t>
              </a:r>
              <a:endParaRPr lang="zh-TW" altLang="en-US" dirty="0"/>
            </a:p>
          </p:txBody>
        </p:sp>
        <p:sp>
          <p:nvSpPr>
            <p:cNvPr id="90" name="文字方塊 89">
              <a:extLst>
                <a:ext uri="{FF2B5EF4-FFF2-40B4-BE49-F238E27FC236}">
                  <a16:creationId xmlns:a16="http://schemas.microsoft.com/office/drawing/2014/main" id="{2B7C7122-3A64-45E4-8BB7-913DFA427338}"/>
                </a:ext>
              </a:extLst>
            </p:cNvPr>
            <p:cNvSpPr txBox="1"/>
            <p:nvPr/>
          </p:nvSpPr>
          <p:spPr>
            <a:xfrm>
              <a:off x="11161164" y="772153"/>
              <a:ext cx="802315" cy="342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/>
                <a:t>HP2</a:t>
              </a:r>
              <a:endParaRPr lang="zh-TW" altLang="en-US" dirty="0"/>
            </a:p>
          </p:txBody>
        </p:sp>
        <p:sp>
          <p:nvSpPr>
            <p:cNvPr id="91" name="文字方塊 90">
              <a:extLst>
                <a:ext uri="{FF2B5EF4-FFF2-40B4-BE49-F238E27FC236}">
                  <a16:creationId xmlns:a16="http://schemas.microsoft.com/office/drawing/2014/main" id="{47703BF3-86AD-4C66-B282-C8F859EFF7F8}"/>
                </a:ext>
              </a:extLst>
            </p:cNvPr>
            <p:cNvSpPr txBox="1"/>
            <p:nvPr/>
          </p:nvSpPr>
          <p:spPr>
            <a:xfrm>
              <a:off x="11161164" y="1204247"/>
              <a:ext cx="802315" cy="342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/>
                <a:t>No tag </a:t>
              </a:r>
              <a:endParaRPr lang="zh-TW" altLang="en-US" dirty="0"/>
            </a:p>
          </p:txBody>
        </p:sp>
      </p:grp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77D07DBB-4815-4262-B114-1F33C7EC3331}"/>
              </a:ext>
            </a:extLst>
          </p:cNvPr>
          <p:cNvGrpSpPr/>
          <p:nvPr/>
        </p:nvGrpSpPr>
        <p:grpSpPr>
          <a:xfrm>
            <a:off x="7522057" y="1959179"/>
            <a:ext cx="802315" cy="1345904"/>
            <a:chOff x="29500" y="1586753"/>
            <a:chExt cx="865094" cy="1451217"/>
          </a:xfrm>
        </p:grpSpPr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00E2A887-6561-4B9A-B914-FAB9F154199A}"/>
                </a:ext>
              </a:extLst>
            </p:cNvPr>
            <p:cNvSpPr/>
            <p:nvPr/>
          </p:nvSpPr>
          <p:spPr>
            <a:xfrm>
              <a:off x="180497" y="2553146"/>
              <a:ext cx="573772" cy="484824"/>
            </a:xfrm>
            <a:prstGeom prst="rect">
              <a:avLst/>
            </a:prstGeom>
            <a:solidFill>
              <a:srgbClr val="C9C9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4CA45BE5-B908-4F26-9F59-C1F9895D047E}"/>
                </a:ext>
              </a:extLst>
            </p:cNvPr>
            <p:cNvSpPr/>
            <p:nvPr/>
          </p:nvSpPr>
          <p:spPr>
            <a:xfrm>
              <a:off x="170858" y="2052662"/>
              <a:ext cx="573772" cy="484824"/>
            </a:xfrm>
            <a:prstGeom prst="rect">
              <a:avLst/>
            </a:prstGeom>
            <a:solidFill>
              <a:srgbClr val="FBC6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DE3B1F92-D7E9-449A-9D48-6C3AE2EB7C62}"/>
                </a:ext>
              </a:extLst>
            </p:cNvPr>
            <p:cNvSpPr/>
            <p:nvPr/>
          </p:nvSpPr>
          <p:spPr>
            <a:xfrm>
              <a:off x="170858" y="1586753"/>
              <a:ext cx="573772" cy="484824"/>
            </a:xfrm>
            <a:prstGeom prst="rect">
              <a:avLst/>
            </a:prstGeom>
            <a:solidFill>
              <a:srgbClr val="C5D8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6" name="直線接點 95">
              <a:extLst>
                <a:ext uri="{FF2B5EF4-FFF2-40B4-BE49-F238E27FC236}">
                  <a16:creationId xmlns:a16="http://schemas.microsoft.com/office/drawing/2014/main" id="{F571E696-893D-4BED-8205-471C36E56632}"/>
                </a:ext>
              </a:extLst>
            </p:cNvPr>
            <p:cNvCxnSpPr>
              <a:cxnSpLocks/>
            </p:cNvCxnSpPr>
            <p:nvPr/>
          </p:nvCxnSpPr>
          <p:spPr>
            <a:xfrm>
              <a:off x="116906" y="2071580"/>
              <a:ext cx="69028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線接點 96">
              <a:extLst>
                <a:ext uri="{FF2B5EF4-FFF2-40B4-BE49-F238E27FC236}">
                  <a16:creationId xmlns:a16="http://schemas.microsoft.com/office/drawing/2014/main" id="{DB40C1C0-BA35-4019-9FFB-CF858DFB447C}"/>
                </a:ext>
              </a:extLst>
            </p:cNvPr>
            <p:cNvCxnSpPr>
              <a:cxnSpLocks/>
            </p:cNvCxnSpPr>
            <p:nvPr/>
          </p:nvCxnSpPr>
          <p:spPr>
            <a:xfrm>
              <a:off x="116906" y="2537486"/>
              <a:ext cx="69028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BAEA1583-B1BC-4963-960D-9B0095052E33}"/>
                </a:ext>
              </a:extLst>
            </p:cNvPr>
            <p:cNvSpPr txBox="1"/>
            <p:nvPr/>
          </p:nvSpPr>
          <p:spPr>
            <a:xfrm>
              <a:off x="29500" y="1653961"/>
              <a:ext cx="8650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HP1</a:t>
              </a:r>
              <a:endParaRPr lang="zh-TW" altLang="en-US" dirty="0"/>
            </a:p>
          </p:txBody>
        </p:sp>
        <p:sp>
          <p:nvSpPr>
            <p:cNvPr id="99" name="文字方塊 98">
              <a:extLst>
                <a:ext uri="{FF2B5EF4-FFF2-40B4-BE49-F238E27FC236}">
                  <a16:creationId xmlns:a16="http://schemas.microsoft.com/office/drawing/2014/main" id="{A12075F3-14BE-47C6-AD21-4FEB06088183}"/>
                </a:ext>
              </a:extLst>
            </p:cNvPr>
            <p:cNvSpPr txBox="1"/>
            <p:nvPr/>
          </p:nvSpPr>
          <p:spPr>
            <a:xfrm>
              <a:off x="29500" y="2119867"/>
              <a:ext cx="8650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/>
                <a:t>HP2</a:t>
              </a:r>
              <a:endParaRPr lang="zh-TW" altLang="en-US" dirty="0"/>
            </a:p>
          </p:txBody>
        </p:sp>
        <p:sp>
          <p:nvSpPr>
            <p:cNvPr id="100" name="文字方塊 99">
              <a:extLst>
                <a:ext uri="{FF2B5EF4-FFF2-40B4-BE49-F238E27FC236}">
                  <a16:creationId xmlns:a16="http://schemas.microsoft.com/office/drawing/2014/main" id="{B9115AAB-7CD1-41B6-B073-6EEFC9BA9938}"/>
                </a:ext>
              </a:extLst>
            </p:cNvPr>
            <p:cNvSpPr txBox="1"/>
            <p:nvPr/>
          </p:nvSpPr>
          <p:spPr>
            <a:xfrm>
              <a:off x="29500" y="2585772"/>
              <a:ext cx="8650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/>
                <a:t>No tag </a:t>
              </a:r>
              <a:endParaRPr lang="zh-TW" altLang="en-US" dirty="0"/>
            </a:p>
          </p:txBody>
        </p:sp>
      </p:grpSp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E29B8BB0-D8B3-449A-ACA4-7EE6E6985A75}"/>
              </a:ext>
            </a:extLst>
          </p:cNvPr>
          <p:cNvGrpSpPr/>
          <p:nvPr/>
        </p:nvGrpSpPr>
        <p:grpSpPr>
          <a:xfrm>
            <a:off x="7823042" y="4116439"/>
            <a:ext cx="2259655" cy="385200"/>
            <a:chOff x="9696228" y="5631304"/>
            <a:chExt cx="2259655" cy="385200"/>
          </a:xfrm>
        </p:grpSpPr>
        <p:sp>
          <p:nvSpPr>
            <p:cNvPr id="102" name="橢圓 101">
              <a:extLst>
                <a:ext uri="{FF2B5EF4-FFF2-40B4-BE49-F238E27FC236}">
                  <a16:creationId xmlns:a16="http://schemas.microsoft.com/office/drawing/2014/main" id="{1D5BDA07-D665-4728-A09C-3C70CBE9BDB8}"/>
                </a:ext>
              </a:extLst>
            </p:cNvPr>
            <p:cNvSpPr/>
            <p:nvPr/>
          </p:nvSpPr>
          <p:spPr>
            <a:xfrm>
              <a:off x="9696228" y="5631304"/>
              <a:ext cx="385200" cy="385200"/>
            </a:xfrm>
            <a:prstGeom prst="ellipse">
              <a:avLst/>
            </a:prstGeom>
            <a:noFill/>
            <a:ln w="38100"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zh-TW" altLang="en-US" sz="2000" b="1" dirty="0">
                <a:solidFill>
                  <a:srgbClr val="FF6C66"/>
                </a:solidFill>
              </a:endParaRPr>
            </a:p>
          </p:txBody>
        </p:sp>
        <p:sp>
          <p:nvSpPr>
            <p:cNvPr id="103" name="文字方塊 102">
              <a:extLst>
                <a:ext uri="{FF2B5EF4-FFF2-40B4-BE49-F238E27FC236}">
                  <a16:creationId xmlns:a16="http://schemas.microsoft.com/office/drawing/2014/main" id="{D8C2BED5-AF35-4A9B-B989-FBEB03CBC6D7}"/>
                </a:ext>
              </a:extLst>
            </p:cNvPr>
            <p:cNvSpPr txBox="1"/>
            <p:nvPr/>
          </p:nvSpPr>
          <p:spPr>
            <a:xfrm>
              <a:off x="10107941" y="5639238"/>
              <a:ext cx="18479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Somatic mutation</a:t>
              </a:r>
              <a:endParaRPr lang="zh-TW" altLang="en-US" dirty="0"/>
            </a:p>
          </p:txBody>
        </p:sp>
      </p:grp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1C0D9F36-3B9C-4E09-A812-3CA781AE033C}"/>
              </a:ext>
            </a:extLst>
          </p:cNvPr>
          <p:cNvGrpSpPr/>
          <p:nvPr/>
        </p:nvGrpSpPr>
        <p:grpSpPr>
          <a:xfrm>
            <a:off x="7823042" y="4523502"/>
            <a:ext cx="2178993" cy="385200"/>
            <a:chOff x="9687058" y="6045042"/>
            <a:chExt cx="2178993" cy="385200"/>
          </a:xfrm>
        </p:grpSpPr>
        <p:sp>
          <p:nvSpPr>
            <p:cNvPr id="105" name="橢圓 104">
              <a:extLst>
                <a:ext uri="{FF2B5EF4-FFF2-40B4-BE49-F238E27FC236}">
                  <a16:creationId xmlns:a16="http://schemas.microsoft.com/office/drawing/2014/main" id="{D091D059-599F-4574-8535-09C2A44E375B}"/>
                </a:ext>
              </a:extLst>
            </p:cNvPr>
            <p:cNvSpPr/>
            <p:nvPr/>
          </p:nvSpPr>
          <p:spPr>
            <a:xfrm>
              <a:off x="9687058" y="6045042"/>
              <a:ext cx="385200" cy="385200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2000" b="1">
                <a:solidFill>
                  <a:srgbClr val="00B0F0"/>
                </a:solidFill>
              </a:endParaRPr>
            </a:p>
          </p:txBody>
        </p:sp>
        <p:sp>
          <p:nvSpPr>
            <p:cNvPr id="106" name="文字方塊 105">
              <a:extLst>
                <a:ext uri="{FF2B5EF4-FFF2-40B4-BE49-F238E27FC236}">
                  <a16:creationId xmlns:a16="http://schemas.microsoft.com/office/drawing/2014/main" id="{CB60C357-9A64-4083-812C-B94A17E0AD5F}"/>
                </a:ext>
              </a:extLst>
            </p:cNvPr>
            <p:cNvSpPr txBox="1"/>
            <p:nvPr/>
          </p:nvSpPr>
          <p:spPr>
            <a:xfrm>
              <a:off x="10107941" y="6052976"/>
              <a:ext cx="1758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Germline variant</a:t>
              </a:r>
              <a:endParaRPr lang="zh-TW" altLang="en-US" dirty="0"/>
            </a:p>
          </p:txBody>
        </p:sp>
      </p:grpSp>
      <p:grpSp>
        <p:nvGrpSpPr>
          <p:cNvPr id="107" name="群組 106">
            <a:extLst>
              <a:ext uri="{FF2B5EF4-FFF2-40B4-BE49-F238E27FC236}">
                <a16:creationId xmlns:a16="http://schemas.microsoft.com/office/drawing/2014/main" id="{E1D72A7B-7DA6-4AD4-A742-02420F218F10}"/>
              </a:ext>
            </a:extLst>
          </p:cNvPr>
          <p:cNvGrpSpPr/>
          <p:nvPr/>
        </p:nvGrpSpPr>
        <p:grpSpPr>
          <a:xfrm>
            <a:off x="7823042" y="4930565"/>
            <a:ext cx="2420650" cy="385200"/>
            <a:chOff x="9680463" y="6442886"/>
            <a:chExt cx="2420650" cy="385200"/>
          </a:xfrm>
        </p:grpSpPr>
        <p:sp>
          <p:nvSpPr>
            <p:cNvPr id="108" name="橢圓 107">
              <a:extLst>
                <a:ext uri="{FF2B5EF4-FFF2-40B4-BE49-F238E27FC236}">
                  <a16:creationId xmlns:a16="http://schemas.microsoft.com/office/drawing/2014/main" id="{44B12C29-27B6-476F-917E-A7EFB5D9DCA6}"/>
                </a:ext>
              </a:extLst>
            </p:cNvPr>
            <p:cNvSpPr/>
            <p:nvPr/>
          </p:nvSpPr>
          <p:spPr>
            <a:xfrm>
              <a:off x="9680463" y="6442886"/>
              <a:ext cx="385200" cy="385200"/>
            </a:xfrm>
            <a:prstGeom prst="ellipse">
              <a:avLst/>
            </a:prstGeom>
            <a:noFill/>
            <a:ln w="38100">
              <a:solidFill>
                <a:srgbClr val="FFC8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kumimoji="1" lang="zh-TW" altLang="en-US" sz="2000" b="1">
                <a:solidFill>
                  <a:srgbClr val="FF6C66"/>
                </a:solidFill>
              </a:endParaRPr>
            </a:p>
          </p:txBody>
        </p:sp>
        <p:sp>
          <p:nvSpPr>
            <p:cNvPr id="109" name="文字方塊 108">
              <a:extLst>
                <a:ext uri="{FF2B5EF4-FFF2-40B4-BE49-F238E27FC236}">
                  <a16:creationId xmlns:a16="http://schemas.microsoft.com/office/drawing/2014/main" id="{EA767B48-3D50-4EFB-80CE-466024CE0C79}"/>
                </a:ext>
              </a:extLst>
            </p:cNvPr>
            <p:cNvSpPr txBox="1"/>
            <p:nvPr/>
          </p:nvSpPr>
          <p:spPr>
            <a:xfrm>
              <a:off x="10107939" y="6450820"/>
              <a:ext cx="1993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Sequencing artifact</a:t>
              </a:r>
              <a:endParaRPr lang="zh-TW" altLang="en-US" dirty="0"/>
            </a:p>
          </p:txBody>
        </p:sp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9BAAEC81-5738-4CD8-9C38-E3215A786789}"/>
              </a:ext>
            </a:extLst>
          </p:cNvPr>
          <p:cNvGrpSpPr/>
          <p:nvPr/>
        </p:nvGrpSpPr>
        <p:grpSpPr>
          <a:xfrm>
            <a:off x="7823042" y="5337628"/>
            <a:ext cx="1547666" cy="385200"/>
            <a:chOff x="9687058" y="6045042"/>
            <a:chExt cx="1547666" cy="385200"/>
          </a:xfrm>
        </p:grpSpPr>
        <p:sp>
          <p:nvSpPr>
            <p:cNvPr id="111" name="橢圓 110">
              <a:extLst>
                <a:ext uri="{FF2B5EF4-FFF2-40B4-BE49-F238E27FC236}">
                  <a16:creationId xmlns:a16="http://schemas.microsoft.com/office/drawing/2014/main" id="{F9DB456D-EFA6-4EE5-8287-5ED3E5DF246E}"/>
                </a:ext>
              </a:extLst>
            </p:cNvPr>
            <p:cNvSpPr/>
            <p:nvPr/>
          </p:nvSpPr>
          <p:spPr>
            <a:xfrm>
              <a:off x="9687058" y="6045042"/>
              <a:ext cx="385200" cy="3852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2000" b="1">
                <a:solidFill>
                  <a:srgbClr val="00B0F0"/>
                </a:solidFill>
              </a:endParaRPr>
            </a:p>
          </p:txBody>
        </p:sp>
        <p:sp>
          <p:nvSpPr>
            <p:cNvPr id="112" name="文字方塊 111">
              <a:extLst>
                <a:ext uri="{FF2B5EF4-FFF2-40B4-BE49-F238E27FC236}">
                  <a16:creationId xmlns:a16="http://schemas.microsoft.com/office/drawing/2014/main" id="{CA481ECE-6692-4DD9-9427-3BD4E5B6856B}"/>
                </a:ext>
              </a:extLst>
            </p:cNvPr>
            <p:cNvSpPr txBox="1"/>
            <p:nvPr/>
          </p:nvSpPr>
          <p:spPr>
            <a:xfrm>
              <a:off x="10107941" y="6052976"/>
              <a:ext cx="11267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Reference</a:t>
              </a:r>
              <a:endParaRPr lang="zh-TW" altLang="en-US" dirty="0"/>
            </a:p>
          </p:txBody>
        </p:sp>
      </p:grpSp>
      <p:sp>
        <p:nvSpPr>
          <p:cNvPr id="113" name="手繪多邊形: 圖案 112">
            <a:extLst>
              <a:ext uri="{FF2B5EF4-FFF2-40B4-BE49-F238E27FC236}">
                <a16:creationId xmlns:a16="http://schemas.microsoft.com/office/drawing/2014/main" id="{F7C35A02-4152-45DD-8A1B-4B355D638FF3}"/>
              </a:ext>
            </a:extLst>
          </p:cNvPr>
          <p:cNvSpPr/>
          <p:nvPr/>
        </p:nvSpPr>
        <p:spPr>
          <a:xfrm rot="2766722">
            <a:off x="538860" y="5263057"/>
            <a:ext cx="2077731" cy="1438428"/>
          </a:xfrm>
          <a:custGeom>
            <a:avLst/>
            <a:gdLst>
              <a:gd name="connsiteX0" fmla="*/ 0 w 708660"/>
              <a:gd name="connsiteY0" fmla="*/ 0 h 1836527"/>
              <a:gd name="connsiteX1" fmla="*/ 449580 w 708660"/>
              <a:gd name="connsiteY1" fmla="*/ 304800 h 1836527"/>
              <a:gd name="connsiteX2" fmla="*/ 678180 w 708660"/>
              <a:gd name="connsiteY2" fmla="*/ 868680 h 1836527"/>
              <a:gd name="connsiteX3" fmla="*/ 708660 w 708660"/>
              <a:gd name="connsiteY3" fmla="*/ 1272540 h 1836527"/>
              <a:gd name="connsiteX4" fmla="*/ 678180 w 708660"/>
              <a:gd name="connsiteY4" fmla="*/ 1592580 h 1836527"/>
              <a:gd name="connsiteX5" fmla="*/ 601980 w 708660"/>
              <a:gd name="connsiteY5" fmla="*/ 1668780 h 1836527"/>
              <a:gd name="connsiteX6" fmla="*/ 495300 w 708660"/>
              <a:gd name="connsiteY6" fmla="*/ 1744980 h 1836527"/>
              <a:gd name="connsiteX7" fmla="*/ 373380 w 708660"/>
              <a:gd name="connsiteY7" fmla="*/ 1790700 h 1836527"/>
              <a:gd name="connsiteX8" fmla="*/ 144780 w 708660"/>
              <a:gd name="connsiteY8" fmla="*/ 1828800 h 1836527"/>
              <a:gd name="connsiteX9" fmla="*/ 106680 w 708660"/>
              <a:gd name="connsiteY9" fmla="*/ 1836420 h 1836527"/>
              <a:gd name="connsiteX0" fmla="*/ 0 w 708660"/>
              <a:gd name="connsiteY0" fmla="*/ 0 h 1836527"/>
              <a:gd name="connsiteX1" fmla="*/ 449580 w 708660"/>
              <a:gd name="connsiteY1" fmla="*/ 304800 h 1836527"/>
              <a:gd name="connsiteX2" fmla="*/ 678180 w 708660"/>
              <a:gd name="connsiteY2" fmla="*/ 868680 h 1836527"/>
              <a:gd name="connsiteX3" fmla="*/ 708660 w 708660"/>
              <a:gd name="connsiteY3" fmla="*/ 1272540 h 1836527"/>
              <a:gd name="connsiteX4" fmla="*/ 678180 w 708660"/>
              <a:gd name="connsiteY4" fmla="*/ 1592580 h 1836527"/>
              <a:gd name="connsiteX5" fmla="*/ 601980 w 708660"/>
              <a:gd name="connsiteY5" fmla="*/ 1668780 h 1836527"/>
              <a:gd name="connsiteX6" fmla="*/ 495300 w 708660"/>
              <a:gd name="connsiteY6" fmla="*/ 1744980 h 1836527"/>
              <a:gd name="connsiteX7" fmla="*/ 144780 w 708660"/>
              <a:gd name="connsiteY7" fmla="*/ 1828800 h 1836527"/>
              <a:gd name="connsiteX8" fmla="*/ 106680 w 708660"/>
              <a:gd name="connsiteY8" fmla="*/ 1836420 h 1836527"/>
              <a:gd name="connsiteX0" fmla="*/ 0 w 708660"/>
              <a:gd name="connsiteY0" fmla="*/ 0 h 1836420"/>
              <a:gd name="connsiteX1" fmla="*/ 449580 w 708660"/>
              <a:gd name="connsiteY1" fmla="*/ 304800 h 1836420"/>
              <a:gd name="connsiteX2" fmla="*/ 678180 w 708660"/>
              <a:gd name="connsiteY2" fmla="*/ 868680 h 1836420"/>
              <a:gd name="connsiteX3" fmla="*/ 708660 w 708660"/>
              <a:gd name="connsiteY3" fmla="*/ 1272540 h 1836420"/>
              <a:gd name="connsiteX4" fmla="*/ 678180 w 708660"/>
              <a:gd name="connsiteY4" fmla="*/ 1592580 h 1836420"/>
              <a:gd name="connsiteX5" fmla="*/ 601980 w 708660"/>
              <a:gd name="connsiteY5" fmla="*/ 1668780 h 1836420"/>
              <a:gd name="connsiteX6" fmla="*/ 495300 w 708660"/>
              <a:gd name="connsiteY6" fmla="*/ 1744980 h 1836420"/>
              <a:gd name="connsiteX7" fmla="*/ 106680 w 708660"/>
              <a:gd name="connsiteY7" fmla="*/ 1836420 h 1836420"/>
              <a:gd name="connsiteX0" fmla="*/ 0 w 708660"/>
              <a:gd name="connsiteY0" fmla="*/ 0 h 1836420"/>
              <a:gd name="connsiteX1" fmla="*/ 449580 w 708660"/>
              <a:gd name="connsiteY1" fmla="*/ 304800 h 1836420"/>
              <a:gd name="connsiteX2" fmla="*/ 678180 w 708660"/>
              <a:gd name="connsiteY2" fmla="*/ 868680 h 1836420"/>
              <a:gd name="connsiteX3" fmla="*/ 708660 w 708660"/>
              <a:gd name="connsiteY3" fmla="*/ 1272540 h 1836420"/>
              <a:gd name="connsiteX4" fmla="*/ 678180 w 708660"/>
              <a:gd name="connsiteY4" fmla="*/ 1592580 h 1836420"/>
              <a:gd name="connsiteX5" fmla="*/ 601980 w 708660"/>
              <a:gd name="connsiteY5" fmla="*/ 1668780 h 1836420"/>
              <a:gd name="connsiteX6" fmla="*/ 106680 w 708660"/>
              <a:gd name="connsiteY6" fmla="*/ 1836420 h 1836420"/>
              <a:gd name="connsiteX0" fmla="*/ 0 w 711526"/>
              <a:gd name="connsiteY0" fmla="*/ 0 h 1836420"/>
              <a:gd name="connsiteX1" fmla="*/ 449580 w 711526"/>
              <a:gd name="connsiteY1" fmla="*/ 304800 h 1836420"/>
              <a:gd name="connsiteX2" fmla="*/ 678180 w 711526"/>
              <a:gd name="connsiteY2" fmla="*/ 868680 h 1836420"/>
              <a:gd name="connsiteX3" fmla="*/ 708660 w 711526"/>
              <a:gd name="connsiteY3" fmla="*/ 1272540 h 1836420"/>
              <a:gd name="connsiteX4" fmla="*/ 601980 w 711526"/>
              <a:gd name="connsiteY4" fmla="*/ 1668780 h 1836420"/>
              <a:gd name="connsiteX5" fmla="*/ 106680 w 711526"/>
              <a:gd name="connsiteY5" fmla="*/ 1836420 h 1836420"/>
              <a:gd name="connsiteX0" fmla="*/ 0 w 746051"/>
              <a:gd name="connsiteY0" fmla="*/ 0 h 1836420"/>
              <a:gd name="connsiteX1" fmla="*/ 449580 w 746051"/>
              <a:gd name="connsiteY1" fmla="*/ 304800 h 1836420"/>
              <a:gd name="connsiteX2" fmla="*/ 678180 w 746051"/>
              <a:gd name="connsiteY2" fmla="*/ 868680 h 1836420"/>
              <a:gd name="connsiteX3" fmla="*/ 708660 w 746051"/>
              <a:gd name="connsiteY3" fmla="*/ 1272540 h 1836420"/>
              <a:gd name="connsiteX4" fmla="*/ 106680 w 746051"/>
              <a:gd name="connsiteY4" fmla="*/ 1836420 h 1836420"/>
              <a:gd name="connsiteX0" fmla="*/ 0 w 718787"/>
              <a:gd name="connsiteY0" fmla="*/ 0 h 1836420"/>
              <a:gd name="connsiteX1" fmla="*/ 449580 w 718787"/>
              <a:gd name="connsiteY1" fmla="*/ 304800 h 1836420"/>
              <a:gd name="connsiteX2" fmla="*/ 708660 w 718787"/>
              <a:gd name="connsiteY2" fmla="*/ 1272540 h 1836420"/>
              <a:gd name="connsiteX3" fmla="*/ 106680 w 718787"/>
              <a:gd name="connsiteY3" fmla="*/ 1836420 h 1836420"/>
              <a:gd name="connsiteX0" fmla="*/ 0 w 709127"/>
              <a:gd name="connsiteY0" fmla="*/ 0 h 1836420"/>
              <a:gd name="connsiteX1" fmla="*/ 708660 w 709127"/>
              <a:gd name="connsiteY1" fmla="*/ 1272540 h 1836420"/>
              <a:gd name="connsiteX2" fmla="*/ 106680 w 709127"/>
              <a:gd name="connsiteY2" fmla="*/ 1836420 h 1836420"/>
              <a:gd name="connsiteX0" fmla="*/ 0 w 106680"/>
              <a:gd name="connsiteY0" fmla="*/ 0 h 1836420"/>
              <a:gd name="connsiteX1" fmla="*/ 106680 w 106680"/>
              <a:gd name="connsiteY1" fmla="*/ 1836420 h 1836420"/>
              <a:gd name="connsiteX0" fmla="*/ 0 w 437727"/>
              <a:gd name="connsiteY0" fmla="*/ 0 h 1836420"/>
              <a:gd name="connsiteX1" fmla="*/ 106680 w 437727"/>
              <a:gd name="connsiteY1" fmla="*/ 1836420 h 1836420"/>
              <a:gd name="connsiteX0" fmla="*/ 0 w 661059"/>
              <a:gd name="connsiteY0" fmla="*/ 4406 h 1840826"/>
              <a:gd name="connsiteX1" fmla="*/ 106680 w 661059"/>
              <a:gd name="connsiteY1" fmla="*/ 1840826 h 1840826"/>
              <a:gd name="connsiteX0" fmla="*/ 0 w 626112"/>
              <a:gd name="connsiteY0" fmla="*/ 5146 h 1682816"/>
              <a:gd name="connsiteX1" fmla="*/ 40005 w 626112"/>
              <a:gd name="connsiteY1" fmla="*/ 1682816 h 1682816"/>
              <a:gd name="connsiteX0" fmla="*/ 0 w 614604"/>
              <a:gd name="connsiteY0" fmla="*/ 1725 h 3538675"/>
              <a:gd name="connsiteX1" fmla="*/ 17145 w 614604"/>
              <a:gd name="connsiteY1" fmla="*/ 3538675 h 3538675"/>
              <a:gd name="connsiteX0" fmla="*/ 0 w 621768"/>
              <a:gd name="connsiteY0" fmla="*/ 1725 h 3538675"/>
              <a:gd name="connsiteX1" fmla="*/ 31433 w 621768"/>
              <a:gd name="connsiteY1" fmla="*/ 3538675 h 3538675"/>
              <a:gd name="connsiteX0" fmla="*/ 0 w 625385"/>
              <a:gd name="connsiteY0" fmla="*/ 1725 h 3538675"/>
              <a:gd name="connsiteX1" fmla="*/ 38576 w 625385"/>
              <a:gd name="connsiteY1" fmla="*/ 3538675 h 3538675"/>
              <a:gd name="connsiteX0" fmla="*/ 0 w 630245"/>
              <a:gd name="connsiteY0" fmla="*/ 1725 h 3538675"/>
              <a:gd name="connsiteX1" fmla="*/ 48101 w 630245"/>
              <a:gd name="connsiteY1" fmla="*/ 3538675 h 3538675"/>
              <a:gd name="connsiteX0" fmla="*/ 0 w 835967"/>
              <a:gd name="connsiteY0" fmla="*/ 6838 h 3543788"/>
              <a:gd name="connsiteX1" fmla="*/ 48101 w 835967"/>
              <a:gd name="connsiteY1" fmla="*/ 3543788 h 3543788"/>
              <a:gd name="connsiteX0" fmla="*/ 0 w 819445"/>
              <a:gd name="connsiteY0" fmla="*/ 6868 h 3531394"/>
              <a:gd name="connsiteX1" fmla="*/ 8266 w 819445"/>
              <a:gd name="connsiteY1" fmla="*/ 3531394 h 3531394"/>
              <a:gd name="connsiteX0" fmla="*/ 269232 w 492842"/>
              <a:gd name="connsiteY0" fmla="*/ 0 h 3524526"/>
              <a:gd name="connsiteX1" fmla="*/ 277498 w 492842"/>
              <a:gd name="connsiteY1" fmla="*/ 3524526 h 3524526"/>
              <a:gd name="connsiteX0" fmla="*/ 273971 w 464239"/>
              <a:gd name="connsiteY0" fmla="*/ 0 h 3644031"/>
              <a:gd name="connsiteX1" fmla="*/ 244962 w 464239"/>
              <a:gd name="connsiteY1" fmla="*/ 3644031 h 3644031"/>
              <a:gd name="connsiteX0" fmla="*/ 743801 w 743801"/>
              <a:gd name="connsiteY0" fmla="*/ 0 h 3875672"/>
              <a:gd name="connsiteX1" fmla="*/ 0 w 743801"/>
              <a:gd name="connsiteY1" fmla="*/ 3875672 h 3875672"/>
              <a:gd name="connsiteX0" fmla="*/ 743801 w 743801"/>
              <a:gd name="connsiteY0" fmla="*/ 0 h 3880720"/>
              <a:gd name="connsiteX1" fmla="*/ 0 w 743801"/>
              <a:gd name="connsiteY1" fmla="*/ 3875672 h 3880720"/>
              <a:gd name="connsiteX0" fmla="*/ 370935 w 648330"/>
              <a:gd name="connsiteY0" fmla="*/ 0 h 3372813"/>
              <a:gd name="connsiteX1" fmla="*/ 0 w 648330"/>
              <a:gd name="connsiteY1" fmla="*/ 3366912 h 3372813"/>
              <a:gd name="connsiteX0" fmla="*/ 370935 w 734032"/>
              <a:gd name="connsiteY0" fmla="*/ 0 h 3372798"/>
              <a:gd name="connsiteX1" fmla="*/ 0 w 734032"/>
              <a:gd name="connsiteY1" fmla="*/ 3366912 h 3372798"/>
              <a:gd name="connsiteX0" fmla="*/ 1932867 w 1932867"/>
              <a:gd name="connsiteY0" fmla="*/ 0 h 1692748"/>
              <a:gd name="connsiteX1" fmla="*/ 0 w 1932867"/>
              <a:gd name="connsiteY1" fmla="*/ 1679433 h 1692748"/>
              <a:gd name="connsiteX0" fmla="*/ 2146599 w 2146599"/>
              <a:gd name="connsiteY0" fmla="*/ 0 h 1489555"/>
              <a:gd name="connsiteX1" fmla="*/ 0 w 2146599"/>
              <a:gd name="connsiteY1" fmla="*/ 1473842 h 1489555"/>
              <a:gd name="connsiteX0" fmla="*/ 2146600 w 2146600"/>
              <a:gd name="connsiteY0" fmla="*/ 0 h 1489555"/>
              <a:gd name="connsiteX1" fmla="*/ 0 w 2146600"/>
              <a:gd name="connsiteY1" fmla="*/ 1473842 h 1489555"/>
              <a:gd name="connsiteX0" fmla="*/ 2146600 w 2146600"/>
              <a:gd name="connsiteY0" fmla="*/ 0 h 1491252"/>
              <a:gd name="connsiteX1" fmla="*/ 0 w 2146600"/>
              <a:gd name="connsiteY1" fmla="*/ 1473842 h 1491252"/>
              <a:gd name="connsiteX0" fmla="*/ 2077731 w 2077731"/>
              <a:gd name="connsiteY0" fmla="*/ 0 h 1438428"/>
              <a:gd name="connsiteX1" fmla="*/ 0 w 2077731"/>
              <a:gd name="connsiteY1" fmla="*/ 1420070 h 1438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77731" h="1438428">
                <a:moveTo>
                  <a:pt x="2077731" y="0"/>
                </a:moveTo>
                <a:cubicBezTo>
                  <a:pt x="1991715" y="732616"/>
                  <a:pt x="1671521" y="1573791"/>
                  <a:pt x="0" y="142007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15" name="群組 114">
            <a:extLst>
              <a:ext uri="{FF2B5EF4-FFF2-40B4-BE49-F238E27FC236}">
                <a16:creationId xmlns:a16="http://schemas.microsoft.com/office/drawing/2014/main" id="{9B2087D6-5D1D-4642-A996-FB543465954C}"/>
              </a:ext>
            </a:extLst>
          </p:cNvPr>
          <p:cNvGrpSpPr/>
          <p:nvPr/>
        </p:nvGrpSpPr>
        <p:grpSpPr>
          <a:xfrm>
            <a:off x="5182470" y="4135304"/>
            <a:ext cx="2420650" cy="1606389"/>
            <a:chOff x="7838807" y="5073172"/>
            <a:chExt cx="2420650" cy="1606389"/>
          </a:xfrm>
        </p:grpSpPr>
        <p:grpSp>
          <p:nvGrpSpPr>
            <p:cNvPr id="116" name="群組 115">
              <a:extLst>
                <a:ext uri="{FF2B5EF4-FFF2-40B4-BE49-F238E27FC236}">
                  <a16:creationId xmlns:a16="http://schemas.microsoft.com/office/drawing/2014/main" id="{6FDF6EE4-AEA7-42A3-8906-453896431424}"/>
                </a:ext>
              </a:extLst>
            </p:cNvPr>
            <p:cNvGrpSpPr/>
            <p:nvPr/>
          </p:nvGrpSpPr>
          <p:grpSpPr>
            <a:xfrm>
              <a:off x="7838807" y="5073172"/>
              <a:ext cx="2259655" cy="385200"/>
              <a:chOff x="9696228" y="5631304"/>
              <a:chExt cx="2259655" cy="385200"/>
            </a:xfrm>
          </p:grpSpPr>
          <p:sp>
            <p:nvSpPr>
              <p:cNvPr id="126" name="橢圓 125">
                <a:extLst>
                  <a:ext uri="{FF2B5EF4-FFF2-40B4-BE49-F238E27FC236}">
                    <a16:creationId xmlns:a16="http://schemas.microsoft.com/office/drawing/2014/main" id="{F37F951C-3842-418F-8105-34CE6D84A37D}"/>
                  </a:ext>
                </a:extLst>
              </p:cNvPr>
              <p:cNvSpPr/>
              <p:nvPr/>
            </p:nvSpPr>
            <p:spPr>
              <a:xfrm>
                <a:off x="9696228" y="5631304"/>
                <a:ext cx="385200" cy="385200"/>
              </a:xfrm>
              <a:prstGeom prst="ellipse">
                <a:avLst/>
              </a:pr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kumimoji="1" lang="zh-TW" altLang="en-US" sz="2000" b="1" dirty="0">
                  <a:solidFill>
                    <a:srgbClr val="FF6C66"/>
                  </a:solidFill>
                </a:endParaRPr>
              </a:p>
            </p:txBody>
          </p:sp>
          <p:sp>
            <p:nvSpPr>
              <p:cNvPr id="127" name="文字方塊 126">
                <a:extLst>
                  <a:ext uri="{FF2B5EF4-FFF2-40B4-BE49-F238E27FC236}">
                    <a16:creationId xmlns:a16="http://schemas.microsoft.com/office/drawing/2014/main" id="{A68D4184-ECED-4654-B4C5-4B64BAD00CAE}"/>
                  </a:ext>
                </a:extLst>
              </p:cNvPr>
              <p:cNvSpPr txBox="1"/>
              <p:nvPr/>
            </p:nvSpPr>
            <p:spPr>
              <a:xfrm>
                <a:off x="10107941" y="5639238"/>
                <a:ext cx="18479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/>
                  <a:t>Somatic mutation</a:t>
                </a:r>
                <a:endParaRPr lang="zh-TW" altLang="en-US" dirty="0"/>
              </a:p>
            </p:txBody>
          </p:sp>
        </p:grpSp>
        <p:grpSp>
          <p:nvGrpSpPr>
            <p:cNvPr id="117" name="群組 116">
              <a:extLst>
                <a:ext uri="{FF2B5EF4-FFF2-40B4-BE49-F238E27FC236}">
                  <a16:creationId xmlns:a16="http://schemas.microsoft.com/office/drawing/2014/main" id="{B94B0270-CE53-462D-B31C-2D8D3A3DF4D3}"/>
                </a:ext>
              </a:extLst>
            </p:cNvPr>
            <p:cNvGrpSpPr/>
            <p:nvPr/>
          </p:nvGrpSpPr>
          <p:grpSpPr>
            <a:xfrm>
              <a:off x="7838807" y="5480235"/>
              <a:ext cx="2178993" cy="385200"/>
              <a:chOff x="9687058" y="6045042"/>
              <a:chExt cx="2178993" cy="385200"/>
            </a:xfrm>
          </p:grpSpPr>
          <p:sp>
            <p:nvSpPr>
              <p:cNvPr id="124" name="橢圓 123">
                <a:extLst>
                  <a:ext uri="{FF2B5EF4-FFF2-40B4-BE49-F238E27FC236}">
                    <a16:creationId xmlns:a16="http://schemas.microsoft.com/office/drawing/2014/main" id="{C311DE65-A176-44D5-B17D-C7AFF4B9310A}"/>
                  </a:ext>
                </a:extLst>
              </p:cNvPr>
              <p:cNvSpPr/>
              <p:nvPr/>
            </p:nvSpPr>
            <p:spPr>
              <a:xfrm>
                <a:off x="9687058" y="6045042"/>
                <a:ext cx="385200" cy="385200"/>
              </a:xfrm>
              <a:prstGeom prst="ellipse">
                <a:avLst/>
              </a:prstGeom>
              <a:noFill/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2000" b="1">
                  <a:solidFill>
                    <a:srgbClr val="00B0F0"/>
                  </a:solidFill>
                </a:endParaRPr>
              </a:p>
            </p:txBody>
          </p:sp>
          <p:sp>
            <p:nvSpPr>
              <p:cNvPr id="125" name="文字方塊 124">
                <a:extLst>
                  <a:ext uri="{FF2B5EF4-FFF2-40B4-BE49-F238E27FC236}">
                    <a16:creationId xmlns:a16="http://schemas.microsoft.com/office/drawing/2014/main" id="{49552F0B-B3FC-41E7-8DDA-9A5996F1A5F6}"/>
                  </a:ext>
                </a:extLst>
              </p:cNvPr>
              <p:cNvSpPr txBox="1"/>
              <p:nvPr/>
            </p:nvSpPr>
            <p:spPr>
              <a:xfrm>
                <a:off x="10107941" y="6052976"/>
                <a:ext cx="17581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/>
                  <a:t>Germline variant</a:t>
                </a:r>
                <a:endParaRPr lang="zh-TW" altLang="en-US" dirty="0"/>
              </a:p>
            </p:txBody>
          </p:sp>
        </p:grpSp>
        <p:grpSp>
          <p:nvGrpSpPr>
            <p:cNvPr id="118" name="群組 117">
              <a:extLst>
                <a:ext uri="{FF2B5EF4-FFF2-40B4-BE49-F238E27FC236}">
                  <a16:creationId xmlns:a16="http://schemas.microsoft.com/office/drawing/2014/main" id="{2E0EA71D-0EBC-4C98-9228-622534AD3C68}"/>
                </a:ext>
              </a:extLst>
            </p:cNvPr>
            <p:cNvGrpSpPr/>
            <p:nvPr/>
          </p:nvGrpSpPr>
          <p:grpSpPr>
            <a:xfrm>
              <a:off x="7838807" y="5887298"/>
              <a:ext cx="2420650" cy="385200"/>
              <a:chOff x="9680463" y="6442886"/>
              <a:chExt cx="2420650" cy="385200"/>
            </a:xfrm>
          </p:grpSpPr>
          <p:sp>
            <p:nvSpPr>
              <p:cNvPr id="122" name="橢圓 121">
                <a:extLst>
                  <a:ext uri="{FF2B5EF4-FFF2-40B4-BE49-F238E27FC236}">
                    <a16:creationId xmlns:a16="http://schemas.microsoft.com/office/drawing/2014/main" id="{65BDDA24-90EA-48AD-BA1A-F4935EF993C0}"/>
                  </a:ext>
                </a:extLst>
              </p:cNvPr>
              <p:cNvSpPr/>
              <p:nvPr/>
            </p:nvSpPr>
            <p:spPr>
              <a:xfrm>
                <a:off x="9680463" y="6442886"/>
                <a:ext cx="385200" cy="385200"/>
              </a:xfrm>
              <a:prstGeom prst="ellipse">
                <a:avLst/>
              </a:prstGeom>
              <a:noFill/>
              <a:ln w="38100">
                <a:solidFill>
                  <a:srgbClr val="FFC8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kumimoji="1" lang="zh-TW" altLang="en-US" sz="2000" b="1">
                  <a:solidFill>
                    <a:srgbClr val="FF6C66"/>
                  </a:solidFill>
                </a:endParaRPr>
              </a:p>
            </p:txBody>
          </p:sp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772BB529-CD44-4557-826D-F36698EB52F3}"/>
                  </a:ext>
                </a:extLst>
              </p:cNvPr>
              <p:cNvSpPr txBox="1"/>
              <p:nvPr/>
            </p:nvSpPr>
            <p:spPr>
              <a:xfrm>
                <a:off x="10107939" y="6450820"/>
                <a:ext cx="19931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/>
                  <a:t>Sequencing artifact</a:t>
                </a:r>
                <a:endParaRPr lang="zh-TW" altLang="en-US" dirty="0"/>
              </a:p>
            </p:txBody>
          </p:sp>
        </p:grpSp>
        <p:grpSp>
          <p:nvGrpSpPr>
            <p:cNvPr id="119" name="群組 118">
              <a:extLst>
                <a:ext uri="{FF2B5EF4-FFF2-40B4-BE49-F238E27FC236}">
                  <a16:creationId xmlns:a16="http://schemas.microsoft.com/office/drawing/2014/main" id="{7CE8FCF5-1D0A-4687-8171-2C46B5545C3B}"/>
                </a:ext>
              </a:extLst>
            </p:cNvPr>
            <p:cNvGrpSpPr/>
            <p:nvPr/>
          </p:nvGrpSpPr>
          <p:grpSpPr>
            <a:xfrm>
              <a:off x="7838807" y="6294361"/>
              <a:ext cx="1547666" cy="385200"/>
              <a:chOff x="9687058" y="6045042"/>
              <a:chExt cx="1547666" cy="385200"/>
            </a:xfrm>
          </p:grpSpPr>
          <p:sp>
            <p:nvSpPr>
              <p:cNvPr id="120" name="橢圓 119">
                <a:extLst>
                  <a:ext uri="{FF2B5EF4-FFF2-40B4-BE49-F238E27FC236}">
                    <a16:creationId xmlns:a16="http://schemas.microsoft.com/office/drawing/2014/main" id="{9FB2DE68-CE51-46E2-A951-432BC3A02199}"/>
                  </a:ext>
                </a:extLst>
              </p:cNvPr>
              <p:cNvSpPr/>
              <p:nvPr/>
            </p:nvSpPr>
            <p:spPr>
              <a:xfrm>
                <a:off x="9687058" y="6045042"/>
                <a:ext cx="385200" cy="3852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 sz="2000" b="1">
                  <a:solidFill>
                    <a:srgbClr val="00B0F0"/>
                  </a:solidFill>
                </a:endParaRPr>
              </a:p>
            </p:txBody>
          </p:sp>
          <p:sp>
            <p:nvSpPr>
              <p:cNvPr id="121" name="文字方塊 120">
                <a:extLst>
                  <a:ext uri="{FF2B5EF4-FFF2-40B4-BE49-F238E27FC236}">
                    <a16:creationId xmlns:a16="http://schemas.microsoft.com/office/drawing/2014/main" id="{91A64416-DF69-43D1-A3FA-FA42A8C2532D}"/>
                  </a:ext>
                </a:extLst>
              </p:cNvPr>
              <p:cNvSpPr txBox="1"/>
              <p:nvPr/>
            </p:nvSpPr>
            <p:spPr>
              <a:xfrm>
                <a:off x="10107941" y="6052976"/>
                <a:ext cx="11267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/>
                  <a:t>Reference</a:t>
                </a:r>
                <a:endParaRPr lang="zh-TW" altLang="en-US" dirty="0"/>
              </a:p>
            </p:txBody>
          </p:sp>
        </p:grpSp>
      </p:grp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D01214F-3C27-4E6F-8CDB-4450973C3C86}"/>
              </a:ext>
            </a:extLst>
          </p:cNvPr>
          <p:cNvGraphicFramePr>
            <a:graphicFrameLocks noGrp="1"/>
          </p:cNvGraphicFramePr>
          <p:nvPr/>
        </p:nvGraphicFramePr>
        <p:xfrm>
          <a:off x="5213350" y="3124200"/>
          <a:ext cx="1765300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5300">
                  <a:extLst>
                    <a:ext uri="{9D8B030D-6E8A-4147-A177-3AD203B41FA5}">
                      <a16:colId xmlns:a16="http://schemas.microsoft.com/office/drawing/2014/main" val="165869496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800" u="none" strike="noStrike">
                          <a:effectLst/>
                        </a:rPr>
                        <a:t>✓</a:t>
                      </a:r>
                      <a:endParaRPr lang="zh-TW" altLang="en-US" sz="18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5815644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TW" altLang="en-US" sz="1800" u="none" strike="noStrike" dirty="0">
                          <a:effectLst/>
                        </a:rPr>
                        <a:t>✕</a:t>
                      </a:r>
                      <a:endParaRPr lang="zh-TW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51791218"/>
                  </a:ext>
                </a:extLst>
              </a:tr>
            </a:tbl>
          </a:graphicData>
        </a:graphic>
      </p:graphicFrame>
      <p:grpSp>
        <p:nvGrpSpPr>
          <p:cNvPr id="114" name="群組 113">
            <a:extLst>
              <a:ext uri="{FF2B5EF4-FFF2-40B4-BE49-F238E27FC236}">
                <a16:creationId xmlns:a16="http://schemas.microsoft.com/office/drawing/2014/main" id="{BAE0D377-4B9F-471F-B929-0FB21208D06D}"/>
              </a:ext>
            </a:extLst>
          </p:cNvPr>
          <p:cNvGrpSpPr/>
          <p:nvPr/>
        </p:nvGrpSpPr>
        <p:grpSpPr>
          <a:xfrm>
            <a:off x="4779371" y="1308875"/>
            <a:ext cx="352711" cy="350799"/>
            <a:chOff x="1531489" y="3341830"/>
            <a:chExt cx="468000" cy="465463"/>
          </a:xfrm>
        </p:grpSpPr>
        <p:sp>
          <p:nvSpPr>
            <p:cNvPr id="128" name="橢圓 127">
              <a:extLst>
                <a:ext uri="{FF2B5EF4-FFF2-40B4-BE49-F238E27FC236}">
                  <a16:creationId xmlns:a16="http://schemas.microsoft.com/office/drawing/2014/main" id="{EE91F2D0-E26E-408C-BB14-EBA5B9DC15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31489" y="3341831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>
                  <a:solidFill>
                    <a:srgbClr val="00B0F0"/>
                  </a:solidFill>
                </a:rPr>
                <a:t>A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sp>
          <p:nvSpPr>
            <p:cNvPr id="129" name="手繪多邊形: 圖案 128">
              <a:extLst>
                <a:ext uri="{FF2B5EF4-FFF2-40B4-BE49-F238E27FC236}">
                  <a16:creationId xmlns:a16="http://schemas.microsoft.com/office/drawing/2014/main" id="{E6F8CC6B-745C-4BBB-9F9D-128B12756A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31489" y="3341830"/>
              <a:ext cx="468000" cy="232731"/>
            </a:xfrm>
            <a:custGeom>
              <a:avLst/>
              <a:gdLst>
                <a:gd name="connsiteX0" fmla="*/ 234000 w 468000"/>
                <a:gd name="connsiteY0" fmla="*/ 0 h 232731"/>
                <a:gd name="connsiteX1" fmla="*/ 468000 w 468000"/>
                <a:gd name="connsiteY1" fmla="*/ 232731 h 232731"/>
                <a:gd name="connsiteX2" fmla="*/ 0 w 468000"/>
                <a:gd name="connsiteY2" fmla="*/ 232731 h 232731"/>
                <a:gd name="connsiteX3" fmla="*/ 234000 w 468000"/>
                <a:gd name="connsiteY3" fmla="*/ 0 h 232731"/>
                <a:gd name="connsiteX0" fmla="*/ 0 w 468000"/>
                <a:gd name="connsiteY0" fmla="*/ 232731 h 324171"/>
                <a:gd name="connsiteX1" fmla="*/ 234000 w 468000"/>
                <a:gd name="connsiteY1" fmla="*/ 0 h 324171"/>
                <a:gd name="connsiteX2" fmla="*/ 468000 w 468000"/>
                <a:gd name="connsiteY2" fmla="*/ 232731 h 324171"/>
                <a:gd name="connsiteX3" fmla="*/ 91440 w 468000"/>
                <a:gd name="connsiteY3" fmla="*/ 324171 h 324171"/>
                <a:gd name="connsiteX0" fmla="*/ 0 w 468000"/>
                <a:gd name="connsiteY0" fmla="*/ 232731 h 232731"/>
                <a:gd name="connsiteX1" fmla="*/ 234000 w 468000"/>
                <a:gd name="connsiteY1" fmla="*/ 0 h 232731"/>
                <a:gd name="connsiteX2" fmla="*/ 468000 w 468000"/>
                <a:gd name="connsiteY2" fmla="*/ 232731 h 23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8000" h="232731">
                  <a:moveTo>
                    <a:pt x="0" y="232731"/>
                  </a:moveTo>
                  <a:cubicBezTo>
                    <a:pt x="0" y="104197"/>
                    <a:pt x="104765" y="0"/>
                    <a:pt x="234000" y="0"/>
                  </a:cubicBezTo>
                  <a:cubicBezTo>
                    <a:pt x="363235" y="0"/>
                    <a:pt x="468000" y="104197"/>
                    <a:pt x="468000" y="232731"/>
                  </a:cubicBezTo>
                </a:path>
              </a:pathLst>
            </a:custGeom>
            <a:noFill/>
            <a:ln w="38100"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130" name="群組 129">
            <a:extLst>
              <a:ext uri="{FF2B5EF4-FFF2-40B4-BE49-F238E27FC236}">
                <a16:creationId xmlns:a16="http://schemas.microsoft.com/office/drawing/2014/main" id="{53E449A4-7A29-4B9E-9F42-2F2BCEDE0ED9}"/>
              </a:ext>
            </a:extLst>
          </p:cNvPr>
          <p:cNvGrpSpPr/>
          <p:nvPr/>
        </p:nvGrpSpPr>
        <p:grpSpPr>
          <a:xfrm>
            <a:off x="5934283" y="1308875"/>
            <a:ext cx="352711" cy="350799"/>
            <a:chOff x="2823485" y="3341830"/>
            <a:chExt cx="468000" cy="465463"/>
          </a:xfrm>
        </p:grpSpPr>
        <p:sp>
          <p:nvSpPr>
            <p:cNvPr id="131" name="橢圓 130">
              <a:extLst>
                <a:ext uri="{FF2B5EF4-FFF2-40B4-BE49-F238E27FC236}">
                  <a16:creationId xmlns:a16="http://schemas.microsoft.com/office/drawing/2014/main" id="{732B675A-728A-4627-858F-180F3139B3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3485" y="3341831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C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sp>
          <p:nvSpPr>
            <p:cNvPr id="132" name="手繪多邊形: 圖案 131">
              <a:extLst>
                <a:ext uri="{FF2B5EF4-FFF2-40B4-BE49-F238E27FC236}">
                  <a16:creationId xmlns:a16="http://schemas.microsoft.com/office/drawing/2014/main" id="{ADF09C88-644D-4047-901E-4CA8211E2D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3485" y="3341830"/>
              <a:ext cx="468000" cy="232731"/>
            </a:xfrm>
            <a:custGeom>
              <a:avLst/>
              <a:gdLst>
                <a:gd name="connsiteX0" fmla="*/ 234000 w 468000"/>
                <a:gd name="connsiteY0" fmla="*/ 0 h 232731"/>
                <a:gd name="connsiteX1" fmla="*/ 468000 w 468000"/>
                <a:gd name="connsiteY1" fmla="*/ 232731 h 232731"/>
                <a:gd name="connsiteX2" fmla="*/ 0 w 468000"/>
                <a:gd name="connsiteY2" fmla="*/ 232731 h 232731"/>
                <a:gd name="connsiteX3" fmla="*/ 234000 w 468000"/>
                <a:gd name="connsiteY3" fmla="*/ 0 h 232731"/>
                <a:gd name="connsiteX0" fmla="*/ 0 w 468000"/>
                <a:gd name="connsiteY0" fmla="*/ 232731 h 324171"/>
                <a:gd name="connsiteX1" fmla="*/ 234000 w 468000"/>
                <a:gd name="connsiteY1" fmla="*/ 0 h 324171"/>
                <a:gd name="connsiteX2" fmla="*/ 468000 w 468000"/>
                <a:gd name="connsiteY2" fmla="*/ 232731 h 324171"/>
                <a:gd name="connsiteX3" fmla="*/ 91440 w 468000"/>
                <a:gd name="connsiteY3" fmla="*/ 324171 h 324171"/>
                <a:gd name="connsiteX0" fmla="*/ 0 w 468000"/>
                <a:gd name="connsiteY0" fmla="*/ 232731 h 232731"/>
                <a:gd name="connsiteX1" fmla="*/ 234000 w 468000"/>
                <a:gd name="connsiteY1" fmla="*/ 0 h 232731"/>
                <a:gd name="connsiteX2" fmla="*/ 468000 w 468000"/>
                <a:gd name="connsiteY2" fmla="*/ 232731 h 23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8000" h="232731">
                  <a:moveTo>
                    <a:pt x="0" y="232731"/>
                  </a:moveTo>
                  <a:cubicBezTo>
                    <a:pt x="0" y="104197"/>
                    <a:pt x="104765" y="0"/>
                    <a:pt x="234000" y="0"/>
                  </a:cubicBezTo>
                  <a:cubicBezTo>
                    <a:pt x="363235" y="0"/>
                    <a:pt x="468000" y="104197"/>
                    <a:pt x="468000" y="232731"/>
                  </a:cubicBezTo>
                </a:path>
              </a:pathLst>
            </a:custGeom>
            <a:noFill/>
            <a:ln w="38100"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133" name="群組 132">
            <a:extLst>
              <a:ext uri="{FF2B5EF4-FFF2-40B4-BE49-F238E27FC236}">
                <a16:creationId xmlns:a16="http://schemas.microsoft.com/office/drawing/2014/main" id="{EB6B1E50-59D0-4C66-8A98-0510D1498DC4}"/>
              </a:ext>
            </a:extLst>
          </p:cNvPr>
          <p:cNvGrpSpPr/>
          <p:nvPr/>
        </p:nvGrpSpPr>
        <p:grpSpPr>
          <a:xfrm>
            <a:off x="5356827" y="1308875"/>
            <a:ext cx="352711" cy="350798"/>
            <a:chOff x="2177487" y="3341831"/>
            <a:chExt cx="468000" cy="465462"/>
          </a:xfrm>
        </p:grpSpPr>
        <p:sp>
          <p:nvSpPr>
            <p:cNvPr id="134" name="橢圓 133">
              <a:extLst>
                <a:ext uri="{FF2B5EF4-FFF2-40B4-BE49-F238E27FC236}">
                  <a16:creationId xmlns:a16="http://schemas.microsoft.com/office/drawing/2014/main" id="{9ED7D25B-F801-4315-87F9-0617B8A747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7487" y="3341831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T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sp>
          <p:nvSpPr>
            <p:cNvPr id="135" name="手繪多邊形: 圖案 134">
              <a:extLst>
                <a:ext uri="{FF2B5EF4-FFF2-40B4-BE49-F238E27FC236}">
                  <a16:creationId xmlns:a16="http://schemas.microsoft.com/office/drawing/2014/main" id="{F03093F1-0062-4874-8C89-0B8EB48269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7487" y="3341831"/>
              <a:ext cx="468000" cy="232731"/>
            </a:xfrm>
            <a:custGeom>
              <a:avLst/>
              <a:gdLst>
                <a:gd name="connsiteX0" fmla="*/ 234000 w 468000"/>
                <a:gd name="connsiteY0" fmla="*/ 0 h 232731"/>
                <a:gd name="connsiteX1" fmla="*/ 468000 w 468000"/>
                <a:gd name="connsiteY1" fmla="*/ 232731 h 232731"/>
                <a:gd name="connsiteX2" fmla="*/ 0 w 468000"/>
                <a:gd name="connsiteY2" fmla="*/ 232731 h 232731"/>
                <a:gd name="connsiteX3" fmla="*/ 234000 w 468000"/>
                <a:gd name="connsiteY3" fmla="*/ 0 h 232731"/>
                <a:gd name="connsiteX0" fmla="*/ 0 w 468000"/>
                <a:gd name="connsiteY0" fmla="*/ 232731 h 324171"/>
                <a:gd name="connsiteX1" fmla="*/ 234000 w 468000"/>
                <a:gd name="connsiteY1" fmla="*/ 0 h 324171"/>
                <a:gd name="connsiteX2" fmla="*/ 468000 w 468000"/>
                <a:gd name="connsiteY2" fmla="*/ 232731 h 324171"/>
                <a:gd name="connsiteX3" fmla="*/ 91440 w 468000"/>
                <a:gd name="connsiteY3" fmla="*/ 324171 h 324171"/>
                <a:gd name="connsiteX0" fmla="*/ 0 w 468000"/>
                <a:gd name="connsiteY0" fmla="*/ 232731 h 232731"/>
                <a:gd name="connsiteX1" fmla="*/ 234000 w 468000"/>
                <a:gd name="connsiteY1" fmla="*/ 0 h 232731"/>
                <a:gd name="connsiteX2" fmla="*/ 468000 w 468000"/>
                <a:gd name="connsiteY2" fmla="*/ 232731 h 23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8000" h="232731">
                  <a:moveTo>
                    <a:pt x="0" y="232731"/>
                  </a:moveTo>
                  <a:cubicBezTo>
                    <a:pt x="0" y="104197"/>
                    <a:pt x="104765" y="0"/>
                    <a:pt x="234000" y="0"/>
                  </a:cubicBezTo>
                  <a:cubicBezTo>
                    <a:pt x="363235" y="0"/>
                    <a:pt x="468000" y="104197"/>
                    <a:pt x="468000" y="232731"/>
                  </a:cubicBezTo>
                </a:path>
              </a:pathLst>
            </a:custGeom>
            <a:noFill/>
            <a:ln w="38100">
              <a:solidFill>
                <a:srgbClr val="FF6C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</p:grpSp>
      <p:sp>
        <p:nvSpPr>
          <p:cNvPr id="136" name="橢圓 135">
            <a:extLst>
              <a:ext uri="{FF2B5EF4-FFF2-40B4-BE49-F238E27FC236}">
                <a16:creationId xmlns:a16="http://schemas.microsoft.com/office/drawing/2014/main" id="{28E73334-2739-44AC-A775-53C158664702}"/>
              </a:ext>
            </a:extLst>
          </p:cNvPr>
          <p:cNvSpPr>
            <a:spLocks noChangeAspect="1"/>
          </p:cNvSpPr>
          <p:nvPr/>
        </p:nvSpPr>
        <p:spPr>
          <a:xfrm>
            <a:off x="5929317" y="1961111"/>
            <a:ext cx="352711" cy="350798"/>
          </a:xfrm>
          <a:prstGeom prst="ellipse">
            <a:avLst/>
          </a:prstGeom>
          <a:noFill/>
          <a:ln w="38100">
            <a:solidFill>
              <a:srgbClr val="FF6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>
                <a:solidFill>
                  <a:srgbClr val="FF6C66"/>
                </a:solidFill>
              </a:rPr>
              <a:t>A</a:t>
            </a:r>
            <a:endParaRPr kumimoji="1" lang="zh-TW" altLang="en-US" sz="2000" b="1" dirty="0">
              <a:solidFill>
                <a:srgbClr val="FF6C66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74D2632D-B6BA-4E95-BC62-FF806597911C}"/>
              </a:ext>
            </a:extLst>
          </p:cNvPr>
          <p:cNvSpPr>
            <a:spLocks noChangeAspect="1"/>
          </p:cNvSpPr>
          <p:nvPr/>
        </p:nvSpPr>
        <p:spPr>
          <a:xfrm>
            <a:off x="5346893" y="1961111"/>
            <a:ext cx="352711" cy="350798"/>
          </a:xfrm>
          <a:prstGeom prst="ellipse">
            <a:avLst/>
          </a:prstGeom>
          <a:noFill/>
          <a:ln w="38100">
            <a:solidFill>
              <a:srgbClr val="FF6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FF6C66"/>
                </a:solidFill>
              </a:rPr>
              <a:t>T</a:t>
            </a:r>
            <a:endParaRPr kumimoji="1" lang="zh-TW" altLang="en-US" sz="2000" b="1" dirty="0">
              <a:solidFill>
                <a:srgbClr val="FF6C66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D9C9B446-4248-48CA-8ABB-DAF2DD53206C}"/>
              </a:ext>
            </a:extLst>
          </p:cNvPr>
          <p:cNvSpPr>
            <a:spLocks noChangeAspect="1"/>
          </p:cNvSpPr>
          <p:nvPr/>
        </p:nvSpPr>
        <p:spPr>
          <a:xfrm>
            <a:off x="4764469" y="1961111"/>
            <a:ext cx="352711" cy="350798"/>
          </a:xfrm>
          <a:prstGeom prst="ellipse">
            <a:avLst/>
          </a:prstGeom>
          <a:noFill/>
          <a:ln w="38100">
            <a:solidFill>
              <a:srgbClr val="FF6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FF6C66"/>
                </a:solidFill>
              </a:rPr>
              <a:t>G</a:t>
            </a:r>
            <a:endParaRPr kumimoji="1" lang="zh-TW" altLang="en-US" sz="2000" b="1" dirty="0">
              <a:solidFill>
                <a:srgbClr val="FF6C66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390183DF-699A-4562-A492-EC9922EBAAC0}"/>
              </a:ext>
            </a:extLst>
          </p:cNvPr>
          <p:cNvSpPr>
            <a:spLocks noChangeAspect="1"/>
          </p:cNvSpPr>
          <p:nvPr/>
        </p:nvSpPr>
        <p:spPr>
          <a:xfrm>
            <a:off x="6511740" y="1961111"/>
            <a:ext cx="352711" cy="350798"/>
          </a:xfrm>
          <a:prstGeom prst="ellipse">
            <a:avLst/>
          </a:prstGeom>
          <a:noFill/>
          <a:ln w="38100">
            <a:solidFill>
              <a:srgbClr val="FF6C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rgbClr val="FF6C66"/>
                </a:solidFill>
              </a:rPr>
              <a:t>C</a:t>
            </a:r>
            <a:endParaRPr kumimoji="1" lang="zh-TW" altLang="en-US" sz="2000" b="1" dirty="0">
              <a:solidFill>
                <a:srgbClr val="FF6C66"/>
              </a:solidFill>
            </a:endParaRPr>
          </a:p>
        </p:txBody>
      </p:sp>
      <p:grpSp>
        <p:nvGrpSpPr>
          <p:cNvPr id="140" name="群組 139">
            <a:extLst>
              <a:ext uri="{FF2B5EF4-FFF2-40B4-BE49-F238E27FC236}">
                <a16:creationId xmlns:a16="http://schemas.microsoft.com/office/drawing/2014/main" id="{72DD48FF-A443-43C9-871F-95C39941CA87}"/>
              </a:ext>
            </a:extLst>
          </p:cNvPr>
          <p:cNvGrpSpPr/>
          <p:nvPr/>
        </p:nvGrpSpPr>
        <p:grpSpPr>
          <a:xfrm>
            <a:off x="6511740" y="1308875"/>
            <a:ext cx="352711" cy="350798"/>
            <a:chOff x="3469483" y="3341831"/>
            <a:chExt cx="468000" cy="465462"/>
          </a:xfrm>
        </p:grpSpPr>
        <p:sp>
          <p:nvSpPr>
            <p:cNvPr id="141" name="橢圓 140">
              <a:extLst>
                <a:ext uri="{FF2B5EF4-FFF2-40B4-BE49-F238E27FC236}">
                  <a16:creationId xmlns:a16="http://schemas.microsoft.com/office/drawing/2014/main" id="{D6B593D7-6102-4723-8423-653AC53336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69483" y="3341831"/>
              <a:ext cx="468000" cy="465462"/>
            </a:xfrm>
            <a:prstGeom prst="ellipse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000" b="1" dirty="0">
                  <a:solidFill>
                    <a:srgbClr val="00B0F0"/>
                  </a:solidFill>
                </a:rPr>
                <a:t>G</a:t>
              </a:r>
              <a:endParaRPr kumimoji="1" lang="zh-TW" altLang="en-US" sz="2000" b="1" dirty="0">
                <a:solidFill>
                  <a:srgbClr val="00B0F0"/>
                </a:solidFill>
              </a:endParaRPr>
            </a:p>
          </p:txBody>
        </p:sp>
        <p:grpSp>
          <p:nvGrpSpPr>
            <p:cNvPr id="142" name="群組 141">
              <a:extLst>
                <a:ext uri="{FF2B5EF4-FFF2-40B4-BE49-F238E27FC236}">
                  <a16:creationId xmlns:a16="http://schemas.microsoft.com/office/drawing/2014/main" id="{60668B27-44EA-4F62-A06F-468EB0AABE4B}"/>
                </a:ext>
              </a:extLst>
            </p:cNvPr>
            <p:cNvGrpSpPr/>
            <p:nvPr/>
          </p:nvGrpSpPr>
          <p:grpSpPr>
            <a:xfrm>
              <a:off x="3469483" y="3341831"/>
              <a:ext cx="468000" cy="232731"/>
              <a:chOff x="3469483" y="3341831"/>
              <a:chExt cx="468000" cy="232731"/>
            </a:xfrm>
          </p:grpSpPr>
          <p:sp>
            <p:nvSpPr>
              <p:cNvPr id="143" name="手繪多邊形: 圖案 142">
                <a:extLst>
                  <a:ext uri="{FF2B5EF4-FFF2-40B4-BE49-F238E27FC236}">
                    <a16:creationId xmlns:a16="http://schemas.microsoft.com/office/drawing/2014/main" id="{6007E7D6-A01E-46F0-A6FD-A94AB009CB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02042" y="3567865"/>
                <a:ext cx="67583" cy="6697"/>
              </a:xfrm>
              <a:custGeom>
                <a:avLst/>
                <a:gdLst/>
                <a:ahLst/>
                <a:cxnLst/>
                <a:rect l="l" t="t" r="r" b="b"/>
                <a:pathLst>
                  <a:path w="67583" h="6697">
                    <a:moveTo>
                      <a:pt x="4459" y="0"/>
                    </a:moveTo>
                    <a:lnTo>
                      <a:pt x="59335" y="0"/>
                    </a:lnTo>
                    <a:cubicBezTo>
                      <a:pt x="60675" y="0"/>
                      <a:pt x="61868" y="230"/>
                      <a:pt x="62914" y="691"/>
                    </a:cubicBezTo>
                    <a:cubicBezTo>
                      <a:pt x="63960" y="1151"/>
                      <a:pt x="64881" y="1842"/>
                      <a:pt x="65677" y="2762"/>
                    </a:cubicBezTo>
                    <a:cubicBezTo>
                      <a:pt x="66472" y="3683"/>
                      <a:pt x="67079" y="4793"/>
                      <a:pt x="67497" y="6090"/>
                    </a:cubicBezTo>
                    <a:lnTo>
                      <a:pt x="67583" y="6697"/>
                    </a:lnTo>
                    <a:lnTo>
                      <a:pt x="0" y="6697"/>
                    </a:lnTo>
                    <a:lnTo>
                      <a:pt x="2" y="6655"/>
                    </a:lnTo>
                    <a:cubicBezTo>
                      <a:pt x="211" y="5065"/>
                      <a:pt x="525" y="3788"/>
                      <a:pt x="943" y="2825"/>
                    </a:cubicBezTo>
                    <a:cubicBezTo>
                      <a:pt x="1362" y="1863"/>
                      <a:pt x="1864" y="1151"/>
                      <a:pt x="2450" y="691"/>
                    </a:cubicBezTo>
                    <a:cubicBezTo>
                      <a:pt x="3036" y="230"/>
                      <a:pt x="3706" y="0"/>
                      <a:pt x="4459" y="0"/>
                    </a:cubicBezTo>
                    <a:close/>
                  </a:path>
                </a:pathLst>
              </a:custGeom>
              <a:solidFill>
                <a:srgbClr val="FF6C66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FF6C66"/>
                  </a:solidFill>
                </a:endParaRPr>
              </a:p>
            </p:txBody>
          </p:sp>
          <p:sp>
            <p:nvSpPr>
              <p:cNvPr id="144" name="手繪多邊形: 圖案 143">
                <a:extLst>
                  <a:ext uri="{FF2B5EF4-FFF2-40B4-BE49-F238E27FC236}">
                    <a16:creationId xmlns:a16="http://schemas.microsoft.com/office/drawing/2014/main" id="{EEF72D7A-8C21-4D23-BB2D-DE7CDA29DCD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469483" y="3341831"/>
                <a:ext cx="468000" cy="232731"/>
              </a:xfrm>
              <a:custGeom>
                <a:avLst/>
                <a:gdLst>
                  <a:gd name="connsiteX0" fmla="*/ 234000 w 468000"/>
                  <a:gd name="connsiteY0" fmla="*/ 0 h 232731"/>
                  <a:gd name="connsiteX1" fmla="*/ 468000 w 468000"/>
                  <a:gd name="connsiteY1" fmla="*/ 232731 h 232731"/>
                  <a:gd name="connsiteX2" fmla="*/ 0 w 468000"/>
                  <a:gd name="connsiteY2" fmla="*/ 232731 h 232731"/>
                  <a:gd name="connsiteX3" fmla="*/ 234000 w 468000"/>
                  <a:gd name="connsiteY3" fmla="*/ 0 h 232731"/>
                  <a:gd name="connsiteX0" fmla="*/ 0 w 468000"/>
                  <a:gd name="connsiteY0" fmla="*/ 232731 h 324171"/>
                  <a:gd name="connsiteX1" fmla="*/ 234000 w 468000"/>
                  <a:gd name="connsiteY1" fmla="*/ 0 h 324171"/>
                  <a:gd name="connsiteX2" fmla="*/ 468000 w 468000"/>
                  <a:gd name="connsiteY2" fmla="*/ 232731 h 324171"/>
                  <a:gd name="connsiteX3" fmla="*/ 91440 w 468000"/>
                  <a:gd name="connsiteY3" fmla="*/ 324171 h 324171"/>
                  <a:gd name="connsiteX0" fmla="*/ 0 w 468000"/>
                  <a:gd name="connsiteY0" fmla="*/ 232731 h 232731"/>
                  <a:gd name="connsiteX1" fmla="*/ 234000 w 468000"/>
                  <a:gd name="connsiteY1" fmla="*/ 0 h 232731"/>
                  <a:gd name="connsiteX2" fmla="*/ 468000 w 468000"/>
                  <a:gd name="connsiteY2" fmla="*/ 232731 h 23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68000" h="232731">
                    <a:moveTo>
                      <a:pt x="0" y="232731"/>
                    </a:moveTo>
                    <a:cubicBezTo>
                      <a:pt x="0" y="104197"/>
                      <a:pt x="104765" y="0"/>
                      <a:pt x="234000" y="0"/>
                    </a:cubicBezTo>
                    <a:cubicBezTo>
                      <a:pt x="363235" y="0"/>
                      <a:pt x="468000" y="104197"/>
                      <a:pt x="468000" y="232731"/>
                    </a:cubicBezTo>
                  </a:path>
                </a:pathLst>
              </a:custGeom>
              <a:noFill/>
              <a:ln w="38100">
                <a:solidFill>
                  <a:srgbClr val="FF6C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TW" altLang="en-US" sz="2000" b="1" dirty="0">
                  <a:solidFill>
                    <a:srgbClr val="00B0F0"/>
                  </a:solidFill>
                </a:endParaRPr>
              </a:p>
            </p:txBody>
          </p:sp>
        </p:grpSp>
      </p:grpSp>
      <p:sp>
        <p:nvSpPr>
          <p:cNvPr id="145" name="手繪多邊形: 圖案 144">
            <a:extLst>
              <a:ext uri="{FF2B5EF4-FFF2-40B4-BE49-F238E27FC236}">
                <a16:creationId xmlns:a16="http://schemas.microsoft.com/office/drawing/2014/main" id="{3DC39DC4-0C4B-46CD-AE5A-190792F44D32}"/>
              </a:ext>
            </a:extLst>
          </p:cNvPr>
          <p:cNvSpPr/>
          <p:nvPr/>
        </p:nvSpPr>
        <p:spPr>
          <a:xfrm flipV="1">
            <a:off x="822277" y="3998243"/>
            <a:ext cx="548934" cy="252259"/>
          </a:xfrm>
          <a:custGeom>
            <a:avLst/>
            <a:gdLst>
              <a:gd name="connsiteX0" fmla="*/ 548934 w 548934"/>
              <a:gd name="connsiteY0" fmla="*/ 0 h 252259"/>
              <a:gd name="connsiteX1" fmla="*/ 548934 w 548934"/>
              <a:gd name="connsiteY1" fmla="*/ 252259 h 252259"/>
              <a:gd name="connsiteX2" fmla="*/ 0 w 548934"/>
              <a:gd name="connsiteY2" fmla="*/ 252259 h 252259"/>
              <a:gd name="connsiteX3" fmla="*/ 3209 w 548934"/>
              <a:gd name="connsiteY3" fmla="*/ 244763 h 252259"/>
              <a:gd name="connsiteX4" fmla="*/ 414234 w 548934"/>
              <a:gd name="connsiteY4" fmla="*/ 26066 h 252259"/>
              <a:gd name="connsiteX5" fmla="*/ 548934 w 548934"/>
              <a:gd name="connsiteY5" fmla="*/ 0 h 252259"/>
              <a:gd name="connsiteX0" fmla="*/ 548934 w 640374"/>
              <a:gd name="connsiteY0" fmla="*/ 252259 h 343699"/>
              <a:gd name="connsiteX1" fmla="*/ 0 w 640374"/>
              <a:gd name="connsiteY1" fmla="*/ 252259 h 343699"/>
              <a:gd name="connsiteX2" fmla="*/ 3209 w 640374"/>
              <a:gd name="connsiteY2" fmla="*/ 244763 h 343699"/>
              <a:gd name="connsiteX3" fmla="*/ 414234 w 640374"/>
              <a:gd name="connsiteY3" fmla="*/ 26066 h 343699"/>
              <a:gd name="connsiteX4" fmla="*/ 548934 w 640374"/>
              <a:gd name="connsiteY4" fmla="*/ 0 h 343699"/>
              <a:gd name="connsiteX5" fmla="*/ 640374 w 640374"/>
              <a:gd name="connsiteY5" fmla="*/ 343699 h 343699"/>
              <a:gd name="connsiteX0" fmla="*/ 548934 w 548934"/>
              <a:gd name="connsiteY0" fmla="*/ 252259 h 252259"/>
              <a:gd name="connsiteX1" fmla="*/ 0 w 548934"/>
              <a:gd name="connsiteY1" fmla="*/ 252259 h 252259"/>
              <a:gd name="connsiteX2" fmla="*/ 3209 w 548934"/>
              <a:gd name="connsiteY2" fmla="*/ 244763 h 252259"/>
              <a:gd name="connsiteX3" fmla="*/ 414234 w 548934"/>
              <a:gd name="connsiteY3" fmla="*/ 26066 h 252259"/>
              <a:gd name="connsiteX4" fmla="*/ 548934 w 548934"/>
              <a:gd name="connsiteY4" fmla="*/ 0 h 252259"/>
              <a:gd name="connsiteX0" fmla="*/ 0 w 548934"/>
              <a:gd name="connsiteY0" fmla="*/ 252259 h 252259"/>
              <a:gd name="connsiteX1" fmla="*/ 3209 w 548934"/>
              <a:gd name="connsiteY1" fmla="*/ 244763 h 252259"/>
              <a:gd name="connsiteX2" fmla="*/ 414234 w 548934"/>
              <a:gd name="connsiteY2" fmla="*/ 26066 h 252259"/>
              <a:gd name="connsiteX3" fmla="*/ 548934 w 548934"/>
              <a:gd name="connsiteY3" fmla="*/ 0 h 252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934" h="252259">
                <a:moveTo>
                  <a:pt x="0" y="252259"/>
                </a:moveTo>
                <a:lnTo>
                  <a:pt x="3209" y="244763"/>
                </a:lnTo>
                <a:cubicBezTo>
                  <a:pt x="55283" y="154037"/>
                  <a:pt x="206264" y="76157"/>
                  <a:pt x="414234" y="26066"/>
                </a:cubicBezTo>
                <a:lnTo>
                  <a:pt x="548934" y="0"/>
                </a:ln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146" name="手繪多邊形: 圖案 145">
            <a:extLst>
              <a:ext uri="{FF2B5EF4-FFF2-40B4-BE49-F238E27FC236}">
                <a16:creationId xmlns:a16="http://schemas.microsoft.com/office/drawing/2014/main" id="{4FBB86FB-5F55-4664-86FE-136F9D217747}"/>
              </a:ext>
            </a:extLst>
          </p:cNvPr>
          <p:cNvSpPr/>
          <p:nvPr/>
        </p:nvSpPr>
        <p:spPr>
          <a:xfrm flipH="1" flipV="1">
            <a:off x="1811350" y="3998243"/>
            <a:ext cx="548934" cy="252259"/>
          </a:xfrm>
          <a:custGeom>
            <a:avLst/>
            <a:gdLst>
              <a:gd name="connsiteX0" fmla="*/ 548934 w 548934"/>
              <a:gd name="connsiteY0" fmla="*/ 0 h 252259"/>
              <a:gd name="connsiteX1" fmla="*/ 548934 w 548934"/>
              <a:gd name="connsiteY1" fmla="*/ 252259 h 252259"/>
              <a:gd name="connsiteX2" fmla="*/ 0 w 548934"/>
              <a:gd name="connsiteY2" fmla="*/ 252259 h 252259"/>
              <a:gd name="connsiteX3" fmla="*/ 3209 w 548934"/>
              <a:gd name="connsiteY3" fmla="*/ 244763 h 252259"/>
              <a:gd name="connsiteX4" fmla="*/ 414234 w 548934"/>
              <a:gd name="connsiteY4" fmla="*/ 26066 h 252259"/>
              <a:gd name="connsiteX5" fmla="*/ 548934 w 548934"/>
              <a:gd name="connsiteY5" fmla="*/ 0 h 252259"/>
              <a:gd name="connsiteX0" fmla="*/ 548934 w 640374"/>
              <a:gd name="connsiteY0" fmla="*/ 252259 h 343699"/>
              <a:gd name="connsiteX1" fmla="*/ 0 w 640374"/>
              <a:gd name="connsiteY1" fmla="*/ 252259 h 343699"/>
              <a:gd name="connsiteX2" fmla="*/ 3209 w 640374"/>
              <a:gd name="connsiteY2" fmla="*/ 244763 h 343699"/>
              <a:gd name="connsiteX3" fmla="*/ 414234 w 640374"/>
              <a:gd name="connsiteY3" fmla="*/ 26066 h 343699"/>
              <a:gd name="connsiteX4" fmla="*/ 548934 w 640374"/>
              <a:gd name="connsiteY4" fmla="*/ 0 h 343699"/>
              <a:gd name="connsiteX5" fmla="*/ 640374 w 640374"/>
              <a:gd name="connsiteY5" fmla="*/ 343699 h 343699"/>
              <a:gd name="connsiteX0" fmla="*/ 548934 w 548934"/>
              <a:gd name="connsiteY0" fmla="*/ 252259 h 252259"/>
              <a:gd name="connsiteX1" fmla="*/ 0 w 548934"/>
              <a:gd name="connsiteY1" fmla="*/ 252259 h 252259"/>
              <a:gd name="connsiteX2" fmla="*/ 3209 w 548934"/>
              <a:gd name="connsiteY2" fmla="*/ 244763 h 252259"/>
              <a:gd name="connsiteX3" fmla="*/ 414234 w 548934"/>
              <a:gd name="connsiteY3" fmla="*/ 26066 h 252259"/>
              <a:gd name="connsiteX4" fmla="*/ 548934 w 548934"/>
              <a:gd name="connsiteY4" fmla="*/ 0 h 252259"/>
              <a:gd name="connsiteX0" fmla="*/ 0 w 548934"/>
              <a:gd name="connsiteY0" fmla="*/ 252259 h 252259"/>
              <a:gd name="connsiteX1" fmla="*/ 3209 w 548934"/>
              <a:gd name="connsiteY1" fmla="*/ 244763 h 252259"/>
              <a:gd name="connsiteX2" fmla="*/ 414234 w 548934"/>
              <a:gd name="connsiteY2" fmla="*/ 26066 h 252259"/>
              <a:gd name="connsiteX3" fmla="*/ 548934 w 548934"/>
              <a:gd name="connsiteY3" fmla="*/ 0 h 252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934" h="252259">
                <a:moveTo>
                  <a:pt x="0" y="252259"/>
                </a:moveTo>
                <a:lnTo>
                  <a:pt x="3209" y="244763"/>
                </a:lnTo>
                <a:cubicBezTo>
                  <a:pt x="55283" y="154037"/>
                  <a:pt x="206264" y="76157"/>
                  <a:pt x="414234" y="26066"/>
                </a:cubicBezTo>
                <a:lnTo>
                  <a:pt x="548934" y="0"/>
                </a:ln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4053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B2D6D4-E085-437E-BB1B-AA71B81BF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BA864D7-6C6F-46BE-AE3E-0D3A1780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0B52F-6EB5-4C77-8A1E-AFDBD4E3DC24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0B8F2C7-833D-4759-8BD6-2E4417F91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17209BC-60DD-4166-9736-2E58D0E93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93797-CD42-4ACC-A583-F445B134D2A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B8B2D1D-214C-4FD5-A511-BD3EF2BC1B2F}"/>
              </a:ext>
            </a:extLst>
          </p:cNvPr>
          <p:cNvSpPr/>
          <p:nvPr/>
        </p:nvSpPr>
        <p:spPr>
          <a:xfrm>
            <a:off x="6293750" y="3436666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E5C52166-9105-437D-B5FC-72EDB1A34667}"/>
              </a:ext>
            </a:extLst>
          </p:cNvPr>
          <p:cNvSpPr/>
          <p:nvPr/>
        </p:nvSpPr>
        <p:spPr>
          <a:xfrm>
            <a:off x="6293750" y="3893622"/>
            <a:ext cx="263590" cy="2635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G</a:t>
            </a:r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11CEE97F-0FAB-4AFC-8B9C-61D4A9C22745}"/>
              </a:ext>
            </a:extLst>
          </p:cNvPr>
          <p:cNvSpPr/>
          <p:nvPr/>
        </p:nvSpPr>
        <p:spPr>
          <a:xfrm>
            <a:off x="6750706" y="3436666"/>
            <a:ext cx="263590" cy="2635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68B88F99-C47C-41DD-8281-E5FA8D7C2E98}"/>
              </a:ext>
            </a:extLst>
          </p:cNvPr>
          <p:cNvSpPr/>
          <p:nvPr/>
        </p:nvSpPr>
        <p:spPr>
          <a:xfrm>
            <a:off x="6750706" y="3893622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9932C7-DE74-4112-8ED7-2C32CA918D9E}"/>
              </a:ext>
            </a:extLst>
          </p:cNvPr>
          <p:cNvSpPr/>
          <p:nvPr/>
        </p:nvSpPr>
        <p:spPr>
          <a:xfrm>
            <a:off x="6293750" y="3436666"/>
            <a:ext cx="720546" cy="7205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67BA9D30-7DD0-46A0-BEEE-CF34C8F4AFB9}"/>
              </a:ext>
            </a:extLst>
          </p:cNvPr>
          <p:cNvSpPr/>
          <p:nvPr/>
        </p:nvSpPr>
        <p:spPr>
          <a:xfrm>
            <a:off x="6751564" y="3434306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 dirty="0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CF9C2864-F090-4260-B180-0FAD1CCF8131}"/>
              </a:ext>
            </a:extLst>
          </p:cNvPr>
          <p:cNvSpPr/>
          <p:nvPr/>
        </p:nvSpPr>
        <p:spPr>
          <a:xfrm>
            <a:off x="6751564" y="3891262"/>
            <a:ext cx="263590" cy="2635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G</a:t>
            </a:r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455AA30-3178-4DA2-B887-AEF012F8BCF0}"/>
              </a:ext>
            </a:extLst>
          </p:cNvPr>
          <p:cNvSpPr/>
          <p:nvPr/>
        </p:nvSpPr>
        <p:spPr>
          <a:xfrm>
            <a:off x="7208520" y="3434306"/>
            <a:ext cx="263590" cy="2635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A015F4BF-2B0C-4C0A-9AD2-FDC2E12AFD99}"/>
              </a:ext>
            </a:extLst>
          </p:cNvPr>
          <p:cNvSpPr/>
          <p:nvPr/>
        </p:nvSpPr>
        <p:spPr>
          <a:xfrm>
            <a:off x="7208520" y="3891262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3EA8079-2BA1-403C-B282-CFE57C9D111A}"/>
              </a:ext>
            </a:extLst>
          </p:cNvPr>
          <p:cNvSpPr/>
          <p:nvPr/>
        </p:nvSpPr>
        <p:spPr>
          <a:xfrm>
            <a:off x="6751564" y="3434306"/>
            <a:ext cx="720546" cy="7205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3D5B42D1-EA98-4CF1-8863-1F85292889F3}"/>
              </a:ext>
            </a:extLst>
          </p:cNvPr>
          <p:cNvSpPr/>
          <p:nvPr/>
        </p:nvSpPr>
        <p:spPr>
          <a:xfrm>
            <a:off x="7205822" y="3434306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 dirty="0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BE5DFA3-D9A7-4BD8-B648-A76B8EE4F82D}"/>
              </a:ext>
            </a:extLst>
          </p:cNvPr>
          <p:cNvSpPr/>
          <p:nvPr/>
        </p:nvSpPr>
        <p:spPr>
          <a:xfrm>
            <a:off x="7205822" y="3891262"/>
            <a:ext cx="263590" cy="2635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G</a:t>
            </a:r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5FEDDC83-D90B-4025-8B41-22BB731FF918}"/>
              </a:ext>
            </a:extLst>
          </p:cNvPr>
          <p:cNvSpPr/>
          <p:nvPr/>
        </p:nvSpPr>
        <p:spPr>
          <a:xfrm>
            <a:off x="7662778" y="3434306"/>
            <a:ext cx="263590" cy="2635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38A77BF8-84B2-47DB-8651-8FC7D87A98D2}"/>
              </a:ext>
            </a:extLst>
          </p:cNvPr>
          <p:cNvSpPr/>
          <p:nvPr/>
        </p:nvSpPr>
        <p:spPr>
          <a:xfrm>
            <a:off x="7662778" y="3891262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912A1EB-DEC2-466F-888A-169D35A32789}"/>
              </a:ext>
            </a:extLst>
          </p:cNvPr>
          <p:cNvSpPr/>
          <p:nvPr/>
        </p:nvSpPr>
        <p:spPr>
          <a:xfrm>
            <a:off x="7205822" y="3434306"/>
            <a:ext cx="720546" cy="7205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五邊形 20">
            <a:extLst>
              <a:ext uri="{FF2B5EF4-FFF2-40B4-BE49-F238E27FC236}">
                <a16:creationId xmlns:a16="http://schemas.microsoft.com/office/drawing/2014/main" id="{E6B4F6B3-18B3-4E60-9AF5-1E186BB74E9F}"/>
              </a:ext>
            </a:extLst>
          </p:cNvPr>
          <p:cNvSpPr/>
          <p:nvPr/>
        </p:nvSpPr>
        <p:spPr>
          <a:xfrm>
            <a:off x="6742045" y="5157838"/>
            <a:ext cx="1629558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0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22" name="箭號: 五邊形 21">
            <a:extLst>
              <a:ext uri="{FF2B5EF4-FFF2-40B4-BE49-F238E27FC236}">
                <a16:creationId xmlns:a16="http://schemas.microsoft.com/office/drawing/2014/main" id="{5CB8292D-733E-46BB-B51F-D25A4B1EC8B6}"/>
              </a:ext>
            </a:extLst>
          </p:cNvPr>
          <p:cNvSpPr/>
          <p:nvPr/>
        </p:nvSpPr>
        <p:spPr>
          <a:xfrm>
            <a:off x="6736542" y="4794920"/>
            <a:ext cx="1635061" cy="130611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23" name="矩形 178">
            <a:extLst>
              <a:ext uri="{FF2B5EF4-FFF2-40B4-BE49-F238E27FC236}">
                <a16:creationId xmlns:a16="http://schemas.microsoft.com/office/drawing/2014/main" id="{48ED5CF7-0E58-4149-A2C6-34F68C4D01FA}"/>
              </a:ext>
            </a:extLst>
          </p:cNvPr>
          <p:cNvSpPr>
            <a:spLocks noChangeAspect="1"/>
          </p:cNvSpPr>
          <p:nvPr/>
        </p:nvSpPr>
        <p:spPr>
          <a:xfrm>
            <a:off x="7758575" y="4792364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矩形 178">
            <a:extLst>
              <a:ext uri="{FF2B5EF4-FFF2-40B4-BE49-F238E27FC236}">
                <a16:creationId xmlns:a16="http://schemas.microsoft.com/office/drawing/2014/main" id="{DCDAAB2C-5876-42EC-B045-71378997F594}"/>
              </a:ext>
            </a:extLst>
          </p:cNvPr>
          <p:cNvSpPr>
            <a:spLocks noChangeAspect="1"/>
          </p:cNvSpPr>
          <p:nvPr/>
        </p:nvSpPr>
        <p:spPr>
          <a:xfrm>
            <a:off x="7955072" y="4792426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9877D403-472C-4ED5-9CF5-A68BE84E23FC}"/>
              </a:ext>
            </a:extLst>
          </p:cNvPr>
          <p:cNvGrpSpPr/>
          <p:nvPr/>
        </p:nvGrpSpPr>
        <p:grpSpPr>
          <a:xfrm>
            <a:off x="7710302" y="4774991"/>
            <a:ext cx="93663" cy="170469"/>
            <a:chOff x="5405821" y="3498663"/>
            <a:chExt cx="93663" cy="170469"/>
          </a:xfrm>
        </p:grpSpPr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B32D439B-02B8-4B56-9872-D7B4130F6A2A}"/>
                </a:ext>
              </a:extLst>
            </p:cNvPr>
            <p:cNvCxnSpPr>
              <a:cxnSpLocks/>
            </p:cNvCxnSpPr>
            <p:nvPr/>
          </p:nvCxnSpPr>
          <p:spPr>
            <a:xfrm>
              <a:off x="5405821" y="3498663"/>
              <a:ext cx="93663" cy="95250"/>
            </a:xfrm>
            <a:prstGeom prst="line">
              <a:avLst/>
            </a:prstGeom>
            <a:ln w="19050">
              <a:solidFill>
                <a:srgbClr val="DA2D8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095F44F4-7B63-497F-833A-50C9FA2FBC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7055" y="3583105"/>
              <a:ext cx="89823" cy="86027"/>
            </a:xfrm>
            <a:prstGeom prst="line">
              <a:avLst/>
            </a:prstGeom>
            <a:ln w="19050">
              <a:solidFill>
                <a:srgbClr val="DA2D8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矩形 178">
            <a:extLst>
              <a:ext uri="{FF2B5EF4-FFF2-40B4-BE49-F238E27FC236}">
                <a16:creationId xmlns:a16="http://schemas.microsoft.com/office/drawing/2014/main" id="{A2D6E72E-D9B6-4D28-B549-EA4111A0C231}"/>
              </a:ext>
            </a:extLst>
          </p:cNvPr>
          <p:cNvSpPr>
            <a:spLocks noChangeAspect="1"/>
          </p:cNvSpPr>
          <p:nvPr/>
        </p:nvSpPr>
        <p:spPr>
          <a:xfrm>
            <a:off x="8156235" y="4790747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箭號: 五邊形 28">
            <a:extLst>
              <a:ext uri="{FF2B5EF4-FFF2-40B4-BE49-F238E27FC236}">
                <a16:creationId xmlns:a16="http://schemas.microsoft.com/office/drawing/2014/main" id="{14E70B5D-0148-4CF2-A0BB-7D69B41F0F3D}"/>
              </a:ext>
            </a:extLst>
          </p:cNvPr>
          <p:cNvSpPr/>
          <p:nvPr/>
        </p:nvSpPr>
        <p:spPr>
          <a:xfrm>
            <a:off x="6930662" y="4796024"/>
            <a:ext cx="843016" cy="130611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0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30" name="矩形 178">
            <a:extLst>
              <a:ext uri="{FF2B5EF4-FFF2-40B4-BE49-F238E27FC236}">
                <a16:creationId xmlns:a16="http://schemas.microsoft.com/office/drawing/2014/main" id="{B40E4957-A438-4F13-8C57-951E9AF6516C}"/>
              </a:ext>
            </a:extLst>
          </p:cNvPr>
          <p:cNvSpPr>
            <a:spLocks noChangeAspect="1"/>
          </p:cNvSpPr>
          <p:nvPr/>
        </p:nvSpPr>
        <p:spPr>
          <a:xfrm>
            <a:off x="6755506" y="4792819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箭號: 五邊形 30">
            <a:extLst>
              <a:ext uri="{FF2B5EF4-FFF2-40B4-BE49-F238E27FC236}">
                <a16:creationId xmlns:a16="http://schemas.microsoft.com/office/drawing/2014/main" id="{72377BF9-329A-4150-9C41-F6326E2B8B0E}"/>
              </a:ext>
            </a:extLst>
          </p:cNvPr>
          <p:cNvSpPr/>
          <p:nvPr/>
        </p:nvSpPr>
        <p:spPr>
          <a:xfrm>
            <a:off x="6736542" y="4632575"/>
            <a:ext cx="1635061" cy="130611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00" baseline="-25000">
              <a:solidFill>
                <a:prstClr val="white"/>
              </a:solidFill>
              <a:latin typeface="Calibri"/>
              <a:ea typeface="微軟正黑體"/>
            </a:endParaRPr>
          </a:p>
        </p:txBody>
      </p:sp>
      <p:sp>
        <p:nvSpPr>
          <p:cNvPr id="32" name="矩形 178">
            <a:extLst>
              <a:ext uri="{FF2B5EF4-FFF2-40B4-BE49-F238E27FC236}">
                <a16:creationId xmlns:a16="http://schemas.microsoft.com/office/drawing/2014/main" id="{30E088C6-C9EE-4AED-B018-841B6C490022}"/>
              </a:ext>
            </a:extLst>
          </p:cNvPr>
          <p:cNvSpPr>
            <a:spLocks noChangeAspect="1"/>
          </p:cNvSpPr>
          <p:nvPr/>
        </p:nvSpPr>
        <p:spPr>
          <a:xfrm>
            <a:off x="7558391" y="4627852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zh-TW" altLang="en-US" sz="1050" b="1" dirty="0">
              <a:solidFill>
                <a:prstClr val="black">
                  <a:lumMod val="50000"/>
                  <a:lumOff val="50000"/>
                </a:prst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矩形 178">
            <a:extLst>
              <a:ext uri="{FF2B5EF4-FFF2-40B4-BE49-F238E27FC236}">
                <a16:creationId xmlns:a16="http://schemas.microsoft.com/office/drawing/2014/main" id="{5458B018-84E5-4904-99F3-C6C71C6C61C4}"/>
              </a:ext>
            </a:extLst>
          </p:cNvPr>
          <p:cNvSpPr>
            <a:spLocks noChangeAspect="1"/>
          </p:cNvSpPr>
          <p:nvPr/>
        </p:nvSpPr>
        <p:spPr>
          <a:xfrm>
            <a:off x="7752773" y="4627851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771CE0EE-75FB-4239-B313-D270A655A271}"/>
              </a:ext>
            </a:extLst>
          </p:cNvPr>
          <p:cNvGrpSpPr/>
          <p:nvPr/>
        </p:nvGrpSpPr>
        <p:grpSpPr>
          <a:xfrm>
            <a:off x="7507454" y="4612646"/>
            <a:ext cx="93663" cy="170469"/>
            <a:chOff x="5405821" y="3498663"/>
            <a:chExt cx="93663" cy="170469"/>
          </a:xfrm>
        </p:grpSpPr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9AE2EA60-6556-44D2-988F-7D7A42AE79F4}"/>
                </a:ext>
              </a:extLst>
            </p:cNvPr>
            <p:cNvCxnSpPr>
              <a:cxnSpLocks/>
            </p:cNvCxnSpPr>
            <p:nvPr/>
          </p:nvCxnSpPr>
          <p:spPr>
            <a:xfrm>
              <a:off x="5405821" y="3498663"/>
              <a:ext cx="93663" cy="95250"/>
            </a:xfrm>
            <a:prstGeom prst="line">
              <a:avLst/>
            </a:prstGeom>
            <a:ln w="19050">
              <a:solidFill>
                <a:srgbClr val="DA2D8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61B45F0B-6C8F-4311-9821-8A0B76F3D6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7055" y="3583105"/>
              <a:ext cx="89823" cy="86027"/>
            </a:xfrm>
            <a:prstGeom prst="line">
              <a:avLst/>
            </a:prstGeom>
            <a:ln w="19050">
              <a:solidFill>
                <a:srgbClr val="DA2D8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矩形 178">
            <a:extLst>
              <a:ext uri="{FF2B5EF4-FFF2-40B4-BE49-F238E27FC236}">
                <a16:creationId xmlns:a16="http://schemas.microsoft.com/office/drawing/2014/main" id="{B32D2949-2FA0-4A08-A562-65AE641D4118}"/>
              </a:ext>
            </a:extLst>
          </p:cNvPr>
          <p:cNvSpPr>
            <a:spLocks noChangeAspect="1"/>
          </p:cNvSpPr>
          <p:nvPr/>
        </p:nvSpPr>
        <p:spPr>
          <a:xfrm>
            <a:off x="7955571" y="4628951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箭號: 五邊形 37">
            <a:extLst>
              <a:ext uri="{FF2B5EF4-FFF2-40B4-BE49-F238E27FC236}">
                <a16:creationId xmlns:a16="http://schemas.microsoft.com/office/drawing/2014/main" id="{0264985C-84C7-4922-A5E4-5E36C772F0F2}"/>
              </a:ext>
            </a:extLst>
          </p:cNvPr>
          <p:cNvSpPr/>
          <p:nvPr/>
        </p:nvSpPr>
        <p:spPr>
          <a:xfrm>
            <a:off x="7143338" y="4634697"/>
            <a:ext cx="426579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0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39" name="矩形 178">
            <a:extLst>
              <a:ext uri="{FF2B5EF4-FFF2-40B4-BE49-F238E27FC236}">
                <a16:creationId xmlns:a16="http://schemas.microsoft.com/office/drawing/2014/main" id="{7A7CB6BE-4ECD-4858-9918-CA2F2DCDC483}"/>
              </a:ext>
            </a:extLst>
          </p:cNvPr>
          <p:cNvSpPr>
            <a:spLocks noChangeAspect="1"/>
          </p:cNvSpPr>
          <p:nvPr/>
        </p:nvSpPr>
        <p:spPr>
          <a:xfrm>
            <a:off x="8147762" y="4630986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矩形 178">
            <a:extLst>
              <a:ext uri="{FF2B5EF4-FFF2-40B4-BE49-F238E27FC236}">
                <a16:creationId xmlns:a16="http://schemas.microsoft.com/office/drawing/2014/main" id="{411F2F49-E2D3-4F30-9326-3E04D6A0E9E1}"/>
              </a:ext>
            </a:extLst>
          </p:cNvPr>
          <p:cNvSpPr>
            <a:spLocks noChangeAspect="1"/>
          </p:cNvSpPr>
          <p:nvPr/>
        </p:nvSpPr>
        <p:spPr>
          <a:xfrm>
            <a:off x="6761767" y="4627850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矩形 178">
            <a:extLst>
              <a:ext uri="{FF2B5EF4-FFF2-40B4-BE49-F238E27FC236}">
                <a16:creationId xmlns:a16="http://schemas.microsoft.com/office/drawing/2014/main" id="{260E3F15-9421-4747-B062-A27C4A1C86EF}"/>
              </a:ext>
            </a:extLst>
          </p:cNvPr>
          <p:cNvSpPr>
            <a:spLocks noChangeAspect="1"/>
          </p:cNvSpPr>
          <p:nvPr/>
        </p:nvSpPr>
        <p:spPr>
          <a:xfrm>
            <a:off x="6962097" y="4626453"/>
            <a:ext cx="149158" cy="1370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 b="1">
              <a:solidFill>
                <a:schemeClr val="accent1">
                  <a:lumMod val="40000"/>
                  <a:lumOff val="6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箭號: 五邊形 41">
            <a:extLst>
              <a:ext uri="{FF2B5EF4-FFF2-40B4-BE49-F238E27FC236}">
                <a16:creationId xmlns:a16="http://schemas.microsoft.com/office/drawing/2014/main" id="{C82BB9E5-D757-48D2-8DD4-6E78AB7FDA31}"/>
              </a:ext>
            </a:extLst>
          </p:cNvPr>
          <p:cNvSpPr/>
          <p:nvPr/>
        </p:nvSpPr>
        <p:spPr>
          <a:xfrm>
            <a:off x="6742045" y="5321925"/>
            <a:ext cx="1629558" cy="129600"/>
          </a:xfrm>
          <a:prstGeom prst="homePlate">
            <a:avLst/>
          </a:prstGeom>
          <a:solidFill>
            <a:srgbClr val="C9C9C9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300" b="0" i="0" u="none" strike="noStrike" kern="1200" cap="none" spc="0" normalizeH="0" baseline="-2500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2BAA5D9C-FE14-4C28-A21C-0D05A03B2DC3}"/>
              </a:ext>
            </a:extLst>
          </p:cNvPr>
          <p:cNvCxnSpPr>
            <a:cxnSpLocks/>
          </p:cNvCxnSpPr>
          <p:nvPr/>
        </p:nvCxnSpPr>
        <p:spPr>
          <a:xfrm>
            <a:off x="7136276" y="4624917"/>
            <a:ext cx="1921" cy="148881"/>
          </a:xfrm>
          <a:prstGeom prst="line">
            <a:avLst/>
          </a:prstGeom>
          <a:ln w="19050">
            <a:solidFill>
              <a:srgbClr val="DA2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906A6913-FA4B-4E54-86ED-7B7F735D6102}"/>
              </a:ext>
            </a:extLst>
          </p:cNvPr>
          <p:cNvCxnSpPr>
            <a:cxnSpLocks/>
          </p:cNvCxnSpPr>
          <p:nvPr/>
        </p:nvCxnSpPr>
        <p:spPr>
          <a:xfrm>
            <a:off x="6930507" y="4784632"/>
            <a:ext cx="1921" cy="148881"/>
          </a:xfrm>
          <a:prstGeom prst="line">
            <a:avLst/>
          </a:prstGeom>
          <a:ln w="19050">
            <a:solidFill>
              <a:srgbClr val="DA2D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ADF7B912-3B8A-4254-9509-084DCD6D81C6}"/>
              </a:ext>
            </a:extLst>
          </p:cNvPr>
          <p:cNvGrpSpPr/>
          <p:nvPr/>
        </p:nvGrpSpPr>
        <p:grpSpPr>
          <a:xfrm>
            <a:off x="6768193" y="5317980"/>
            <a:ext cx="1549823" cy="137021"/>
            <a:chOff x="4395286" y="2604142"/>
            <a:chExt cx="1549823" cy="137021"/>
          </a:xfrm>
        </p:grpSpPr>
        <p:sp>
          <p:nvSpPr>
            <p:cNvPr id="46" name="矩形 178">
              <a:extLst>
                <a:ext uri="{FF2B5EF4-FFF2-40B4-BE49-F238E27FC236}">
                  <a16:creationId xmlns:a16="http://schemas.microsoft.com/office/drawing/2014/main" id="{5EE2E252-780B-4972-987F-AF608C8014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95286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矩形 178">
              <a:extLst>
                <a:ext uri="{FF2B5EF4-FFF2-40B4-BE49-F238E27FC236}">
                  <a16:creationId xmlns:a16="http://schemas.microsoft.com/office/drawing/2014/main" id="{D2568090-DF6A-43F6-AC94-E2793AC243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95384" y="2604142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矩形 178">
              <a:extLst>
                <a:ext uri="{FF2B5EF4-FFF2-40B4-BE49-F238E27FC236}">
                  <a16:creationId xmlns:a16="http://schemas.microsoft.com/office/drawing/2014/main" id="{46B632A5-EB51-4C26-9477-504B1BDEAE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95477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9" name="矩形 178">
              <a:extLst>
                <a:ext uri="{FF2B5EF4-FFF2-40B4-BE49-F238E27FC236}">
                  <a16:creationId xmlns:a16="http://schemas.microsoft.com/office/drawing/2014/main" id="{749478E2-5708-47D7-838F-D5B11675BB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95575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" name="矩形 178">
              <a:extLst>
                <a:ext uri="{FF2B5EF4-FFF2-40B4-BE49-F238E27FC236}">
                  <a16:creationId xmlns:a16="http://schemas.microsoft.com/office/drawing/2014/main" id="{C93B42D6-4ACC-4D3A-BC7D-337B791CD9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95672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矩形 178">
              <a:extLst>
                <a:ext uri="{FF2B5EF4-FFF2-40B4-BE49-F238E27FC236}">
                  <a16:creationId xmlns:a16="http://schemas.microsoft.com/office/drawing/2014/main" id="{07026966-AEE1-44BE-B3EF-FBCED18628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95773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" name="矩形 178">
              <a:extLst>
                <a:ext uri="{FF2B5EF4-FFF2-40B4-BE49-F238E27FC236}">
                  <a16:creationId xmlns:a16="http://schemas.microsoft.com/office/drawing/2014/main" id="{B587438E-B2AC-4DAD-959F-E013815FCC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95854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矩形 178">
              <a:extLst>
                <a:ext uri="{FF2B5EF4-FFF2-40B4-BE49-F238E27FC236}">
                  <a16:creationId xmlns:a16="http://schemas.microsoft.com/office/drawing/2014/main" id="{19F80C34-5411-4184-B4D2-D3482E3C5B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952" y="2604142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76FB747C-DC1B-4EE6-80D4-BEA9742C4CBA}"/>
              </a:ext>
            </a:extLst>
          </p:cNvPr>
          <p:cNvGrpSpPr/>
          <p:nvPr/>
        </p:nvGrpSpPr>
        <p:grpSpPr>
          <a:xfrm>
            <a:off x="6768193" y="5153100"/>
            <a:ext cx="1549823" cy="137021"/>
            <a:chOff x="4395286" y="2604142"/>
            <a:chExt cx="1549823" cy="137021"/>
          </a:xfrm>
        </p:grpSpPr>
        <p:sp>
          <p:nvSpPr>
            <p:cNvPr id="55" name="矩形 178">
              <a:extLst>
                <a:ext uri="{FF2B5EF4-FFF2-40B4-BE49-F238E27FC236}">
                  <a16:creationId xmlns:a16="http://schemas.microsoft.com/office/drawing/2014/main" id="{3E8588CD-0962-4176-92A3-F45B917DA4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95286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矩形 178">
              <a:extLst>
                <a:ext uri="{FF2B5EF4-FFF2-40B4-BE49-F238E27FC236}">
                  <a16:creationId xmlns:a16="http://schemas.microsoft.com/office/drawing/2014/main" id="{F12C4A4C-A97B-4A9A-8A7A-1DCFD6664D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95384" y="2604142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矩形 178">
              <a:extLst>
                <a:ext uri="{FF2B5EF4-FFF2-40B4-BE49-F238E27FC236}">
                  <a16:creationId xmlns:a16="http://schemas.microsoft.com/office/drawing/2014/main" id="{2CF284C2-4335-4111-94B0-A39F9E0815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95477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矩形 178">
              <a:extLst>
                <a:ext uri="{FF2B5EF4-FFF2-40B4-BE49-F238E27FC236}">
                  <a16:creationId xmlns:a16="http://schemas.microsoft.com/office/drawing/2014/main" id="{1AA9E055-D967-47F7-9E97-144C963F15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95575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矩形 178">
              <a:extLst>
                <a:ext uri="{FF2B5EF4-FFF2-40B4-BE49-F238E27FC236}">
                  <a16:creationId xmlns:a16="http://schemas.microsoft.com/office/drawing/2014/main" id="{9368FF19-A5E4-491F-8DCA-04EC38C63A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95672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" name="矩形 178">
              <a:extLst>
                <a:ext uri="{FF2B5EF4-FFF2-40B4-BE49-F238E27FC236}">
                  <a16:creationId xmlns:a16="http://schemas.microsoft.com/office/drawing/2014/main" id="{07B7A8EC-6F2E-4103-8BC0-20D667DDC0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95773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" name="矩形 178">
              <a:extLst>
                <a:ext uri="{FF2B5EF4-FFF2-40B4-BE49-F238E27FC236}">
                  <a16:creationId xmlns:a16="http://schemas.microsoft.com/office/drawing/2014/main" id="{C695A2ED-2BA0-4E41-9B8D-25832D36A5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95854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矩形 178">
              <a:extLst>
                <a:ext uri="{FF2B5EF4-FFF2-40B4-BE49-F238E27FC236}">
                  <a16:creationId xmlns:a16="http://schemas.microsoft.com/office/drawing/2014/main" id="{5D4B9964-95BD-4536-AED5-B7AF8FAA96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952" y="2604142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3DC46706-D331-4BFC-BEE7-4A51507FA7E1}"/>
              </a:ext>
            </a:extLst>
          </p:cNvPr>
          <p:cNvGrpSpPr/>
          <p:nvPr/>
        </p:nvGrpSpPr>
        <p:grpSpPr>
          <a:xfrm>
            <a:off x="6736542" y="4952154"/>
            <a:ext cx="1635061" cy="170469"/>
            <a:chOff x="6736542" y="4952154"/>
            <a:chExt cx="1635061" cy="170469"/>
          </a:xfrm>
        </p:grpSpPr>
        <p:sp>
          <p:nvSpPr>
            <p:cNvPr id="64" name="箭號: 五邊形 63">
              <a:extLst>
                <a:ext uri="{FF2B5EF4-FFF2-40B4-BE49-F238E27FC236}">
                  <a16:creationId xmlns:a16="http://schemas.microsoft.com/office/drawing/2014/main" id="{2D77D260-3BC2-4526-80B8-313CC95A7988}"/>
                </a:ext>
              </a:extLst>
            </p:cNvPr>
            <p:cNvSpPr/>
            <p:nvPr/>
          </p:nvSpPr>
          <p:spPr>
            <a:xfrm>
              <a:off x="6736542" y="4972083"/>
              <a:ext cx="1635061" cy="130611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00" baseline="-25000">
                <a:solidFill>
                  <a:prstClr val="white"/>
                </a:solidFill>
                <a:latin typeface="Calibri"/>
                <a:ea typeface="微軟正黑體"/>
              </a:endParaRPr>
            </a:p>
          </p:txBody>
        </p:sp>
        <p:sp>
          <p:nvSpPr>
            <p:cNvPr id="65" name="矩形 178">
              <a:extLst>
                <a:ext uri="{FF2B5EF4-FFF2-40B4-BE49-F238E27FC236}">
                  <a16:creationId xmlns:a16="http://schemas.microsoft.com/office/drawing/2014/main" id="{EB04DD6F-BC8D-4B2C-A900-0BA4EDC83F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58575" y="4969527"/>
              <a:ext cx="149158" cy="1370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b="1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矩形 178">
              <a:extLst>
                <a:ext uri="{FF2B5EF4-FFF2-40B4-BE49-F238E27FC236}">
                  <a16:creationId xmlns:a16="http://schemas.microsoft.com/office/drawing/2014/main" id="{82B2B6EC-2886-480B-96C2-18B5B0C431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55072" y="4969589"/>
              <a:ext cx="149158" cy="1370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b="1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67" name="群組 66">
              <a:extLst>
                <a:ext uri="{FF2B5EF4-FFF2-40B4-BE49-F238E27FC236}">
                  <a16:creationId xmlns:a16="http://schemas.microsoft.com/office/drawing/2014/main" id="{24DF357D-5015-4BB5-9EE4-4AC78246FFA5}"/>
                </a:ext>
              </a:extLst>
            </p:cNvPr>
            <p:cNvGrpSpPr/>
            <p:nvPr/>
          </p:nvGrpSpPr>
          <p:grpSpPr>
            <a:xfrm>
              <a:off x="7710302" y="4952154"/>
              <a:ext cx="93663" cy="170469"/>
              <a:chOff x="5405821" y="3498663"/>
              <a:chExt cx="93663" cy="170469"/>
            </a:xfrm>
          </p:grpSpPr>
          <p:cxnSp>
            <p:nvCxnSpPr>
              <p:cNvPr id="81" name="直線接點 80">
                <a:extLst>
                  <a:ext uri="{FF2B5EF4-FFF2-40B4-BE49-F238E27FC236}">
                    <a16:creationId xmlns:a16="http://schemas.microsoft.com/office/drawing/2014/main" id="{D5F09C49-22D2-4A18-9FF8-FF7D0E5F3E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05821" y="3498663"/>
                <a:ext cx="93663" cy="95250"/>
              </a:xfrm>
              <a:prstGeom prst="line">
                <a:avLst/>
              </a:prstGeom>
              <a:ln w="19050">
                <a:solidFill>
                  <a:srgbClr val="DA2D8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線接點 81">
                <a:extLst>
                  <a:ext uri="{FF2B5EF4-FFF2-40B4-BE49-F238E27FC236}">
                    <a16:creationId xmlns:a16="http://schemas.microsoft.com/office/drawing/2014/main" id="{09F7F921-602C-45EB-8CFD-8DB2EBE5C5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07055" y="3583105"/>
                <a:ext cx="89823" cy="86027"/>
              </a:xfrm>
              <a:prstGeom prst="line">
                <a:avLst/>
              </a:prstGeom>
              <a:ln w="19050">
                <a:solidFill>
                  <a:srgbClr val="DA2D8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矩形 178">
              <a:extLst>
                <a:ext uri="{FF2B5EF4-FFF2-40B4-BE49-F238E27FC236}">
                  <a16:creationId xmlns:a16="http://schemas.microsoft.com/office/drawing/2014/main" id="{E4EBE4B5-B060-4D99-ADFF-971C69A85D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6235" y="4967910"/>
              <a:ext cx="149158" cy="1370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b="1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9" name="箭號: 五邊形 68">
              <a:extLst>
                <a:ext uri="{FF2B5EF4-FFF2-40B4-BE49-F238E27FC236}">
                  <a16:creationId xmlns:a16="http://schemas.microsoft.com/office/drawing/2014/main" id="{B3C9C0AC-778B-4277-8DFE-8D9B399942E1}"/>
                </a:ext>
              </a:extLst>
            </p:cNvPr>
            <p:cNvSpPr/>
            <p:nvPr/>
          </p:nvSpPr>
          <p:spPr>
            <a:xfrm>
              <a:off x="6935440" y="4974184"/>
              <a:ext cx="843016" cy="130611"/>
            </a:xfrm>
            <a:prstGeom prst="homePlate">
              <a:avLst/>
            </a:prstGeom>
            <a:solidFill>
              <a:srgbClr val="C9C9C9"/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300" b="0" i="0" u="none" strike="noStrike" kern="1200" cap="none" spc="0" normalizeH="0" baseline="-250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微軟正黑體"/>
                <a:cs typeface="+mn-cs"/>
              </a:endParaRPr>
            </a:p>
          </p:txBody>
        </p:sp>
        <p:sp>
          <p:nvSpPr>
            <p:cNvPr id="70" name="矩形 178">
              <a:extLst>
                <a:ext uri="{FF2B5EF4-FFF2-40B4-BE49-F238E27FC236}">
                  <a16:creationId xmlns:a16="http://schemas.microsoft.com/office/drawing/2014/main" id="{09DCE4EB-8F20-4408-9CDE-525DDEF415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55506" y="4969982"/>
              <a:ext cx="149158" cy="1370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050" b="1">
                <a:solidFill>
                  <a:schemeClr val="accent1">
                    <a:lumMod val="40000"/>
                    <a:lumOff val="6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71" name="直線接點 70">
              <a:extLst>
                <a:ext uri="{FF2B5EF4-FFF2-40B4-BE49-F238E27FC236}">
                  <a16:creationId xmlns:a16="http://schemas.microsoft.com/office/drawing/2014/main" id="{7853C43A-20E9-4867-9B3D-0EC69D87D6F8}"/>
                </a:ext>
              </a:extLst>
            </p:cNvPr>
            <p:cNvCxnSpPr>
              <a:cxnSpLocks/>
            </p:cNvCxnSpPr>
            <p:nvPr/>
          </p:nvCxnSpPr>
          <p:spPr>
            <a:xfrm>
              <a:off x="6930507" y="4961795"/>
              <a:ext cx="1921" cy="148881"/>
            </a:xfrm>
            <a:prstGeom prst="line">
              <a:avLst/>
            </a:prstGeom>
            <a:ln w="19050">
              <a:solidFill>
                <a:srgbClr val="DA2D8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群組 71">
              <a:extLst>
                <a:ext uri="{FF2B5EF4-FFF2-40B4-BE49-F238E27FC236}">
                  <a16:creationId xmlns:a16="http://schemas.microsoft.com/office/drawing/2014/main" id="{7783A07F-8889-43D2-A443-D86C36AB75F8}"/>
                </a:ext>
              </a:extLst>
            </p:cNvPr>
            <p:cNvGrpSpPr/>
            <p:nvPr/>
          </p:nvGrpSpPr>
          <p:grpSpPr>
            <a:xfrm>
              <a:off x="6762012" y="4968877"/>
              <a:ext cx="1549823" cy="137021"/>
              <a:chOff x="4395286" y="2604142"/>
              <a:chExt cx="1549823" cy="137021"/>
            </a:xfrm>
          </p:grpSpPr>
          <p:sp>
            <p:nvSpPr>
              <p:cNvPr id="73" name="矩形 178">
                <a:extLst>
                  <a:ext uri="{FF2B5EF4-FFF2-40B4-BE49-F238E27FC236}">
                    <a16:creationId xmlns:a16="http://schemas.microsoft.com/office/drawing/2014/main" id="{8DB0E1FD-5BA8-42C1-8074-BF563A976F6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95286" y="260414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4" name="矩形 178">
                <a:extLst>
                  <a:ext uri="{FF2B5EF4-FFF2-40B4-BE49-F238E27FC236}">
                    <a16:creationId xmlns:a16="http://schemas.microsoft.com/office/drawing/2014/main" id="{0DBC227D-7BF7-40CA-BE37-97C0FABCE03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595384" y="260414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5" name="矩形 178">
                <a:extLst>
                  <a:ext uri="{FF2B5EF4-FFF2-40B4-BE49-F238E27FC236}">
                    <a16:creationId xmlns:a16="http://schemas.microsoft.com/office/drawing/2014/main" id="{D572EAF7-CCC5-4E55-B73D-812053CC6B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795477" y="260414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6" name="矩形 178">
                <a:extLst>
                  <a:ext uri="{FF2B5EF4-FFF2-40B4-BE49-F238E27FC236}">
                    <a16:creationId xmlns:a16="http://schemas.microsoft.com/office/drawing/2014/main" id="{72950DD3-4171-4C27-8C3E-A2522DF83F1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95575" y="260414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7" name="矩形 178">
                <a:extLst>
                  <a:ext uri="{FF2B5EF4-FFF2-40B4-BE49-F238E27FC236}">
                    <a16:creationId xmlns:a16="http://schemas.microsoft.com/office/drawing/2014/main" id="{4D2ECCAF-F5B9-42FA-B965-FD5C597B48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195672" y="2604142"/>
                <a:ext cx="149158" cy="137021"/>
              </a:xfrm>
              <a:prstGeom prst="rect">
                <a:avLst/>
              </a:prstGeom>
              <a:solidFill>
                <a:srgbClr val="2F559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 dirty="0">
                    <a:solidFill>
                      <a:prstClr val="white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endParaRPr lang="zh-TW" altLang="en-US" sz="1050" b="1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8" name="矩形 178">
                <a:extLst>
                  <a:ext uri="{FF2B5EF4-FFF2-40B4-BE49-F238E27FC236}">
                    <a16:creationId xmlns:a16="http://schemas.microsoft.com/office/drawing/2014/main" id="{C04F1880-473A-4F4F-BE4B-0E173DBD12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95773" y="260414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9" name="矩形 178">
                <a:extLst>
                  <a:ext uri="{FF2B5EF4-FFF2-40B4-BE49-F238E27FC236}">
                    <a16:creationId xmlns:a16="http://schemas.microsoft.com/office/drawing/2014/main" id="{F62422BD-4E04-4B0E-BE47-339798B9D6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95854" y="2604142"/>
                <a:ext cx="149158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0" name="矩形 178">
                <a:extLst>
                  <a:ext uri="{FF2B5EF4-FFF2-40B4-BE49-F238E27FC236}">
                    <a16:creationId xmlns:a16="http://schemas.microsoft.com/office/drawing/2014/main" id="{664A89CF-F79B-43EF-BD6A-8758D8B88D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95952" y="2604142"/>
                <a:ext cx="149157" cy="137021"/>
              </a:xfrm>
              <a:prstGeom prst="rect">
                <a:avLst/>
              </a:prstGeom>
              <a:no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050" b="1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  <a:endParaRPr lang="zh-TW" altLang="en-US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83" name="群組 82">
            <a:extLst>
              <a:ext uri="{FF2B5EF4-FFF2-40B4-BE49-F238E27FC236}">
                <a16:creationId xmlns:a16="http://schemas.microsoft.com/office/drawing/2014/main" id="{AB0FC7C1-1468-4E0F-9C1E-8DC1C5D118BD}"/>
              </a:ext>
            </a:extLst>
          </p:cNvPr>
          <p:cNvGrpSpPr/>
          <p:nvPr/>
        </p:nvGrpSpPr>
        <p:grpSpPr>
          <a:xfrm>
            <a:off x="6755570" y="4789129"/>
            <a:ext cx="1549823" cy="137021"/>
            <a:chOff x="4395286" y="2604142"/>
            <a:chExt cx="1549823" cy="137021"/>
          </a:xfrm>
        </p:grpSpPr>
        <p:sp>
          <p:nvSpPr>
            <p:cNvPr id="84" name="矩形 178">
              <a:extLst>
                <a:ext uri="{FF2B5EF4-FFF2-40B4-BE49-F238E27FC236}">
                  <a16:creationId xmlns:a16="http://schemas.microsoft.com/office/drawing/2014/main" id="{6ACC100B-84E1-497D-9E16-26727A0DBD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95286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5" name="矩形 178">
              <a:extLst>
                <a:ext uri="{FF2B5EF4-FFF2-40B4-BE49-F238E27FC236}">
                  <a16:creationId xmlns:a16="http://schemas.microsoft.com/office/drawing/2014/main" id="{45BC7594-96CB-4E04-A5AA-BDB20F88CE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95384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6" name="矩形 178">
              <a:extLst>
                <a:ext uri="{FF2B5EF4-FFF2-40B4-BE49-F238E27FC236}">
                  <a16:creationId xmlns:a16="http://schemas.microsoft.com/office/drawing/2014/main" id="{5CC820F8-7EC8-48EF-9121-74A31167A5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95477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矩形 178">
              <a:extLst>
                <a:ext uri="{FF2B5EF4-FFF2-40B4-BE49-F238E27FC236}">
                  <a16:creationId xmlns:a16="http://schemas.microsoft.com/office/drawing/2014/main" id="{B0E25D52-9D10-4116-827F-E575FD4EA5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95575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8" name="矩形 178">
              <a:extLst>
                <a:ext uri="{FF2B5EF4-FFF2-40B4-BE49-F238E27FC236}">
                  <a16:creationId xmlns:a16="http://schemas.microsoft.com/office/drawing/2014/main" id="{0DD5707C-A1E4-4A0A-A1E3-A8C10797E5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95672" y="2604142"/>
              <a:ext cx="149158" cy="137021"/>
            </a:xfrm>
            <a:prstGeom prst="rect">
              <a:avLst/>
            </a:prstGeom>
            <a:solidFill>
              <a:srgbClr val="2F55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whit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9" name="矩形 178">
              <a:extLst>
                <a:ext uri="{FF2B5EF4-FFF2-40B4-BE49-F238E27FC236}">
                  <a16:creationId xmlns:a16="http://schemas.microsoft.com/office/drawing/2014/main" id="{7462A27A-61A7-4AA6-B9D6-4992192AC8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95773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0" name="矩形 178">
              <a:extLst>
                <a:ext uri="{FF2B5EF4-FFF2-40B4-BE49-F238E27FC236}">
                  <a16:creationId xmlns:a16="http://schemas.microsoft.com/office/drawing/2014/main" id="{7E61D7EE-6EBA-4B6D-88D3-9B0049DCDA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95854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1" name="矩形 178">
              <a:extLst>
                <a:ext uri="{FF2B5EF4-FFF2-40B4-BE49-F238E27FC236}">
                  <a16:creationId xmlns:a16="http://schemas.microsoft.com/office/drawing/2014/main" id="{74A08EA9-B2D5-403E-9CFB-AB8932CB54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952" y="2604142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BF4A6D31-5940-4382-A270-6D864682EA0F}"/>
              </a:ext>
            </a:extLst>
          </p:cNvPr>
          <p:cNvGrpSpPr/>
          <p:nvPr/>
        </p:nvGrpSpPr>
        <p:grpSpPr>
          <a:xfrm>
            <a:off x="6753439" y="4628577"/>
            <a:ext cx="1549823" cy="137021"/>
            <a:chOff x="4395286" y="2604142"/>
            <a:chExt cx="1549823" cy="137021"/>
          </a:xfrm>
        </p:grpSpPr>
        <p:sp>
          <p:nvSpPr>
            <p:cNvPr id="93" name="矩形 178">
              <a:extLst>
                <a:ext uri="{FF2B5EF4-FFF2-40B4-BE49-F238E27FC236}">
                  <a16:creationId xmlns:a16="http://schemas.microsoft.com/office/drawing/2014/main" id="{430E2644-DC88-4994-AD42-7F7012FC1D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95286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4" name="矩形 178">
              <a:extLst>
                <a:ext uri="{FF2B5EF4-FFF2-40B4-BE49-F238E27FC236}">
                  <a16:creationId xmlns:a16="http://schemas.microsoft.com/office/drawing/2014/main" id="{47DA6385-BB0D-422B-AE66-529A5DF025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95384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5" name="矩形 178">
              <a:extLst>
                <a:ext uri="{FF2B5EF4-FFF2-40B4-BE49-F238E27FC236}">
                  <a16:creationId xmlns:a16="http://schemas.microsoft.com/office/drawing/2014/main" id="{0A9B494F-AC7D-4CE5-A7E4-50ABDDE476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95477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lang="zh-TW" altLang="en-US" sz="1050" b="1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6" name="矩形 178">
              <a:extLst>
                <a:ext uri="{FF2B5EF4-FFF2-40B4-BE49-F238E27FC236}">
                  <a16:creationId xmlns:a16="http://schemas.microsoft.com/office/drawing/2014/main" id="{A807ADDD-B740-4E63-8853-31441FD85B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95575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7" name="矩形 178">
              <a:extLst>
                <a:ext uri="{FF2B5EF4-FFF2-40B4-BE49-F238E27FC236}">
                  <a16:creationId xmlns:a16="http://schemas.microsoft.com/office/drawing/2014/main" id="{9F16BDE9-ABAC-4055-A9D9-BD26C78C0C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95773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8" name="矩形 178">
              <a:extLst>
                <a:ext uri="{FF2B5EF4-FFF2-40B4-BE49-F238E27FC236}">
                  <a16:creationId xmlns:a16="http://schemas.microsoft.com/office/drawing/2014/main" id="{103305D5-6018-4179-8EC0-A5E086C658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95854" y="2604142"/>
              <a:ext cx="149158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9" name="矩形 178">
              <a:extLst>
                <a:ext uri="{FF2B5EF4-FFF2-40B4-BE49-F238E27FC236}">
                  <a16:creationId xmlns:a16="http://schemas.microsoft.com/office/drawing/2014/main" id="{879B8FF1-886D-46DB-8229-445C452CB3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95952" y="2604142"/>
              <a:ext cx="149157" cy="137021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050" b="1">
                  <a:solidFill>
                    <a:prstClr val="black">
                      <a:lumMod val="50000"/>
                      <a:lumOff val="50000"/>
                    </a:prst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</a:t>
              </a:r>
              <a:endParaRPr lang="zh-TW" altLang="en-US" sz="1050" b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00" name="橢圓 99">
            <a:extLst>
              <a:ext uri="{FF2B5EF4-FFF2-40B4-BE49-F238E27FC236}">
                <a16:creationId xmlns:a16="http://schemas.microsoft.com/office/drawing/2014/main" id="{18C23F39-7EBA-4932-956F-D904F94AD5F3}"/>
              </a:ext>
            </a:extLst>
          </p:cNvPr>
          <p:cNvSpPr/>
          <p:nvPr/>
        </p:nvSpPr>
        <p:spPr>
          <a:xfrm>
            <a:off x="4066225" y="3704129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 dirty="0"/>
          </a:p>
        </p:txBody>
      </p:sp>
      <p:sp>
        <p:nvSpPr>
          <p:cNvPr id="101" name="橢圓 100">
            <a:extLst>
              <a:ext uri="{FF2B5EF4-FFF2-40B4-BE49-F238E27FC236}">
                <a16:creationId xmlns:a16="http://schemas.microsoft.com/office/drawing/2014/main" id="{7F4FDBF4-A66E-4EDA-BA85-BF3A39E3DAA3}"/>
              </a:ext>
            </a:extLst>
          </p:cNvPr>
          <p:cNvSpPr/>
          <p:nvPr/>
        </p:nvSpPr>
        <p:spPr>
          <a:xfrm>
            <a:off x="4066225" y="4161085"/>
            <a:ext cx="263590" cy="263590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G</a:t>
            </a:r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102" name="橢圓 101">
            <a:extLst>
              <a:ext uri="{FF2B5EF4-FFF2-40B4-BE49-F238E27FC236}">
                <a16:creationId xmlns:a16="http://schemas.microsoft.com/office/drawing/2014/main" id="{1EC63246-83C1-4557-B564-06E4ECA5C180}"/>
              </a:ext>
            </a:extLst>
          </p:cNvPr>
          <p:cNvSpPr/>
          <p:nvPr/>
        </p:nvSpPr>
        <p:spPr>
          <a:xfrm>
            <a:off x="4523181" y="3704129"/>
            <a:ext cx="263590" cy="2635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03" name="橢圓 102">
            <a:extLst>
              <a:ext uri="{FF2B5EF4-FFF2-40B4-BE49-F238E27FC236}">
                <a16:creationId xmlns:a16="http://schemas.microsoft.com/office/drawing/2014/main" id="{6604B46B-D2F8-46BA-95E3-D64CB1310592}"/>
              </a:ext>
            </a:extLst>
          </p:cNvPr>
          <p:cNvSpPr/>
          <p:nvPr/>
        </p:nvSpPr>
        <p:spPr>
          <a:xfrm>
            <a:off x="4523181" y="4161085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0CC9FB42-09EA-4298-9DEF-0CB04132BABF}"/>
              </a:ext>
            </a:extLst>
          </p:cNvPr>
          <p:cNvSpPr/>
          <p:nvPr/>
        </p:nvSpPr>
        <p:spPr>
          <a:xfrm>
            <a:off x="4066225" y="3704129"/>
            <a:ext cx="720546" cy="7205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橢圓 104">
            <a:extLst>
              <a:ext uri="{FF2B5EF4-FFF2-40B4-BE49-F238E27FC236}">
                <a16:creationId xmlns:a16="http://schemas.microsoft.com/office/drawing/2014/main" id="{5EAC26E1-00F5-474D-A884-4207EFE80E0F}"/>
              </a:ext>
            </a:extLst>
          </p:cNvPr>
          <p:cNvSpPr/>
          <p:nvPr/>
        </p:nvSpPr>
        <p:spPr>
          <a:xfrm>
            <a:off x="4524039" y="3701769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 dirty="0"/>
          </a:p>
        </p:txBody>
      </p:sp>
      <p:sp>
        <p:nvSpPr>
          <p:cNvPr id="106" name="橢圓 105">
            <a:extLst>
              <a:ext uri="{FF2B5EF4-FFF2-40B4-BE49-F238E27FC236}">
                <a16:creationId xmlns:a16="http://schemas.microsoft.com/office/drawing/2014/main" id="{7629A37D-A734-4AAE-AA36-6DEEB3298E73}"/>
              </a:ext>
            </a:extLst>
          </p:cNvPr>
          <p:cNvSpPr/>
          <p:nvPr/>
        </p:nvSpPr>
        <p:spPr>
          <a:xfrm>
            <a:off x="4524039" y="4158725"/>
            <a:ext cx="263590" cy="263590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G</a:t>
            </a:r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107" name="橢圓 106">
            <a:extLst>
              <a:ext uri="{FF2B5EF4-FFF2-40B4-BE49-F238E27FC236}">
                <a16:creationId xmlns:a16="http://schemas.microsoft.com/office/drawing/2014/main" id="{AEEBA7DA-F424-43A7-8AB4-5FCD18D4B441}"/>
              </a:ext>
            </a:extLst>
          </p:cNvPr>
          <p:cNvSpPr/>
          <p:nvPr/>
        </p:nvSpPr>
        <p:spPr>
          <a:xfrm>
            <a:off x="4980995" y="3701769"/>
            <a:ext cx="263590" cy="26359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08" name="橢圓 107">
            <a:extLst>
              <a:ext uri="{FF2B5EF4-FFF2-40B4-BE49-F238E27FC236}">
                <a16:creationId xmlns:a16="http://schemas.microsoft.com/office/drawing/2014/main" id="{5CAEEA64-4DA0-44C1-A01C-2EF7695B5161}"/>
              </a:ext>
            </a:extLst>
          </p:cNvPr>
          <p:cNvSpPr/>
          <p:nvPr/>
        </p:nvSpPr>
        <p:spPr>
          <a:xfrm>
            <a:off x="4980995" y="4158725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D9A9AFFA-DC74-4CFE-93E9-5F6120800FB6}"/>
              </a:ext>
            </a:extLst>
          </p:cNvPr>
          <p:cNvSpPr/>
          <p:nvPr/>
        </p:nvSpPr>
        <p:spPr>
          <a:xfrm>
            <a:off x="4524039" y="3701769"/>
            <a:ext cx="720546" cy="7205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橢圓 109">
            <a:extLst>
              <a:ext uri="{FF2B5EF4-FFF2-40B4-BE49-F238E27FC236}">
                <a16:creationId xmlns:a16="http://schemas.microsoft.com/office/drawing/2014/main" id="{9AF63282-04D0-435B-8CEC-B03FF248B6A8}"/>
              </a:ext>
            </a:extLst>
          </p:cNvPr>
          <p:cNvSpPr/>
          <p:nvPr/>
        </p:nvSpPr>
        <p:spPr>
          <a:xfrm>
            <a:off x="4978297" y="3701769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/>
              <a:t>A</a:t>
            </a:r>
            <a:endParaRPr lang="zh-TW" altLang="en-US" dirty="0"/>
          </a:p>
        </p:txBody>
      </p:sp>
      <p:sp>
        <p:nvSpPr>
          <p:cNvPr id="111" name="橢圓 110">
            <a:extLst>
              <a:ext uri="{FF2B5EF4-FFF2-40B4-BE49-F238E27FC236}">
                <a16:creationId xmlns:a16="http://schemas.microsoft.com/office/drawing/2014/main" id="{12C4582A-27DD-4436-8412-DA932BC79999}"/>
              </a:ext>
            </a:extLst>
          </p:cNvPr>
          <p:cNvSpPr/>
          <p:nvPr/>
        </p:nvSpPr>
        <p:spPr>
          <a:xfrm>
            <a:off x="4978297" y="4158725"/>
            <a:ext cx="263590" cy="263590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G</a:t>
            </a:r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112" name="橢圓 111">
            <a:extLst>
              <a:ext uri="{FF2B5EF4-FFF2-40B4-BE49-F238E27FC236}">
                <a16:creationId xmlns:a16="http://schemas.microsoft.com/office/drawing/2014/main" id="{73E9CDE0-82CC-41EE-A5CA-2175745B6693}"/>
              </a:ext>
            </a:extLst>
          </p:cNvPr>
          <p:cNvSpPr/>
          <p:nvPr/>
        </p:nvSpPr>
        <p:spPr>
          <a:xfrm>
            <a:off x="5435253" y="3701769"/>
            <a:ext cx="263590" cy="263590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3" name="橢圓 112">
            <a:extLst>
              <a:ext uri="{FF2B5EF4-FFF2-40B4-BE49-F238E27FC236}">
                <a16:creationId xmlns:a16="http://schemas.microsoft.com/office/drawing/2014/main" id="{1549B50C-7210-48A6-B0D7-A866649BA4B8}"/>
              </a:ext>
            </a:extLst>
          </p:cNvPr>
          <p:cNvSpPr/>
          <p:nvPr/>
        </p:nvSpPr>
        <p:spPr>
          <a:xfrm>
            <a:off x="5435253" y="4158725"/>
            <a:ext cx="263590" cy="263590"/>
          </a:xfrm>
          <a:prstGeom prst="ellipse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</a:t>
            </a:r>
            <a:endParaRPr lang="zh-TW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FD174B6B-FBE8-4373-869B-69B7D7A18CD6}"/>
              </a:ext>
            </a:extLst>
          </p:cNvPr>
          <p:cNvSpPr/>
          <p:nvPr/>
        </p:nvSpPr>
        <p:spPr>
          <a:xfrm>
            <a:off x="4978297" y="3701769"/>
            <a:ext cx="720546" cy="7205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5" name="橢圓 114">
            <a:extLst>
              <a:ext uri="{FF2B5EF4-FFF2-40B4-BE49-F238E27FC236}">
                <a16:creationId xmlns:a16="http://schemas.microsoft.com/office/drawing/2014/main" id="{5768AE23-4E29-46E7-9C8D-468E57841F42}"/>
              </a:ext>
            </a:extLst>
          </p:cNvPr>
          <p:cNvSpPr/>
          <p:nvPr/>
        </p:nvSpPr>
        <p:spPr>
          <a:xfrm>
            <a:off x="10935031" y="3289853"/>
            <a:ext cx="263590" cy="263590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6" name="橢圓 115">
            <a:extLst>
              <a:ext uri="{FF2B5EF4-FFF2-40B4-BE49-F238E27FC236}">
                <a16:creationId xmlns:a16="http://schemas.microsoft.com/office/drawing/2014/main" id="{3FDE6AA5-854C-4F5C-8EC6-84B27014513B}"/>
              </a:ext>
            </a:extLst>
          </p:cNvPr>
          <p:cNvSpPr/>
          <p:nvPr/>
        </p:nvSpPr>
        <p:spPr>
          <a:xfrm>
            <a:off x="10480773" y="3289853"/>
            <a:ext cx="263590" cy="263590"/>
          </a:xfrm>
          <a:prstGeom prst="ellipse">
            <a:avLst/>
          </a:prstGeom>
          <a:solidFill>
            <a:srgbClr val="FFC000"/>
          </a:solidFill>
          <a:ln w="19050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T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7" name="橢圓 116">
            <a:extLst>
              <a:ext uri="{FF2B5EF4-FFF2-40B4-BE49-F238E27FC236}">
                <a16:creationId xmlns:a16="http://schemas.microsoft.com/office/drawing/2014/main" id="{6489F86E-E4A0-419D-A5F5-79B9E5BF9906}"/>
              </a:ext>
            </a:extLst>
          </p:cNvPr>
          <p:cNvSpPr/>
          <p:nvPr/>
        </p:nvSpPr>
        <p:spPr>
          <a:xfrm>
            <a:off x="10029643" y="3291352"/>
            <a:ext cx="263590" cy="263590"/>
          </a:xfrm>
          <a:prstGeom prst="ellipse">
            <a:avLst/>
          </a:prstGeom>
          <a:solidFill>
            <a:srgbClr val="C55A11"/>
          </a:solidFill>
          <a:ln w="19050">
            <a:solidFill>
              <a:srgbClr val="C55A1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C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8" name="橢圓 117">
            <a:extLst>
              <a:ext uri="{FF2B5EF4-FFF2-40B4-BE49-F238E27FC236}">
                <a16:creationId xmlns:a16="http://schemas.microsoft.com/office/drawing/2014/main" id="{29F22178-EADF-435D-88F4-89ACABEC8C29}"/>
              </a:ext>
            </a:extLst>
          </p:cNvPr>
          <p:cNvSpPr/>
          <p:nvPr/>
        </p:nvSpPr>
        <p:spPr>
          <a:xfrm>
            <a:off x="10935031" y="3289853"/>
            <a:ext cx="263590" cy="263590"/>
          </a:xfrm>
          <a:prstGeom prst="ellipse">
            <a:avLst/>
          </a:prstGeom>
          <a:solidFill>
            <a:srgbClr val="2F5597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bg1"/>
                </a:solidFill>
              </a:rPr>
              <a:t>A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19" name="矩形 178">
            <a:extLst>
              <a:ext uri="{FF2B5EF4-FFF2-40B4-BE49-F238E27FC236}">
                <a16:creationId xmlns:a16="http://schemas.microsoft.com/office/drawing/2014/main" id="{02408FE3-5CB5-46DD-A776-369B51E362AD}"/>
              </a:ext>
            </a:extLst>
          </p:cNvPr>
          <p:cNvSpPr>
            <a:spLocks noChangeAspect="1"/>
          </p:cNvSpPr>
          <p:nvPr/>
        </p:nvSpPr>
        <p:spPr>
          <a:xfrm>
            <a:off x="10086859" y="3756538"/>
            <a:ext cx="149158" cy="137021"/>
          </a:xfrm>
          <a:prstGeom prst="rect">
            <a:avLst/>
          </a:prstGeom>
          <a:solidFill>
            <a:srgbClr val="C55A1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>
                <a:solidFill>
                  <a:schemeClr val="bg1"/>
                </a:solidFill>
              </a:rPr>
              <a:t>C</a:t>
            </a:r>
            <a:endParaRPr lang="zh-TW" altLang="en-US" sz="1200" dirty="0">
              <a:solidFill>
                <a:schemeClr val="bg1"/>
              </a:solidFill>
            </a:endParaRPr>
          </a:p>
        </p:txBody>
      </p:sp>
      <p:sp>
        <p:nvSpPr>
          <p:cNvPr id="120" name="矩形 178">
            <a:extLst>
              <a:ext uri="{FF2B5EF4-FFF2-40B4-BE49-F238E27FC236}">
                <a16:creationId xmlns:a16="http://schemas.microsoft.com/office/drawing/2014/main" id="{2B299340-A45B-44DF-8AF9-C28AC204CAD7}"/>
              </a:ext>
            </a:extLst>
          </p:cNvPr>
          <p:cNvSpPr>
            <a:spLocks noChangeAspect="1"/>
          </p:cNvSpPr>
          <p:nvPr/>
        </p:nvSpPr>
        <p:spPr>
          <a:xfrm>
            <a:off x="10537989" y="3762274"/>
            <a:ext cx="149158" cy="137021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bg1"/>
                </a:solidFill>
              </a:rPr>
              <a:t>T</a:t>
            </a:r>
            <a:endParaRPr lang="zh-TW" altLang="en-US" sz="1200">
              <a:solidFill>
                <a:schemeClr val="bg1"/>
              </a:solidFill>
            </a:endParaRPr>
          </a:p>
        </p:txBody>
      </p:sp>
      <p:sp>
        <p:nvSpPr>
          <p:cNvPr id="121" name="矩形 178">
            <a:extLst>
              <a:ext uri="{FF2B5EF4-FFF2-40B4-BE49-F238E27FC236}">
                <a16:creationId xmlns:a16="http://schemas.microsoft.com/office/drawing/2014/main" id="{5DAF9446-2DD0-4BBE-9708-D834B19D74E9}"/>
              </a:ext>
            </a:extLst>
          </p:cNvPr>
          <p:cNvSpPr>
            <a:spLocks noChangeAspect="1"/>
          </p:cNvSpPr>
          <p:nvPr/>
        </p:nvSpPr>
        <p:spPr>
          <a:xfrm>
            <a:off x="10992248" y="3762274"/>
            <a:ext cx="149157" cy="137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>
                <a:solidFill>
                  <a:schemeClr val="bg1"/>
                </a:solidFill>
              </a:rPr>
              <a:t>A</a:t>
            </a:r>
            <a:endParaRPr lang="zh-TW" altLang="en-US" sz="10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967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全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CB715F2B-5041-4E2A-A2D3-68D5D5AC1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74CF2B-7360-48E0-99B3-C36735B4336A}"/>
              </a:ext>
            </a:extLst>
          </p:cNvPr>
          <p:cNvSpPr/>
          <p:nvPr/>
        </p:nvSpPr>
        <p:spPr>
          <a:xfrm>
            <a:off x="-1101087" y="861820"/>
            <a:ext cx="2734824" cy="59961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5296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B5C35E-0B99-46D3-9ECD-FDC72D2C6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66"/>
            <a:ext cx="10515600" cy="8273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7A3D79-2DBC-470D-904E-65B02F112A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267" y="64079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0B52F-6EB5-4C77-8A1E-AFDBD4E3DC24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756EFD-BC72-4526-960C-2826BC9DBA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0794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4E0777C-FE0C-4402-AF6E-9AFF65439D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89533" y="64079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93797-CD42-4ACC-A583-F445B134D2AE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EAA214F4-6E5A-47A5-93D6-E0B1948AE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3680" y="995680"/>
            <a:ext cx="11744960" cy="5181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20168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33" r:id="rId8"/>
    <p:sldLayoutId id="2147483728" r:id="rId9"/>
    <p:sldLayoutId id="2147483729" r:id="rId10"/>
    <p:sldLayoutId id="2147483730" r:id="rId11"/>
    <p:sldLayoutId id="2147483731" r:id="rId12"/>
    <p:sldLayoutId id="2147483732" r:id="rId1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內容版面配置區 12">
            <a:extLst>
              <a:ext uri="{FF2B5EF4-FFF2-40B4-BE49-F238E27FC236}">
                <a16:creationId xmlns:a16="http://schemas.microsoft.com/office/drawing/2014/main" id="{F8AFA1C8-CC95-4EF3-8816-4D8734A2FE88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04" y="370914"/>
            <a:ext cx="6079191" cy="4038600"/>
          </a:xfrm>
        </p:spPr>
      </p:pic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D84009B9-C697-4327-94EF-8F8109413678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334942"/>
            <a:ext cx="6096000" cy="4048631"/>
          </a:xfr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2DDFA194-770B-4B7D-80F4-2E931A64DB81}"/>
              </a:ext>
            </a:extLst>
          </p:cNvPr>
          <p:cNvSpPr txBox="1"/>
          <p:nvPr/>
        </p:nvSpPr>
        <p:spPr>
          <a:xfrm>
            <a:off x="107950" y="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C29FC63-146F-4B94-9B6F-547AC8E61324}"/>
              </a:ext>
            </a:extLst>
          </p:cNvPr>
          <p:cNvSpPr txBox="1"/>
          <p:nvPr/>
        </p:nvSpPr>
        <p:spPr>
          <a:xfrm>
            <a:off x="6277638" y="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pic>
        <p:nvPicPr>
          <p:cNvPr id="21" name="內容版面配置區 20">
            <a:extLst>
              <a:ext uri="{FF2B5EF4-FFF2-40B4-BE49-F238E27FC236}">
                <a16:creationId xmlns:a16="http://schemas.microsoft.com/office/drawing/2014/main" id="{5DAAB119-7041-472C-A28F-70F744209971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9650" y="4409514"/>
            <a:ext cx="5092700" cy="388938"/>
          </a:xfrm>
        </p:spPr>
      </p:pic>
    </p:spTree>
    <p:extLst>
      <p:ext uri="{BB962C8B-B14F-4D97-AF65-F5344CB8AC3E}">
        <p14:creationId xmlns:p14="http://schemas.microsoft.com/office/powerpoint/2010/main" val="1245653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內容版面配置區 12">
            <a:extLst>
              <a:ext uri="{FF2B5EF4-FFF2-40B4-BE49-F238E27FC236}">
                <a16:creationId xmlns:a16="http://schemas.microsoft.com/office/drawing/2014/main" id="{53C48FB6-1976-4D51-A12F-1C5D40A276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07" y="370914"/>
            <a:ext cx="6079191" cy="4038600"/>
          </a:xfrm>
          <a:prstGeom prst="rect">
            <a:avLst/>
          </a:prstGeom>
        </p:spPr>
      </p:pic>
      <p:pic>
        <p:nvPicPr>
          <p:cNvPr id="12" name="內容版面配置區 8">
            <a:extLst>
              <a:ext uri="{FF2B5EF4-FFF2-40B4-BE49-F238E27FC236}">
                <a16:creationId xmlns:a16="http://schemas.microsoft.com/office/drawing/2014/main" id="{E6A0DDA3-DCE9-40B7-B108-F29C11CB84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4903" y="341604"/>
            <a:ext cx="6096000" cy="4040630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62746DBE-076C-4157-854F-61DE9BDC418B}"/>
              </a:ext>
            </a:extLst>
          </p:cNvPr>
          <p:cNvSpPr txBox="1"/>
          <p:nvPr/>
        </p:nvSpPr>
        <p:spPr>
          <a:xfrm>
            <a:off x="106853" y="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87D477F-EB82-421A-86CD-95E31A5AC0F4}"/>
              </a:ext>
            </a:extLst>
          </p:cNvPr>
          <p:cNvSpPr txBox="1"/>
          <p:nvPr/>
        </p:nvSpPr>
        <p:spPr>
          <a:xfrm>
            <a:off x="6276541" y="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</a:t>
            </a:r>
            <a:endParaRPr lang="zh-TW" altLang="en-US" dirty="0"/>
          </a:p>
        </p:txBody>
      </p:sp>
      <p:pic>
        <p:nvPicPr>
          <p:cNvPr id="16" name="內容版面配置區 20">
            <a:extLst>
              <a:ext uri="{FF2B5EF4-FFF2-40B4-BE49-F238E27FC236}">
                <a16:creationId xmlns:a16="http://schemas.microsoft.com/office/drawing/2014/main" id="{2EA1007F-A20F-4B5D-8DE9-AF1D44A952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52502" y="4484126"/>
            <a:ext cx="4684802" cy="388938"/>
          </a:xfrm>
          <a:prstGeom prst="rect">
            <a:avLst/>
          </a:prstGeom>
        </p:spPr>
      </p:pic>
      <p:pic>
        <p:nvPicPr>
          <p:cNvPr id="17" name="內容版面配置區 15">
            <a:extLst>
              <a:ext uri="{FF2B5EF4-FFF2-40B4-BE49-F238E27FC236}">
                <a16:creationId xmlns:a16="http://schemas.microsoft.com/office/drawing/2014/main" id="{1C45FF58-6CF9-45C9-A1E5-C4EC6885DD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9173" y="5116513"/>
            <a:ext cx="8253653" cy="5538787"/>
          </a:xfrm>
          <a:prstGeom prst="rect">
            <a:avLst/>
          </a:prstGeom>
        </p:spPr>
      </p:pic>
      <p:pic>
        <p:nvPicPr>
          <p:cNvPr id="18" name="內容版面配置區 20">
            <a:extLst>
              <a:ext uri="{FF2B5EF4-FFF2-40B4-BE49-F238E27FC236}">
                <a16:creationId xmlns:a16="http://schemas.microsoft.com/office/drawing/2014/main" id="{67DE2220-1F68-4803-B409-15AAF0A895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46144" y="10620442"/>
            <a:ext cx="4299711" cy="366578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3C01A930-2900-45DF-88E6-67CF8EAF00B2}"/>
              </a:ext>
            </a:extLst>
          </p:cNvPr>
          <p:cNvSpPr txBox="1"/>
          <p:nvPr/>
        </p:nvSpPr>
        <p:spPr>
          <a:xfrm>
            <a:off x="106853" y="468839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01551928"/>
      </p:ext>
    </p:extLst>
  </p:cSld>
  <p:clrMapOvr>
    <a:masterClrMapping/>
  </p:clrMapOvr>
</p:sld>
</file>

<file path=ppt/theme/theme1.xml><?xml version="1.0" encoding="utf-8"?>
<a:theme xmlns:a="http://schemas.openxmlformats.org/drawingml/2006/main" name="sloth_scenery_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Calibri Light"/>
        <a:ea typeface="微軟正黑體 Light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3">
          <a:schemeClr val="dk1"/>
        </a:lnRef>
        <a:fillRef idx="0">
          <a:schemeClr val="dk1"/>
        </a:fillRef>
        <a:effectRef idx="2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loth_scenery_theme" id="{C35B954B-69B2-45B9-AFB3-5B2569804D1A}" vid="{6B022851-A70B-4409-8689-DFA932308DE8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sloth_scenery_theme</Template>
  <TotalTime>13</TotalTime>
  <Words>187</Words>
  <Application>Microsoft Office PowerPoint</Application>
  <PresentationFormat>寬螢幕</PresentationFormat>
  <Paragraphs>25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微軟正黑體</vt:lpstr>
      <vt:lpstr>Arial</vt:lpstr>
      <vt:lpstr>Calibri</vt:lpstr>
      <vt:lpstr>Calibri Light</vt:lpstr>
      <vt:lpstr>sloth_scenery_theme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Zhen-Yu</dc:creator>
  <cp:lastModifiedBy>Zhen-Yu</cp:lastModifiedBy>
  <cp:revision>3</cp:revision>
  <dcterms:created xsi:type="dcterms:W3CDTF">2025-11-05T13:40:43Z</dcterms:created>
  <dcterms:modified xsi:type="dcterms:W3CDTF">2025-11-05T13:53:44Z</dcterms:modified>
</cp:coreProperties>
</file>