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51"/>
  </p:notesMasterIdLst>
  <p:handoutMasterIdLst>
    <p:handoutMasterId r:id="rId52"/>
  </p:handoutMasterIdLst>
  <p:sldIdLst>
    <p:sldId id="256" r:id="rId2"/>
    <p:sldId id="629" r:id="rId3"/>
    <p:sldId id="563" r:id="rId4"/>
    <p:sldId id="573" r:id="rId5"/>
    <p:sldId id="591" r:id="rId6"/>
    <p:sldId id="601" r:id="rId7"/>
    <p:sldId id="565" r:id="rId8"/>
    <p:sldId id="607" r:id="rId9"/>
    <p:sldId id="594" r:id="rId10"/>
    <p:sldId id="580" r:id="rId11"/>
    <p:sldId id="544" r:id="rId12"/>
    <p:sldId id="602" r:id="rId13"/>
    <p:sldId id="606" r:id="rId14"/>
    <p:sldId id="605" r:id="rId15"/>
    <p:sldId id="527" r:id="rId16"/>
    <p:sldId id="525" r:id="rId17"/>
    <p:sldId id="532" r:id="rId18"/>
    <p:sldId id="611" r:id="rId19"/>
    <p:sldId id="615" r:id="rId20"/>
    <p:sldId id="640" r:id="rId21"/>
    <p:sldId id="540" r:id="rId22"/>
    <p:sldId id="634" r:id="rId23"/>
    <p:sldId id="641" r:id="rId24"/>
    <p:sldId id="538" r:id="rId25"/>
    <p:sldId id="598" r:id="rId26"/>
    <p:sldId id="617" r:id="rId27"/>
    <p:sldId id="619" r:id="rId28"/>
    <p:sldId id="608" r:id="rId29"/>
    <p:sldId id="557" r:id="rId30"/>
    <p:sldId id="627" r:id="rId31"/>
    <p:sldId id="558" r:id="rId32"/>
    <p:sldId id="637" r:id="rId33"/>
    <p:sldId id="639" r:id="rId34"/>
    <p:sldId id="542" r:id="rId35"/>
    <p:sldId id="551" r:id="rId36"/>
    <p:sldId id="552" r:id="rId37"/>
    <p:sldId id="628" r:id="rId38"/>
    <p:sldId id="622" r:id="rId39"/>
    <p:sldId id="536" r:id="rId40"/>
    <p:sldId id="630" r:id="rId41"/>
    <p:sldId id="632" r:id="rId42"/>
    <p:sldId id="635" r:id="rId43"/>
    <p:sldId id="626" r:id="rId44"/>
    <p:sldId id="636" r:id="rId45"/>
    <p:sldId id="559" r:id="rId46"/>
    <p:sldId id="633" r:id="rId47"/>
    <p:sldId id="642" r:id="rId48"/>
    <p:sldId id="645" r:id="rId49"/>
    <p:sldId id="643" r:id="rId50"/>
  </p:sldIdLst>
  <p:sldSz cx="12192000" cy="6858000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" id="{2BE926CB-7F29-4EE2-B3CD-DB21CD34A22F}">
          <p14:sldIdLst>
            <p14:sldId id="256"/>
            <p14:sldId id="629"/>
          </p14:sldIdLst>
        </p14:section>
        <p14:section name="Introduction,Related work,Motivation" id="{E730F7F9-7C32-4752-BB9F-6684CC3A6777}">
          <p14:sldIdLst>
            <p14:sldId id="563"/>
            <p14:sldId id="573"/>
            <p14:sldId id="591"/>
            <p14:sldId id="601"/>
            <p14:sldId id="565"/>
            <p14:sldId id="607"/>
            <p14:sldId id="594"/>
            <p14:sldId id="580"/>
          </p14:sldIdLst>
        </p14:section>
        <p14:section name="Method" id="{A91E47A2-FBD9-4D03-9739-7759979B1E76}">
          <p14:sldIdLst>
            <p14:sldId id="544"/>
            <p14:sldId id="602"/>
            <p14:sldId id="606"/>
            <p14:sldId id="605"/>
            <p14:sldId id="527"/>
            <p14:sldId id="525"/>
            <p14:sldId id="532"/>
            <p14:sldId id="611"/>
            <p14:sldId id="615"/>
            <p14:sldId id="640"/>
            <p14:sldId id="540"/>
            <p14:sldId id="634"/>
            <p14:sldId id="641"/>
            <p14:sldId id="538"/>
            <p14:sldId id="598"/>
            <p14:sldId id="617"/>
            <p14:sldId id="619"/>
          </p14:sldIdLst>
        </p14:section>
        <p14:section name="Result" id="{E54755EC-092E-4491-88E0-867BDBEB1E0F}">
          <p14:sldIdLst>
            <p14:sldId id="608"/>
            <p14:sldId id="557"/>
            <p14:sldId id="627"/>
            <p14:sldId id="558"/>
            <p14:sldId id="637"/>
            <p14:sldId id="639"/>
            <p14:sldId id="542"/>
            <p14:sldId id="551"/>
            <p14:sldId id="552"/>
          </p14:sldIdLst>
        </p14:section>
        <p14:section name="Conclusion" id="{E43616AD-BA76-4FC3-B2DE-3F3C388CAE5F}">
          <p14:sldIdLst>
            <p14:sldId id="628"/>
          </p14:sldIdLst>
        </p14:section>
        <p14:section name="Supplementary" id="{373A6803-939D-4DCE-A2B6-30DC93FA66CC}">
          <p14:sldIdLst>
            <p14:sldId id="622"/>
            <p14:sldId id="536"/>
            <p14:sldId id="630"/>
            <p14:sldId id="632"/>
            <p14:sldId id="635"/>
            <p14:sldId id="626"/>
            <p14:sldId id="636"/>
            <p14:sldId id="559"/>
          </p14:sldIdLst>
        </p14:section>
        <p14:section name="new" id="{3EF64143-C587-4ACB-9F74-1652D15CFEB6}">
          <p14:sldIdLst>
            <p14:sldId id="633"/>
            <p14:sldId id="642"/>
            <p14:sldId id="645"/>
            <p14:sldId id="6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-Yu Chen" initials="ZYC" lastIdx="1" clrIdx="0">
    <p:extLst>
      <p:ext uri="{19B8F6BF-5375-455C-9EA6-DF929625EA0E}">
        <p15:presenceInfo xmlns:p15="http://schemas.microsoft.com/office/powerpoint/2012/main" userId="ed656bf29ef4136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F5597"/>
    <a:srgbClr val="A9D18E"/>
    <a:srgbClr val="4C92C3"/>
    <a:srgbClr val="FFC000"/>
    <a:srgbClr val="D3B5E9"/>
    <a:srgbClr val="A66BD3"/>
    <a:srgbClr val="F4AD7C"/>
    <a:srgbClr val="F5B487"/>
    <a:srgbClr val="F6BC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91" autoAdjust="0"/>
    <p:restoredTop sz="96318" autoAdjust="0"/>
  </p:normalViewPr>
  <p:slideViewPr>
    <p:cSldViewPr snapToGrid="0">
      <p:cViewPr varScale="1">
        <p:scale>
          <a:sx n="103" d="100"/>
          <a:sy n="103" d="100"/>
        </p:scale>
        <p:origin x="144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9" d="100"/>
          <a:sy n="109" d="100"/>
        </p:scale>
        <p:origin x="259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9451626D-091B-42C3-92C3-6CEAE358A1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A5FA551-D875-4D98-BECC-779156502F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FFCAC-D2AA-4B8C-A14F-D129DF17B01F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8955CE9-122C-4895-827D-357B65A1C0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DB9919-1965-4480-920A-79B0FA7CB6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97508-E69E-46F5-8E1D-211D5BCFFB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374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40CFB-64A6-4EEF-967E-8128B119DDE3}" type="datetimeFigureOut">
              <a:rPr lang="zh-TW" altLang="en-US" smtClean="0"/>
              <a:t>2025/11/3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94676-250F-43B2-B5E9-FF14008517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93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dirty="0"/>
              <a:t>各位口試委員好，我是陳振裕，我的指導教授是黃耀廷教授，而我的論文題目是 </a:t>
            </a:r>
            <a:r>
              <a:rPr kumimoji="1" lang="en-US" altLang="zh-TW" dirty="0"/>
              <a:t>&lt;</a:t>
            </a:r>
            <a:r>
              <a:rPr lang="en-US" altLang="zh-TW" sz="1200" dirty="0"/>
              <a:t>Joint Somatic Phasing and Purity Estimation Incorporating Loss of Heterozygosity in Tumor-Only Long-Read Sequencing</a:t>
            </a:r>
            <a:r>
              <a:rPr kumimoji="1" lang="en-US" altLang="zh-TW" dirty="0"/>
              <a:t>&gt;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15B773-2E61-5449-AC58-710D52053871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4325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dirty="0"/>
              <a:t>這是我的大綱，一開始會先對 突變</a:t>
            </a:r>
            <a:r>
              <a:rPr kumimoji="1" lang="en-US" altLang="zh-TW" dirty="0"/>
              <a:t> </a:t>
            </a:r>
            <a:r>
              <a:rPr kumimoji="1" lang="zh-TW" altLang="en-US" dirty="0"/>
              <a:t>和 </a:t>
            </a:r>
            <a:r>
              <a:rPr kumimoji="1" lang="en-US" altLang="zh-TW" dirty="0"/>
              <a:t>phasing </a:t>
            </a:r>
            <a:r>
              <a:rPr kumimoji="1" lang="zh-TW" altLang="en-US" dirty="0"/>
              <a:t>做介紹，接下來會講面臨到的問題，與解決方法，最後會展示結果跟結論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503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首先介紹</a:t>
            </a:r>
            <a:r>
              <a:rPr lang="en-US" altLang="zh-TW" dirty="0"/>
              <a:t>Germline </a:t>
            </a:r>
            <a:r>
              <a:rPr lang="zh-TW" altLang="en-US" dirty="0"/>
              <a:t>和 </a:t>
            </a:r>
            <a:r>
              <a:rPr lang="en-US" altLang="zh-TW" dirty="0"/>
              <a:t>Somatic </a:t>
            </a:r>
            <a:r>
              <a:rPr lang="zh-TW" altLang="en-US" dirty="0"/>
              <a:t>突變是甚麼</a:t>
            </a:r>
            <a:br>
              <a:rPr lang="en-US" altLang="zh-TW" dirty="0"/>
            </a:br>
            <a:r>
              <a:rPr lang="zh-TW" altLang="en-US" dirty="0"/>
              <a:t>父母的精子卵子都會有一些各自的突變</a:t>
            </a:r>
            <a:endParaRPr lang="en-US" altLang="zh-TW" dirty="0"/>
          </a:p>
          <a:p>
            <a:r>
              <a:rPr lang="zh-TW" altLang="en-US" dirty="0"/>
              <a:t>這些突變結合成一個胚胎，直到長大都存在</a:t>
            </a:r>
            <a:br>
              <a:rPr lang="en-US" altLang="zh-TW" dirty="0"/>
            </a:br>
            <a:r>
              <a:rPr lang="zh-TW" altLang="en-US" dirty="0"/>
              <a:t>這種遺傳性的突變我們稱之為</a:t>
            </a:r>
            <a:r>
              <a:rPr lang="en-US" altLang="zh-TW" dirty="0"/>
              <a:t>germline</a:t>
            </a:r>
            <a:br>
              <a:rPr lang="en-US" altLang="zh-TW" dirty="0"/>
            </a:br>
            <a:r>
              <a:rPr lang="zh-TW" altLang="en-US" dirty="0"/>
              <a:t>另外在長大個過程中可能會增加一些新的突變</a:t>
            </a:r>
            <a:br>
              <a:rPr lang="en-US" altLang="zh-TW" dirty="0"/>
            </a:br>
            <a:r>
              <a:rPr lang="zh-TW" altLang="en-US" dirty="0"/>
              <a:t>這些突變稱之為</a:t>
            </a:r>
            <a:r>
              <a:rPr lang="en-US" altLang="zh-TW" dirty="0"/>
              <a:t>somatic</a:t>
            </a:r>
            <a:br>
              <a:rPr lang="en-US" altLang="zh-TW" dirty="0"/>
            </a:br>
            <a:r>
              <a:rPr lang="zh-TW" altLang="en-US" dirty="0"/>
              <a:t>而</a:t>
            </a:r>
            <a:r>
              <a:rPr lang="en-US" altLang="zh-TW" dirty="0"/>
              <a:t>germline </a:t>
            </a:r>
            <a:r>
              <a:rPr lang="zh-TW" altLang="en-US" dirty="0"/>
              <a:t>可以繼續引響後代，</a:t>
            </a:r>
            <a:r>
              <a:rPr lang="en-US" altLang="zh-TW" dirty="0"/>
              <a:t>Somatic</a:t>
            </a:r>
            <a:r>
              <a:rPr lang="zh-TW" altLang="en-US" dirty="0"/>
              <a:t>則不會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了解了這兩種突變，要來看現行軟體怎麼偵測和使用的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1833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一個樣本經過</a:t>
            </a:r>
            <a:r>
              <a:rPr lang="en-US" altLang="zh-TW" dirty="0"/>
              <a:t>long</a:t>
            </a:r>
            <a:r>
              <a:rPr lang="zh-TW" altLang="en-US" dirty="0"/>
              <a:t> </a:t>
            </a:r>
            <a:r>
              <a:rPr lang="en-US" altLang="zh-TW" dirty="0"/>
              <a:t>read</a:t>
            </a:r>
            <a:r>
              <a:rPr lang="zh-TW" altLang="en-US" dirty="0"/>
              <a:t>基因定序取得出基因序列</a:t>
            </a:r>
            <a:br>
              <a:rPr lang="en-US" altLang="zh-TW" dirty="0"/>
            </a:br>
            <a:r>
              <a:rPr lang="zh-TW" altLang="en-US" dirty="0"/>
              <a:t>混亂的序列利用</a:t>
            </a:r>
            <a:r>
              <a:rPr lang="en-US" altLang="zh-TW" dirty="0"/>
              <a:t>phasing</a:t>
            </a:r>
            <a:r>
              <a:rPr lang="zh-TW" altLang="en-US" dirty="0"/>
              <a:t>將這些基因序列分成兩堆</a:t>
            </a:r>
            <a:br>
              <a:rPr lang="en-US" altLang="zh-TW" dirty="0"/>
            </a:br>
            <a:r>
              <a:rPr lang="zh-TW" altLang="en-US" dirty="0"/>
              <a:t>這兩堆基因序列就可以知道父系的</a:t>
            </a:r>
            <a:r>
              <a:rPr lang="en-US" altLang="zh-TW" dirty="0"/>
              <a:t>haplotype</a:t>
            </a:r>
            <a:r>
              <a:rPr lang="zh-TW" altLang="en-US" dirty="0"/>
              <a:t>是</a:t>
            </a:r>
            <a:r>
              <a:rPr lang="en-US" altLang="zh-TW" dirty="0"/>
              <a:t>AGGC</a:t>
            </a:r>
            <a:r>
              <a:rPr lang="zh-TW" altLang="en-US" dirty="0"/>
              <a:t>這樣的組成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實務上定序可能還是會有些錯誤，就是中間黃色的</a:t>
            </a:r>
            <a:endParaRPr lang="en-US" altLang="zh-TW" dirty="0"/>
          </a:p>
          <a:p>
            <a:r>
              <a:rPr lang="zh-TW" altLang="en-US" dirty="0"/>
              <a:t>那要怎麼辨識出這是一個定序錯誤</a:t>
            </a:r>
            <a:br>
              <a:rPr lang="en-US" altLang="zh-TW" dirty="0"/>
            </a:br>
            <a:r>
              <a:rPr lang="zh-TW" altLang="en-US" dirty="0"/>
              <a:t>就需要使用到</a:t>
            </a:r>
            <a:r>
              <a:rPr lang="en-US" altLang="zh-TW" dirty="0"/>
              <a:t>phasing</a:t>
            </a:r>
            <a:r>
              <a:rPr lang="zh-TW" altLang="en-US" dirty="0"/>
              <a:t>將序列分成兩群</a:t>
            </a:r>
            <a:br>
              <a:rPr lang="en-US" altLang="zh-TW" dirty="0"/>
            </a:br>
            <a:r>
              <a:rPr lang="zh-TW" altLang="en-US" dirty="0"/>
              <a:t>因為正常的</a:t>
            </a:r>
            <a:r>
              <a:rPr lang="en-US" altLang="zh-TW" dirty="0"/>
              <a:t>germline</a:t>
            </a:r>
            <a:r>
              <a:rPr lang="zh-TW" altLang="en-US" dirty="0"/>
              <a:t> </a:t>
            </a:r>
            <a:r>
              <a:rPr lang="en-US" altLang="zh-TW" dirty="0"/>
              <a:t>variant</a:t>
            </a:r>
            <a:r>
              <a:rPr lang="zh-TW" altLang="en-US" dirty="0"/>
              <a:t> 應該要是明顯出現在</a:t>
            </a:r>
            <a:r>
              <a:rPr lang="en-US" altLang="zh-TW" dirty="0"/>
              <a:t>haplotype</a:t>
            </a:r>
            <a:r>
              <a:rPr lang="zh-TW" altLang="en-US" dirty="0"/>
              <a:t>上面</a:t>
            </a:r>
            <a:br>
              <a:rPr lang="en-US" altLang="zh-TW" dirty="0"/>
            </a:br>
            <a:r>
              <a:rPr lang="zh-TW" altLang="en-US" dirty="0"/>
              <a:t>可以看到中間的定序錯誤出現在兩個</a:t>
            </a:r>
            <a:r>
              <a:rPr lang="en-US" altLang="zh-TW" dirty="0"/>
              <a:t>haplotype</a:t>
            </a:r>
            <a:r>
              <a:rPr lang="zh-TW" altLang="en-US" dirty="0"/>
              <a:t>上又是混亂的狀況</a:t>
            </a:r>
            <a:endParaRPr lang="en-US" altLang="zh-TW" dirty="0"/>
          </a:p>
          <a:p>
            <a:r>
              <a:rPr lang="zh-TW" altLang="en-US" dirty="0"/>
              <a:t>那現行的軟體</a:t>
            </a:r>
            <a:r>
              <a:rPr lang="en-US" altLang="zh-TW" dirty="0" err="1"/>
              <a:t>deepvariant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/>
              <a:t>clair3</a:t>
            </a:r>
            <a:r>
              <a:rPr lang="zh-TW" altLang="en-US" dirty="0"/>
              <a:t>就可以利用這個資訊排除錯誤</a:t>
            </a:r>
            <a:endParaRPr lang="en-US" altLang="zh-TW" dirty="0"/>
          </a:p>
          <a:p>
            <a:r>
              <a:rPr lang="zh-TW" altLang="en-US" dirty="0"/>
              <a:t>而偵測出</a:t>
            </a:r>
            <a:r>
              <a:rPr lang="en-US" altLang="zh-TW" dirty="0"/>
              <a:t>CGTA</a:t>
            </a:r>
            <a:r>
              <a:rPr lang="zh-TW" altLang="en-US" dirty="0"/>
              <a:t>這些</a:t>
            </a:r>
            <a:r>
              <a:rPr lang="en-US" altLang="zh-TW" dirty="0"/>
              <a:t>germline</a:t>
            </a:r>
            <a:r>
              <a:rPr lang="zh-TW" altLang="en-US" dirty="0"/>
              <a:t>突變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接下來說明</a:t>
            </a:r>
            <a:r>
              <a:rPr lang="en-US" altLang="zh-TW" dirty="0"/>
              <a:t>somatic</a:t>
            </a:r>
            <a:r>
              <a:rPr lang="zh-TW" altLang="en-US" dirty="0"/>
              <a:t>怎麼偵測突變</a:t>
            </a:r>
            <a:br>
              <a:rPr lang="en-US" altLang="zh-TW" dirty="0"/>
            </a:b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119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Somatic </a:t>
            </a:r>
            <a:r>
              <a:rPr lang="zh-TW" altLang="en-US" dirty="0"/>
              <a:t>偵測就需要使用</a:t>
            </a:r>
            <a:r>
              <a:rPr lang="en-US" altLang="zh-TW" dirty="0"/>
              <a:t>Tumor</a:t>
            </a:r>
            <a:r>
              <a:rPr lang="zh-TW" altLang="en-US" dirty="0"/>
              <a:t>細胞，進行定序取得</a:t>
            </a:r>
            <a:r>
              <a:rPr lang="zh-TW" altLang="en-US" b="0" dirty="0"/>
              <a:t>序列，</a:t>
            </a:r>
            <a:endParaRPr lang="en-US" altLang="zh-TW" b="0" dirty="0"/>
          </a:p>
          <a:p>
            <a:r>
              <a:rPr lang="zh-TW" altLang="en-US" b="0" dirty="0"/>
              <a:t>再進行偵測，可以發現到偵測出來的可能不只</a:t>
            </a:r>
            <a:r>
              <a:rPr lang="en-US" altLang="zh-TW" b="0" dirty="0"/>
              <a:t>somatic</a:t>
            </a:r>
            <a:r>
              <a:rPr lang="zh-TW" altLang="en-US" b="0" dirty="0"/>
              <a:t>還包含</a:t>
            </a:r>
            <a:r>
              <a:rPr lang="en-US" altLang="zh-TW" b="0" dirty="0"/>
              <a:t>germline</a:t>
            </a:r>
            <a:r>
              <a:rPr lang="zh-TW" altLang="en-US" b="0" dirty="0"/>
              <a:t>和</a:t>
            </a:r>
            <a:r>
              <a:rPr lang="en-US" altLang="zh-TW" b="0" dirty="0"/>
              <a:t>error</a:t>
            </a:r>
          </a:p>
          <a:p>
            <a:r>
              <a:rPr lang="zh-TW" altLang="en-US" dirty="0"/>
              <a:t>當然這些不是期望獲得的結果</a:t>
            </a:r>
            <a:endParaRPr lang="en-US" altLang="zh-TW" dirty="0"/>
          </a:p>
          <a:p>
            <a:r>
              <a:rPr lang="zh-TW" altLang="en-US" dirty="0"/>
              <a:t>這時候可以拿同個體的</a:t>
            </a:r>
            <a:r>
              <a:rPr lang="en-US" altLang="zh-TW" dirty="0"/>
              <a:t>normal</a:t>
            </a:r>
            <a:r>
              <a:rPr lang="zh-TW" altLang="en-US" dirty="0"/>
              <a:t>細胞，也進行定序取得突變</a:t>
            </a:r>
            <a:endParaRPr lang="en-US" altLang="zh-TW" dirty="0"/>
          </a:p>
          <a:p>
            <a:r>
              <a:rPr lang="zh-TW" altLang="en-US" dirty="0"/>
              <a:t>比對</a:t>
            </a:r>
            <a:r>
              <a:rPr lang="en-US" altLang="zh-TW" dirty="0"/>
              <a:t>Tumor</a:t>
            </a:r>
            <a:r>
              <a:rPr lang="zh-TW" altLang="en-US" dirty="0"/>
              <a:t>的突變來去除</a:t>
            </a:r>
            <a:r>
              <a:rPr lang="en-US" altLang="zh-TW" dirty="0"/>
              <a:t>germline</a:t>
            </a:r>
          </a:p>
          <a:p>
            <a:r>
              <a:rPr lang="zh-TW" altLang="en-US" dirty="0"/>
              <a:t>定序錯誤一樣可以利用</a:t>
            </a:r>
            <a:r>
              <a:rPr lang="en-US" altLang="zh-TW" dirty="0"/>
              <a:t>phasing</a:t>
            </a:r>
            <a:r>
              <a:rPr lang="zh-TW" altLang="en-US" dirty="0"/>
              <a:t>來看是不是混亂的狀況</a:t>
            </a:r>
            <a:endParaRPr lang="en-US" altLang="zh-TW" dirty="0"/>
          </a:p>
          <a:p>
            <a:r>
              <a:rPr lang="zh-TW" altLang="en-US" dirty="0"/>
              <a:t>經過</a:t>
            </a:r>
            <a:r>
              <a:rPr lang="en-US" altLang="zh-TW" dirty="0" err="1"/>
              <a:t>deepsomatic</a:t>
            </a:r>
            <a:r>
              <a:rPr lang="en-US" altLang="zh-TW" dirty="0"/>
              <a:t> ,</a:t>
            </a:r>
            <a:r>
              <a:rPr lang="en-US" altLang="zh-TW" dirty="0" err="1"/>
              <a:t>clairs</a:t>
            </a:r>
            <a:r>
              <a:rPr lang="en-US" altLang="zh-TW" dirty="0"/>
              <a:t> </a:t>
            </a:r>
            <a:r>
              <a:rPr lang="zh-TW" altLang="en-US" dirty="0"/>
              <a:t>或</a:t>
            </a:r>
            <a:r>
              <a:rPr lang="en-US" altLang="zh-TW" dirty="0" err="1"/>
              <a:t>serverus</a:t>
            </a:r>
            <a:r>
              <a:rPr lang="en-US" altLang="zh-TW" dirty="0"/>
              <a:t> </a:t>
            </a:r>
            <a:r>
              <a:rPr lang="zh-TW" altLang="en-US" dirty="0"/>
              <a:t>去預測</a:t>
            </a:r>
            <a:r>
              <a:rPr lang="en-US" altLang="zh-TW" dirty="0"/>
              <a:t>somatic</a:t>
            </a:r>
            <a:r>
              <a:rPr lang="zh-TW" altLang="en-US" dirty="0"/>
              <a:t> 突變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5826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那現實有很多額外的考量因素</a:t>
            </a:r>
            <a:br>
              <a:rPr lang="en-US" altLang="zh-TW" dirty="0"/>
            </a:br>
            <a:r>
              <a:rPr lang="zh-TW" altLang="en-US" dirty="0"/>
              <a:t>可能成本問題或疾病的特性無法取得</a:t>
            </a:r>
            <a:r>
              <a:rPr lang="en-US" altLang="zh-TW" dirty="0"/>
              <a:t>normal pair</a:t>
            </a:r>
            <a:r>
              <a:rPr lang="zh-TW" altLang="en-US" dirty="0"/>
              <a:t>的資料</a:t>
            </a:r>
            <a:br>
              <a:rPr lang="en-US" altLang="zh-TW" dirty="0"/>
            </a:br>
            <a:r>
              <a:rPr lang="zh-TW" altLang="en-US" dirty="0"/>
              <a:t>這時候需要考慮</a:t>
            </a:r>
            <a:r>
              <a:rPr lang="en-US" altLang="zh-TW" dirty="0"/>
              <a:t>tumor only </a:t>
            </a:r>
            <a:r>
              <a:rPr lang="zh-TW" altLang="en-US" dirty="0"/>
              <a:t>的情況下要怎麼運作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一樣使用基因定序取得序列，一樣會包含不要的</a:t>
            </a:r>
            <a:r>
              <a:rPr lang="en-US" altLang="zh-TW" dirty="0"/>
              <a:t>germline</a:t>
            </a:r>
            <a:r>
              <a:rPr lang="zh-TW" altLang="en-US" dirty="0"/>
              <a:t>和</a:t>
            </a:r>
            <a:r>
              <a:rPr lang="en-US" altLang="zh-TW" dirty="0"/>
              <a:t>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這時候使用公開資料庫可以取得一些常見的</a:t>
            </a:r>
            <a:r>
              <a:rPr lang="en-US" altLang="zh-TW" dirty="0"/>
              <a:t>germline</a:t>
            </a:r>
            <a:r>
              <a:rPr lang="zh-TW" altLang="en-US" dirty="0"/>
              <a:t>來進行過濾</a:t>
            </a:r>
            <a:br>
              <a:rPr lang="en-US" altLang="zh-TW" dirty="0"/>
            </a:br>
            <a:r>
              <a:rPr lang="zh-TW" altLang="en-US" dirty="0"/>
              <a:t>定序錯誤一樣利用</a:t>
            </a:r>
            <a:r>
              <a:rPr lang="en-US" altLang="zh-TW" dirty="0"/>
              <a:t>phase</a:t>
            </a:r>
            <a:r>
              <a:rPr lang="zh-TW" altLang="en-US" dirty="0"/>
              <a:t>來看定序錯誤是不是混亂的狀況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經過</a:t>
            </a:r>
            <a:r>
              <a:rPr lang="en-US" altLang="zh-TW" dirty="0" err="1"/>
              <a:t>deepsomatic</a:t>
            </a:r>
            <a:r>
              <a:rPr lang="en-US" altLang="zh-TW" dirty="0"/>
              <a:t>(to) ,</a:t>
            </a:r>
            <a:r>
              <a:rPr lang="en-US" altLang="zh-TW" dirty="0" err="1"/>
              <a:t>clairs</a:t>
            </a:r>
            <a:r>
              <a:rPr lang="en-US" altLang="zh-TW" dirty="0"/>
              <a:t>-TO, Severus</a:t>
            </a:r>
            <a:r>
              <a:rPr lang="zh-TW" altLang="en-US" dirty="0"/>
              <a:t>去預測</a:t>
            </a:r>
            <a:r>
              <a:rPr lang="en-US" altLang="zh-TW" dirty="0"/>
              <a:t>somatic</a:t>
            </a:r>
            <a:r>
              <a:rPr lang="zh-TW" altLang="en-US" dirty="0"/>
              <a:t> 突變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這個預測結果相比</a:t>
            </a:r>
            <a:r>
              <a:rPr lang="en-US" altLang="zh-TW" dirty="0"/>
              <a:t>tumor-normal</a:t>
            </a:r>
            <a:r>
              <a:rPr lang="zh-TW" altLang="en-US" dirty="0"/>
              <a:t> </a:t>
            </a:r>
            <a:r>
              <a:rPr lang="en-US" altLang="zh-TW" dirty="0"/>
              <a:t>pair</a:t>
            </a:r>
            <a:r>
              <a:rPr lang="zh-TW" altLang="en-US" dirty="0"/>
              <a:t> 方式就會差了一點</a:t>
            </a:r>
            <a:br>
              <a:rPr lang="en-US" altLang="zh-TW" dirty="0"/>
            </a:br>
            <a:r>
              <a:rPr lang="zh-TW" altLang="en-US" dirty="0"/>
              <a:t>偵測的準確率是值得攻克的問題</a:t>
            </a:r>
            <a:br>
              <a:rPr lang="en-US" altLang="zh-TW" dirty="0"/>
            </a:b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這個過程可以看到不管是</a:t>
            </a:r>
            <a:r>
              <a:rPr lang="en-US" altLang="zh-TW" dirty="0"/>
              <a:t>germline</a:t>
            </a:r>
            <a:r>
              <a:rPr lang="zh-TW" altLang="en-US" dirty="0"/>
              <a:t> 到</a:t>
            </a:r>
            <a:r>
              <a:rPr lang="en-US" altLang="zh-TW" dirty="0"/>
              <a:t>somatic </a:t>
            </a:r>
            <a:r>
              <a:rPr lang="zh-TW" altLang="en-US" dirty="0"/>
              <a:t>偵測軟體都需要</a:t>
            </a:r>
            <a:r>
              <a:rPr lang="en-US" altLang="zh-TW" dirty="0"/>
              <a:t>phasing</a:t>
            </a:r>
            <a:r>
              <a:rPr lang="zh-TW" altLang="en-US" dirty="0"/>
              <a:t>來幫助</a:t>
            </a:r>
            <a:br>
              <a:rPr lang="en-US" altLang="zh-TW" dirty="0"/>
            </a:br>
            <a:r>
              <a:rPr lang="zh-TW" altLang="en-US" dirty="0"/>
              <a:t>基於</a:t>
            </a:r>
            <a:r>
              <a:rPr lang="en-US" altLang="zh-TW" dirty="0"/>
              <a:t>phasing</a:t>
            </a:r>
            <a:r>
              <a:rPr lang="zh-TW" altLang="en-US" dirty="0"/>
              <a:t>在</a:t>
            </a:r>
            <a:r>
              <a:rPr lang="en-US" altLang="zh-TW" dirty="0"/>
              <a:t>calling </a:t>
            </a:r>
            <a:r>
              <a:rPr lang="zh-TW" altLang="en-US" dirty="0"/>
              <a:t>的成功案例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開始思考是不是可以開發一個</a:t>
            </a:r>
            <a:r>
              <a:rPr lang="en-US" altLang="zh-TW" dirty="0"/>
              <a:t>tumor-only phase</a:t>
            </a:r>
            <a:r>
              <a:rPr lang="zh-TW" altLang="en-US" dirty="0"/>
              <a:t>的軟體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905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細胞會有初始的突變，經過演變開始有第一個</a:t>
            </a:r>
            <a:r>
              <a:rPr lang="en-US" altLang="zh-TW" dirty="0"/>
              <a:t>somatic</a:t>
            </a:r>
            <a:r>
              <a:rPr lang="zh-TW" altLang="en-US" dirty="0"/>
              <a:t>的</a:t>
            </a:r>
            <a:r>
              <a:rPr lang="en-US" altLang="zh-TW" dirty="0"/>
              <a:t>clonal</a:t>
            </a:r>
            <a:r>
              <a:rPr lang="zh-TW" altLang="en-US" dirty="0"/>
              <a:t>的出現</a:t>
            </a:r>
            <a:endParaRPr lang="en-US" altLang="zh-TW" dirty="0"/>
          </a:p>
          <a:p>
            <a:r>
              <a:rPr lang="zh-TW" altLang="en-US" dirty="0"/>
              <a:t>後再演變出不同的</a:t>
            </a:r>
            <a:r>
              <a:rPr lang="en-US" altLang="zh-TW" dirty="0" err="1"/>
              <a:t>subclonal</a:t>
            </a:r>
            <a:endParaRPr lang="en-US" altLang="zh-TW" dirty="0"/>
          </a:p>
          <a:p>
            <a:r>
              <a:rPr lang="zh-TW" altLang="en-US" dirty="0"/>
              <a:t>現行的</a:t>
            </a:r>
            <a:r>
              <a:rPr lang="en-US" altLang="zh-TW" dirty="0"/>
              <a:t>phasing</a:t>
            </a:r>
            <a:r>
              <a:rPr lang="zh-TW" altLang="en-US" dirty="0"/>
              <a:t>軟體</a:t>
            </a:r>
            <a:r>
              <a:rPr lang="en-US" altLang="zh-TW" dirty="0" err="1"/>
              <a:t>WhatsHap</a:t>
            </a:r>
            <a:r>
              <a:rPr lang="en-US" altLang="zh-TW" dirty="0"/>
              <a:t>, LongPhase,</a:t>
            </a:r>
            <a:r>
              <a:rPr lang="zh-TW" altLang="en-US" dirty="0"/>
              <a:t> </a:t>
            </a:r>
            <a:r>
              <a:rPr lang="en-US" altLang="zh-TW" dirty="0"/>
              <a:t>HapCut2 </a:t>
            </a:r>
            <a:r>
              <a:rPr lang="zh-TW" altLang="en-US" dirty="0"/>
              <a:t>都只能輸出</a:t>
            </a:r>
            <a:r>
              <a:rPr lang="en-US" altLang="zh-TW" dirty="0"/>
              <a:t>germline </a:t>
            </a:r>
            <a:r>
              <a:rPr lang="zh-TW" altLang="en-US" dirty="0"/>
              <a:t>的</a:t>
            </a:r>
            <a:r>
              <a:rPr lang="en-US" altLang="zh-TW" dirty="0"/>
              <a:t>haplotype</a:t>
            </a:r>
          </a:p>
          <a:p>
            <a:r>
              <a:rPr lang="en-US" altLang="zh-TW" dirty="0"/>
              <a:t>Somatic haplotype</a:t>
            </a:r>
            <a:r>
              <a:rPr lang="zh-TW" altLang="en-US" dirty="0"/>
              <a:t>是基於</a:t>
            </a:r>
            <a:r>
              <a:rPr lang="en-US" altLang="zh-TW" dirty="0"/>
              <a:t>germline</a:t>
            </a:r>
            <a:r>
              <a:rPr lang="zh-TW" altLang="en-US" dirty="0"/>
              <a:t>的子分類</a:t>
            </a:r>
            <a:br>
              <a:rPr lang="en-US" altLang="zh-TW" dirty="0"/>
            </a:br>
            <a:r>
              <a:rPr lang="zh-TW" altLang="en-US" dirty="0"/>
              <a:t>可以看到</a:t>
            </a:r>
            <a:r>
              <a:rPr lang="en-US" altLang="zh-TW" dirty="0"/>
              <a:t>hp2 </a:t>
            </a:r>
            <a:r>
              <a:rPr lang="zh-TW" altLang="en-US" dirty="0"/>
              <a:t>演變成</a:t>
            </a:r>
            <a:r>
              <a:rPr lang="en-US" altLang="zh-TW" dirty="0"/>
              <a:t>hp2-1 </a:t>
            </a:r>
            <a:r>
              <a:rPr lang="zh-TW" altLang="en-US" dirty="0"/>
              <a:t>再次演變成</a:t>
            </a:r>
            <a:r>
              <a:rPr lang="en-US" altLang="zh-TW" dirty="0"/>
              <a:t>2-1-1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而這些資訊其實都藏在其中，缺少了能夠</a:t>
            </a:r>
            <a:r>
              <a:rPr lang="en-US" altLang="zh-TW" dirty="0"/>
              <a:t>phasing somatic </a:t>
            </a:r>
            <a:r>
              <a:rPr lang="zh-TW" altLang="en-US" dirty="0"/>
              <a:t>的軟體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那為甚麼</a:t>
            </a:r>
            <a:r>
              <a:rPr lang="en-US" altLang="zh-TW" dirty="0"/>
              <a:t>somatic haplotype</a:t>
            </a:r>
            <a:r>
              <a:rPr lang="zh-TW" altLang="en-US" dirty="0"/>
              <a:t>重要呢</a:t>
            </a:r>
            <a:endParaRPr lang="en-US" altLang="zh-TW" dirty="0"/>
          </a:p>
          <a:p>
            <a:r>
              <a:rPr lang="zh-TW" altLang="en-US" dirty="0"/>
              <a:t>不同突變組合在不同單倍型會有不同用藥選擇</a:t>
            </a:r>
            <a:endParaRPr lang="en-US" altLang="zh-TW" dirty="0"/>
          </a:p>
          <a:p>
            <a:r>
              <a:rPr lang="zh-TW" altLang="en-US" dirty="0"/>
              <a:t>以這個例子來說突變在不同</a:t>
            </a:r>
            <a:r>
              <a:rPr lang="en-US" altLang="zh-TW" dirty="0"/>
              <a:t>haplotype</a:t>
            </a:r>
            <a:r>
              <a:rPr lang="zh-TW" altLang="en-US" dirty="0"/>
              <a:t>上可以使用</a:t>
            </a:r>
            <a:r>
              <a:rPr lang="en-US" altLang="zh-TW" dirty="0"/>
              <a:t>1</a:t>
            </a:r>
            <a:r>
              <a:rPr lang="zh-TW" altLang="en-US" dirty="0"/>
              <a:t>代或是</a:t>
            </a:r>
            <a:r>
              <a:rPr lang="en-US" altLang="zh-TW" dirty="0"/>
              <a:t>3</a:t>
            </a:r>
            <a:r>
              <a:rPr lang="zh-TW" altLang="en-US" dirty="0"/>
              <a:t>代的標靶藥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若是在同一個</a:t>
            </a:r>
            <a:r>
              <a:rPr lang="en-US" altLang="zh-TW" dirty="0"/>
              <a:t>haplotype</a:t>
            </a:r>
            <a:r>
              <a:rPr lang="zh-TW" altLang="en-US" dirty="0"/>
              <a:t>上就只能</a:t>
            </a:r>
            <a:r>
              <a:rPr lang="en-US" altLang="zh-TW" dirty="0"/>
              <a:t>3</a:t>
            </a:r>
            <a:r>
              <a:rPr lang="zh-TW" altLang="en-US" dirty="0"/>
              <a:t>代的標靶藥才有用</a:t>
            </a:r>
            <a:br>
              <a:rPr lang="en-US" altLang="zh-TW" dirty="0"/>
            </a:br>
            <a:r>
              <a:rPr lang="zh-TW" altLang="en-US" dirty="0"/>
              <a:t>因此需要開發一個</a:t>
            </a:r>
            <a:r>
              <a:rPr lang="en-US" altLang="zh-TW" dirty="0"/>
              <a:t>tumor</a:t>
            </a:r>
            <a:r>
              <a:rPr lang="zh-TW" altLang="en-US" dirty="0"/>
              <a:t> </a:t>
            </a:r>
            <a:r>
              <a:rPr lang="en-US" altLang="zh-TW" dirty="0"/>
              <a:t>phasing</a:t>
            </a:r>
            <a:r>
              <a:rPr lang="zh-TW" altLang="en-US" dirty="0"/>
              <a:t>的軟體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除此之外</a:t>
            </a:r>
            <a:r>
              <a:rPr lang="en-US" altLang="zh-TW" dirty="0"/>
              <a:t>tumor</a:t>
            </a:r>
            <a:r>
              <a:rPr lang="zh-TW" altLang="en-US" dirty="0"/>
              <a:t> </a:t>
            </a:r>
            <a:r>
              <a:rPr lang="en-US" altLang="zh-TW" dirty="0"/>
              <a:t>phasing</a:t>
            </a:r>
            <a:r>
              <a:rPr lang="zh-TW" altLang="en-US" dirty="0"/>
              <a:t>還是面臨不同的挑戰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208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從</a:t>
            </a:r>
            <a:r>
              <a:rPr lang="en-US" altLang="zh-TW" dirty="0"/>
              <a:t>tumor </a:t>
            </a:r>
            <a:r>
              <a:rPr lang="zh-TW" altLang="en-US" dirty="0"/>
              <a:t>細胞中可以看到有染色體等級的</a:t>
            </a:r>
            <a:r>
              <a:rPr lang="en-US" altLang="zh-TW" dirty="0" err="1"/>
              <a:t>loh</a:t>
            </a:r>
            <a:endParaRPr lang="en-US" altLang="zh-TW" dirty="0"/>
          </a:p>
          <a:p>
            <a:r>
              <a:rPr lang="zh-TW" altLang="en-US" dirty="0"/>
              <a:t>經過基因定序後呈現如此</a:t>
            </a:r>
            <a:endParaRPr lang="en-US" altLang="zh-TW" dirty="0"/>
          </a:p>
          <a:p>
            <a:r>
              <a:rPr lang="zh-TW" altLang="en-US" dirty="0"/>
              <a:t>現行的</a:t>
            </a:r>
            <a:r>
              <a:rPr lang="en-US" altLang="zh-TW" dirty="0"/>
              <a:t>phasing </a:t>
            </a:r>
            <a:r>
              <a:rPr lang="zh-TW" altLang="en-US" dirty="0"/>
              <a:t>軟體無法跨越</a:t>
            </a:r>
            <a:r>
              <a:rPr lang="en-US" altLang="zh-TW" dirty="0" err="1"/>
              <a:t>loh</a:t>
            </a:r>
            <a:r>
              <a:rPr lang="zh-TW" altLang="en-US" dirty="0"/>
              <a:t>的區域</a:t>
            </a:r>
            <a:endParaRPr lang="en-US" altLang="zh-TW" dirty="0"/>
          </a:p>
          <a:p>
            <a:r>
              <a:rPr lang="zh-TW" altLang="en-US" dirty="0"/>
              <a:t>但其實應該要可以</a:t>
            </a:r>
            <a:r>
              <a:rPr lang="en-US" altLang="zh-TW" dirty="0"/>
              <a:t>phasing</a:t>
            </a:r>
            <a:r>
              <a:rPr lang="zh-TW" altLang="en-US" dirty="0"/>
              <a:t>出來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另外現行的</a:t>
            </a:r>
            <a:r>
              <a:rPr lang="en-US" altLang="zh-TW" dirty="0" err="1"/>
              <a:t>loh</a:t>
            </a:r>
            <a:r>
              <a:rPr lang="zh-TW" altLang="en-US" dirty="0"/>
              <a:t>偵測軟體常會受到不同</a:t>
            </a:r>
            <a:r>
              <a:rPr lang="en-US" altLang="zh-TW" dirty="0"/>
              <a:t>copy number</a:t>
            </a:r>
            <a:r>
              <a:rPr lang="zh-TW" altLang="en-US" dirty="0"/>
              <a:t>影響</a:t>
            </a:r>
            <a:br>
              <a:rPr lang="en-US" altLang="zh-TW" dirty="0"/>
            </a:br>
            <a:r>
              <a:rPr lang="zh-TW" altLang="en-US" dirty="0"/>
              <a:t>導致在偵測</a:t>
            </a:r>
            <a:r>
              <a:rPr lang="en-US" altLang="zh-TW" dirty="0"/>
              <a:t> </a:t>
            </a:r>
            <a:r>
              <a:rPr lang="en-US" altLang="zh-TW" dirty="0" err="1"/>
              <a:t>loh</a:t>
            </a:r>
            <a:r>
              <a:rPr lang="zh-TW" altLang="en-US" dirty="0"/>
              <a:t>的區域被切割</a:t>
            </a:r>
            <a:br>
              <a:rPr lang="en-US" altLang="zh-TW" dirty="0"/>
            </a:br>
            <a:r>
              <a:rPr lang="zh-TW" altLang="en-US" dirty="0"/>
              <a:t>實際上應該是一個超大片段染色體等級的</a:t>
            </a:r>
            <a:r>
              <a:rPr lang="en-US" altLang="zh-TW" dirty="0" err="1"/>
              <a:t>loh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另外一個挑戰是實務上</a:t>
            </a:r>
            <a:r>
              <a:rPr lang="en-US" altLang="zh-TW" dirty="0"/>
              <a:t>tumor </a:t>
            </a:r>
            <a:r>
              <a:rPr lang="zh-TW" altLang="en-US" dirty="0"/>
              <a:t>細胞不會是</a:t>
            </a:r>
            <a:r>
              <a:rPr lang="en-US" altLang="zh-TW" dirty="0"/>
              <a:t>100%</a:t>
            </a:r>
            <a:r>
              <a:rPr lang="zh-TW" altLang="en-US" dirty="0"/>
              <a:t>純的狀況</a:t>
            </a:r>
            <a:endParaRPr lang="en-US" altLang="zh-TW" dirty="0"/>
          </a:p>
          <a:p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6314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Phasing</a:t>
            </a:r>
            <a:r>
              <a:rPr lang="zh-TW" altLang="en-US" dirty="0"/>
              <a:t>在高</a:t>
            </a:r>
            <a:r>
              <a:rPr lang="en-US" altLang="zh-TW" dirty="0"/>
              <a:t>purity</a:t>
            </a:r>
            <a:r>
              <a:rPr lang="zh-TW" altLang="en-US" dirty="0"/>
              <a:t>可以取得</a:t>
            </a:r>
            <a:r>
              <a:rPr lang="en-US" altLang="zh-TW" dirty="0"/>
              <a:t>somatic</a:t>
            </a:r>
            <a:r>
              <a:rPr lang="zh-TW" altLang="en-US" dirty="0"/>
              <a:t>所基於得</a:t>
            </a:r>
            <a:r>
              <a:rPr lang="en-US" altLang="zh-TW" dirty="0"/>
              <a:t>hp</a:t>
            </a:r>
          </a:p>
          <a:p>
            <a:r>
              <a:rPr lang="zh-TW" altLang="en-US" dirty="0"/>
              <a:t>但若在</a:t>
            </a:r>
            <a:r>
              <a:rPr lang="en-US" altLang="zh-TW" dirty="0"/>
              <a:t>purity </a:t>
            </a:r>
            <a:r>
              <a:rPr lang="zh-TW" altLang="en-US" dirty="0"/>
              <a:t>比較低的地方可能會產生</a:t>
            </a:r>
            <a:r>
              <a:rPr lang="en-US" altLang="zh-TW" dirty="0"/>
              <a:t>phasing</a:t>
            </a:r>
            <a:r>
              <a:rPr lang="zh-TW" altLang="en-US" dirty="0"/>
              <a:t>錯誤</a:t>
            </a:r>
            <a:endParaRPr lang="en-US" altLang="zh-TW" dirty="0"/>
          </a:p>
          <a:p>
            <a:r>
              <a:rPr lang="zh-TW" altLang="en-US" dirty="0"/>
              <a:t>也就是</a:t>
            </a:r>
            <a:r>
              <a:rPr lang="en-US" altLang="zh-TW" dirty="0"/>
              <a:t>C</a:t>
            </a:r>
            <a:r>
              <a:rPr lang="zh-TW" altLang="en-US" dirty="0"/>
              <a:t>本來基於父系的但是卻輸出成母系的</a:t>
            </a:r>
            <a:endParaRPr lang="en-US" altLang="zh-TW" dirty="0"/>
          </a:p>
          <a:p>
            <a:r>
              <a:rPr lang="zh-TW" altLang="en-US" dirty="0"/>
              <a:t>若我們可以知道</a:t>
            </a:r>
            <a:r>
              <a:rPr lang="en-US" altLang="zh-TW" dirty="0"/>
              <a:t>purity</a:t>
            </a:r>
            <a:r>
              <a:rPr lang="zh-TW" altLang="en-US" dirty="0"/>
              <a:t> 就可以針對不同情況去做處理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目前估計方式是將定序後的資料，同時估計</a:t>
            </a:r>
            <a:r>
              <a:rPr lang="en-US" altLang="zh-TW" dirty="0"/>
              <a:t>purity </a:t>
            </a:r>
            <a:r>
              <a:rPr lang="zh-TW" altLang="en-US" dirty="0"/>
              <a:t>和 </a:t>
            </a:r>
            <a:r>
              <a:rPr lang="en-US" altLang="zh-TW" dirty="0"/>
              <a:t>ploidy</a:t>
            </a:r>
            <a:br>
              <a:rPr lang="en-US" altLang="zh-TW" dirty="0"/>
            </a:br>
            <a:r>
              <a:rPr lang="zh-TW" altLang="en-US" dirty="0"/>
              <a:t>來看甚麼樣的組合可能性比較高</a:t>
            </a:r>
            <a:endParaRPr lang="en-US" altLang="zh-TW" dirty="0"/>
          </a:p>
          <a:p>
            <a:r>
              <a:rPr lang="zh-TW" altLang="en-US" dirty="0"/>
              <a:t>可能估計</a:t>
            </a:r>
            <a:r>
              <a:rPr lang="en-US" altLang="zh-TW" dirty="0"/>
              <a:t>purity 0.5</a:t>
            </a:r>
            <a:r>
              <a:rPr lang="zh-TW" altLang="en-US" dirty="0"/>
              <a:t> </a:t>
            </a:r>
            <a:r>
              <a:rPr lang="en-US" altLang="zh-TW" dirty="0"/>
              <a:t>tumor ploidy 3 normal ploidy 2</a:t>
            </a:r>
          </a:p>
          <a:p>
            <a:r>
              <a:rPr lang="zh-TW" altLang="en-US" dirty="0"/>
              <a:t>一個</a:t>
            </a:r>
            <a:r>
              <a:rPr lang="en-US" altLang="zh-TW" dirty="0"/>
              <a:t>3</a:t>
            </a:r>
            <a:r>
              <a:rPr lang="zh-TW" altLang="en-US" dirty="0"/>
              <a:t>倍的是</a:t>
            </a:r>
            <a:r>
              <a:rPr lang="en-US" altLang="zh-TW" dirty="0"/>
              <a:t>tumor cell </a:t>
            </a:r>
            <a:r>
              <a:rPr lang="zh-TW" altLang="en-US" dirty="0"/>
              <a:t>和一個</a:t>
            </a:r>
            <a:r>
              <a:rPr lang="en-US" altLang="zh-TW" dirty="0"/>
              <a:t>normal cell</a:t>
            </a:r>
            <a:r>
              <a:rPr lang="zh-TW" altLang="en-US" dirty="0"/>
              <a:t>是</a:t>
            </a:r>
            <a:r>
              <a:rPr lang="en-US" altLang="zh-TW" dirty="0"/>
              <a:t>2</a:t>
            </a:r>
            <a:r>
              <a:rPr lang="zh-TW" altLang="en-US" dirty="0"/>
              <a:t>倍的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那估計結果合理就輸出</a:t>
            </a:r>
            <a:r>
              <a:rPr lang="en-US" altLang="zh-TW" dirty="0"/>
              <a:t>0.5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r>
              <a:rPr lang="zh-TW" altLang="en-US" dirty="0"/>
              <a:t>現行估計</a:t>
            </a:r>
            <a:r>
              <a:rPr lang="en-US" altLang="zh-TW" dirty="0"/>
              <a:t>purity</a:t>
            </a:r>
            <a:r>
              <a:rPr lang="zh-TW" altLang="en-US" dirty="0"/>
              <a:t>軟體都是使用在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illumina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這種的二代定序平台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r>
              <a:rPr lang="zh-TW" altLang="en-US" dirty="0"/>
              <a:t>所以這篇論文的目標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552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希望使用</a:t>
            </a:r>
            <a:r>
              <a:rPr lang="en-US" altLang="zh-TW" dirty="0"/>
              <a:t>tumor only</a:t>
            </a:r>
            <a:r>
              <a:rPr lang="zh-TW" altLang="en-US" dirty="0"/>
              <a:t>的樣本經過</a:t>
            </a:r>
            <a:r>
              <a:rPr lang="en-US" altLang="zh-TW" dirty="0"/>
              <a:t>long read</a:t>
            </a:r>
            <a:r>
              <a:rPr lang="zh-TW" altLang="en-US" dirty="0"/>
              <a:t>定序</a:t>
            </a:r>
            <a:br>
              <a:rPr lang="en-US" altLang="zh-TW" dirty="0"/>
            </a:br>
            <a:r>
              <a:rPr lang="zh-TW" altLang="en-US" dirty="0"/>
              <a:t>透過新開發的</a:t>
            </a:r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版本</a:t>
            </a:r>
            <a:endParaRPr lang="en-US" altLang="zh-TW" dirty="0"/>
          </a:p>
          <a:p>
            <a:r>
              <a:rPr lang="zh-TW" altLang="en-US" dirty="0"/>
              <a:t>來偵測染色體等級的</a:t>
            </a:r>
            <a:r>
              <a:rPr lang="en-US" altLang="zh-TW" dirty="0" err="1"/>
              <a:t>loh</a:t>
            </a:r>
            <a:endParaRPr lang="en-US" altLang="zh-TW" dirty="0"/>
          </a:p>
          <a:p>
            <a:r>
              <a:rPr lang="zh-TW" altLang="en-US" dirty="0"/>
              <a:t>並且進行</a:t>
            </a:r>
            <a:r>
              <a:rPr lang="en-US" altLang="zh-TW" dirty="0"/>
              <a:t>somatic phasing </a:t>
            </a:r>
            <a:r>
              <a:rPr lang="zh-TW" altLang="en-US" dirty="0"/>
              <a:t>來區分出</a:t>
            </a:r>
            <a:r>
              <a:rPr lang="en-US" altLang="zh-TW" dirty="0"/>
              <a:t>somatic haplotype</a:t>
            </a:r>
            <a:br>
              <a:rPr lang="en-US" altLang="zh-TW" dirty="0"/>
            </a:br>
            <a:r>
              <a:rPr lang="zh-TW" altLang="en-US" dirty="0"/>
              <a:t>最終預估</a:t>
            </a:r>
            <a:r>
              <a:rPr lang="en-US" altLang="zh-TW" dirty="0"/>
              <a:t>tumor purity</a:t>
            </a:r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因為整體流程比較多所以這邊簡單做一個概述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10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首先會先偵測</a:t>
            </a:r>
            <a:r>
              <a:rPr lang="en-US" altLang="zh-TW" dirty="0" err="1"/>
              <a:t>cnv</a:t>
            </a:r>
            <a:r>
              <a:rPr lang="en-US" altLang="zh-TW" dirty="0"/>
              <a:t> </a:t>
            </a:r>
            <a:r>
              <a:rPr lang="en-US" altLang="zh-TW" dirty="0" err="1"/>
              <a:t>bfb</a:t>
            </a:r>
            <a:r>
              <a:rPr lang="zh-TW" altLang="en-US" dirty="0"/>
              <a:t>的區域劃分</a:t>
            </a:r>
            <a:endParaRPr lang="en-US" altLang="zh-TW" dirty="0"/>
          </a:p>
          <a:p>
            <a:r>
              <a:rPr lang="zh-TW" altLang="en-US" dirty="0"/>
              <a:t>再來利用劃分好的區域去偵測染色體等級的</a:t>
            </a:r>
            <a:r>
              <a:rPr lang="en-US" altLang="zh-TW" sz="1200" dirty="0" err="1"/>
              <a:t>Heterozygos</a:t>
            </a:r>
            <a:r>
              <a:rPr lang="zh-TW" altLang="en-US" sz="1200" dirty="0"/>
              <a:t>的缺失</a:t>
            </a:r>
            <a:endParaRPr lang="en-US" altLang="zh-TW" sz="1200" dirty="0"/>
          </a:p>
          <a:p>
            <a:endParaRPr lang="en-US" altLang="zh-TW" sz="1200" dirty="0"/>
          </a:p>
          <a:p>
            <a:r>
              <a:rPr lang="zh-TW" altLang="en-US" sz="1200" dirty="0"/>
              <a:t>偵測完</a:t>
            </a:r>
            <a:r>
              <a:rPr lang="en-US" altLang="zh-TW" sz="1200" dirty="0" err="1"/>
              <a:t>Loh</a:t>
            </a:r>
            <a:r>
              <a:rPr lang="zh-TW" altLang="en-US" sz="1200" dirty="0"/>
              <a:t>後，就會開始進行 </a:t>
            </a:r>
            <a:r>
              <a:rPr lang="en-US" altLang="zh-TW" sz="1200" dirty="0"/>
              <a:t>somatic </a:t>
            </a:r>
            <a:r>
              <a:rPr lang="zh-TW" altLang="en-US" sz="1200" dirty="0"/>
              <a:t>的</a:t>
            </a:r>
            <a:r>
              <a:rPr lang="en-US" altLang="zh-TW" sz="1200" dirty="0"/>
              <a:t>calling</a:t>
            </a:r>
          </a:p>
          <a:p>
            <a:r>
              <a:rPr lang="zh-TW" altLang="en-US" sz="1200" dirty="0"/>
              <a:t>一個細胞裡面可能不同的變異，使用</a:t>
            </a:r>
            <a:r>
              <a:rPr lang="en-US" altLang="zh-TW" sz="1200" dirty="0" err="1"/>
              <a:t>pon</a:t>
            </a:r>
            <a:r>
              <a:rPr lang="zh-TW" altLang="en-US" sz="1200" dirty="0"/>
              <a:t>資料庫</a:t>
            </a:r>
            <a:endParaRPr lang="en-US" altLang="zh-TW" sz="1200" dirty="0"/>
          </a:p>
          <a:p>
            <a:r>
              <a:rPr lang="zh-TW" altLang="en-US" sz="1200" dirty="0"/>
              <a:t>和判斷密集方法來取出較高準確率的</a:t>
            </a:r>
            <a:r>
              <a:rPr lang="en-US" altLang="zh-TW" sz="1200" dirty="0"/>
              <a:t>somatic</a:t>
            </a:r>
            <a:r>
              <a:rPr lang="zh-TW" altLang="en-US" sz="1200" dirty="0"/>
              <a:t>後選</a:t>
            </a:r>
            <a:endParaRPr lang="en-US" altLang="zh-TW" sz="1200" dirty="0"/>
          </a:p>
          <a:p>
            <a:endParaRPr lang="en-US" altLang="zh-TW" sz="1200" dirty="0"/>
          </a:p>
          <a:p>
            <a:r>
              <a:rPr lang="zh-TW" altLang="en-US" sz="1200" dirty="0"/>
              <a:t>再利用</a:t>
            </a:r>
            <a:r>
              <a:rPr lang="en-US" altLang="zh-TW" sz="1200" dirty="0" err="1"/>
              <a:t>somtic</a:t>
            </a:r>
            <a:r>
              <a:rPr lang="zh-TW" altLang="en-US" sz="1200" dirty="0"/>
              <a:t>演變關係進行判斷</a:t>
            </a:r>
            <a:endParaRPr lang="en-US" altLang="zh-TW" sz="1200" dirty="0"/>
          </a:p>
          <a:p>
            <a:r>
              <a:rPr lang="zh-TW" altLang="en-US" sz="1200" dirty="0"/>
              <a:t>從原本的正常細胞，演變出新的</a:t>
            </a:r>
            <a:r>
              <a:rPr lang="en-US" altLang="zh-TW" sz="1200" dirty="0"/>
              <a:t>somatic</a:t>
            </a:r>
          </a:p>
          <a:p>
            <a:r>
              <a:rPr lang="zh-TW" altLang="en-US" sz="1200" dirty="0"/>
              <a:t>以下面定序錯誤黃色的</a:t>
            </a:r>
            <a:r>
              <a:rPr lang="en-US" altLang="zh-TW" sz="1200" dirty="0"/>
              <a:t>A</a:t>
            </a:r>
            <a:r>
              <a:rPr lang="zh-TW" altLang="en-US" sz="1200" dirty="0"/>
              <a:t>為例，原本的路徑是</a:t>
            </a:r>
            <a:r>
              <a:rPr lang="en-US" altLang="zh-TW" sz="1200" dirty="0"/>
              <a:t>AGC</a:t>
            </a:r>
            <a:r>
              <a:rPr lang="zh-TW" altLang="en-US" sz="1200" dirty="0"/>
              <a:t> 和</a:t>
            </a:r>
            <a:r>
              <a:rPr lang="en-US" altLang="zh-TW" sz="1200" dirty="0"/>
              <a:t>GGT</a:t>
            </a:r>
            <a:r>
              <a:rPr lang="zh-TW" altLang="en-US" sz="1200" dirty="0"/>
              <a:t>，但定序錯誤是</a:t>
            </a:r>
            <a:r>
              <a:rPr lang="en-US" altLang="zh-TW" sz="1200" dirty="0"/>
              <a:t>AAT</a:t>
            </a:r>
            <a:br>
              <a:rPr lang="en-US" altLang="zh-TW" sz="1200" dirty="0"/>
            </a:br>
            <a:r>
              <a:rPr lang="zh-TW" altLang="en-US" sz="1200" dirty="0"/>
              <a:t>就會不知道是從哪個路徑演變出來的</a:t>
            </a:r>
            <a:br>
              <a:rPr lang="en-US" altLang="zh-TW" sz="1200" dirty="0"/>
            </a:br>
            <a:r>
              <a:rPr lang="zh-TW" altLang="en-US" sz="1200" dirty="0"/>
              <a:t>棕色的</a:t>
            </a:r>
            <a:r>
              <a:rPr lang="en-US" altLang="zh-TW" sz="1200" dirty="0"/>
              <a:t>G</a:t>
            </a:r>
            <a:r>
              <a:rPr lang="zh-TW" altLang="en-US" sz="1200" dirty="0"/>
              <a:t>是</a:t>
            </a:r>
            <a:r>
              <a:rPr lang="en-US" altLang="zh-TW" sz="1200" dirty="0"/>
              <a:t>somatic </a:t>
            </a:r>
            <a:r>
              <a:rPr lang="zh-TW" altLang="en-US" sz="1200" dirty="0"/>
              <a:t>他就很明顯從</a:t>
            </a:r>
            <a:r>
              <a:rPr lang="en-US" altLang="zh-TW" sz="1200" dirty="0"/>
              <a:t>ATC</a:t>
            </a:r>
            <a:r>
              <a:rPr lang="zh-TW" altLang="en-US" sz="1200" dirty="0"/>
              <a:t>演變出來</a:t>
            </a:r>
            <a:r>
              <a:rPr lang="en-US" altLang="zh-TW" sz="1200" dirty="0"/>
              <a:t>AGC</a:t>
            </a:r>
            <a:r>
              <a:rPr lang="zh-TW" altLang="en-US" sz="1200" dirty="0"/>
              <a:t>的</a:t>
            </a:r>
            <a:endParaRPr lang="en-US" altLang="zh-TW" sz="1200" dirty="0"/>
          </a:p>
          <a:p>
            <a:r>
              <a:rPr lang="zh-TW" altLang="en-US" sz="1200" dirty="0"/>
              <a:t>用這樣的方式去判斷他是不是真的</a:t>
            </a:r>
            <a:r>
              <a:rPr lang="en-US" altLang="zh-TW" sz="1200" dirty="0"/>
              <a:t>somatic</a:t>
            </a:r>
          </a:p>
          <a:p>
            <a:endParaRPr lang="en-US" altLang="zh-TW" sz="1200" dirty="0"/>
          </a:p>
          <a:p>
            <a:r>
              <a:rPr lang="zh-TW" altLang="en-US" sz="1200" dirty="0"/>
              <a:t>有了</a:t>
            </a:r>
            <a:r>
              <a:rPr lang="en-US" altLang="zh-TW" sz="1200" dirty="0" err="1"/>
              <a:t>loh</a:t>
            </a:r>
            <a:r>
              <a:rPr lang="zh-TW" altLang="en-US" sz="1200" dirty="0"/>
              <a:t>區域和</a:t>
            </a:r>
            <a:r>
              <a:rPr lang="en-US" altLang="zh-TW" sz="1200" dirty="0" err="1"/>
              <a:t>somtic</a:t>
            </a:r>
            <a:r>
              <a:rPr lang="zh-TW" altLang="en-US" sz="1200" dirty="0"/>
              <a:t>的位點</a:t>
            </a:r>
            <a:br>
              <a:rPr lang="en-US" altLang="zh-TW" sz="1200" dirty="0"/>
            </a:br>
            <a:r>
              <a:rPr lang="zh-TW" altLang="en-US" sz="1200" dirty="0"/>
              <a:t>就可以來做</a:t>
            </a:r>
            <a:r>
              <a:rPr lang="en-US" altLang="zh-TW" sz="1200" dirty="0"/>
              <a:t>phasing</a:t>
            </a:r>
            <a:r>
              <a:rPr lang="zh-TW" altLang="en-US" sz="1200" dirty="0"/>
              <a:t>，尋找出</a:t>
            </a:r>
            <a:r>
              <a:rPr lang="en-US" altLang="zh-TW" sz="1200" dirty="0"/>
              <a:t>hp</a:t>
            </a:r>
            <a:r>
              <a:rPr lang="zh-TW" altLang="en-US" sz="1200" dirty="0"/>
              <a:t>的路徑</a:t>
            </a:r>
            <a:endParaRPr lang="en-US" altLang="zh-TW" sz="1200" dirty="0"/>
          </a:p>
          <a:p>
            <a:r>
              <a:rPr lang="zh-TW" altLang="en-US" sz="1200" dirty="0"/>
              <a:t>先前錯誤的點就不</a:t>
            </a:r>
            <a:r>
              <a:rPr lang="en-US" altLang="zh-TW" sz="1200" dirty="0"/>
              <a:t>phase</a:t>
            </a:r>
            <a:br>
              <a:rPr lang="en-US" altLang="zh-TW" sz="1200" dirty="0"/>
            </a:br>
            <a:r>
              <a:rPr lang="zh-TW" altLang="en-US" sz="1200" dirty="0"/>
              <a:t>且尋找出</a:t>
            </a:r>
            <a:r>
              <a:rPr lang="en-US" altLang="zh-TW" sz="1200" dirty="0"/>
              <a:t>somatic</a:t>
            </a:r>
            <a:r>
              <a:rPr lang="zh-TW" altLang="en-US" sz="1200" dirty="0"/>
              <a:t>的</a:t>
            </a:r>
            <a:r>
              <a:rPr lang="en-US" altLang="zh-TW" sz="1200" dirty="0"/>
              <a:t>hp</a:t>
            </a:r>
            <a:br>
              <a:rPr lang="en-US" altLang="zh-TW" sz="1200" dirty="0"/>
            </a:br>
            <a:r>
              <a:rPr lang="en-US" altLang="zh-TW" sz="1200" dirty="0" err="1"/>
              <a:t>loh</a:t>
            </a:r>
            <a:r>
              <a:rPr lang="zh-TW" altLang="en-US" sz="1200" dirty="0"/>
              <a:t>的地方可以延伸</a:t>
            </a:r>
            <a:r>
              <a:rPr lang="en-US" altLang="zh-TW" sz="1200" dirty="0"/>
              <a:t>phase</a:t>
            </a:r>
            <a:r>
              <a:rPr lang="zh-TW" altLang="en-US" sz="1200" dirty="0"/>
              <a:t>的距離</a:t>
            </a:r>
            <a:endParaRPr lang="en-US" altLang="zh-TW" sz="1200" dirty="0"/>
          </a:p>
          <a:p>
            <a:r>
              <a:rPr lang="zh-TW" altLang="en-US" sz="1200" dirty="0"/>
              <a:t>最終就可以得到</a:t>
            </a:r>
            <a:r>
              <a:rPr lang="en-US" altLang="zh-TW" sz="1200" dirty="0"/>
              <a:t>tag</a:t>
            </a:r>
            <a:r>
              <a:rPr lang="zh-TW" altLang="en-US" sz="1200" dirty="0"/>
              <a:t>的結果</a:t>
            </a:r>
            <a:br>
              <a:rPr lang="en-US" altLang="zh-TW" sz="1200" dirty="0"/>
            </a:br>
            <a:br>
              <a:rPr lang="en-US" altLang="zh-TW" sz="1200" dirty="0"/>
            </a:br>
            <a:r>
              <a:rPr lang="zh-TW" altLang="en-US" sz="1200" dirty="0"/>
              <a:t>再利用</a:t>
            </a:r>
            <a:r>
              <a:rPr lang="en-US" altLang="zh-TW" sz="1200" dirty="0"/>
              <a:t>read hp</a:t>
            </a:r>
            <a:r>
              <a:rPr lang="zh-TW" altLang="en-US" sz="1200" dirty="0"/>
              <a:t>的資訊去推測</a:t>
            </a:r>
            <a:r>
              <a:rPr lang="en-US" altLang="zh-TW" sz="1200" dirty="0"/>
              <a:t>tumor purity</a:t>
            </a:r>
          </a:p>
          <a:p>
            <a:r>
              <a:rPr lang="zh-TW" altLang="en-US" sz="1200" dirty="0"/>
              <a:t>原本細胞</a:t>
            </a:r>
            <a:r>
              <a:rPr lang="en-US" altLang="zh-TW" sz="1200" dirty="0"/>
              <a:t>hp1 hp2 </a:t>
            </a:r>
            <a:r>
              <a:rPr lang="zh-TW" altLang="en-US" sz="1200" dirty="0"/>
              <a:t>應該是一個平衡的狀態</a:t>
            </a:r>
            <a:br>
              <a:rPr lang="en-US" altLang="zh-TW" sz="1200" dirty="0"/>
            </a:br>
            <a:r>
              <a:rPr lang="zh-TW" altLang="en-US" sz="1200" dirty="0"/>
              <a:t>但有</a:t>
            </a:r>
            <a:r>
              <a:rPr lang="en-US" altLang="zh-TW" sz="1200" dirty="0"/>
              <a:t>somatic</a:t>
            </a:r>
            <a:r>
              <a:rPr lang="zh-TW" altLang="en-US" sz="1200" dirty="0"/>
              <a:t>的出現會改變這個平衡</a:t>
            </a:r>
            <a:br>
              <a:rPr lang="en-US" altLang="zh-TW" sz="1200" dirty="0"/>
            </a:br>
            <a:r>
              <a:rPr lang="zh-TW" altLang="en-US" sz="1200" dirty="0"/>
              <a:t>利用不一樣的比例就可能推測出</a:t>
            </a:r>
            <a:r>
              <a:rPr lang="en-US" altLang="zh-TW" sz="1200" dirty="0"/>
              <a:t>purity</a:t>
            </a:r>
          </a:p>
          <a:p>
            <a:endParaRPr lang="en-US" altLang="zh-TW" sz="1200" dirty="0"/>
          </a:p>
          <a:p>
            <a:r>
              <a:rPr lang="zh-TW" altLang="en-US" sz="1200" dirty="0"/>
              <a:t>接下來開始詳細介紹每個流程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2751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在基因序列中如果想要偵測出染色體等級的</a:t>
            </a:r>
            <a:r>
              <a:rPr lang="en-US" altLang="zh-TW" dirty="0" err="1"/>
              <a:t>loh</a:t>
            </a:r>
            <a:endParaRPr lang="en-US" altLang="zh-TW" dirty="0"/>
          </a:p>
          <a:p>
            <a:r>
              <a:rPr lang="zh-TW" altLang="en-US" dirty="0"/>
              <a:t>就會先需要知道區域的分隔應該在哪邊</a:t>
            </a:r>
            <a:endParaRPr lang="en-US" altLang="zh-TW" dirty="0"/>
          </a:p>
          <a:p>
            <a:r>
              <a:rPr lang="zh-TW" altLang="en-US" dirty="0"/>
              <a:t>以及是不是只剩某個</a:t>
            </a:r>
            <a:r>
              <a:rPr lang="en-US" altLang="zh-TW" dirty="0"/>
              <a:t>hp</a:t>
            </a:r>
          </a:p>
          <a:p>
            <a:endParaRPr lang="en-US" altLang="zh-TW" dirty="0"/>
          </a:p>
          <a:p>
            <a:r>
              <a:rPr lang="zh-TW" altLang="en-US" dirty="0"/>
              <a:t>那把這個示意圖簡化</a:t>
            </a:r>
            <a:endParaRPr lang="en-US" altLang="zh-TW" dirty="0"/>
          </a:p>
          <a:p>
            <a:r>
              <a:rPr lang="zh-TW" altLang="en-US" dirty="0"/>
              <a:t>灰色的這條線代表</a:t>
            </a:r>
            <a:r>
              <a:rPr lang="en-US" altLang="zh-TW" dirty="0"/>
              <a:t>coverage</a:t>
            </a:r>
            <a:r>
              <a:rPr lang="zh-TW" altLang="en-US" dirty="0"/>
              <a:t>，有起伏的部分代表不同的基因事件</a:t>
            </a:r>
            <a:endParaRPr lang="en-US" altLang="zh-TW" dirty="0"/>
          </a:p>
          <a:p>
            <a:r>
              <a:rPr lang="zh-TW" altLang="en-US" dirty="0"/>
              <a:t>像</a:t>
            </a:r>
            <a:r>
              <a:rPr lang="en-US" altLang="zh-TW" dirty="0" err="1"/>
              <a:t>cnv</a:t>
            </a:r>
            <a:r>
              <a:rPr lang="zh-TW" altLang="en-US" dirty="0"/>
              <a:t>、</a:t>
            </a:r>
            <a:r>
              <a:rPr lang="en-US" altLang="zh-TW" dirty="0" err="1"/>
              <a:t>bfb</a:t>
            </a:r>
            <a:r>
              <a:rPr lang="zh-TW" altLang="en-US" dirty="0"/>
              <a:t>或是正常區域</a:t>
            </a:r>
            <a:endParaRPr lang="en-US" altLang="zh-TW" dirty="0"/>
          </a:p>
          <a:p>
            <a:r>
              <a:rPr lang="zh-TW" altLang="en-US" dirty="0"/>
              <a:t>相對應</a:t>
            </a:r>
            <a:r>
              <a:rPr lang="en-US" altLang="zh-TW" dirty="0"/>
              <a:t>clipping</a:t>
            </a:r>
            <a:r>
              <a:rPr lang="zh-TW" altLang="en-US" dirty="0"/>
              <a:t>可以表達出事件的分隔點</a:t>
            </a:r>
            <a:endParaRPr lang="en-US" altLang="zh-TW" dirty="0"/>
          </a:p>
          <a:p>
            <a:r>
              <a:rPr lang="zh-TW" altLang="en-US" dirty="0"/>
              <a:t>不想要受到</a:t>
            </a:r>
            <a:r>
              <a:rPr lang="en-US" altLang="zh-TW" dirty="0" err="1"/>
              <a:t>cnv</a:t>
            </a:r>
            <a:r>
              <a:rPr lang="zh-TW" altLang="en-US" dirty="0"/>
              <a:t>和</a:t>
            </a:r>
            <a:r>
              <a:rPr lang="en-US" altLang="zh-TW" dirty="0" err="1"/>
              <a:t>bfb</a:t>
            </a:r>
            <a:r>
              <a:rPr lang="zh-TW" altLang="en-US" dirty="0"/>
              <a:t>判斷</a:t>
            </a:r>
            <a:r>
              <a:rPr lang="en-US" altLang="zh-TW" dirty="0" err="1"/>
              <a:t>loh</a:t>
            </a:r>
            <a:r>
              <a:rPr lang="zh-TW" altLang="en-US" dirty="0"/>
              <a:t>所以我需要知道他們事件的開始和結束</a:t>
            </a:r>
            <a:endParaRPr lang="en-US" altLang="zh-TW" dirty="0"/>
          </a:p>
          <a:p>
            <a:r>
              <a:rPr lang="zh-TW" altLang="en-US" dirty="0"/>
              <a:t>也就是需要知道牠的上下</a:t>
            </a:r>
            <a:endParaRPr lang="en-US" altLang="zh-TW" dirty="0"/>
          </a:p>
          <a:p>
            <a:r>
              <a:rPr lang="en-US" altLang="zh-TW" sz="1200" dirty="0"/>
              <a:t>Clipping</a:t>
            </a:r>
            <a:r>
              <a:rPr lang="zh-TW" altLang="en-US" sz="1200" dirty="0"/>
              <a:t>在</a:t>
            </a:r>
            <a:r>
              <a:rPr lang="en-US" altLang="zh-TW" dirty="0"/>
              <a:t>Coverage</a:t>
            </a:r>
            <a:r>
              <a:rPr lang="zh-TW" altLang="en-US" dirty="0"/>
              <a:t>上升的地方稱之為</a:t>
            </a:r>
            <a:r>
              <a:rPr lang="en-US" altLang="zh-TW" sz="1200" dirty="0"/>
              <a:t>Up clipping</a:t>
            </a:r>
          </a:p>
          <a:p>
            <a:r>
              <a:rPr lang="zh-TW" altLang="en-US" sz="1200" dirty="0"/>
              <a:t>下降的地方</a:t>
            </a:r>
            <a:r>
              <a:rPr lang="zh-TW" altLang="en-US" dirty="0"/>
              <a:t>稱之為</a:t>
            </a:r>
            <a:r>
              <a:rPr lang="en-US" altLang="zh-TW" sz="1200" dirty="0"/>
              <a:t>Down clipping</a:t>
            </a:r>
            <a:br>
              <a:rPr lang="en-US" altLang="zh-TW" sz="1200" dirty="0"/>
            </a:br>
            <a:r>
              <a:rPr lang="zh-TW" altLang="en-US" sz="1200" dirty="0"/>
              <a:t>一個上下的組合就是一個事件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</a:t>
            </a:r>
            <a:r>
              <a:rPr lang="en-US" altLang="zh-TW" dirty="0"/>
              <a:t>clipping</a:t>
            </a:r>
            <a:r>
              <a:rPr lang="zh-TW" altLang="en-US" dirty="0"/>
              <a:t>的資訊是從序列比對</a:t>
            </a:r>
            <a:r>
              <a:rPr lang="en-US" altLang="zh-TW" dirty="0"/>
              <a:t>Reference Genome</a:t>
            </a:r>
            <a:r>
              <a:rPr lang="zh-TW" altLang="en-US" dirty="0"/>
              <a:t>而來的</a:t>
            </a:r>
            <a:br>
              <a:rPr lang="en-US" altLang="zh-TW" dirty="0"/>
            </a:br>
            <a:r>
              <a:rPr lang="zh-TW" altLang="en-US" dirty="0"/>
              <a:t>像是 </a:t>
            </a:r>
            <a:r>
              <a:rPr lang="en-US" altLang="zh-TW" dirty="0"/>
              <a:t>GCT</a:t>
            </a:r>
            <a:r>
              <a:rPr lang="zh-TW" altLang="en-US" dirty="0"/>
              <a:t>序列跟</a:t>
            </a:r>
            <a:r>
              <a:rPr lang="en-US" altLang="zh-TW" dirty="0"/>
              <a:t>Reference Genome</a:t>
            </a:r>
            <a:r>
              <a:rPr lang="zh-TW" altLang="en-US" dirty="0"/>
              <a:t>完全不一樣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那就會被截斷形成</a:t>
            </a:r>
            <a:r>
              <a:rPr lang="en-US" altLang="zh-TW" dirty="0"/>
              <a:t>clipping</a:t>
            </a:r>
            <a:br>
              <a:rPr lang="en-US" altLang="zh-TW" dirty="0"/>
            </a:br>
            <a:r>
              <a:rPr lang="zh-TW" altLang="en-US" dirty="0"/>
              <a:t>那</a:t>
            </a:r>
            <a:r>
              <a:rPr lang="en-US" altLang="zh-TW" dirty="0"/>
              <a:t>clipping</a:t>
            </a:r>
            <a:r>
              <a:rPr lang="zh-TW" altLang="en-US" dirty="0"/>
              <a:t>在左邊就知道</a:t>
            </a:r>
            <a:r>
              <a:rPr lang="en-US" altLang="zh-TW" dirty="0"/>
              <a:t>coverage</a:t>
            </a:r>
            <a:r>
              <a:rPr lang="zh-TW" altLang="en-US" dirty="0"/>
              <a:t>即將上升 就是一個</a:t>
            </a:r>
            <a:r>
              <a:rPr lang="en-US" altLang="zh-TW" dirty="0"/>
              <a:t>up</a:t>
            </a:r>
            <a:r>
              <a:rPr lang="zh-TW" altLang="en-US" dirty="0"/>
              <a:t>的</a:t>
            </a:r>
            <a:r>
              <a:rPr lang="en-US" altLang="zh-TW" dirty="0"/>
              <a:t>clipping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同樣的如果他在右邊我就知道他是一個</a:t>
            </a:r>
            <a:r>
              <a:rPr lang="en-US" altLang="zh-TW" dirty="0"/>
              <a:t>down</a:t>
            </a:r>
            <a:r>
              <a:rPr lang="zh-TW" altLang="en-US" dirty="0"/>
              <a:t>的</a:t>
            </a:r>
            <a:r>
              <a:rPr lang="en-US" altLang="zh-TW" dirty="0"/>
              <a:t>clipping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CIGAR</a:t>
            </a:r>
            <a:r>
              <a:rPr lang="zh-TW" altLang="en-US" dirty="0"/>
              <a:t>上就會是</a:t>
            </a:r>
            <a:r>
              <a:rPr lang="en-US" altLang="zh-TW" dirty="0"/>
              <a:t>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跟</a:t>
            </a:r>
            <a:r>
              <a:rPr lang="en-US" altLang="zh-TW" dirty="0"/>
              <a:t>Reference Genome</a:t>
            </a:r>
            <a:r>
              <a:rPr lang="zh-TW" altLang="en-US" dirty="0"/>
              <a:t> 一樣的則會是</a:t>
            </a:r>
            <a:r>
              <a:rPr lang="en-US" altLang="zh-TW" dirty="0"/>
              <a:t>M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4468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實務上的資訊會更加混亂，把剛剛的</a:t>
            </a:r>
            <a:r>
              <a:rPr lang="en-US" altLang="zh-TW" dirty="0"/>
              <a:t>up </a:t>
            </a:r>
            <a:r>
              <a:rPr lang="zh-TW" altLang="en-US" dirty="0"/>
              <a:t>計為正 </a:t>
            </a:r>
            <a:r>
              <a:rPr lang="en-US" altLang="zh-TW" dirty="0"/>
              <a:t>down </a:t>
            </a:r>
            <a:r>
              <a:rPr lang="zh-TW" altLang="en-US" dirty="0"/>
              <a:t>記為負，可以看比較明顯的訊號，相對應我們想要得到的預期結果</a:t>
            </a:r>
            <a:endParaRPr lang="en-US" altLang="zh-TW" dirty="0"/>
          </a:p>
          <a:p>
            <a:r>
              <a:rPr lang="zh-TW" altLang="en-US" dirty="0"/>
              <a:t>但像是的緩升緩降的訊號就不是這麼的明顯</a:t>
            </a:r>
            <a:br>
              <a:rPr lang="en-US" altLang="zh-TW" dirty="0"/>
            </a:br>
            <a:r>
              <a:rPr lang="zh-TW" altLang="en-US" dirty="0"/>
              <a:t>所以就需要用一些方法把這個事件的發生的訊號放大</a:t>
            </a:r>
            <a:endParaRPr lang="en-US" altLang="zh-TW" dirty="0"/>
          </a:p>
          <a:p>
            <a:r>
              <a:rPr lang="zh-TW" altLang="en-US" dirty="0"/>
              <a:t>讓我們在做偵測的時候可以統一處理，來獲得逾期的結果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679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放大訊號前第一件事情，要先知道哪邊是開始的起始點</a:t>
            </a:r>
            <a:endParaRPr lang="en-US" altLang="zh-TW" dirty="0"/>
          </a:p>
          <a:p>
            <a:r>
              <a:rPr lang="zh-TW" altLang="en-US" dirty="0"/>
              <a:t>將一個</a:t>
            </a:r>
            <a:r>
              <a:rPr lang="en-US" altLang="zh-TW" dirty="0"/>
              <a:t>window</a:t>
            </a:r>
            <a:r>
              <a:rPr lang="zh-TW" altLang="en-US" dirty="0"/>
              <a:t>的訊號堆疊起來，變成</a:t>
            </a:r>
            <a:r>
              <a:rPr lang="en-US" altLang="zh-TW" dirty="0"/>
              <a:t>6</a:t>
            </a:r>
          </a:p>
          <a:p>
            <a:r>
              <a:rPr lang="zh-TW" altLang="en-US" dirty="0"/>
              <a:t>往後的時候就開始加一些下降的訊號</a:t>
            </a:r>
            <a:br>
              <a:rPr lang="en-US" altLang="zh-TW" dirty="0"/>
            </a:br>
            <a:r>
              <a:rPr lang="zh-TW" altLang="en-US" dirty="0"/>
              <a:t>所以只有起始的點會是最高峰</a:t>
            </a:r>
            <a:endParaRPr lang="en-US" altLang="zh-TW" dirty="0"/>
          </a:p>
          <a:p>
            <a:r>
              <a:rPr lang="zh-TW" altLang="en-US" dirty="0"/>
              <a:t>再做一個</a:t>
            </a:r>
            <a:r>
              <a:rPr lang="en-US" altLang="zh-TW" dirty="0"/>
              <a:t>find peak</a:t>
            </a:r>
            <a:r>
              <a:rPr lang="zh-TW" altLang="en-US" dirty="0"/>
              <a:t>的動作就可以知道緩升的起始點</a:t>
            </a:r>
            <a:endParaRPr lang="en-US" altLang="zh-TW" dirty="0"/>
          </a:p>
          <a:p>
            <a:r>
              <a:rPr lang="zh-TW" altLang="en-US" dirty="0"/>
              <a:t>當然會有以些錯誤點被</a:t>
            </a:r>
            <a:r>
              <a:rPr lang="en-US" altLang="zh-TW" dirty="0"/>
              <a:t>call</a:t>
            </a:r>
            <a:r>
              <a:rPr lang="zh-TW" altLang="en-US" dirty="0"/>
              <a:t>出來，</a:t>
            </a:r>
            <a:br>
              <a:rPr lang="en-US" altLang="zh-TW" dirty="0"/>
            </a:br>
            <a:r>
              <a:rPr lang="zh-TW" altLang="en-US" dirty="0"/>
              <a:t>但可以發現</a:t>
            </a:r>
            <a:r>
              <a:rPr lang="en-US" altLang="zh-TW" dirty="0"/>
              <a:t>window</a:t>
            </a:r>
            <a:r>
              <a:rPr lang="zh-TW" altLang="en-US" dirty="0"/>
              <a:t>內有沒有明顯的訊號，可做為判斷是不是緩升的起點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612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左邊這就不是一個緩升的起點，右邊是</a:t>
            </a:r>
            <a:br>
              <a:rPr lang="en-US" altLang="zh-TW" dirty="0"/>
            </a:br>
            <a:r>
              <a:rPr lang="zh-TW" altLang="en-US" dirty="0"/>
              <a:t>知道這邊是起始緩升的點就要想辦法把訊號放大</a:t>
            </a:r>
            <a:endParaRPr lang="en-US" altLang="zh-TW" dirty="0"/>
          </a:p>
          <a:p>
            <a:r>
              <a:rPr lang="zh-TW" altLang="en-US" dirty="0"/>
              <a:t>利用堆疊的結果用右邊的</a:t>
            </a:r>
            <a:r>
              <a:rPr lang="en-US" altLang="zh-TW" dirty="0"/>
              <a:t>-2</a:t>
            </a:r>
            <a:r>
              <a:rPr lang="zh-TW" altLang="en-US" dirty="0"/>
              <a:t>減左邊的</a:t>
            </a:r>
            <a:r>
              <a:rPr lang="en-US" altLang="zh-TW" dirty="0"/>
              <a:t>-8</a:t>
            </a:r>
            <a:r>
              <a:rPr lang="zh-TW" altLang="en-US" dirty="0"/>
              <a:t>獲得訊號應該放大變成</a:t>
            </a:r>
            <a:r>
              <a:rPr lang="en-US" altLang="zh-TW" dirty="0"/>
              <a:t>6</a:t>
            </a:r>
            <a:br>
              <a:rPr lang="en-US" altLang="zh-TW" dirty="0"/>
            </a:br>
            <a:r>
              <a:rPr lang="zh-TW" altLang="en-US" dirty="0"/>
              <a:t>同樣的緩降也會做一樣的操作取得只是相反過來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3323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放大完的結果就可以拿來判斷是不是一個小區域</a:t>
                </a:r>
                <a:endParaRPr lang="en-US" altLang="zh-TW" dirty="0"/>
              </a:p>
              <a:p>
                <a:r>
                  <a:rPr lang="zh-TW" altLang="en-US" dirty="0"/>
                  <a:t>第一步先把中間的雜訊去除</a:t>
                </a:r>
                <a:endParaRPr lang="en-US" altLang="zh-TW" dirty="0"/>
              </a:p>
              <a:p>
                <a:r>
                  <a:rPr lang="zh-TW" altLang="en-US" dirty="0"/>
                  <a:t>再來看是不是一個上下的轉換，只要夠接近夠像</a:t>
                </a:r>
                <a:br>
                  <a:rPr lang="en-US" altLang="zh-TW" dirty="0"/>
                </a:br>
                <a:r>
                  <a:rPr lang="zh-TW" altLang="en-US" dirty="0"/>
                  <a:t>就任為他是同一個基因事件的分隔</a:t>
                </a:r>
                <a:br>
                  <a:rPr lang="en-US" altLang="zh-TW" dirty="0"/>
                </a:br>
                <a:endParaRPr lang="en-US" altLang="zh-TW" dirty="0"/>
              </a:p>
              <a:p>
                <a:r>
                  <a:rPr lang="zh-TW" altLang="en-US" dirty="0"/>
                  <a:t>最後得出兩個</a:t>
                </a:r>
                <a:r>
                  <a:rPr lang="en-US" altLang="zh-TW" dirty="0"/>
                  <a:t>interval</a:t>
                </a:r>
                <a:br>
                  <a:rPr lang="en-US" altLang="zh-TW" dirty="0"/>
                </a:br>
                <a:r>
                  <a:rPr lang="zh-TW" altLang="en-US" dirty="0"/>
                  <a:t>和兩個小範圍的區域</a:t>
                </a:r>
                <a:endParaRPr lang="en-US" altLang="zh-TW" dirty="0"/>
              </a:p>
              <a:p>
                <a:r>
                  <a:rPr lang="zh-TW" altLang="en-US" dirty="0"/>
                  <a:t>有了這個資訊就可以做</a:t>
                </a:r>
                <a:r>
                  <a:rPr lang="en-US" altLang="zh-TW" dirty="0" err="1"/>
                  <a:t>loh</a:t>
                </a:r>
                <a:r>
                  <a:rPr lang="zh-TW" altLang="en-US" dirty="0"/>
                  <a:t>的偵測</a:t>
                </a: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𝛼 </a:t>
                </a:r>
                <a:r>
                  <a:rPr lang="en-US" altLang="zh-TW" dirty="0"/>
                  <a:t>= ¼ </a:t>
                </a:r>
              </a:p>
              <a:p>
                <a:r>
                  <a:rPr lang="zh-TW" altLang="en-US" dirty="0"/>
                  <a:t>𝛽</a:t>
                </a:r>
                <a:r>
                  <a:rPr lang="en-US" altLang="zh-TW" dirty="0"/>
                  <a:t> = 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10,000</a:t>
                </a:r>
                <a:endParaRPr lang="en-US" altLang="zh-TW" dirty="0"/>
              </a:p>
              <a:p>
                <a:r>
                  <a:rPr lang="zh-TW" altLang="en-US" dirty="0"/>
                  <a:t>𝜆 </a:t>
                </a:r>
                <a:r>
                  <a:rPr lang="en-US" altLang="zh-TW" dirty="0"/>
                  <a:t>= 5</a:t>
                </a:r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8896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起初會先統計每個區域中的</a:t>
            </a:r>
            <a:r>
              <a:rPr lang="en-US" altLang="zh-TW" sz="1200" dirty="0"/>
              <a:t>Heterozygosity </a:t>
            </a:r>
            <a:r>
              <a:rPr lang="zh-TW" altLang="en-US" sz="1200" dirty="0"/>
              <a:t>比例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/>
              <a:t>(</a:t>
            </a:r>
            <a:r>
              <a:rPr lang="zh-TW" altLang="en-US" sz="1200" dirty="0"/>
              <a:t>解釋公式</a:t>
            </a:r>
            <a:r>
              <a:rPr lang="en-US" altLang="zh-TW" sz="1200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這個比率低就代表區域中的</a:t>
            </a:r>
            <a:r>
              <a:rPr lang="en-US" altLang="zh-TW" sz="1200" dirty="0"/>
              <a:t>het</a:t>
            </a:r>
            <a:r>
              <a:rPr lang="zh-TW" altLang="en-US" sz="1200" dirty="0"/>
              <a:t>消失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也就是我們說的</a:t>
            </a:r>
            <a:r>
              <a:rPr lang="en-US" altLang="zh-TW" sz="1200" dirty="0" err="1"/>
              <a:t>Loh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中間兩個</a:t>
            </a:r>
            <a:r>
              <a:rPr lang="en-US" altLang="zh-TW" sz="1200" dirty="0"/>
              <a:t>het ratio</a:t>
            </a:r>
            <a:r>
              <a:rPr lang="zh-TW" altLang="en-US" sz="1200" dirty="0"/>
              <a:t>比較高是因為受到</a:t>
            </a:r>
            <a:r>
              <a:rPr lang="en-US" altLang="zh-TW" sz="1200" dirty="0" err="1"/>
              <a:t>cnv</a:t>
            </a:r>
            <a:r>
              <a:rPr lang="zh-TW" altLang="en-US" sz="1200" dirty="0"/>
              <a:t>或是</a:t>
            </a:r>
            <a:r>
              <a:rPr lang="en-US" altLang="zh-TW" sz="1200" dirty="0" err="1"/>
              <a:t>bfb</a:t>
            </a:r>
            <a:r>
              <a:rPr lang="zh-TW" altLang="en-US" sz="1200" dirty="0"/>
              <a:t>的影響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dirty="0"/>
              <a:t>實際上應該是一個大的</a:t>
            </a:r>
            <a:r>
              <a:rPr lang="en-US" altLang="zh-TW" sz="1200" dirty="0" err="1"/>
              <a:t>loh</a:t>
            </a:r>
            <a:r>
              <a:rPr lang="zh-TW" altLang="en-US" sz="1200" dirty="0"/>
              <a:t>涵蓋</a:t>
            </a:r>
            <a:r>
              <a:rPr lang="en-US" altLang="zh-TW" sz="1200" dirty="0" err="1"/>
              <a:t>cnv</a:t>
            </a:r>
            <a:r>
              <a:rPr lang="zh-TW" altLang="en-US" sz="1200" dirty="0"/>
              <a:t>和</a:t>
            </a:r>
            <a:r>
              <a:rPr lang="en-US" altLang="zh-TW" sz="1200" dirty="0" err="1"/>
              <a:t>bfb</a:t>
            </a:r>
            <a:r>
              <a:rPr lang="zh-TW" altLang="en-US" sz="1200" dirty="0"/>
              <a:t>事件</a:t>
            </a:r>
            <a:br>
              <a:rPr lang="en-US" altLang="zh-TW" sz="1200" dirty="0"/>
            </a:br>
            <a:r>
              <a:rPr lang="zh-TW" altLang="en-US" sz="1200" dirty="0"/>
              <a:t>所以將小事件跳過</a:t>
            </a:r>
            <a:br>
              <a:rPr lang="en-US" altLang="zh-TW" sz="1200" dirty="0"/>
            </a:br>
            <a:r>
              <a:rPr lang="zh-TW" altLang="en-US" sz="1200" dirty="0"/>
              <a:t>在統計</a:t>
            </a:r>
            <a:r>
              <a:rPr lang="en-US" altLang="zh-TW" sz="1200" dirty="0"/>
              <a:t>Heterozygosity </a:t>
            </a:r>
            <a:r>
              <a:rPr lang="zh-TW" altLang="en-US" sz="1200" dirty="0"/>
              <a:t>比例時就可以獲得染色體等級的</a:t>
            </a:r>
            <a:r>
              <a:rPr lang="en-US" altLang="zh-TW" sz="1200" dirty="0" err="1"/>
              <a:t>loh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490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說明完</a:t>
            </a:r>
            <a:r>
              <a:rPr lang="en-US" altLang="zh-TW" dirty="0" err="1"/>
              <a:t>loh</a:t>
            </a:r>
            <a:r>
              <a:rPr lang="zh-TW" altLang="en-US" dirty="0"/>
              <a:t>偵測</a:t>
            </a:r>
            <a:br>
              <a:rPr lang="en-US" altLang="zh-TW" dirty="0"/>
            </a:br>
            <a:r>
              <a:rPr lang="zh-TW" altLang="en-US" dirty="0"/>
              <a:t>現在來說明</a:t>
            </a:r>
            <a:r>
              <a:rPr lang="en-US" altLang="zh-TW" dirty="0"/>
              <a:t>somatic</a:t>
            </a:r>
            <a:r>
              <a:rPr lang="zh-TW" altLang="en-US" dirty="0"/>
              <a:t> 怎麼</a:t>
            </a:r>
            <a:r>
              <a:rPr lang="en-US" altLang="zh-TW" dirty="0"/>
              <a:t>calling</a:t>
            </a:r>
          </a:p>
          <a:p>
            <a:r>
              <a:rPr lang="zh-TW" altLang="en-US" dirty="0"/>
              <a:t>在基因定序中包含突變資訊，先利用</a:t>
            </a:r>
            <a:r>
              <a:rPr lang="en-US" altLang="zh-TW" dirty="0"/>
              <a:t>somatic variant calling</a:t>
            </a:r>
            <a:r>
              <a:rPr lang="zh-TW" altLang="en-US" dirty="0"/>
              <a:t>製造出候選點位</a:t>
            </a:r>
            <a:endParaRPr lang="en-US" altLang="zh-TW" dirty="0"/>
          </a:p>
          <a:p>
            <a:r>
              <a:rPr lang="zh-TW" altLang="en-US" dirty="0"/>
              <a:t>用</a:t>
            </a:r>
            <a:r>
              <a:rPr lang="en-US" altLang="zh-TW" dirty="0"/>
              <a:t>panel of </a:t>
            </a:r>
            <a:r>
              <a:rPr lang="en-US" altLang="zh-TW" dirty="0" err="1"/>
              <a:t>normals</a:t>
            </a:r>
            <a:r>
              <a:rPr lang="zh-TW" altLang="en-US" dirty="0"/>
              <a:t> 點位去過濾掉可能是</a:t>
            </a:r>
            <a:r>
              <a:rPr lang="en-US" altLang="zh-TW" dirty="0"/>
              <a:t>germline</a:t>
            </a:r>
            <a:r>
              <a:rPr lang="zh-TW" altLang="en-US" dirty="0"/>
              <a:t>的</a:t>
            </a:r>
            <a:r>
              <a:rPr lang="en-US" altLang="zh-TW" dirty="0"/>
              <a:t>variant</a:t>
            </a:r>
          </a:p>
          <a:p>
            <a:r>
              <a:rPr lang="zh-TW" altLang="en-US" dirty="0"/>
              <a:t>那當然還會有些沒有成功過濾的錯誤</a:t>
            </a:r>
            <a:endParaRPr lang="en-US" altLang="zh-TW" dirty="0"/>
          </a:p>
          <a:p>
            <a:r>
              <a:rPr lang="zh-TW" altLang="en-US" dirty="0"/>
              <a:t>他其實是一個密集的狀況再利用這個特性進一步過濾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758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候選的點位像是</a:t>
            </a:r>
            <a:r>
              <a:rPr lang="en-US" altLang="zh-TW" dirty="0"/>
              <a:t>C</a:t>
            </a:r>
            <a:r>
              <a:rPr lang="zh-TW" altLang="en-US" dirty="0"/>
              <a:t>和</a:t>
            </a:r>
            <a:r>
              <a:rPr lang="en-US" altLang="zh-TW" dirty="0"/>
              <a:t>T</a:t>
            </a:r>
            <a:br>
              <a:rPr lang="en-US" altLang="zh-TW" dirty="0"/>
            </a:br>
            <a:r>
              <a:rPr lang="zh-TW" altLang="en-US" dirty="0"/>
              <a:t>就要判斷候選點位附近是不是有相近而且相似的</a:t>
            </a:r>
            <a:endParaRPr lang="en-US" altLang="zh-TW" dirty="0"/>
          </a:p>
          <a:p>
            <a:r>
              <a:rPr lang="en-US" altLang="zh-TW" dirty="0"/>
              <a:t>AA </a:t>
            </a:r>
            <a:r>
              <a:rPr lang="zh-TW" altLang="en-US" dirty="0"/>
              <a:t>就是</a:t>
            </a:r>
            <a:r>
              <a:rPr lang="en-US" altLang="zh-TW" dirty="0"/>
              <a:t>Alt</a:t>
            </a:r>
            <a:r>
              <a:rPr lang="zh-TW" altLang="en-US" dirty="0"/>
              <a:t>接到</a:t>
            </a:r>
            <a:r>
              <a:rPr lang="en-US" altLang="zh-TW" dirty="0"/>
              <a:t>Alt</a:t>
            </a:r>
            <a:r>
              <a:rPr lang="zh-TW" altLang="en-US" dirty="0"/>
              <a:t> 也就是一樣的情況</a:t>
            </a:r>
            <a:endParaRPr lang="en-US" altLang="zh-TW" dirty="0"/>
          </a:p>
          <a:p>
            <a:r>
              <a:rPr lang="en-US" altLang="zh-TW" dirty="0"/>
              <a:t>AR</a:t>
            </a:r>
            <a:r>
              <a:rPr lang="zh-TW" altLang="en-US" dirty="0"/>
              <a:t>就是</a:t>
            </a:r>
            <a:r>
              <a:rPr lang="en-US" altLang="zh-TW" dirty="0"/>
              <a:t>Alt</a:t>
            </a:r>
            <a:r>
              <a:rPr lang="zh-TW" altLang="en-US" dirty="0"/>
              <a:t>接到</a:t>
            </a:r>
            <a:r>
              <a:rPr lang="en-US" altLang="zh-TW" dirty="0"/>
              <a:t>Ref</a:t>
            </a:r>
            <a:r>
              <a:rPr lang="zh-TW" altLang="en-US" dirty="0"/>
              <a:t> 也就是不一樣的情況</a:t>
            </a:r>
            <a:endParaRPr lang="en-US" altLang="zh-TW" dirty="0"/>
          </a:p>
          <a:p>
            <a:r>
              <a:rPr lang="zh-TW" altLang="en-US" dirty="0"/>
              <a:t>這個比率越靠近</a:t>
            </a:r>
            <a:r>
              <a:rPr lang="en-US" altLang="zh-TW" dirty="0"/>
              <a:t>1</a:t>
            </a:r>
            <a:r>
              <a:rPr lang="zh-TW" altLang="en-US" dirty="0"/>
              <a:t>就代表月相近</a:t>
            </a:r>
            <a:endParaRPr lang="en-US" altLang="zh-TW" dirty="0"/>
          </a:p>
          <a:p>
            <a:r>
              <a:rPr lang="zh-TW" altLang="en-US" dirty="0"/>
              <a:t>越靠近</a:t>
            </a:r>
            <a:r>
              <a:rPr lang="en-US" altLang="zh-TW" dirty="0"/>
              <a:t>0</a:t>
            </a:r>
            <a:r>
              <a:rPr lang="zh-TW" altLang="en-US" dirty="0"/>
              <a:t>就代表相差越大</a:t>
            </a:r>
            <a:endParaRPr lang="en-US" altLang="zh-TW" dirty="0"/>
          </a:p>
          <a:p>
            <a:r>
              <a:rPr lang="zh-TW" altLang="en-US" dirty="0"/>
              <a:t>的一個就是</a:t>
            </a:r>
            <a:r>
              <a:rPr lang="en-US" altLang="zh-TW" dirty="0"/>
              <a:t>Alt</a:t>
            </a:r>
            <a:r>
              <a:rPr lang="zh-TW" altLang="en-US" dirty="0"/>
              <a:t>接到</a:t>
            </a:r>
            <a:r>
              <a:rPr lang="en-US" altLang="zh-TW" dirty="0"/>
              <a:t>Alt</a:t>
            </a:r>
            <a:r>
              <a:rPr lang="zh-TW" altLang="en-US" dirty="0"/>
              <a:t> 一樣 </a:t>
            </a:r>
            <a:r>
              <a:rPr lang="en-US" altLang="zh-TW" dirty="0"/>
              <a:t>alt</a:t>
            </a:r>
            <a:r>
              <a:rPr lang="zh-TW" altLang="en-US" dirty="0"/>
              <a:t>接到</a:t>
            </a:r>
            <a:r>
              <a:rPr lang="en-US" altLang="zh-TW" dirty="0"/>
              <a:t>ref</a:t>
            </a:r>
            <a:r>
              <a:rPr lang="zh-TW" altLang="en-US" dirty="0"/>
              <a:t>不一樣</a:t>
            </a:r>
            <a:endParaRPr lang="en-US" altLang="zh-TW" dirty="0"/>
          </a:p>
          <a:p>
            <a:r>
              <a:rPr lang="zh-TW" altLang="en-US" dirty="0"/>
              <a:t>算出來是</a:t>
            </a:r>
            <a:r>
              <a:rPr lang="en-US" altLang="zh-TW" dirty="0"/>
              <a:t>0.66</a:t>
            </a:r>
          </a:p>
          <a:p>
            <a:r>
              <a:rPr lang="zh-TW" altLang="en-US" dirty="0"/>
              <a:t>另外一個點不一樣的比較多只有</a:t>
            </a:r>
            <a:r>
              <a:rPr lang="en-US" altLang="zh-TW" dirty="0"/>
              <a:t>0.33</a:t>
            </a:r>
            <a:br>
              <a:rPr lang="en-US" altLang="zh-TW" dirty="0"/>
            </a:br>
            <a:r>
              <a:rPr lang="zh-TW" altLang="en-US" dirty="0"/>
              <a:t>就可以知道這兩個點不像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我們看完</a:t>
            </a:r>
            <a:r>
              <a:rPr lang="en-US" altLang="zh-TW" dirty="0"/>
              <a:t>alt</a:t>
            </a:r>
            <a:r>
              <a:rPr lang="zh-TW" altLang="en-US" dirty="0"/>
              <a:t>的連接情況就要來看</a:t>
            </a:r>
            <a:r>
              <a:rPr lang="en-US" altLang="zh-TW" dirty="0"/>
              <a:t>ref</a:t>
            </a:r>
          </a:p>
          <a:p>
            <a:r>
              <a:rPr lang="zh-TW" altLang="en-US" dirty="0"/>
              <a:t>一樣的三個一樣三個不一樣計算出來是</a:t>
            </a:r>
            <a:r>
              <a:rPr lang="en-US" altLang="zh-TW" dirty="0"/>
              <a:t>0.5</a:t>
            </a:r>
          </a:p>
          <a:p>
            <a:r>
              <a:rPr lang="zh-TW" altLang="en-US" dirty="0"/>
              <a:t>也就是兩個點不相似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最終</a:t>
            </a:r>
            <a:r>
              <a:rPr lang="en-US" altLang="zh-TW" dirty="0" err="1"/>
              <a:t>i</a:t>
            </a:r>
            <a:r>
              <a:rPr lang="zh-TW" altLang="en-US" dirty="0"/>
              <a:t>點有鄰近相似的點所以把他剃除</a:t>
            </a:r>
            <a:endParaRPr lang="en-US" altLang="zh-TW" dirty="0"/>
          </a:p>
          <a:p>
            <a:r>
              <a:rPr lang="zh-TW" altLang="en-US" dirty="0"/>
              <a:t>取得準確率比較高的</a:t>
            </a:r>
            <a:r>
              <a:rPr lang="en-US" altLang="zh-TW" dirty="0"/>
              <a:t>somatic</a:t>
            </a:r>
            <a:r>
              <a:rPr lang="zh-TW" altLang="en-US" dirty="0"/>
              <a:t>候選點</a:t>
            </a:r>
            <a:endParaRPr lang="en-US" altLang="zh-TW" dirty="0"/>
          </a:p>
          <a:p>
            <a:r>
              <a:rPr lang="zh-TW" altLang="en-US" dirty="0"/>
              <a:t>再近一步說明怎麼</a:t>
            </a:r>
            <a:r>
              <a:rPr lang="en-US" altLang="zh-TW" dirty="0"/>
              <a:t>calling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224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somatic </a:t>
            </a:r>
            <a:r>
              <a:rPr lang="zh-TW" altLang="en-US" dirty="0"/>
              <a:t>演變的方式，</a:t>
            </a:r>
            <a:r>
              <a:rPr lang="en-US" altLang="zh-TW" dirty="0"/>
              <a:t>somatic </a:t>
            </a:r>
            <a:r>
              <a:rPr lang="zh-TW" altLang="en-US" dirty="0"/>
              <a:t>會從某一個</a:t>
            </a:r>
            <a:r>
              <a:rPr lang="en-US" altLang="zh-TW" dirty="0"/>
              <a:t>hp</a:t>
            </a:r>
            <a:r>
              <a:rPr lang="zh-TW" altLang="en-US" dirty="0"/>
              <a:t>出來</a:t>
            </a:r>
            <a:endParaRPr lang="en-US" altLang="zh-TW" dirty="0"/>
          </a:p>
          <a:p>
            <a:r>
              <a:rPr lang="zh-TW" altLang="en-US" dirty="0"/>
              <a:t>可以看到</a:t>
            </a:r>
            <a:r>
              <a:rPr lang="en-US" altLang="zh-TW" dirty="0"/>
              <a:t>somatic </a:t>
            </a:r>
            <a:r>
              <a:rPr lang="zh-TW" altLang="en-US" dirty="0"/>
              <a:t>是從</a:t>
            </a:r>
            <a:r>
              <a:rPr lang="en-US" altLang="zh-TW" dirty="0"/>
              <a:t>CGA</a:t>
            </a:r>
            <a:r>
              <a:rPr lang="zh-TW" altLang="en-US" dirty="0"/>
              <a:t> 演變成</a:t>
            </a:r>
            <a:r>
              <a:rPr lang="en-US" altLang="zh-TW" dirty="0"/>
              <a:t>CTA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那定序錯誤就會不知道從哪個</a:t>
            </a:r>
            <a:r>
              <a:rPr lang="en-US" altLang="zh-TW" dirty="0"/>
              <a:t>hp</a:t>
            </a:r>
            <a:r>
              <a:rPr lang="zh-TW" altLang="en-US" dirty="0"/>
              <a:t>出來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如果我們建構出一個</a:t>
            </a:r>
            <a:r>
              <a:rPr lang="en-US" altLang="zh-TW" dirty="0"/>
              <a:t>Tri-nodal-edge Graph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可以表現出這個判斷能力 </a:t>
            </a:r>
            <a:r>
              <a:rPr lang="en-US" altLang="zh-TW" dirty="0"/>
              <a:t>CTA </a:t>
            </a:r>
            <a:r>
              <a:rPr lang="zh-TW" altLang="en-US" dirty="0"/>
              <a:t>就是從</a:t>
            </a:r>
            <a:r>
              <a:rPr lang="en-US" altLang="zh-TW" dirty="0"/>
              <a:t>CGA</a:t>
            </a:r>
            <a:r>
              <a:rPr lang="zh-TW" altLang="en-US" dirty="0"/>
              <a:t>變出來的</a:t>
            </a:r>
            <a:endParaRPr lang="en-US" altLang="zh-TW" dirty="0"/>
          </a:p>
          <a:p>
            <a:br>
              <a:rPr lang="en-US" altLang="zh-TW" dirty="0"/>
            </a:br>
            <a:r>
              <a:rPr lang="zh-TW" altLang="en-US" dirty="0"/>
              <a:t>這樣的演變關係還有很多種的可能</a:t>
            </a:r>
            <a:endParaRPr lang="en-US" altLang="zh-TW" dirty="0"/>
          </a:p>
          <a:p>
            <a:r>
              <a:rPr lang="zh-TW" altLang="en-US" dirty="0"/>
              <a:t>也可能是從</a:t>
            </a:r>
            <a:r>
              <a:rPr lang="en-US" altLang="zh-TW" dirty="0"/>
              <a:t>RRR</a:t>
            </a:r>
            <a:r>
              <a:rPr lang="zh-TW" altLang="en-US" dirty="0"/>
              <a:t>演變出的</a:t>
            </a:r>
            <a:r>
              <a:rPr lang="en-US" altLang="zh-TW" dirty="0"/>
              <a:t>RAR</a:t>
            </a:r>
            <a:br>
              <a:rPr lang="en-US" altLang="zh-TW" dirty="0"/>
            </a:br>
            <a:r>
              <a:rPr lang="zh-TW" altLang="en-US" dirty="0"/>
              <a:t>錯誤的點也是</a:t>
            </a:r>
            <a:r>
              <a:rPr lang="en-US" altLang="zh-TW" dirty="0"/>
              <a:t>RRA</a:t>
            </a:r>
            <a:r>
              <a:rPr lang="zh-TW" altLang="en-US" dirty="0"/>
              <a:t>和</a:t>
            </a:r>
            <a:r>
              <a:rPr lang="en-US" altLang="zh-TW" dirty="0"/>
              <a:t>ARR</a:t>
            </a:r>
            <a:r>
              <a:rPr lang="zh-TW" altLang="en-US" dirty="0"/>
              <a:t>的路徑不知道</a:t>
            </a:r>
            <a:r>
              <a:rPr lang="en-US" altLang="zh-TW" dirty="0"/>
              <a:t>RAR</a:t>
            </a:r>
            <a:r>
              <a:rPr lang="zh-TW" altLang="en-US" dirty="0"/>
              <a:t>是從哪個路徑演變出來的</a:t>
            </a:r>
            <a:br>
              <a:rPr lang="en-US" altLang="zh-TW" dirty="0"/>
            </a:br>
            <a:endParaRPr lang="en-US" altLang="zh-TW" dirty="0"/>
          </a:p>
          <a:p>
            <a:r>
              <a:rPr lang="zh-TW" altLang="en-US" dirty="0"/>
              <a:t>但如果這時候降成兩個點建構出</a:t>
            </a:r>
            <a:r>
              <a:rPr lang="en-US" altLang="zh-TW" dirty="0"/>
              <a:t>graph</a:t>
            </a:r>
          </a:p>
          <a:p>
            <a:r>
              <a:rPr lang="zh-TW" altLang="en-US" dirty="0"/>
              <a:t>就可以發現兩個建構出來的圖會是一樣的</a:t>
            </a:r>
            <a:endParaRPr lang="en-US" altLang="zh-TW" dirty="0"/>
          </a:p>
          <a:p>
            <a:r>
              <a:rPr lang="zh-TW" altLang="en-US" dirty="0"/>
              <a:t>就可以知道兩點是不具有分辨能力，必須要三點才有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204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這個</a:t>
            </a:r>
            <a:r>
              <a:rPr lang="en-US" altLang="zh-TW" dirty="0"/>
              <a:t>Tri-nodal-edge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會假設兩個點是</a:t>
            </a:r>
            <a:r>
              <a:rPr lang="en-US" altLang="zh-TW" dirty="0"/>
              <a:t>germline</a:t>
            </a:r>
            <a:r>
              <a:rPr lang="zh-TW" altLang="en-US" dirty="0"/>
              <a:t>和一個要判斷的點</a:t>
            </a:r>
            <a:r>
              <a:rPr lang="en-US" altLang="zh-TW" dirty="0"/>
              <a:t>somatic</a:t>
            </a:r>
          </a:p>
          <a:p>
            <a:r>
              <a:rPr lang="zh-TW" altLang="en-US" dirty="0"/>
              <a:t>那就有兩種可能，爸媽不相同的和演變出來的總共三條路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另外一種就是爸媽相同和和演變出來的第兩條路</a:t>
            </a:r>
            <a:endParaRPr lang="en-US" altLang="zh-TW" dirty="0"/>
          </a:p>
          <a:p>
            <a:r>
              <a:rPr lang="zh-TW" altLang="en-US" dirty="0"/>
              <a:t>基於這個假設如果他在中間舉出四個可能，還有出現在左邊和右邊的</a:t>
            </a:r>
            <a:endParaRPr lang="en-US" altLang="zh-TW" dirty="0"/>
          </a:p>
          <a:p>
            <a:r>
              <a:rPr lang="zh-TW" altLang="en-US" dirty="0"/>
              <a:t>這個屬於高可信度的</a:t>
            </a:r>
            <a:r>
              <a:rPr lang="en-US" altLang="zh-TW" dirty="0"/>
              <a:t>VH(</a:t>
            </a:r>
            <a:r>
              <a:rPr lang="zh-TW" altLang="en-US" dirty="0"/>
              <a:t>解釋公式</a:t>
            </a:r>
            <a:r>
              <a:rPr lang="en-US" altLang="zh-TW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也就是從</a:t>
            </a:r>
            <a:r>
              <a:rPr lang="en-US" altLang="zh-TW" dirty="0"/>
              <a:t>Tri-nodal-edge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</a:p>
          <a:p>
            <a:r>
              <a:rPr lang="zh-TW" altLang="en-US" dirty="0"/>
              <a:t>中的八條路徑取三條的組合有</a:t>
            </a:r>
            <a:r>
              <a:rPr lang="en-US" altLang="zh-TW" dirty="0"/>
              <a:t>56</a:t>
            </a:r>
            <a:r>
              <a:rPr lang="zh-TW" altLang="en-US" dirty="0"/>
              <a:t>種可能</a:t>
            </a:r>
            <a:endParaRPr lang="en-US" altLang="zh-TW" dirty="0"/>
          </a:p>
          <a:p>
            <a:r>
              <a:rPr lang="zh-TW" altLang="en-US" dirty="0"/>
              <a:t>選出了</a:t>
            </a:r>
            <a:r>
              <a:rPr lang="en-US" altLang="zh-TW" dirty="0"/>
              <a:t>12</a:t>
            </a:r>
            <a:r>
              <a:rPr lang="zh-TW" altLang="en-US" dirty="0"/>
              <a:t>種</a:t>
            </a:r>
            <a:r>
              <a:rPr lang="en-US" altLang="zh-TW" dirty="0"/>
              <a:t>somatic</a:t>
            </a:r>
            <a:r>
              <a:rPr lang="zh-TW" altLang="en-US" dirty="0"/>
              <a:t>的樣子</a:t>
            </a:r>
            <a:endParaRPr lang="en-US" altLang="zh-TW" dirty="0"/>
          </a:p>
          <a:p>
            <a:r>
              <a:rPr lang="zh-TW" altLang="en-US" dirty="0"/>
              <a:t>兩條路徑的則是低可信度</a:t>
            </a:r>
            <a:r>
              <a:rPr lang="en-US" altLang="zh-TW" dirty="0"/>
              <a:t>VL(</a:t>
            </a:r>
            <a:r>
              <a:rPr lang="zh-TW" altLang="en-US" dirty="0"/>
              <a:t>解釋公式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從</a:t>
            </a:r>
            <a:r>
              <a:rPr lang="en-US" altLang="zh-TW" dirty="0"/>
              <a:t>28</a:t>
            </a:r>
            <a:r>
              <a:rPr lang="zh-TW" altLang="en-US" dirty="0"/>
              <a:t>種選出</a:t>
            </a:r>
            <a:r>
              <a:rPr lang="en-US" altLang="zh-TW" dirty="0"/>
              <a:t>3</a:t>
            </a:r>
            <a:r>
              <a:rPr lang="zh-TW" altLang="en-US" dirty="0"/>
              <a:t>種</a:t>
            </a:r>
            <a:endParaRPr lang="en-US" altLang="zh-TW" dirty="0"/>
          </a:p>
          <a:p>
            <a:r>
              <a:rPr lang="zh-TW" altLang="en-US" dirty="0"/>
              <a:t>其他都不是就是</a:t>
            </a:r>
            <a:r>
              <a:rPr lang="en-US" altLang="zh-TW" dirty="0"/>
              <a:t>VN</a:t>
            </a:r>
            <a:r>
              <a:rPr lang="zh-TW" altLang="en-US" dirty="0"/>
              <a:t>也就是不屬於</a:t>
            </a:r>
            <a:r>
              <a:rPr lang="en-US" altLang="zh-TW" dirty="0"/>
              <a:t>somatic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4065256</a:t>
            </a:r>
          </a:p>
          <a:p>
            <a:endParaRPr lang="en-US" altLang="zh-TW" dirty="0"/>
          </a:p>
          <a:p>
            <a:r>
              <a:rPr lang="en-US" altLang="zh-TW" dirty="0"/>
              <a:t>134180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79019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實際上的定序資料不會只有三條路徑</a:t>
            </a:r>
            <a:br>
              <a:rPr lang="en-US" altLang="zh-TW" dirty="0"/>
            </a:br>
            <a:r>
              <a:rPr lang="zh-TW" altLang="en-US" dirty="0"/>
              <a:t>要看有沒有符合某個特徵就需要先取前三大的路徑來比對</a:t>
            </a:r>
            <a:endParaRPr lang="en-US" altLang="zh-TW" dirty="0"/>
          </a:p>
          <a:p>
            <a:r>
              <a:rPr lang="zh-TW" altLang="en-US" dirty="0"/>
              <a:t>像是</a:t>
            </a:r>
            <a:r>
              <a:rPr lang="en-US" altLang="zh-TW" dirty="0"/>
              <a:t>ACG</a:t>
            </a:r>
            <a:r>
              <a:rPr lang="zh-TW" altLang="en-US" dirty="0"/>
              <a:t>這個錯誤的路徑就會被剃除</a:t>
            </a:r>
            <a:endParaRPr lang="en-US" altLang="zh-TW" dirty="0"/>
          </a:p>
          <a:p>
            <a:r>
              <a:rPr lang="en-US" altLang="zh-TW" dirty="0"/>
              <a:t>GCG </a:t>
            </a:r>
            <a:r>
              <a:rPr lang="zh-TW" altLang="en-US" dirty="0"/>
              <a:t>演變出</a:t>
            </a:r>
            <a:r>
              <a:rPr lang="en-US" altLang="zh-TW" dirty="0"/>
              <a:t>GTG</a:t>
            </a:r>
            <a:r>
              <a:rPr lang="zh-TW" altLang="en-US" dirty="0"/>
              <a:t>的</a:t>
            </a:r>
            <a:r>
              <a:rPr lang="en-US" altLang="zh-TW" dirty="0"/>
              <a:t>somatic</a:t>
            </a:r>
            <a:r>
              <a:rPr lang="zh-TW" altLang="en-US" dirty="0"/>
              <a:t>就是成功找到</a:t>
            </a:r>
            <a:r>
              <a:rPr lang="en-US" altLang="zh-TW" dirty="0"/>
              <a:t>VH</a:t>
            </a:r>
            <a:br>
              <a:rPr lang="en-US" altLang="zh-TW" dirty="0"/>
            </a:br>
            <a:r>
              <a:rPr lang="zh-TW" altLang="en-US" dirty="0"/>
              <a:t>取前三大有可能第三大會有同票的情況</a:t>
            </a:r>
            <a:r>
              <a:rPr lang="en-US" altLang="zh-TW" dirty="0"/>
              <a:t>ACT</a:t>
            </a:r>
            <a:r>
              <a:rPr lang="zh-TW" altLang="en-US" dirty="0"/>
              <a:t> 和</a:t>
            </a:r>
            <a:r>
              <a:rPr lang="en-US" altLang="zh-TW" dirty="0"/>
              <a:t>ATT</a:t>
            </a:r>
            <a:br>
              <a:rPr lang="en-US" altLang="zh-TW" dirty="0"/>
            </a:br>
            <a:r>
              <a:rPr lang="en-US" altLang="zh-TW" dirty="0"/>
              <a:t>T</a:t>
            </a:r>
            <a:r>
              <a:rPr lang="zh-TW" altLang="en-US" dirty="0"/>
              <a:t>就不知道可能是從哪邊演變出來的</a:t>
            </a:r>
            <a:endParaRPr lang="en-US" altLang="zh-TW" dirty="0"/>
          </a:p>
          <a:p>
            <a:r>
              <a:rPr lang="zh-TW" altLang="en-US" dirty="0"/>
              <a:t>他就符合</a:t>
            </a:r>
            <a:r>
              <a:rPr lang="en-US" altLang="zh-TW" dirty="0"/>
              <a:t>VH</a:t>
            </a:r>
            <a:r>
              <a:rPr lang="zh-TW" altLang="en-US" dirty="0"/>
              <a:t>和</a:t>
            </a:r>
            <a:r>
              <a:rPr lang="en-US" altLang="zh-TW" dirty="0"/>
              <a:t>VN</a:t>
            </a:r>
            <a:r>
              <a:rPr lang="zh-TW" altLang="en-US" dirty="0"/>
              <a:t> 這時候就要看是不是有雜訊</a:t>
            </a:r>
            <a:br>
              <a:rPr lang="en-US" altLang="zh-TW" dirty="0"/>
            </a:br>
            <a:r>
              <a:rPr lang="zh-TW" altLang="en-US" dirty="0"/>
              <a:t>雜訊量除以雜訊量</a:t>
            </a:r>
            <a:r>
              <a:rPr lang="en-US" altLang="zh-TW" dirty="0"/>
              <a:t>+somatic path </a:t>
            </a:r>
            <a:r>
              <a:rPr lang="zh-TW" altLang="en-US" dirty="0"/>
              <a:t>應該越小越好</a:t>
            </a:r>
            <a:endParaRPr lang="en-US" altLang="zh-TW" dirty="0"/>
          </a:p>
          <a:p>
            <a:r>
              <a:rPr lang="zh-TW" altLang="en-US" dirty="0"/>
              <a:t>以這個例子來看他的雜訊量大就代表不應該符合</a:t>
            </a:r>
            <a:r>
              <a:rPr lang="en-US" altLang="zh-TW" dirty="0"/>
              <a:t>VH</a:t>
            </a:r>
            <a:r>
              <a:rPr lang="zh-TW" altLang="en-US" dirty="0"/>
              <a:t>的</a:t>
            </a:r>
            <a:r>
              <a:rPr lang="en-US" altLang="zh-TW" dirty="0"/>
              <a:t>pattern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VL</a:t>
            </a:r>
            <a:r>
              <a:rPr lang="zh-TW" altLang="en-US" dirty="0"/>
              <a:t>會使用相同的做法取前兩大的路徑</a:t>
            </a:r>
            <a:br>
              <a:rPr lang="en-US" altLang="zh-TW" dirty="0"/>
            </a:br>
            <a:r>
              <a:rPr lang="zh-TW" altLang="en-US" dirty="0"/>
              <a:t>看是不是符合</a:t>
            </a:r>
            <a:r>
              <a:rPr lang="en-US" altLang="zh-TW" dirty="0"/>
              <a:t>GCG</a:t>
            </a:r>
            <a:r>
              <a:rPr lang="zh-TW" altLang="en-US" dirty="0"/>
              <a:t>演變出</a:t>
            </a:r>
            <a:r>
              <a:rPr lang="en-US" altLang="zh-TW" dirty="0"/>
              <a:t>GTG</a:t>
            </a:r>
            <a:r>
              <a:rPr lang="zh-TW" altLang="en-US" dirty="0"/>
              <a:t>的</a:t>
            </a:r>
            <a:r>
              <a:rPr lang="en-US" altLang="zh-TW" dirty="0"/>
              <a:t>pattern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那一樣的錯誤會需要看有沒有雜訊</a:t>
            </a:r>
            <a:br>
              <a:rPr lang="en-US" altLang="zh-TW" dirty="0"/>
            </a:br>
            <a:r>
              <a:rPr lang="zh-TW" altLang="en-US" dirty="0"/>
              <a:t>第三條路徑其實就是雜訊量</a:t>
            </a:r>
            <a:endParaRPr lang="en-US" altLang="zh-TW" dirty="0"/>
          </a:p>
          <a:p>
            <a:r>
              <a:rPr lang="zh-TW" altLang="en-US" dirty="0"/>
              <a:t>如果這個雜訊量太高也就代表他不屬於</a:t>
            </a:r>
            <a:r>
              <a:rPr lang="en-US" altLang="zh-TW" dirty="0"/>
              <a:t>VL</a:t>
            </a:r>
            <a:r>
              <a:rPr lang="zh-TW" altLang="en-US" dirty="0"/>
              <a:t> 應該屬於</a:t>
            </a:r>
            <a:r>
              <a:rPr lang="en-US" altLang="zh-TW" dirty="0"/>
              <a:t>VN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3150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實際上的定序資料不會只有三條路徑</a:t>
            </a:r>
            <a:br>
              <a:rPr lang="en-US" altLang="zh-TW" dirty="0"/>
            </a:br>
            <a:r>
              <a:rPr lang="zh-TW" altLang="en-US" dirty="0"/>
              <a:t>要看有沒有符合某個特徵就需要先取前三大的路徑來比對</a:t>
            </a:r>
            <a:endParaRPr lang="en-US" altLang="zh-TW" dirty="0"/>
          </a:p>
          <a:p>
            <a:r>
              <a:rPr lang="zh-TW" altLang="en-US" dirty="0"/>
              <a:t>像是</a:t>
            </a:r>
            <a:r>
              <a:rPr lang="en-US" altLang="zh-TW" dirty="0"/>
              <a:t>ACG</a:t>
            </a:r>
            <a:r>
              <a:rPr lang="zh-TW" altLang="en-US" dirty="0"/>
              <a:t>這個錯誤的路徑就會被剃除</a:t>
            </a:r>
            <a:endParaRPr lang="en-US" altLang="zh-TW" dirty="0"/>
          </a:p>
          <a:p>
            <a:r>
              <a:rPr lang="en-US" altLang="zh-TW" dirty="0"/>
              <a:t>GCG </a:t>
            </a:r>
            <a:r>
              <a:rPr lang="zh-TW" altLang="en-US" dirty="0"/>
              <a:t>演變出</a:t>
            </a:r>
            <a:r>
              <a:rPr lang="en-US" altLang="zh-TW" dirty="0"/>
              <a:t>GTG</a:t>
            </a:r>
            <a:r>
              <a:rPr lang="zh-TW" altLang="en-US" dirty="0"/>
              <a:t>的</a:t>
            </a:r>
            <a:r>
              <a:rPr lang="en-US" altLang="zh-TW" dirty="0"/>
              <a:t>somatic</a:t>
            </a:r>
            <a:r>
              <a:rPr lang="zh-TW" altLang="en-US" dirty="0"/>
              <a:t>就是成功找到</a:t>
            </a:r>
            <a:r>
              <a:rPr lang="en-US" altLang="zh-TW" dirty="0"/>
              <a:t>VH</a:t>
            </a:r>
            <a:br>
              <a:rPr lang="en-US" altLang="zh-TW" dirty="0"/>
            </a:br>
            <a:r>
              <a:rPr lang="zh-TW" altLang="en-US" dirty="0"/>
              <a:t>取前三大有可能第三大會有同票的情況</a:t>
            </a:r>
            <a:r>
              <a:rPr lang="en-US" altLang="zh-TW" dirty="0"/>
              <a:t>ACT</a:t>
            </a:r>
            <a:r>
              <a:rPr lang="zh-TW" altLang="en-US" dirty="0"/>
              <a:t> 和</a:t>
            </a:r>
            <a:r>
              <a:rPr lang="en-US" altLang="zh-TW" dirty="0"/>
              <a:t>ATT</a:t>
            </a:r>
            <a:br>
              <a:rPr lang="en-US" altLang="zh-TW" dirty="0"/>
            </a:br>
            <a:r>
              <a:rPr lang="en-US" altLang="zh-TW" dirty="0"/>
              <a:t>T</a:t>
            </a:r>
            <a:r>
              <a:rPr lang="zh-TW" altLang="en-US" dirty="0"/>
              <a:t>就不知道可能是從哪邊演變出來的</a:t>
            </a:r>
            <a:endParaRPr lang="en-US" altLang="zh-TW" dirty="0"/>
          </a:p>
          <a:p>
            <a:r>
              <a:rPr lang="zh-TW" altLang="en-US" dirty="0"/>
              <a:t>他就符合</a:t>
            </a:r>
            <a:r>
              <a:rPr lang="en-US" altLang="zh-TW" dirty="0"/>
              <a:t>VH</a:t>
            </a:r>
            <a:r>
              <a:rPr lang="zh-TW" altLang="en-US" dirty="0"/>
              <a:t>和</a:t>
            </a:r>
            <a:r>
              <a:rPr lang="en-US" altLang="zh-TW" dirty="0"/>
              <a:t>VN</a:t>
            </a:r>
            <a:r>
              <a:rPr lang="zh-TW" altLang="en-US" dirty="0"/>
              <a:t> 這時候就要看是不是有雜訊</a:t>
            </a:r>
            <a:br>
              <a:rPr lang="en-US" altLang="zh-TW" dirty="0"/>
            </a:br>
            <a:r>
              <a:rPr lang="zh-TW" altLang="en-US" dirty="0"/>
              <a:t>雜訊量除以雜訊量</a:t>
            </a:r>
            <a:r>
              <a:rPr lang="en-US" altLang="zh-TW" dirty="0"/>
              <a:t>+somatic path </a:t>
            </a:r>
            <a:r>
              <a:rPr lang="zh-TW" altLang="en-US" dirty="0"/>
              <a:t>應該越小越好</a:t>
            </a:r>
            <a:endParaRPr lang="en-US" altLang="zh-TW" dirty="0"/>
          </a:p>
          <a:p>
            <a:r>
              <a:rPr lang="zh-TW" altLang="en-US" dirty="0"/>
              <a:t>以這個例子來看他的雜訊量大就代表不應該符合</a:t>
            </a:r>
            <a:r>
              <a:rPr lang="en-US" altLang="zh-TW" dirty="0"/>
              <a:t>VH</a:t>
            </a:r>
            <a:r>
              <a:rPr lang="zh-TW" altLang="en-US" dirty="0"/>
              <a:t>的</a:t>
            </a:r>
            <a:r>
              <a:rPr lang="en-US" altLang="zh-TW" dirty="0"/>
              <a:t>pattern</a:t>
            </a:r>
            <a:br>
              <a:rPr lang="en-US" altLang="zh-TW" dirty="0"/>
            </a:br>
            <a:br>
              <a:rPr lang="en-US" altLang="zh-TW" dirty="0"/>
            </a:br>
            <a:r>
              <a:rPr lang="en-US" altLang="zh-TW" dirty="0"/>
              <a:t>VL</a:t>
            </a:r>
            <a:r>
              <a:rPr lang="zh-TW" altLang="en-US" dirty="0"/>
              <a:t>會使用相同的做法取前兩大的路徑</a:t>
            </a:r>
            <a:br>
              <a:rPr lang="en-US" altLang="zh-TW" dirty="0"/>
            </a:br>
            <a:r>
              <a:rPr lang="zh-TW" altLang="en-US" dirty="0"/>
              <a:t>看是不是符合</a:t>
            </a:r>
            <a:r>
              <a:rPr lang="en-US" altLang="zh-TW" dirty="0"/>
              <a:t>GCG</a:t>
            </a:r>
            <a:r>
              <a:rPr lang="zh-TW" altLang="en-US" dirty="0"/>
              <a:t>演變出</a:t>
            </a:r>
            <a:r>
              <a:rPr lang="en-US" altLang="zh-TW" dirty="0"/>
              <a:t>GTG</a:t>
            </a:r>
            <a:r>
              <a:rPr lang="zh-TW" altLang="en-US" dirty="0"/>
              <a:t>的</a:t>
            </a:r>
            <a:r>
              <a:rPr lang="en-US" altLang="zh-TW" dirty="0"/>
              <a:t>pattern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那一樣的錯誤會需要看有沒有雜訊</a:t>
            </a:r>
            <a:br>
              <a:rPr lang="en-US" altLang="zh-TW" dirty="0"/>
            </a:br>
            <a:r>
              <a:rPr lang="zh-TW" altLang="en-US" dirty="0"/>
              <a:t>第三條路徑其實就是雜訊量</a:t>
            </a:r>
            <a:endParaRPr lang="en-US" altLang="zh-TW" dirty="0"/>
          </a:p>
          <a:p>
            <a:r>
              <a:rPr lang="zh-TW" altLang="en-US" dirty="0"/>
              <a:t>如果這個雜訊量太高也就代表他不屬於</a:t>
            </a:r>
            <a:r>
              <a:rPr lang="en-US" altLang="zh-TW" dirty="0"/>
              <a:t>VL</a:t>
            </a:r>
            <a:r>
              <a:rPr lang="zh-TW" altLang="en-US" dirty="0"/>
              <a:t> 應該屬於</a:t>
            </a:r>
            <a:r>
              <a:rPr lang="en-US" altLang="zh-TW" dirty="0"/>
              <a:t>VN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9793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基因序列中不會只考慮一個位點的情況</a:t>
                </a:r>
                <a:br>
                  <a:rPr lang="en-US" altLang="zh-TW" dirty="0"/>
                </a:br>
                <a:r>
                  <a:rPr lang="zh-TW" altLang="en-US" dirty="0"/>
                  <a:t>實際上一個位點會拉出</a:t>
                </a:r>
                <a:r>
                  <a:rPr lang="en-US" altLang="zh-TW" dirty="0"/>
                  <a:t>2k</a:t>
                </a:r>
                <a:r>
                  <a:rPr lang="zh-TW" altLang="en-US" dirty="0"/>
                  <a:t>的距離</a:t>
                </a:r>
                <a:br>
                  <a:rPr lang="en-US" altLang="zh-TW" dirty="0"/>
                </a:br>
                <a:r>
                  <a:rPr lang="zh-TW" altLang="en-US" dirty="0"/>
                  <a:t>中間往左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個往右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個，以中間來說就會造出</a:t>
                </a:r>
                <a:r>
                  <a:rPr lang="en-US" altLang="zh-TW" dirty="0"/>
                  <a:t>k2</a:t>
                </a:r>
                <a:r>
                  <a:rPr lang="zh-TW" altLang="en-US" dirty="0"/>
                  <a:t>個圖</a:t>
                </a:r>
                <a:br>
                  <a:rPr lang="en-US" altLang="zh-TW" dirty="0"/>
                </a:br>
                <a:r>
                  <a:rPr lang="zh-TW" altLang="en-US" dirty="0"/>
                  <a:t>也會只往右邊和只往左邊</a:t>
                </a:r>
                <a:br>
                  <a:rPr lang="en-US" altLang="zh-TW" dirty="0"/>
                </a:br>
                <a:r>
                  <a:rPr lang="zh-TW" altLang="en-US" dirty="0"/>
                  <a:t>一個點總共就會產生</a:t>
                </a:r>
                <a:r>
                  <a:rPr lang="en-US" altLang="zh-TW" dirty="0"/>
                  <a:t>3k2</a:t>
                </a:r>
                <a:r>
                  <a:rPr lang="zh-TW" altLang="en-US" dirty="0"/>
                  <a:t>個 </a:t>
                </a:r>
                <a:r>
                  <a:rPr lang="en-US" altLang="zh-TW" dirty="0"/>
                  <a:t>Graph</a:t>
                </a:r>
                <a:br>
                  <a:rPr lang="en-US" altLang="zh-TW" dirty="0"/>
                </a:br>
                <a:r>
                  <a:rPr lang="en-US" altLang="zh-TW" dirty="0" err="1"/>
                  <a:t>Graph</a:t>
                </a:r>
                <a:r>
                  <a:rPr lang="zh-TW" altLang="en-US" dirty="0"/>
                  <a:t>如果符合</a:t>
                </a:r>
                <a:r>
                  <a:rPr lang="en-US" altLang="zh-TW" dirty="0"/>
                  <a:t>3-path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pattern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𝐻𝑖𝑔h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zh-TW" altLang="en-US" dirty="0"/>
                  <a:t>其他照說</a:t>
                </a:r>
                <a:r>
                  <a:rPr lang="en-US" altLang="zh-TW" dirty="0"/>
                  <a:t>)</a:t>
                </a:r>
              </a:p>
              <a:p>
                <a:pPr marL="0" marR="0" indent="0" algn="l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TW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一個點可能符合多種情況</a:t>
                </a:r>
                <a:r>
                  <a:rPr lang="zh-TW" altLang="en-US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的組合 </a:t>
                </a:r>
                <a:r>
                  <a:rPr lang="en-US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(</a:t>
                </a:r>
                <a:r>
                  <a:rPr lang="zh-TW" altLang="en-US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說明情況</a:t>
                </a:r>
                <a:r>
                  <a:rPr lang="en-US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)</a:t>
                </a:r>
                <a:br>
                  <a:rPr lang="en-US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</a:br>
                <a:r>
                  <a:rPr lang="zh-TW" altLang="en-US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算下來就是 </a:t>
                </a:r>
                <a:r>
                  <a:rPr lang="en-US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VH</a:t>
                </a:r>
                <a:r>
                  <a:rPr lang="zh-TW" altLang="en-US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  <a:r>
                  <a:rPr lang="en-US" altLang="zh-TW" sz="1200" kern="1200" dirty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+mn-ea"/>
                    <a:cs typeface="+mn-cs"/>
                  </a:rPr>
                  <a:t>1 VL 1 VN 3</a:t>
                </a:r>
                <a:endParaRPr lang="en-US" altLang="zh-TW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/>
                  <a:t>somatic </a:t>
                </a:r>
                <a:r>
                  <a:rPr lang="zh-TW" altLang="en-US" dirty="0"/>
                  <a:t>符合一個</a:t>
                </a:r>
                <a:r>
                  <a:rPr lang="en-US" altLang="zh-TW" dirty="0"/>
                  <a:t>VH</a:t>
                </a:r>
                <a:r>
                  <a:rPr lang="zh-TW" altLang="en-US" dirty="0"/>
                  <a:t>就是</a:t>
                </a:r>
                <a:r>
                  <a:rPr lang="en-US" altLang="zh-TW" dirty="0"/>
                  <a:t>somatic </a:t>
                </a:r>
                <a:br>
                  <a:rPr lang="en-US" altLang="zh-TW" dirty="0"/>
                </a:br>
                <a:r>
                  <a:rPr lang="zh-TW" altLang="en-US" dirty="0"/>
                  <a:t>或是低信心</a:t>
                </a:r>
                <a:r>
                  <a:rPr lang="en-US" altLang="zh-TW" dirty="0"/>
                  <a:t>VL</a:t>
                </a:r>
                <a:r>
                  <a:rPr lang="zh-TW" altLang="en-US" dirty="0"/>
                  <a:t>比率夠高才是</a:t>
                </a:r>
                <a:br>
                  <a:rPr lang="en-US" altLang="zh-TW" dirty="0"/>
                </a:br>
                <a:r>
                  <a:rPr lang="zh-TW" altLang="en-US" dirty="0"/>
                  <a:t>所以這個點符合</a:t>
                </a:r>
                <a:r>
                  <a:rPr lang="en-US" altLang="zh-TW" dirty="0"/>
                  <a:t>somatic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以右邊這個圖為例只有一個</a:t>
                </a:r>
                <a:r>
                  <a:rPr lang="en-US" altLang="zh-TW" dirty="0"/>
                  <a:t>VL</a:t>
                </a:r>
                <a:br>
                  <a:rPr lang="en-US" altLang="zh-TW" dirty="0"/>
                </a:br>
                <a:r>
                  <a:rPr lang="zh-TW" altLang="en-US" dirty="0"/>
                  <a:t>算起來比例太低也就可以正確判斷不是</a:t>
                </a:r>
                <a:r>
                  <a:rPr lang="en-US" altLang="zh-TW" dirty="0"/>
                  <a:t>somatic</a:t>
                </a:r>
              </a:p>
            </p:txBody>
          </p:sp>
        </mc:Choice>
        <mc:Fallback xmlns="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基因序列中不會只考慮一個位點的情況</a:t>
                </a:r>
                <a:br>
                  <a:rPr lang="en-US" altLang="zh-TW" dirty="0"/>
                </a:br>
                <a:r>
                  <a:rPr lang="zh-TW" altLang="en-US" dirty="0"/>
                  <a:t>實際上一個位點會拉出</a:t>
                </a:r>
                <a:r>
                  <a:rPr lang="en-US" altLang="zh-TW" dirty="0"/>
                  <a:t>2k</a:t>
                </a:r>
                <a:r>
                  <a:rPr lang="zh-TW" altLang="en-US" dirty="0"/>
                  <a:t>的距離</a:t>
                </a:r>
                <a:br>
                  <a:rPr lang="en-US" altLang="zh-TW" dirty="0"/>
                </a:br>
                <a:r>
                  <a:rPr lang="zh-TW" altLang="en-US" dirty="0"/>
                  <a:t>中間往左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個往右</a:t>
                </a:r>
                <a:r>
                  <a:rPr lang="en-US" altLang="zh-TW" dirty="0"/>
                  <a:t>k</a:t>
                </a:r>
                <a:r>
                  <a:rPr lang="zh-TW" altLang="en-US" dirty="0"/>
                  <a:t>個，也會只存在右邊和只存在左邊</a:t>
                </a:r>
                <a:br>
                  <a:rPr lang="en-US" altLang="zh-TW" dirty="0"/>
                </a:br>
                <a:r>
                  <a:rPr lang="zh-TW" altLang="en-US" dirty="0"/>
                  <a:t>一個點總共就會產生</a:t>
                </a:r>
                <a:r>
                  <a:rPr lang="en-US" altLang="zh-TW" dirty="0"/>
                  <a:t>3k2</a:t>
                </a:r>
                <a:r>
                  <a:rPr lang="zh-TW" altLang="en-US" dirty="0"/>
                  <a:t>個</a:t>
                </a:r>
                <a:r>
                  <a:rPr lang="en-US" altLang="zh-TW" dirty="0"/>
                  <a:t>pattern</a:t>
                </a:r>
                <a:r>
                  <a:rPr lang="zh-TW" altLang="en-US" dirty="0"/>
                  <a:t>出來</a:t>
                </a:r>
                <a:br>
                  <a:rPr lang="en-US" altLang="zh-TW" dirty="0"/>
                </a:br>
                <a:r>
                  <a:rPr lang="zh-TW" altLang="en-US" dirty="0"/>
                  <a:t>有符合</a:t>
                </a:r>
                <a:r>
                  <a:rPr lang="en-US" altLang="zh-TW" dirty="0"/>
                  <a:t>3-path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pattern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∈ </a:t>
                </a:r>
                <a:r>
                  <a:rPr lang="en-US" altLang="zh-TW" i="0" dirty="0">
                    <a:latin typeface="Cambria Math" panose="02040503050406030204" pitchFamily="18" charset="0"/>
                  </a:rPr>
                  <a:t>V</a:t>
                </a:r>
                <a:r>
                  <a:rPr lang="en-US" altLang="zh-TW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_(</a:t>
                </a:r>
                <a:r>
                  <a:rPr lang="en-US" altLang="zh-TW" b="0" i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𝐻(𝐻𝑖𝑔ℎ))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其他照說</a:t>
                </a:r>
                <a:r>
                  <a:rPr lang="en-US" altLang="zh-TW" dirty="0"/>
                  <a:t>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TW" altLang="en-US" dirty="0"/>
                  <a:t>一個</a:t>
                </a:r>
                <a:r>
                  <a:rPr lang="en-US" altLang="zh-TW" dirty="0"/>
                  <a:t>somatic </a:t>
                </a:r>
                <a:r>
                  <a:rPr lang="zh-TW" altLang="en-US" dirty="0"/>
                  <a:t>可能符合多種情況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說明情況</a:t>
                </a:r>
                <a:r>
                  <a:rPr lang="en-US" altLang="zh-TW" dirty="0"/>
                  <a:t>)</a:t>
                </a:r>
                <a:br>
                  <a:rPr lang="en-US" altLang="zh-TW" dirty="0"/>
                </a:br>
                <a:r>
                  <a:rPr lang="en-US" altLang="zh-TW" dirty="0"/>
                  <a:t>somatic </a:t>
                </a:r>
                <a:r>
                  <a:rPr lang="zh-TW" altLang="en-US" dirty="0"/>
                  <a:t>符合一個</a:t>
                </a:r>
                <a:r>
                  <a:rPr lang="en-US" altLang="zh-TW" dirty="0"/>
                  <a:t>VH</a:t>
                </a:r>
                <a:r>
                  <a:rPr lang="zh-TW" altLang="en-US" dirty="0"/>
                  <a:t>就是</a:t>
                </a:r>
                <a:r>
                  <a:rPr lang="en-US" altLang="zh-TW" dirty="0"/>
                  <a:t>somatic </a:t>
                </a:r>
                <a:br>
                  <a:rPr lang="en-US" altLang="zh-TW" dirty="0"/>
                </a:br>
                <a:r>
                  <a:rPr lang="zh-TW" altLang="en-US" dirty="0"/>
                  <a:t>或是</a:t>
                </a:r>
                <a:r>
                  <a:rPr lang="en-US" altLang="zh-TW" dirty="0"/>
                  <a:t>VL</a:t>
                </a:r>
                <a:r>
                  <a:rPr lang="zh-TW" altLang="en-US" dirty="0"/>
                  <a:t>比率夠高才是</a:t>
                </a:r>
                <a:br>
                  <a:rPr lang="en-US" altLang="zh-TW" dirty="0"/>
                </a:br>
                <a:r>
                  <a:rPr lang="zh-TW" altLang="en-US" dirty="0"/>
                  <a:t>向右邊的</a:t>
                </a:r>
                <a:r>
                  <a:rPr lang="en-US" altLang="zh-TW" dirty="0"/>
                  <a:t>VL</a:t>
                </a:r>
                <a:r>
                  <a:rPr lang="zh-TW" altLang="en-US" dirty="0"/>
                  <a:t>數量就不夠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61661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有了</a:t>
            </a:r>
            <a:r>
              <a:rPr lang="en-US" altLang="zh-TW" dirty="0"/>
              <a:t>somatic</a:t>
            </a:r>
            <a:r>
              <a:rPr lang="zh-TW" altLang="en-US" dirty="0"/>
              <a:t>點位和</a:t>
            </a:r>
            <a:r>
              <a:rPr lang="en-US" altLang="zh-TW" dirty="0"/>
              <a:t>LOH</a:t>
            </a:r>
            <a:r>
              <a:rPr lang="zh-TW" altLang="en-US" dirty="0"/>
              <a:t>的區域</a:t>
            </a:r>
            <a:endParaRPr lang="en-US" altLang="zh-TW" dirty="0"/>
          </a:p>
          <a:p>
            <a:r>
              <a:rPr lang="zh-TW" altLang="en-US" dirty="0"/>
              <a:t>就可以拿這些資訊來進行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首先依據基因序列數量來建構出</a:t>
            </a:r>
            <a:r>
              <a:rPr lang="en-US" altLang="zh-TW" dirty="0"/>
              <a:t>k variant graph</a:t>
            </a:r>
            <a:r>
              <a:rPr lang="zh-TW" altLang="en-US" dirty="0"/>
              <a:t>圖上的權重</a:t>
            </a:r>
            <a:br>
              <a:rPr lang="en-US" altLang="zh-TW" dirty="0"/>
            </a:br>
            <a:r>
              <a:rPr lang="zh-TW" altLang="en-US" dirty="0"/>
              <a:t>會由左往右拿出子圖來決定</a:t>
            </a:r>
            <a:r>
              <a:rPr lang="en-US" altLang="zh-TW" dirty="0"/>
              <a:t>phasing</a:t>
            </a:r>
            <a:r>
              <a:rPr lang="zh-TW" altLang="en-US" dirty="0"/>
              <a:t>的結果</a:t>
            </a:r>
            <a:endParaRPr lang="en-US" altLang="zh-TW" dirty="0"/>
          </a:p>
          <a:p>
            <a:r>
              <a:rPr lang="zh-TW" altLang="en-US" dirty="0"/>
              <a:t>首先會假設第一個點的</a:t>
            </a:r>
            <a:r>
              <a:rPr lang="en-US" altLang="zh-TW" dirty="0"/>
              <a:t>A </a:t>
            </a:r>
            <a:r>
              <a:rPr lang="zh-TW" altLang="en-US" dirty="0"/>
              <a:t>是</a:t>
            </a:r>
            <a:r>
              <a:rPr lang="en-US" altLang="zh-TW" dirty="0"/>
              <a:t>HP1 </a:t>
            </a:r>
            <a:r>
              <a:rPr lang="zh-TW" altLang="en-US" dirty="0"/>
              <a:t>相對的</a:t>
            </a:r>
            <a:r>
              <a:rPr lang="en-US" altLang="zh-TW" dirty="0"/>
              <a:t>G</a:t>
            </a:r>
            <a:r>
              <a:rPr lang="zh-TW" altLang="en-US" dirty="0"/>
              <a:t>就是</a:t>
            </a:r>
            <a:r>
              <a:rPr lang="en-US" altLang="zh-TW" dirty="0"/>
              <a:t>HP2</a:t>
            </a:r>
          </a:p>
          <a:p>
            <a:r>
              <a:rPr lang="zh-TW" altLang="en-US" dirty="0"/>
              <a:t>再來就會從左往右給資訊</a:t>
            </a:r>
            <a:endParaRPr lang="en-US" altLang="zh-TW" dirty="0"/>
          </a:p>
          <a:p>
            <a:r>
              <a:rPr lang="zh-TW" altLang="en-US" dirty="0"/>
              <a:t>那因為人是兩倍體，所以會主要尋找不相交的的兩條路徑</a:t>
            </a:r>
            <a:endParaRPr lang="en-US" altLang="zh-TW" dirty="0"/>
          </a:p>
          <a:p>
            <a:r>
              <a:rPr lang="zh-TW" altLang="en-US" dirty="0"/>
              <a:t>也就是看</a:t>
            </a:r>
            <a:r>
              <a:rPr lang="en-US" altLang="zh-TW" dirty="0"/>
              <a:t>A</a:t>
            </a:r>
            <a:r>
              <a:rPr lang="zh-TW" altLang="en-US" dirty="0"/>
              <a:t>接</a:t>
            </a:r>
            <a:r>
              <a:rPr lang="en-US" altLang="zh-TW" dirty="0"/>
              <a:t>T</a:t>
            </a:r>
            <a:r>
              <a:rPr lang="zh-TW" altLang="en-US" dirty="0"/>
              <a:t>和</a:t>
            </a:r>
            <a:r>
              <a:rPr lang="en-US" altLang="zh-TW" dirty="0"/>
              <a:t>G</a:t>
            </a:r>
            <a:r>
              <a:rPr lang="zh-TW" altLang="en-US" dirty="0"/>
              <a:t>接</a:t>
            </a:r>
            <a:r>
              <a:rPr lang="en-US" altLang="zh-TW" dirty="0"/>
              <a:t>C</a:t>
            </a:r>
            <a:r>
              <a:rPr lang="zh-TW" altLang="en-US" dirty="0"/>
              <a:t>的組合可能性比較大</a:t>
            </a:r>
            <a:br>
              <a:rPr lang="en-US" altLang="zh-TW" dirty="0"/>
            </a:br>
            <a:r>
              <a:rPr lang="zh-TW" altLang="en-US" dirty="0"/>
              <a:t>還是</a:t>
            </a:r>
            <a:r>
              <a:rPr lang="en-US" altLang="zh-TW" dirty="0"/>
              <a:t>A</a:t>
            </a:r>
            <a:r>
              <a:rPr lang="zh-TW" altLang="en-US" dirty="0"/>
              <a:t>接</a:t>
            </a:r>
            <a:r>
              <a:rPr lang="en-US" altLang="zh-TW" dirty="0"/>
              <a:t>C</a:t>
            </a:r>
            <a:r>
              <a:rPr lang="zh-TW" altLang="en-US" dirty="0"/>
              <a:t>和</a:t>
            </a:r>
            <a:r>
              <a:rPr lang="en-US" altLang="zh-TW" dirty="0"/>
              <a:t>G</a:t>
            </a:r>
            <a:r>
              <a:rPr lang="zh-TW" altLang="en-US" dirty="0"/>
              <a:t>接</a:t>
            </a:r>
            <a:r>
              <a:rPr lang="en-US" altLang="zh-TW" dirty="0"/>
              <a:t>T</a:t>
            </a:r>
            <a:r>
              <a:rPr lang="zh-TW" altLang="en-US" dirty="0"/>
              <a:t>的可能性比較大</a:t>
            </a:r>
            <a:br>
              <a:rPr lang="en-US" altLang="zh-TW" dirty="0"/>
            </a:br>
            <a:r>
              <a:rPr lang="zh-TW" altLang="en-US" dirty="0"/>
              <a:t>以數量來看就是</a:t>
            </a:r>
            <a:r>
              <a:rPr lang="en-US" altLang="zh-TW" dirty="0"/>
              <a:t>A</a:t>
            </a:r>
            <a:r>
              <a:rPr lang="zh-TW" altLang="en-US" dirty="0"/>
              <a:t>接</a:t>
            </a:r>
            <a:r>
              <a:rPr lang="en-US" altLang="zh-TW" dirty="0"/>
              <a:t>T</a:t>
            </a:r>
            <a:r>
              <a:rPr lang="zh-TW" altLang="en-US" dirty="0"/>
              <a:t>的可能性較大</a:t>
            </a:r>
            <a:br>
              <a:rPr lang="en-US" altLang="zh-TW" dirty="0"/>
            </a:br>
            <a:r>
              <a:rPr lang="zh-TW" altLang="en-US" dirty="0"/>
              <a:t>所以決定由</a:t>
            </a:r>
            <a:r>
              <a:rPr lang="en-US" altLang="zh-TW" dirty="0"/>
              <a:t>A</a:t>
            </a:r>
            <a:r>
              <a:rPr lang="zh-TW" altLang="en-US" dirty="0"/>
              <a:t>給</a:t>
            </a:r>
            <a:r>
              <a:rPr lang="en-US" altLang="zh-TW" dirty="0"/>
              <a:t>T</a:t>
            </a:r>
            <a:r>
              <a:rPr lang="zh-TW" altLang="en-US" dirty="0"/>
              <a:t>資訊 也就決定了</a:t>
            </a:r>
            <a:r>
              <a:rPr lang="en-US" altLang="zh-TW" dirty="0"/>
              <a:t>T</a:t>
            </a:r>
            <a:r>
              <a:rPr lang="zh-TW" altLang="en-US" dirty="0"/>
              <a:t>是</a:t>
            </a:r>
            <a:r>
              <a:rPr lang="en-US" altLang="zh-TW" dirty="0"/>
              <a:t>HP1</a:t>
            </a:r>
          </a:p>
          <a:p>
            <a:r>
              <a:rPr lang="zh-TW" altLang="en-US" dirty="0"/>
              <a:t>當連接到</a:t>
            </a:r>
            <a:r>
              <a:rPr lang="en-US" altLang="zh-TW" dirty="0"/>
              <a:t>somatic</a:t>
            </a:r>
            <a:r>
              <a:rPr lang="zh-TW" altLang="en-US" dirty="0"/>
              <a:t>的點時就不只兩個路徑了</a:t>
            </a:r>
            <a:endParaRPr lang="en-US" altLang="zh-TW" dirty="0"/>
          </a:p>
          <a:p>
            <a:r>
              <a:rPr lang="zh-TW" altLang="en-US" dirty="0"/>
              <a:t>可以看到</a:t>
            </a:r>
            <a:r>
              <a:rPr lang="en-US" altLang="zh-TW" dirty="0"/>
              <a:t>A</a:t>
            </a:r>
            <a:r>
              <a:rPr lang="zh-TW" altLang="en-US" dirty="0"/>
              <a:t>接</a:t>
            </a:r>
            <a:r>
              <a:rPr lang="en-US" altLang="zh-TW" dirty="0"/>
              <a:t>G</a:t>
            </a:r>
            <a:r>
              <a:rPr lang="zh-TW" altLang="en-US" dirty="0"/>
              <a:t>和</a:t>
            </a:r>
            <a:r>
              <a:rPr lang="en-US" altLang="zh-TW" dirty="0"/>
              <a:t>G</a:t>
            </a:r>
            <a:r>
              <a:rPr lang="zh-TW" altLang="en-US" dirty="0"/>
              <a:t>接</a:t>
            </a:r>
            <a:r>
              <a:rPr lang="en-US" altLang="zh-TW" dirty="0"/>
              <a:t>G</a:t>
            </a:r>
            <a:r>
              <a:rPr lang="zh-TW" altLang="en-US" dirty="0"/>
              <a:t>也就是右邊的</a:t>
            </a:r>
            <a:r>
              <a:rPr lang="en-US" altLang="zh-TW" dirty="0"/>
              <a:t>G</a:t>
            </a:r>
            <a:r>
              <a:rPr lang="zh-TW" altLang="en-US" dirty="0"/>
              <a:t>接收了兩個</a:t>
            </a:r>
            <a:r>
              <a:rPr lang="en-US" altLang="zh-TW" dirty="0"/>
              <a:t>HP</a:t>
            </a:r>
            <a:r>
              <a:rPr lang="zh-TW" altLang="en-US" dirty="0"/>
              <a:t>的資訊</a:t>
            </a:r>
            <a:endParaRPr lang="en-US" altLang="zh-TW" dirty="0"/>
          </a:p>
          <a:p>
            <a:r>
              <a:rPr lang="zh-TW" altLang="en-US" dirty="0"/>
              <a:t>那就可以知道</a:t>
            </a:r>
            <a:r>
              <a:rPr lang="en-US" altLang="zh-TW" dirty="0"/>
              <a:t>G</a:t>
            </a:r>
            <a:r>
              <a:rPr lang="zh-TW" altLang="en-US" dirty="0"/>
              <a:t>是沒有判斷能力的</a:t>
            </a:r>
            <a:br>
              <a:rPr lang="en-US" altLang="zh-TW" dirty="0"/>
            </a:br>
            <a:r>
              <a:rPr lang="zh-TW" altLang="en-US" dirty="0"/>
              <a:t>所以只能看誰接到</a:t>
            </a:r>
            <a:r>
              <a:rPr lang="en-US" altLang="zh-TW" dirty="0"/>
              <a:t>T</a:t>
            </a:r>
            <a:r>
              <a:rPr lang="zh-TW" altLang="en-US" dirty="0"/>
              <a:t>給到資訊也就是</a:t>
            </a:r>
            <a:r>
              <a:rPr lang="en-US" altLang="zh-TW" dirty="0"/>
              <a:t>HP2</a:t>
            </a:r>
            <a:br>
              <a:rPr lang="en-US" altLang="zh-TW" dirty="0"/>
            </a:br>
            <a:r>
              <a:rPr lang="zh-TW" altLang="en-US" dirty="0"/>
              <a:t>一樣的只要接到</a:t>
            </a:r>
            <a:r>
              <a:rPr lang="en-US" altLang="zh-TW" dirty="0"/>
              <a:t>somatic </a:t>
            </a:r>
            <a:r>
              <a:rPr lang="zh-TW" altLang="en-US" dirty="0"/>
              <a:t>就是只能誰接到</a:t>
            </a:r>
            <a:r>
              <a:rPr lang="en-US" altLang="zh-TW" dirty="0"/>
              <a:t>alt</a:t>
            </a:r>
            <a:br>
              <a:rPr lang="en-US" altLang="zh-TW" dirty="0"/>
            </a:br>
            <a:r>
              <a:rPr lang="zh-TW" altLang="en-US" dirty="0"/>
              <a:t>前兩個點都給出了</a:t>
            </a:r>
            <a:r>
              <a:rPr lang="en-US" altLang="zh-TW" dirty="0"/>
              <a:t>HP2 </a:t>
            </a:r>
            <a:r>
              <a:rPr lang="zh-TW" altLang="en-US" dirty="0"/>
              <a:t>的結果</a:t>
            </a:r>
            <a:br>
              <a:rPr lang="en-US" altLang="zh-TW" dirty="0"/>
            </a:br>
            <a:r>
              <a:rPr lang="zh-TW" altLang="en-US" dirty="0"/>
              <a:t>也就是</a:t>
            </a:r>
            <a:r>
              <a:rPr lang="en-US" altLang="zh-TW" dirty="0"/>
              <a:t>HP1</a:t>
            </a:r>
            <a:r>
              <a:rPr lang="zh-TW" altLang="en-US" dirty="0"/>
              <a:t>和</a:t>
            </a:r>
            <a:r>
              <a:rPr lang="en-US" altLang="zh-TW" dirty="0"/>
              <a:t>HP2</a:t>
            </a:r>
            <a:r>
              <a:rPr lang="zh-TW" altLang="en-US" dirty="0"/>
              <a:t>都是</a:t>
            </a:r>
            <a:r>
              <a:rPr lang="en-US" altLang="zh-TW" dirty="0"/>
              <a:t>G</a:t>
            </a:r>
            <a:r>
              <a:rPr lang="zh-TW" altLang="en-US" dirty="0"/>
              <a:t> 而衍生出來</a:t>
            </a:r>
            <a:r>
              <a:rPr lang="en-US" altLang="zh-TW" dirty="0"/>
              <a:t>HP2-1</a:t>
            </a:r>
            <a:r>
              <a:rPr lang="zh-TW" altLang="en-US" dirty="0"/>
              <a:t>是</a:t>
            </a:r>
            <a:r>
              <a:rPr lang="en-US" altLang="zh-TW" dirty="0"/>
              <a:t>T</a:t>
            </a:r>
            <a:br>
              <a:rPr lang="en-US" altLang="zh-TW" dirty="0"/>
            </a:br>
            <a:r>
              <a:rPr lang="zh-TW" altLang="en-US" dirty="0"/>
              <a:t>下一個會用一樣的方式執行</a:t>
            </a:r>
            <a:r>
              <a:rPr lang="en-US" altLang="zh-TW" dirty="0"/>
              <a:t>HP1 T HP2</a:t>
            </a:r>
            <a:r>
              <a:rPr lang="zh-TW" altLang="en-US" dirty="0"/>
              <a:t>和</a:t>
            </a:r>
            <a:r>
              <a:rPr lang="en-US" altLang="zh-TW" dirty="0"/>
              <a:t>HP2-1A</a:t>
            </a:r>
          </a:p>
          <a:p>
            <a:r>
              <a:rPr lang="zh-TW" altLang="en-US" dirty="0"/>
              <a:t>進入</a:t>
            </a:r>
            <a:r>
              <a:rPr lang="en-US" altLang="zh-TW" dirty="0" err="1"/>
              <a:t>loh</a:t>
            </a:r>
            <a:r>
              <a:rPr lang="en-US" altLang="zh-TW" dirty="0"/>
              <a:t> </a:t>
            </a:r>
            <a:r>
              <a:rPr lang="zh-TW" altLang="en-US" dirty="0"/>
              <a:t>區域時就會遇到</a:t>
            </a:r>
            <a:r>
              <a:rPr lang="en-US" altLang="zh-TW" dirty="0"/>
              <a:t>allele</a:t>
            </a:r>
            <a:r>
              <a:rPr lang="zh-TW" altLang="en-US" dirty="0"/>
              <a:t>沒有的情況</a:t>
            </a:r>
            <a:endParaRPr lang="en-US" altLang="zh-TW" dirty="0"/>
          </a:p>
          <a:p>
            <a:r>
              <a:rPr lang="zh-TW" altLang="en-US" dirty="0"/>
              <a:t>那就是看到誰連接到</a:t>
            </a:r>
            <a:r>
              <a:rPr lang="en-US" altLang="zh-TW" dirty="0"/>
              <a:t>G</a:t>
            </a:r>
            <a:r>
              <a:rPr lang="zh-TW" altLang="en-US" dirty="0"/>
              <a:t>就是繼承哪邊的</a:t>
            </a:r>
            <a:r>
              <a:rPr lang="en-US" altLang="zh-TW" dirty="0"/>
              <a:t>HP</a:t>
            </a:r>
          </a:p>
          <a:p>
            <a:r>
              <a:rPr lang="en-US" altLang="zh-TW" dirty="0"/>
              <a:t>Somatic </a:t>
            </a:r>
            <a:r>
              <a:rPr lang="zh-TW" altLang="en-US" dirty="0"/>
              <a:t>也是一樣的</a:t>
            </a:r>
            <a:br>
              <a:rPr lang="en-US" altLang="zh-TW" dirty="0"/>
            </a:br>
            <a:r>
              <a:rPr lang="zh-TW" altLang="en-US" dirty="0"/>
              <a:t>最終我們就可以獲得</a:t>
            </a:r>
            <a:r>
              <a:rPr lang="en-US" altLang="zh-TW" dirty="0"/>
              <a:t>GCTAGT</a:t>
            </a:r>
            <a:r>
              <a:rPr lang="zh-TW" altLang="en-US" dirty="0"/>
              <a:t>的</a:t>
            </a:r>
            <a:r>
              <a:rPr lang="en-US" altLang="zh-TW" dirty="0"/>
              <a:t>HP2-1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4841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接著就可以使用</a:t>
            </a:r>
            <a:r>
              <a:rPr lang="en-US" altLang="zh-TW" dirty="0"/>
              <a:t>HP</a:t>
            </a:r>
            <a:r>
              <a:rPr lang="zh-TW" altLang="en-US" dirty="0"/>
              <a:t>的資訊來推估</a:t>
            </a:r>
            <a:r>
              <a:rPr lang="en-US" altLang="zh-TW" dirty="0"/>
              <a:t>purity</a:t>
            </a:r>
            <a:br>
              <a:rPr lang="en-US" altLang="zh-TW" dirty="0"/>
            </a:br>
            <a:r>
              <a:rPr lang="zh-TW" altLang="en-US" dirty="0"/>
              <a:t>實務上資料可能是由不同</a:t>
            </a:r>
            <a:r>
              <a:rPr lang="en-US" altLang="zh-TW" dirty="0"/>
              <a:t>tumor </a:t>
            </a:r>
            <a:r>
              <a:rPr lang="zh-TW" altLang="en-US" dirty="0"/>
              <a:t>和</a:t>
            </a:r>
            <a:r>
              <a:rPr lang="en-US" altLang="zh-TW" dirty="0"/>
              <a:t>normal</a:t>
            </a:r>
            <a:r>
              <a:rPr lang="zh-TW" altLang="en-US" dirty="0"/>
              <a:t>混和出來的</a:t>
            </a:r>
            <a:endParaRPr lang="en-US" altLang="zh-TW" dirty="0"/>
          </a:p>
          <a:p>
            <a:r>
              <a:rPr lang="zh-TW" altLang="en-US" dirty="0"/>
              <a:t>起始的</a:t>
            </a:r>
            <a:r>
              <a:rPr lang="en-US" altLang="zh-TW" dirty="0"/>
              <a:t>normal hp </a:t>
            </a:r>
            <a:r>
              <a:rPr lang="zh-TW" altLang="en-US" dirty="0"/>
              <a:t>比例應該要是平衡的</a:t>
            </a:r>
            <a:br>
              <a:rPr lang="en-US" altLang="zh-TW" dirty="0"/>
            </a:br>
            <a:r>
              <a:rPr lang="zh-TW" altLang="en-US" dirty="0"/>
              <a:t>當有</a:t>
            </a:r>
            <a:r>
              <a:rPr lang="en-US" altLang="zh-TW" dirty="0"/>
              <a:t>tumor</a:t>
            </a:r>
            <a:r>
              <a:rPr lang="zh-TW" altLang="en-US" dirty="0"/>
              <a:t>進入時會開始改變這個平衡</a:t>
            </a:r>
            <a:endParaRPr lang="en-US" altLang="zh-TW" dirty="0"/>
          </a:p>
          <a:p>
            <a:r>
              <a:rPr lang="zh-TW" altLang="en-US" dirty="0"/>
              <a:t>所以就利用</a:t>
            </a:r>
            <a:r>
              <a:rPr lang="en-US" altLang="zh-TW" dirty="0"/>
              <a:t>HI</a:t>
            </a:r>
            <a:r>
              <a:rPr lang="zh-TW" altLang="en-US" dirty="0"/>
              <a:t>來表現 </a:t>
            </a:r>
            <a:r>
              <a:rPr lang="en-US" altLang="zh-TW" dirty="0"/>
              <a:t>hp</a:t>
            </a:r>
            <a:r>
              <a:rPr lang="zh-TW" altLang="en-US" dirty="0"/>
              <a:t>多不平衡</a:t>
            </a:r>
            <a:endParaRPr lang="en-US" altLang="zh-TW" dirty="0"/>
          </a:p>
          <a:p>
            <a:r>
              <a:rPr lang="zh-TW" altLang="en-US" dirty="0"/>
              <a:t>統計樣本中每個位點的</a:t>
            </a:r>
            <a:r>
              <a:rPr lang="en-US" altLang="zh-TW" dirty="0"/>
              <a:t>HI</a:t>
            </a:r>
            <a:r>
              <a:rPr lang="zh-TW" altLang="en-US" dirty="0"/>
              <a:t>去統計出來看長條圖</a:t>
            </a:r>
            <a:endParaRPr lang="en-US" altLang="zh-TW" dirty="0"/>
          </a:p>
          <a:p>
            <a:r>
              <a:rPr lang="zh-TW" altLang="en-US" dirty="0"/>
              <a:t>可以發現</a:t>
            </a:r>
            <a:r>
              <a:rPr lang="en-US" altLang="zh-TW" dirty="0"/>
              <a:t>purity</a:t>
            </a:r>
            <a:r>
              <a:rPr lang="zh-TW" altLang="en-US" dirty="0"/>
              <a:t>越低 </a:t>
            </a:r>
            <a:r>
              <a:rPr lang="en-US" altLang="zh-TW" dirty="0"/>
              <a:t>HI</a:t>
            </a:r>
            <a:r>
              <a:rPr lang="zh-TW" altLang="en-US" dirty="0"/>
              <a:t>的值越接近</a:t>
            </a:r>
            <a:r>
              <a:rPr lang="en-US" altLang="zh-TW" dirty="0"/>
              <a:t>0.5</a:t>
            </a:r>
            <a:r>
              <a:rPr lang="zh-TW" altLang="en-US" dirty="0"/>
              <a:t>也就是越平衡</a:t>
            </a:r>
            <a:br>
              <a:rPr lang="en-US" altLang="zh-TW" dirty="0"/>
            </a:br>
            <a:r>
              <a:rPr lang="en-US" altLang="zh-TW" dirty="0"/>
              <a:t>purity</a:t>
            </a:r>
            <a:r>
              <a:rPr lang="zh-TW" altLang="en-US" dirty="0"/>
              <a:t>越高</a:t>
            </a:r>
            <a:r>
              <a:rPr lang="en-US" altLang="zh-TW" dirty="0"/>
              <a:t>Hi</a:t>
            </a:r>
            <a:r>
              <a:rPr lang="zh-TW" altLang="en-US" dirty="0"/>
              <a:t>就越接近</a:t>
            </a:r>
            <a:r>
              <a:rPr lang="en-US" altLang="zh-TW" dirty="0"/>
              <a:t>1</a:t>
            </a:r>
            <a:br>
              <a:rPr lang="en-US" altLang="zh-TW" dirty="0"/>
            </a:br>
            <a:r>
              <a:rPr lang="zh-TW" altLang="en-US" dirty="0"/>
              <a:t>把整體的資訊畫成盒型圖 可以看到</a:t>
            </a:r>
            <a:r>
              <a:rPr lang="en-US" altLang="zh-TW" dirty="0"/>
              <a:t>HI</a:t>
            </a:r>
            <a:r>
              <a:rPr lang="zh-TW" altLang="en-US" dirty="0"/>
              <a:t> 值變化是很明顯的</a:t>
            </a:r>
            <a:endParaRPr lang="en-US" altLang="zh-TW" dirty="0"/>
          </a:p>
          <a:p>
            <a:r>
              <a:rPr lang="zh-TW" altLang="en-US" dirty="0"/>
              <a:t>因此這些資料拿去進行多項式回歸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後續有統計出</a:t>
            </a:r>
            <a:r>
              <a:rPr lang="en-US" altLang="zh-TW" dirty="0"/>
              <a:t>HI</a:t>
            </a:r>
            <a:r>
              <a:rPr lang="zh-TW" altLang="en-US" dirty="0"/>
              <a:t>就可以把個數值帶入回歸後的函數去估計</a:t>
            </a:r>
            <a:r>
              <a:rPr lang="en-US" altLang="zh-TW" dirty="0"/>
              <a:t>purity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7930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那先前的</a:t>
            </a:r>
            <a:r>
              <a:rPr lang="en-US" altLang="zh-TW" dirty="0"/>
              <a:t>LOH </a:t>
            </a:r>
            <a:r>
              <a:rPr lang="zh-TW" altLang="en-US" dirty="0"/>
              <a:t>占整個基因比例的變換也很明顯</a:t>
            </a:r>
            <a:br>
              <a:rPr lang="en-US" altLang="zh-TW" dirty="0"/>
            </a:br>
            <a:r>
              <a:rPr lang="zh-TW" altLang="en-US" dirty="0"/>
              <a:t>在</a:t>
            </a:r>
            <a:r>
              <a:rPr lang="en-US" altLang="zh-TW" dirty="0"/>
              <a:t>purity 1</a:t>
            </a:r>
            <a:r>
              <a:rPr lang="zh-TW" altLang="en-US" dirty="0"/>
              <a:t>的時候會有明顯的增幅</a:t>
            </a:r>
            <a:endParaRPr lang="en-US" altLang="zh-TW" dirty="0"/>
          </a:p>
          <a:p>
            <a:r>
              <a:rPr lang="zh-TW" altLang="en-US" dirty="0"/>
              <a:t>因此可以讓這個回歸模型更準確</a:t>
            </a:r>
            <a:endParaRPr lang="en-US" altLang="zh-TW" dirty="0"/>
          </a:p>
          <a:p>
            <a:r>
              <a:rPr lang="zh-TW" altLang="en-US" dirty="0"/>
              <a:t>最終會使用</a:t>
            </a:r>
            <a:r>
              <a:rPr lang="en-US" altLang="zh-TW" dirty="0"/>
              <a:t>LOH</a:t>
            </a:r>
            <a:r>
              <a:rPr lang="zh-TW" altLang="en-US" dirty="0"/>
              <a:t> </a:t>
            </a:r>
            <a:r>
              <a:rPr lang="en-US" altLang="zh-TW" dirty="0"/>
              <a:t>ratio </a:t>
            </a:r>
            <a:r>
              <a:rPr lang="zh-TW" altLang="en-US" dirty="0"/>
              <a:t>和</a:t>
            </a:r>
            <a:r>
              <a:rPr lang="en-US" altLang="zh-TW" dirty="0"/>
              <a:t>HI</a:t>
            </a:r>
            <a:r>
              <a:rPr lang="zh-TW" altLang="en-US" dirty="0"/>
              <a:t> 套入回歸後的公式去進行</a:t>
            </a:r>
            <a:r>
              <a:rPr lang="en-US" altLang="zh-TW" dirty="0"/>
              <a:t>purity</a:t>
            </a:r>
            <a:r>
              <a:rPr lang="zh-TW" altLang="en-US" dirty="0"/>
              <a:t>的預估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0610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說明此次研究所使用的資料</a:t>
            </a:r>
            <a:endParaRPr lang="en-US" altLang="zh-TW" dirty="0"/>
          </a:p>
          <a:p>
            <a:r>
              <a:rPr lang="zh-TW" altLang="en-US" dirty="0"/>
              <a:t>有</a:t>
            </a:r>
            <a:r>
              <a:rPr lang="en-US" altLang="zh-TW" dirty="0"/>
              <a:t>6</a:t>
            </a:r>
            <a:r>
              <a:rPr lang="zh-TW" altLang="en-US" dirty="0"/>
              <a:t>個細胞株，不同的定序機構</a:t>
            </a:r>
            <a:endParaRPr lang="en-US" altLang="zh-TW" dirty="0"/>
          </a:p>
          <a:p>
            <a:r>
              <a:rPr lang="zh-TW" altLang="en-US" dirty="0"/>
              <a:t>產生出</a:t>
            </a:r>
            <a:r>
              <a:rPr lang="en-US" altLang="zh-TW" dirty="0"/>
              <a:t>8</a:t>
            </a:r>
            <a:r>
              <a:rPr lang="zh-TW" altLang="en-US" dirty="0"/>
              <a:t>個樣本，和不同機構做出的</a:t>
            </a:r>
            <a:r>
              <a:rPr lang="en-US" altLang="zh-TW" dirty="0"/>
              <a:t>somatic</a:t>
            </a:r>
            <a:r>
              <a:rPr lang="zh-TW" altLang="en-US" dirty="0"/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Benchmark</a:t>
            </a:r>
            <a:endParaRPr lang="en-US" altLang="zh-TW" dirty="0"/>
          </a:p>
          <a:p>
            <a:r>
              <a:rPr lang="zh-TW" altLang="en-US" dirty="0"/>
              <a:t>並且使用</a:t>
            </a:r>
            <a:r>
              <a:rPr lang="en-US" altLang="zh-TW" dirty="0"/>
              <a:t>3</a:t>
            </a:r>
            <a:r>
              <a:rPr lang="zh-TW" altLang="en-US" dirty="0"/>
              <a:t>種</a:t>
            </a:r>
            <a:r>
              <a:rPr lang="en-US" altLang="zh-TW" dirty="0"/>
              <a:t>somatic calling </a:t>
            </a:r>
            <a:r>
              <a:rPr lang="zh-TW" altLang="en-US" dirty="0"/>
              <a:t>作為我的輸入</a:t>
            </a:r>
            <a:endParaRPr lang="en-US" altLang="zh-TW" dirty="0"/>
          </a:p>
          <a:p>
            <a:r>
              <a:rPr lang="zh-TW" altLang="en-US" dirty="0"/>
              <a:t>那因為要模擬真實情況，我們會假設原始</a:t>
            </a:r>
            <a:r>
              <a:rPr lang="en-US" altLang="zh-TW" dirty="0"/>
              <a:t>tumor </a:t>
            </a:r>
            <a:r>
              <a:rPr lang="zh-TW" altLang="en-US" dirty="0"/>
              <a:t>資料是</a:t>
            </a:r>
            <a:r>
              <a:rPr lang="en-US" altLang="zh-TW" dirty="0"/>
              <a:t>purity 1</a:t>
            </a:r>
            <a:br>
              <a:rPr lang="en-US" altLang="zh-TW" dirty="0"/>
            </a:br>
            <a:r>
              <a:rPr lang="zh-TW" altLang="en-US" dirty="0"/>
              <a:t>混入不同比例</a:t>
            </a:r>
            <a:r>
              <a:rPr lang="en-US" altLang="zh-TW" dirty="0"/>
              <a:t>normal</a:t>
            </a:r>
            <a:r>
              <a:rPr lang="zh-TW" altLang="en-US" dirty="0"/>
              <a:t>來模擬出</a:t>
            </a:r>
            <a:r>
              <a:rPr lang="en-US" altLang="zh-TW" dirty="0"/>
              <a:t>purity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653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</a:t>
            </a:r>
            <a:r>
              <a:rPr lang="zh-TW" altLang="en-US" dirty="0"/>
              <a:t>、</a:t>
            </a:r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  <a:br>
              <a:rPr lang="en-US" altLang="zh-TW" dirty="0"/>
            </a:br>
            <a:r>
              <a:rPr lang="en-US" altLang="zh-TW" dirty="0"/>
              <a:t>y</a:t>
            </a:r>
            <a:r>
              <a:rPr lang="zh-TW" altLang="en-US" dirty="0"/>
              <a:t> 第一個</a:t>
            </a:r>
            <a:r>
              <a:rPr lang="en-US" altLang="zh-TW" dirty="0"/>
              <a:t>COLO</a:t>
            </a:r>
            <a:r>
              <a:rPr lang="zh-TW" altLang="en-US" dirty="0"/>
              <a:t>可以看到不同</a:t>
            </a:r>
            <a:r>
              <a:rPr lang="en-US" altLang="zh-TW" dirty="0"/>
              <a:t>variant calling</a:t>
            </a:r>
            <a:r>
              <a:rPr lang="zh-TW" altLang="en-US" dirty="0"/>
              <a:t>可以得到相似的結果</a:t>
            </a:r>
            <a:endParaRPr lang="en-US" altLang="zh-TW" dirty="0"/>
          </a:p>
          <a:p>
            <a:r>
              <a:rPr lang="zh-TW" altLang="en-US" dirty="0"/>
              <a:t>也可以看到</a:t>
            </a:r>
            <a:r>
              <a:rPr lang="en-US" altLang="zh-TW" dirty="0"/>
              <a:t>30%</a:t>
            </a:r>
            <a:r>
              <a:rPr lang="zh-TW" altLang="en-US" dirty="0"/>
              <a:t>佔了染色體很大一個部分</a:t>
            </a:r>
            <a:endParaRPr lang="en-US" altLang="zh-TW" dirty="0"/>
          </a:p>
          <a:p>
            <a:r>
              <a:rPr lang="zh-TW" altLang="en-US" dirty="0"/>
              <a:t>其他的樣本也是如此</a:t>
            </a:r>
            <a:endParaRPr lang="en-US" altLang="zh-TW" dirty="0"/>
          </a:p>
          <a:p>
            <a:r>
              <a:rPr lang="zh-TW" altLang="en-US" dirty="0"/>
              <a:t>甚至像是</a:t>
            </a:r>
            <a:r>
              <a:rPr lang="en-US" altLang="zh-TW" dirty="0"/>
              <a:t>HCC1395</a:t>
            </a:r>
            <a:r>
              <a:rPr lang="zh-TW" altLang="en-US" dirty="0"/>
              <a:t>基本上是快要是一半都是</a:t>
            </a:r>
            <a:r>
              <a:rPr lang="en-US" altLang="zh-TW" dirty="0"/>
              <a:t>LOH</a:t>
            </a:r>
            <a:r>
              <a:rPr lang="zh-TW" altLang="en-US" dirty="0"/>
              <a:t>的狀況了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右邊的圖是</a:t>
            </a:r>
            <a:r>
              <a:rPr lang="en-US" altLang="zh-TW" dirty="0" err="1"/>
              <a:t>loh</a:t>
            </a:r>
            <a:r>
              <a:rPr lang="zh-TW" altLang="en-US" dirty="0"/>
              <a:t>的最大片段</a:t>
            </a:r>
            <a:endParaRPr lang="en-US" altLang="zh-TW" dirty="0"/>
          </a:p>
          <a:p>
            <a:r>
              <a:rPr lang="zh-TW" altLang="en-US" dirty="0"/>
              <a:t>以人類最長的染色體</a:t>
            </a:r>
            <a:r>
              <a:rPr lang="en-US" altLang="zh-TW" dirty="0"/>
              <a:t>chr1</a:t>
            </a:r>
            <a:r>
              <a:rPr lang="zh-TW" altLang="en-US" dirty="0"/>
              <a:t>的長度是</a:t>
            </a:r>
            <a:r>
              <a:rPr lang="en-US" altLang="zh-TW" dirty="0"/>
              <a:t>2.4</a:t>
            </a:r>
            <a:r>
              <a:rPr lang="zh-TW" altLang="en-US" dirty="0"/>
              <a:t>億</a:t>
            </a:r>
            <a:br>
              <a:rPr lang="en-US" altLang="zh-TW" dirty="0"/>
            </a:br>
            <a:r>
              <a:rPr lang="zh-TW" altLang="en-US" dirty="0"/>
              <a:t>像是最左邊</a:t>
            </a:r>
            <a:r>
              <a:rPr lang="en-US" altLang="zh-TW" dirty="0"/>
              <a:t>COLO</a:t>
            </a:r>
            <a:r>
              <a:rPr lang="zh-TW" altLang="en-US" dirty="0"/>
              <a:t>是</a:t>
            </a:r>
            <a:r>
              <a:rPr lang="en-US" altLang="zh-TW" dirty="0"/>
              <a:t>1.1</a:t>
            </a:r>
            <a:r>
              <a:rPr lang="zh-TW" altLang="en-US" dirty="0"/>
              <a:t>億 可以理解占了染色體的大部分</a:t>
            </a:r>
            <a:br>
              <a:rPr lang="en-US" altLang="zh-TW" dirty="0"/>
            </a:br>
            <a:r>
              <a:rPr lang="zh-TW" altLang="en-US" dirty="0"/>
              <a:t>其他的</a:t>
            </a:r>
            <a:r>
              <a:rPr lang="en-US" altLang="zh-TW" dirty="0"/>
              <a:t>sample</a:t>
            </a:r>
            <a:r>
              <a:rPr lang="zh-TW" altLang="en-US" dirty="0"/>
              <a:t>一樣也是有大片段的</a:t>
            </a:r>
            <a:r>
              <a:rPr lang="en-US" altLang="zh-TW" dirty="0"/>
              <a:t>LOH</a:t>
            </a:r>
          </a:p>
          <a:p>
            <a:endParaRPr lang="en-US" altLang="zh-TW" dirty="0"/>
          </a:p>
          <a:p>
            <a:r>
              <a:rPr lang="zh-TW" altLang="en-US" dirty="0"/>
              <a:t>有尋找到</a:t>
            </a:r>
            <a:r>
              <a:rPr lang="en-US" altLang="zh-TW" dirty="0" err="1"/>
              <a:t>chr</a:t>
            </a:r>
            <a:r>
              <a:rPr lang="zh-TW" altLang="en-US" dirty="0"/>
              <a:t>等級的</a:t>
            </a:r>
            <a:r>
              <a:rPr lang="en-US" altLang="zh-TW" dirty="0" err="1"/>
              <a:t>loh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1271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 </a:t>
            </a:r>
            <a:r>
              <a:rPr lang="zh-TW" altLang="en-US" dirty="0"/>
              <a:t>淺色是</a:t>
            </a:r>
            <a:r>
              <a:rPr lang="en-US" altLang="zh-TW" dirty="0"/>
              <a:t>TO</a:t>
            </a:r>
            <a:r>
              <a:rPr lang="zh-TW" altLang="en-US" dirty="0"/>
              <a:t> 深色的是原版</a:t>
            </a:r>
            <a:endParaRPr lang="en-US" altLang="zh-TW" dirty="0"/>
          </a:p>
          <a:p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軸是</a:t>
            </a:r>
            <a:r>
              <a:rPr lang="en-US" altLang="zh-TW" dirty="0" err="1"/>
              <a:t>varinat</a:t>
            </a:r>
            <a:r>
              <a:rPr lang="zh-TW" altLang="en-US" dirty="0"/>
              <a:t>有被</a:t>
            </a:r>
            <a:r>
              <a:rPr lang="en-US" altLang="zh-TW" dirty="0"/>
              <a:t>phasing</a:t>
            </a:r>
            <a:r>
              <a:rPr lang="zh-TW" altLang="en-US" dirty="0"/>
              <a:t>的比例</a:t>
            </a:r>
            <a:endParaRPr lang="en-US" altLang="zh-TW" dirty="0"/>
          </a:p>
          <a:p>
            <a:r>
              <a:rPr lang="zh-TW" altLang="en-US" dirty="0"/>
              <a:t>看最左邊的的</a:t>
            </a:r>
            <a:r>
              <a:rPr lang="en-US" altLang="zh-TW" dirty="0"/>
              <a:t>COLO</a:t>
            </a:r>
            <a:r>
              <a:rPr lang="zh-TW" altLang="en-US" dirty="0"/>
              <a:t>，可以看到有利用</a:t>
            </a:r>
            <a:r>
              <a:rPr lang="en-US" altLang="zh-TW" dirty="0"/>
              <a:t>LOH</a:t>
            </a:r>
            <a:r>
              <a:rPr lang="zh-TW" altLang="en-US" dirty="0"/>
              <a:t>的資料來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可以增加</a:t>
            </a:r>
            <a:r>
              <a:rPr lang="en-US" altLang="zh-TW" dirty="0"/>
              <a:t>phasing</a:t>
            </a:r>
            <a:r>
              <a:rPr lang="zh-TW" altLang="en-US" dirty="0"/>
              <a:t>的比率，基本上不同</a:t>
            </a:r>
            <a:r>
              <a:rPr lang="en-US" altLang="zh-TW" dirty="0"/>
              <a:t>sample</a:t>
            </a:r>
            <a:r>
              <a:rPr lang="zh-TW" altLang="en-US" dirty="0"/>
              <a:t>也是有一樣的結果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再來看右邊的圖</a:t>
            </a:r>
            <a:r>
              <a:rPr lang="en-US" altLang="zh-TW" dirty="0"/>
              <a:t>phasing block</a:t>
            </a:r>
            <a:r>
              <a:rPr lang="zh-TW" altLang="en-US" dirty="0"/>
              <a:t>的中位數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H2009</a:t>
            </a:r>
            <a:r>
              <a:rPr lang="zh-TW" altLang="en-US" dirty="0"/>
              <a:t>的案例來看明顯高了很多快是原本的兩倍了</a:t>
            </a:r>
            <a:endParaRPr lang="en-US" altLang="zh-TW" dirty="0"/>
          </a:p>
          <a:p>
            <a:r>
              <a:rPr lang="zh-TW" altLang="en-US" dirty="0"/>
              <a:t>其他的樣本也是都有許多的增幅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04923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那因為現在沒有一個公開準確的</a:t>
            </a:r>
            <a:r>
              <a:rPr lang="en-US" altLang="zh-TW" dirty="0"/>
              <a:t>LOH</a:t>
            </a:r>
            <a:r>
              <a:rPr lang="zh-TW" altLang="en-US" dirty="0"/>
              <a:t> </a:t>
            </a:r>
            <a:r>
              <a:rPr lang="en-US" altLang="zh-TW" sz="1200" dirty="0">
                <a:solidFill>
                  <a:schemeClr val="bg1"/>
                </a:solidFill>
              </a:rPr>
              <a:t>Benchmark</a:t>
            </a:r>
          </a:p>
          <a:p>
            <a:r>
              <a:rPr lang="zh-TW" altLang="en-US" sz="1200" dirty="0">
                <a:solidFill>
                  <a:schemeClr val="bg1"/>
                </a:solidFill>
              </a:rPr>
              <a:t>所以只能使用</a:t>
            </a:r>
            <a:r>
              <a:rPr lang="en-US" altLang="zh-TW" dirty="0"/>
              <a:t>Affymetrix </a:t>
            </a:r>
            <a:r>
              <a:rPr lang="en-US" altLang="zh-TW" dirty="0" err="1"/>
              <a:t>CytoScan</a:t>
            </a:r>
            <a:r>
              <a:rPr lang="en-US" altLang="zh-TW" dirty="0"/>
              <a:t> HD</a:t>
            </a:r>
            <a:r>
              <a:rPr lang="zh-TW" altLang="en-US" dirty="0"/>
              <a:t>的結果來對照看看準確度如何</a:t>
            </a:r>
            <a:endParaRPr lang="en-US" altLang="zh-TW" dirty="0"/>
          </a:p>
          <a:p>
            <a:r>
              <a:rPr lang="zh-TW" altLang="en-US" dirty="0"/>
              <a:t>先看到左上角</a:t>
            </a:r>
            <a:r>
              <a:rPr lang="en-US" altLang="zh-TW" dirty="0"/>
              <a:t>chr1 </a:t>
            </a:r>
            <a:r>
              <a:rPr lang="zh-TW" altLang="en-US" dirty="0"/>
              <a:t>的</a:t>
            </a:r>
            <a:r>
              <a:rPr lang="en-US" altLang="zh-TW" dirty="0"/>
              <a:t>centromere</a:t>
            </a:r>
            <a:r>
              <a:rPr lang="zh-TW" altLang="en-US" dirty="0"/>
              <a:t>左邊都是被標記</a:t>
            </a:r>
            <a:r>
              <a:rPr lang="en-US" altLang="zh-TW" dirty="0"/>
              <a:t>LOH</a:t>
            </a:r>
            <a:r>
              <a:rPr lang="zh-TW" altLang="en-US" dirty="0"/>
              <a:t>區域</a:t>
            </a:r>
            <a:endParaRPr lang="en-US" altLang="zh-TW" dirty="0"/>
          </a:p>
          <a:p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也成功判斷前面都是</a:t>
            </a:r>
            <a:r>
              <a:rPr lang="en-US" altLang="zh-TW" dirty="0"/>
              <a:t>LOH </a:t>
            </a:r>
            <a:r>
              <a:rPr lang="zh-TW" altLang="en-US" dirty="0"/>
              <a:t>而且是超大片段的</a:t>
            </a:r>
            <a:r>
              <a:rPr lang="en-US" altLang="zh-TW" dirty="0"/>
              <a:t>LOH</a:t>
            </a:r>
            <a:br>
              <a:rPr lang="en-US" altLang="zh-TW" dirty="0"/>
            </a:br>
            <a:r>
              <a:rPr lang="en-US" altLang="zh-TW" dirty="0"/>
              <a:t>chr5 </a:t>
            </a:r>
            <a:r>
              <a:rPr lang="zh-TW" altLang="en-US" dirty="0"/>
              <a:t>則是</a:t>
            </a:r>
            <a:r>
              <a:rPr lang="en-US" altLang="zh-TW" dirty="0"/>
              <a:t>centromere </a:t>
            </a:r>
            <a:r>
              <a:rPr lang="zh-TW" altLang="en-US" dirty="0"/>
              <a:t>右邊都被</a:t>
            </a:r>
            <a:r>
              <a:rPr lang="en-US" altLang="zh-TW" dirty="0"/>
              <a:t>LOH</a:t>
            </a:r>
            <a:r>
              <a:rPr lang="zh-TW" altLang="en-US" dirty="0"/>
              <a:t>了</a:t>
            </a:r>
            <a:endParaRPr lang="en-US" altLang="zh-TW" dirty="0"/>
          </a:p>
          <a:p>
            <a:r>
              <a:rPr lang="zh-TW" altLang="en-US" dirty="0"/>
              <a:t>整體看起來</a:t>
            </a:r>
            <a:r>
              <a:rPr lang="en-US" altLang="zh-TW" dirty="0" err="1"/>
              <a:t>CytoScan</a:t>
            </a:r>
            <a:r>
              <a:rPr lang="zh-TW" altLang="en-US" dirty="0"/>
              <a:t>和</a:t>
            </a:r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都是有對應到的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92245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</a:t>
            </a:r>
            <a:r>
              <a:rPr lang="zh-TW" altLang="en-US" dirty="0"/>
              <a:t>、</a:t>
            </a:r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zh-TW" altLang="en-US" dirty="0"/>
              <a:t>虛線和實線</a:t>
            </a:r>
            <a:endParaRPr lang="en-US" altLang="zh-TW" dirty="0"/>
          </a:p>
          <a:p>
            <a:r>
              <a:rPr lang="zh-TW" altLang="en-US" dirty="0"/>
              <a:t>先看右邊第二個</a:t>
            </a:r>
            <a:r>
              <a:rPr lang="en-US" altLang="zh-TW" dirty="0"/>
              <a:t>HCC1937 precision</a:t>
            </a:r>
            <a:br>
              <a:rPr lang="en-US" altLang="zh-TW" dirty="0"/>
            </a:br>
            <a:r>
              <a:rPr lang="zh-TW" altLang="en-US" dirty="0"/>
              <a:t>可以看到</a:t>
            </a:r>
            <a:r>
              <a:rPr lang="en-US" altLang="zh-TW" dirty="0"/>
              <a:t>purity 0.2~0.8</a:t>
            </a:r>
            <a:r>
              <a:rPr lang="zh-TW" altLang="en-US" dirty="0"/>
              <a:t>的時候有比較大幅度的上升大約</a:t>
            </a:r>
            <a:r>
              <a:rPr lang="en-US" altLang="zh-TW" dirty="0"/>
              <a:t>20%</a:t>
            </a:r>
            <a:r>
              <a:rPr lang="zh-TW" altLang="en-US" dirty="0"/>
              <a:t>左右</a:t>
            </a:r>
            <a:endParaRPr lang="en-US" altLang="zh-TW" dirty="0"/>
          </a:p>
          <a:p>
            <a:r>
              <a:rPr lang="zh-TW" altLang="en-US" dirty="0"/>
              <a:t>那</a:t>
            </a:r>
            <a:r>
              <a:rPr lang="en-US" altLang="zh-TW" dirty="0"/>
              <a:t>Recall </a:t>
            </a:r>
            <a:r>
              <a:rPr lang="zh-TW" altLang="en-US" dirty="0"/>
              <a:t>在不同</a:t>
            </a:r>
            <a:r>
              <a:rPr lang="en-US" altLang="zh-TW" dirty="0"/>
              <a:t>purity</a:t>
            </a:r>
            <a:r>
              <a:rPr lang="zh-TW" altLang="en-US" dirty="0"/>
              <a:t>則會有不同程度的些微下降</a:t>
            </a:r>
            <a:br>
              <a:rPr lang="en-US" altLang="zh-TW" dirty="0"/>
            </a:br>
            <a:r>
              <a:rPr lang="zh-TW" altLang="en-US" dirty="0"/>
              <a:t>以</a:t>
            </a:r>
            <a:r>
              <a:rPr lang="en-US" altLang="zh-TW" dirty="0"/>
              <a:t>f1-score</a:t>
            </a:r>
            <a:r>
              <a:rPr lang="zh-TW" altLang="en-US" dirty="0"/>
              <a:t>來看整體都是上升的</a:t>
            </a:r>
            <a:endParaRPr lang="en-US" altLang="zh-TW" dirty="0"/>
          </a:p>
          <a:p>
            <a:r>
              <a:rPr lang="zh-TW" altLang="en-US" dirty="0"/>
              <a:t>看到其他的</a:t>
            </a:r>
            <a:r>
              <a:rPr lang="en-US" altLang="zh-TW" dirty="0"/>
              <a:t>sample</a:t>
            </a:r>
            <a:r>
              <a:rPr lang="zh-TW" altLang="en-US" dirty="0"/>
              <a:t>也都是</a:t>
            </a:r>
            <a:r>
              <a:rPr lang="en-US" altLang="zh-TW" dirty="0"/>
              <a:t>precision</a:t>
            </a:r>
            <a:r>
              <a:rPr lang="zh-TW" altLang="en-US" dirty="0"/>
              <a:t> 明顯上升</a:t>
            </a:r>
            <a:endParaRPr lang="en-US" altLang="zh-TW" dirty="0"/>
          </a:p>
          <a:p>
            <a:r>
              <a:rPr lang="zh-TW" altLang="en-US" dirty="0"/>
              <a:t>而</a:t>
            </a:r>
            <a:r>
              <a:rPr lang="en-US" altLang="zh-TW" dirty="0"/>
              <a:t>recall </a:t>
            </a:r>
            <a:r>
              <a:rPr lang="zh-TW" altLang="en-US" dirty="0"/>
              <a:t>有不同程度的犧牲</a:t>
            </a:r>
            <a:endParaRPr lang="en-US" altLang="zh-TW" dirty="0"/>
          </a:p>
          <a:p>
            <a:r>
              <a:rPr lang="zh-TW" altLang="en-US" dirty="0"/>
              <a:t>最終換算</a:t>
            </a:r>
            <a:r>
              <a:rPr lang="en-US" altLang="zh-TW" dirty="0"/>
              <a:t>f1</a:t>
            </a:r>
            <a:r>
              <a:rPr lang="zh-TW" altLang="en-US" dirty="0"/>
              <a:t> 準確率是都有上升的</a:t>
            </a:r>
            <a:br>
              <a:rPr lang="en-US" altLang="zh-TW" dirty="0"/>
            </a:b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06581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換到</a:t>
            </a:r>
            <a:r>
              <a:rPr lang="en-US" altLang="zh-TW" dirty="0"/>
              <a:t>ClairS-TO ss</a:t>
            </a:r>
            <a:r>
              <a:rPr lang="zh-TW" altLang="en-US" dirty="0"/>
              <a:t>的版本</a:t>
            </a:r>
            <a:br>
              <a:rPr lang="en-US" altLang="zh-TW" dirty="0"/>
            </a:br>
            <a:r>
              <a:rPr lang="zh-TW" altLang="en-US" dirty="0"/>
              <a:t>在</a:t>
            </a:r>
            <a:r>
              <a:rPr lang="en-US" altLang="zh-TW" dirty="0"/>
              <a:t>purity 0.8</a:t>
            </a:r>
            <a:r>
              <a:rPr lang="zh-TW" altLang="en-US" dirty="0"/>
              <a:t>到</a:t>
            </a:r>
            <a:r>
              <a:rPr lang="en-US" altLang="zh-TW" dirty="0"/>
              <a:t>0.2</a:t>
            </a:r>
            <a:r>
              <a:rPr lang="zh-TW" altLang="en-US" dirty="0"/>
              <a:t>也都是有一樣的</a:t>
            </a:r>
            <a:r>
              <a:rPr lang="en-US" altLang="zh-TW" dirty="0"/>
              <a:t>precision</a:t>
            </a:r>
            <a:r>
              <a:rPr lang="zh-TW" altLang="en-US" dirty="0"/>
              <a:t>是有上升</a:t>
            </a:r>
            <a:endParaRPr lang="en-US" altLang="zh-TW" dirty="0"/>
          </a:p>
          <a:p>
            <a:r>
              <a:rPr lang="zh-TW" altLang="en-US" dirty="0"/>
              <a:t>而</a:t>
            </a:r>
            <a:r>
              <a:rPr lang="en-US" altLang="zh-TW" dirty="0"/>
              <a:t>recall </a:t>
            </a:r>
            <a:r>
              <a:rPr lang="zh-TW" altLang="en-US" dirty="0"/>
              <a:t>會有也損失 形成</a:t>
            </a:r>
            <a:r>
              <a:rPr lang="en-US" altLang="zh-TW" dirty="0"/>
              <a:t>f1</a:t>
            </a:r>
            <a:r>
              <a:rPr lang="zh-TW" altLang="en-US" dirty="0"/>
              <a:t>有不同程度的上升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2190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Legend</a:t>
            </a:r>
            <a:r>
              <a:rPr lang="zh-TW" altLang="en-US" dirty="0"/>
              <a:t>、</a:t>
            </a:r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 err="1"/>
              <a:t>Ascat</a:t>
            </a:r>
            <a:r>
              <a:rPr lang="en-US" altLang="zh-TW" dirty="0"/>
              <a:t> </a:t>
            </a:r>
            <a:r>
              <a:rPr lang="zh-TW" altLang="en-US" dirty="0"/>
              <a:t>使用</a:t>
            </a:r>
            <a:r>
              <a:rPr lang="en-US" altLang="zh-TW" dirty="0"/>
              <a:t>tumor normal pair</a:t>
            </a:r>
          </a:p>
          <a:p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使用 </a:t>
            </a:r>
            <a:r>
              <a:rPr lang="en-US" altLang="zh-TW" dirty="0"/>
              <a:t>tumor only</a:t>
            </a:r>
          </a:p>
          <a:p>
            <a:r>
              <a:rPr lang="zh-TW" altLang="en-US" dirty="0"/>
              <a:t>灰色虛線是預測最佳的情況</a:t>
            </a:r>
            <a:endParaRPr lang="en-US" altLang="zh-TW" dirty="0"/>
          </a:p>
          <a:p>
            <a:r>
              <a:rPr lang="en-US" altLang="zh-TW" dirty="0"/>
              <a:t>X</a:t>
            </a:r>
            <a:r>
              <a:rPr lang="zh-TW" altLang="en-US" dirty="0"/>
              <a:t>軸是資料模擬出的</a:t>
            </a:r>
            <a:r>
              <a:rPr lang="en-US" altLang="zh-TW" dirty="0"/>
              <a:t>purity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軸則是軟體預測出來的</a:t>
            </a:r>
            <a:endParaRPr lang="en-US" altLang="zh-TW" dirty="0"/>
          </a:p>
          <a:p>
            <a:r>
              <a:rPr lang="zh-TW" altLang="en-US" dirty="0"/>
              <a:t>看左上角</a:t>
            </a:r>
            <a:r>
              <a:rPr lang="en-US" altLang="zh-TW" dirty="0"/>
              <a:t>COLO</a:t>
            </a:r>
            <a:r>
              <a:rPr lang="zh-TW" altLang="en-US" dirty="0"/>
              <a:t> </a:t>
            </a:r>
            <a:r>
              <a:rPr lang="en-US" altLang="zh-TW" dirty="0"/>
              <a:t>0.4~1 </a:t>
            </a:r>
            <a:r>
              <a:rPr lang="zh-TW" altLang="en-US" dirty="0"/>
              <a:t>兩個軟體是相似的</a:t>
            </a:r>
            <a:endParaRPr lang="en-US" altLang="zh-TW" dirty="0"/>
          </a:p>
          <a:p>
            <a:r>
              <a:rPr lang="en-US" altLang="zh-TW" dirty="0" err="1"/>
              <a:t>Ascat</a:t>
            </a:r>
            <a:r>
              <a:rPr lang="en-US" altLang="zh-TW" dirty="0"/>
              <a:t> </a:t>
            </a:r>
            <a:r>
              <a:rPr lang="zh-TW" altLang="en-US" dirty="0"/>
              <a:t>在</a:t>
            </a:r>
            <a:r>
              <a:rPr lang="en-US" altLang="zh-TW" dirty="0"/>
              <a:t>purity </a:t>
            </a:r>
            <a:r>
              <a:rPr lang="zh-TW" altLang="en-US" dirty="0"/>
              <a:t>低的時候估計值會有誤差比較大的情況</a:t>
            </a:r>
            <a:endParaRPr lang="en-US" altLang="zh-TW" dirty="0"/>
          </a:p>
          <a:p>
            <a:r>
              <a:rPr lang="zh-TW" altLang="en-US" dirty="0"/>
              <a:t>其他的</a:t>
            </a:r>
            <a:r>
              <a:rPr lang="en-US" altLang="zh-TW" dirty="0"/>
              <a:t>sample</a:t>
            </a:r>
            <a:r>
              <a:rPr lang="zh-TW" altLang="en-US" dirty="0"/>
              <a:t>也是如此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30416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最後</a:t>
            </a:r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的結果</a:t>
            </a:r>
            <a:endParaRPr lang="en-US" altLang="zh-TW" dirty="0"/>
          </a:p>
          <a:p>
            <a:r>
              <a:rPr lang="zh-TW" altLang="en-US" dirty="0"/>
              <a:t>可以看中間這個</a:t>
            </a:r>
            <a:r>
              <a:rPr lang="en-US" altLang="zh-TW" dirty="0"/>
              <a:t>somatic</a:t>
            </a:r>
            <a:r>
              <a:rPr lang="zh-TW" altLang="en-US" dirty="0"/>
              <a:t>只有出現在</a:t>
            </a:r>
            <a:r>
              <a:rPr lang="en-US" altLang="zh-TW" dirty="0"/>
              <a:t>2-1</a:t>
            </a:r>
          </a:p>
          <a:p>
            <a:r>
              <a:rPr lang="zh-TW" altLang="en-US" dirty="0"/>
              <a:t>看左邊的</a:t>
            </a:r>
            <a:r>
              <a:rPr lang="en-US" altLang="zh-TW" dirty="0"/>
              <a:t>germline</a:t>
            </a:r>
            <a:r>
              <a:rPr lang="zh-TW" altLang="en-US" dirty="0"/>
              <a:t>點 綠色只有出現在</a:t>
            </a:r>
            <a:r>
              <a:rPr lang="en-US" altLang="zh-TW" dirty="0"/>
              <a:t>HP2</a:t>
            </a:r>
            <a:r>
              <a:rPr lang="zh-TW" altLang="en-US" dirty="0"/>
              <a:t>翰</a:t>
            </a:r>
            <a:r>
              <a:rPr lang="en-US" altLang="zh-TW" dirty="0"/>
              <a:t>HP2-1</a:t>
            </a:r>
            <a:br>
              <a:rPr lang="en-US" altLang="zh-TW" dirty="0"/>
            </a:br>
            <a:r>
              <a:rPr lang="zh-TW" altLang="en-US" dirty="0"/>
              <a:t>也就是成功找出</a:t>
            </a:r>
            <a:r>
              <a:rPr lang="en-US" altLang="zh-TW" dirty="0"/>
              <a:t>2-1</a:t>
            </a:r>
            <a:r>
              <a:rPr lang="zh-TW" altLang="en-US" dirty="0"/>
              <a:t>是從</a:t>
            </a:r>
            <a:r>
              <a:rPr lang="en-US" altLang="zh-TW" dirty="0"/>
              <a:t>2</a:t>
            </a:r>
            <a:r>
              <a:rPr lang="zh-TW" altLang="en-US" dirty="0"/>
              <a:t>衍生出來的</a:t>
            </a:r>
            <a:r>
              <a:rPr lang="en-US" altLang="zh-TW" dirty="0"/>
              <a:t>hp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50155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</a:t>
            </a:r>
            <a:r>
              <a:rPr lang="en-US" altLang="zh-TW" dirty="0" err="1"/>
              <a:t>loh</a:t>
            </a:r>
            <a:r>
              <a:rPr lang="zh-TW" altLang="en-US" dirty="0"/>
              <a:t>的區域也有正確</a:t>
            </a:r>
            <a:r>
              <a:rPr lang="en-US" altLang="zh-TW" dirty="0"/>
              <a:t>phasing</a:t>
            </a:r>
            <a:r>
              <a:rPr lang="zh-TW" altLang="en-US" dirty="0"/>
              <a:t> 延伸出</a:t>
            </a:r>
            <a:r>
              <a:rPr lang="en-US" altLang="zh-TW" dirty="0"/>
              <a:t>block</a:t>
            </a:r>
            <a:br>
              <a:rPr lang="en-US" altLang="zh-TW" dirty="0"/>
            </a:br>
            <a:r>
              <a:rPr lang="zh-TW" altLang="en-US" dirty="0"/>
              <a:t>也從中</a:t>
            </a:r>
            <a:r>
              <a:rPr lang="en-US" altLang="zh-TW" dirty="0"/>
              <a:t>tag</a:t>
            </a:r>
            <a:r>
              <a:rPr lang="zh-TW" altLang="en-US" dirty="0"/>
              <a:t>出</a:t>
            </a:r>
            <a:r>
              <a:rPr lang="en-US" altLang="zh-TW" dirty="0"/>
              <a:t>somatic</a:t>
            </a:r>
            <a:r>
              <a:rPr lang="zh-TW" altLang="en-US" dirty="0"/>
              <a:t>位點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chr2:196,811,533-196,883,827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5439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最終 </a:t>
            </a:r>
            <a:r>
              <a:rPr lang="en-US" altLang="zh-TW" dirty="0" err="1"/>
              <a:t>longphase</a:t>
            </a:r>
            <a:r>
              <a:rPr lang="en-US" altLang="zh-TW" dirty="0"/>
              <a:t>-to</a:t>
            </a:r>
            <a:r>
              <a:rPr lang="zh-TW" altLang="en-US" dirty="0"/>
              <a:t>成功在</a:t>
            </a:r>
            <a:r>
              <a:rPr lang="en-US" altLang="zh-TW" dirty="0"/>
              <a:t>tumor-only</a:t>
            </a:r>
            <a:r>
              <a:rPr lang="zh-TW" altLang="en-US" dirty="0"/>
              <a:t> 完成了</a:t>
            </a:r>
            <a:r>
              <a:rPr lang="en-US" altLang="zh-TW" dirty="0"/>
              <a:t>somatic</a:t>
            </a:r>
            <a:r>
              <a:rPr lang="zh-TW" altLang="en-US" dirty="0"/>
              <a:t>和</a:t>
            </a:r>
            <a:r>
              <a:rPr lang="en-US" altLang="zh-TW" dirty="0" err="1"/>
              <a:t>loh</a:t>
            </a:r>
            <a:r>
              <a:rPr lang="en-US" altLang="zh-TW" dirty="0"/>
              <a:t> phasing </a:t>
            </a:r>
          </a:p>
          <a:p>
            <a:r>
              <a:rPr lang="zh-TW" altLang="en-US" dirty="0"/>
              <a:t>並找出來</a:t>
            </a:r>
            <a:r>
              <a:rPr lang="en-US" altLang="zh-TW" dirty="0" err="1"/>
              <a:t>somtic</a:t>
            </a:r>
            <a:r>
              <a:rPr lang="zh-TW" altLang="en-US"/>
              <a:t>來源的</a:t>
            </a:r>
            <a:r>
              <a:rPr lang="en-US" altLang="zh-TW" dirty="0"/>
              <a:t>hp</a:t>
            </a:r>
          </a:p>
          <a:p>
            <a:r>
              <a:rPr lang="zh-TW" altLang="en-US" dirty="0"/>
              <a:t>成功偵測出染色體等級的</a:t>
            </a:r>
            <a:r>
              <a:rPr lang="en-US" altLang="zh-TW" dirty="0" err="1"/>
              <a:t>loh</a:t>
            </a:r>
            <a:r>
              <a:rPr lang="zh-TW" altLang="en-US" dirty="0"/>
              <a:t>，並與晶片的結果相似</a:t>
            </a:r>
            <a:endParaRPr lang="en-US" altLang="zh-TW" dirty="0"/>
          </a:p>
          <a:p>
            <a:r>
              <a:rPr lang="zh-TW" altLang="en-US" dirty="0"/>
              <a:t>利用圖論提升在低純時的</a:t>
            </a:r>
            <a:r>
              <a:rPr lang="en-US" altLang="zh-TW" dirty="0"/>
              <a:t>somatic calling</a:t>
            </a:r>
            <a:r>
              <a:rPr lang="zh-TW" altLang="en-US" dirty="0"/>
              <a:t>準確度</a:t>
            </a:r>
            <a:endParaRPr lang="en-US" altLang="zh-TW" dirty="0"/>
          </a:p>
          <a:p>
            <a:r>
              <a:rPr lang="zh-TW" altLang="en-US" dirty="0"/>
              <a:t>根據</a:t>
            </a:r>
            <a:r>
              <a:rPr lang="en-US" altLang="zh-TW" dirty="0"/>
              <a:t>hap</a:t>
            </a:r>
            <a:r>
              <a:rPr lang="zh-TW" altLang="en-US" dirty="0"/>
              <a:t>不平衡來推估</a:t>
            </a:r>
            <a:r>
              <a:rPr lang="en-US" altLang="zh-TW" dirty="0"/>
              <a:t>purity</a:t>
            </a:r>
          </a:p>
          <a:p>
            <a:r>
              <a:rPr lang="zh-TW" altLang="en-US" dirty="0"/>
              <a:t>我的報告到此結束謝謝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3865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利用</a:t>
            </a:r>
            <a:r>
              <a:rPr lang="en-US" altLang="zh-TW" dirty="0"/>
              <a:t>somatic </a:t>
            </a:r>
            <a:r>
              <a:rPr lang="zh-TW" altLang="en-US" dirty="0"/>
              <a:t>演變的方式，</a:t>
            </a:r>
            <a:r>
              <a:rPr lang="en-US" altLang="zh-TW" dirty="0"/>
              <a:t>somatic </a:t>
            </a:r>
            <a:r>
              <a:rPr lang="zh-TW" altLang="en-US" dirty="0"/>
              <a:t>會從某一個</a:t>
            </a:r>
            <a:r>
              <a:rPr lang="en-US" altLang="zh-TW" dirty="0"/>
              <a:t>hp</a:t>
            </a:r>
            <a:r>
              <a:rPr lang="zh-TW" altLang="en-US" dirty="0"/>
              <a:t>出來</a:t>
            </a:r>
            <a:endParaRPr lang="en-US" altLang="zh-TW" dirty="0"/>
          </a:p>
          <a:p>
            <a:r>
              <a:rPr lang="zh-TW" altLang="en-US" dirty="0"/>
              <a:t>可以看到</a:t>
            </a:r>
            <a:r>
              <a:rPr lang="en-US" altLang="zh-TW" dirty="0"/>
              <a:t>somatic </a:t>
            </a:r>
            <a:r>
              <a:rPr lang="zh-TW" altLang="en-US" dirty="0"/>
              <a:t>是從</a:t>
            </a:r>
            <a:r>
              <a:rPr lang="en-US" altLang="zh-TW" dirty="0"/>
              <a:t>CGA</a:t>
            </a:r>
            <a:r>
              <a:rPr lang="zh-TW" altLang="en-US" dirty="0"/>
              <a:t> 演變成</a:t>
            </a:r>
            <a:r>
              <a:rPr lang="en-US" altLang="zh-TW" dirty="0"/>
              <a:t>CTA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zh-TW" altLang="en-US" dirty="0"/>
              <a:t>那定序錯誤就會不知道從哪個</a:t>
            </a:r>
            <a:r>
              <a:rPr lang="en-US" altLang="zh-TW" dirty="0"/>
              <a:t>hp</a:t>
            </a:r>
            <a:r>
              <a:rPr lang="zh-TW" altLang="en-US" dirty="0"/>
              <a:t>出來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如果我們建構出一個</a:t>
            </a:r>
            <a:r>
              <a:rPr lang="en-US" altLang="zh-TW" dirty="0"/>
              <a:t>Tri-nodal-edge Graph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可以表現出這個判斷能力 </a:t>
            </a:r>
            <a:r>
              <a:rPr lang="en-US" altLang="zh-TW" dirty="0"/>
              <a:t>CTA </a:t>
            </a:r>
            <a:r>
              <a:rPr lang="zh-TW" altLang="en-US" dirty="0"/>
              <a:t>就是從</a:t>
            </a:r>
            <a:r>
              <a:rPr lang="en-US" altLang="zh-TW" dirty="0"/>
              <a:t>CGA</a:t>
            </a:r>
            <a:r>
              <a:rPr lang="zh-TW" altLang="en-US" dirty="0"/>
              <a:t>變出來的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但如果這時候降成兩個點建構出</a:t>
            </a:r>
            <a:r>
              <a:rPr lang="en-US" altLang="zh-TW" dirty="0"/>
              <a:t>graph</a:t>
            </a:r>
          </a:p>
          <a:p>
            <a:r>
              <a:rPr lang="zh-TW" altLang="en-US" dirty="0"/>
              <a:t>就可以發現兩個建構出來的圖會是一樣的</a:t>
            </a:r>
            <a:endParaRPr lang="en-US" altLang="zh-TW" dirty="0"/>
          </a:p>
          <a:p>
            <a:r>
              <a:rPr lang="zh-TW" altLang="en-US" dirty="0"/>
              <a:t>就可以知道兩點是不具有分辨能力，必須要三點才有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09933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HCC1395_HKU </a:t>
            </a:r>
            <a:br>
              <a:rPr lang="en-US" altLang="zh-TW" dirty="0"/>
            </a:br>
            <a:r>
              <a:rPr lang="en-US" altLang="zh-TW" dirty="0"/>
              <a:t>purity 0.6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6563F-124D-48E3-82C9-DDB6CAF50EAD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5111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HCC1395_HKU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6981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HCC1395_HKU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73708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chr2:191,767,224-191,824,162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38412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 </a:t>
            </a:r>
            <a:r>
              <a:rPr lang="zh-TW" altLang="en-US" dirty="0"/>
              <a:t>淺色是</a:t>
            </a:r>
            <a:r>
              <a:rPr lang="en-US" altLang="zh-TW" dirty="0"/>
              <a:t>TO</a:t>
            </a:r>
            <a:r>
              <a:rPr lang="zh-TW" altLang="en-US" dirty="0"/>
              <a:t> 深色的是原版</a:t>
            </a:r>
            <a:endParaRPr lang="en-US" altLang="zh-TW" dirty="0"/>
          </a:p>
          <a:p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軸是</a:t>
            </a:r>
            <a:r>
              <a:rPr lang="en-US" altLang="zh-TW" dirty="0" err="1"/>
              <a:t>varinat</a:t>
            </a:r>
            <a:r>
              <a:rPr lang="zh-TW" altLang="en-US" dirty="0"/>
              <a:t>有被</a:t>
            </a:r>
            <a:r>
              <a:rPr lang="en-US" altLang="zh-TW" dirty="0"/>
              <a:t>phasing</a:t>
            </a:r>
            <a:r>
              <a:rPr lang="zh-TW" altLang="en-US" dirty="0"/>
              <a:t>的比例</a:t>
            </a:r>
            <a:endParaRPr lang="en-US" altLang="zh-TW" dirty="0"/>
          </a:p>
          <a:p>
            <a:r>
              <a:rPr lang="zh-TW" altLang="en-US" dirty="0"/>
              <a:t>看最左邊的的</a:t>
            </a:r>
            <a:r>
              <a:rPr lang="en-US" altLang="zh-TW" dirty="0"/>
              <a:t>COLO</a:t>
            </a:r>
            <a:r>
              <a:rPr lang="zh-TW" altLang="en-US" dirty="0"/>
              <a:t>，可以看到有利用</a:t>
            </a:r>
            <a:r>
              <a:rPr lang="en-US" altLang="zh-TW" dirty="0"/>
              <a:t>LOH</a:t>
            </a:r>
            <a:r>
              <a:rPr lang="zh-TW" altLang="en-US" dirty="0"/>
              <a:t>的資料來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可以增加</a:t>
            </a:r>
            <a:r>
              <a:rPr lang="en-US" altLang="zh-TW" dirty="0"/>
              <a:t>phasing</a:t>
            </a:r>
            <a:r>
              <a:rPr lang="zh-TW" altLang="en-US" dirty="0"/>
              <a:t>的比率，基本上不同</a:t>
            </a:r>
            <a:r>
              <a:rPr lang="en-US" altLang="zh-TW" dirty="0"/>
              <a:t>sample</a:t>
            </a:r>
            <a:r>
              <a:rPr lang="zh-TW" altLang="en-US" dirty="0"/>
              <a:t>也是有一樣的結果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再來看右邊的圖</a:t>
            </a:r>
            <a:r>
              <a:rPr lang="en-US" altLang="zh-TW" dirty="0"/>
              <a:t>phasing block</a:t>
            </a:r>
            <a:r>
              <a:rPr lang="zh-TW" altLang="en-US" dirty="0"/>
              <a:t>的中位數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H2009</a:t>
            </a:r>
            <a:r>
              <a:rPr lang="zh-TW" altLang="en-US" dirty="0"/>
              <a:t>的案例來看明顯高了很多快是原本的兩倍了</a:t>
            </a:r>
            <a:endParaRPr lang="en-US" altLang="zh-TW" dirty="0"/>
          </a:p>
          <a:p>
            <a:r>
              <a:rPr lang="zh-TW" altLang="en-US" dirty="0"/>
              <a:t>其他的樣本也是都有許多的增幅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11094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 </a:t>
            </a:r>
            <a:r>
              <a:rPr lang="zh-TW" altLang="en-US" dirty="0"/>
              <a:t>淺色是</a:t>
            </a:r>
            <a:r>
              <a:rPr lang="en-US" altLang="zh-TW" dirty="0"/>
              <a:t>TO</a:t>
            </a:r>
            <a:r>
              <a:rPr lang="zh-TW" altLang="en-US" dirty="0"/>
              <a:t> 深色的是原版</a:t>
            </a:r>
            <a:endParaRPr lang="en-US" altLang="zh-TW" dirty="0"/>
          </a:p>
          <a:p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軸是</a:t>
            </a:r>
            <a:r>
              <a:rPr lang="en-US" altLang="zh-TW" dirty="0" err="1"/>
              <a:t>varinat</a:t>
            </a:r>
            <a:r>
              <a:rPr lang="zh-TW" altLang="en-US" dirty="0"/>
              <a:t>有被</a:t>
            </a:r>
            <a:r>
              <a:rPr lang="en-US" altLang="zh-TW" dirty="0"/>
              <a:t>phasing</a:t>
            </a:r>
            <a:r>
              <a:rPr lang="zh-TW" altLang="en-US" dirty="0"/>
              <a:t>的比例</a:t>
            </a:r>
            <a:endParaRPr lang="en-US" altLang="zh-TW" dirty="0"/>
          </a:p>
          <a:p>
            <a:r>
              <a:rPr lang="zh-TW" altLang="en-US" dirty="0"/>
              <a:t>看最左邊的的</a:t>
            </a:r>
            <a:r>
              <a:rPr lang="en-US" altLang="zh-TW" dirty="0"/>
              <a:t>COLO</a:t>
            </a:r>
            <a:r>
              <a:rPr lang="zh-TW" altLang="en-US" dirty="0"/>
              <a:t>，可以看到有利用</a:t>
            </a:r>
            <a:r>
              <a:rPr lang="en-US" altLang="zh-TW" dirty="0"/>
              <a:t>LOH</a:t>
            </a:r>
            <a:r>
              <a:rPr lang="zh-TW" altLang="en-US" dirty="0"/>
              <a:t>的資料來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可以增加</a:t>
            </a:r>
            <a:r>
              <a:rPr lang="en-US" altLang="zh-TW" dirty="0"/>
              <a:t>phasing</a:t>
            </a:r>
            <a:r>
              <a:rPr lang="zh-TW" altLang="en-US" dirty="0"/>
              <a:t>的比率，基本上不同</a:t>
            </a:r>
            <a:r>
              <a:rPr lang="en-US" altLang="zh-TW" dirty="0"/>
              <a:t>sample</a:t>
            </a:r>
            <a:r>
              <a:rPr lang="zh-TW" altLang="en-US" dirty="0"/>
              <a:t>也是有一樣的結果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再來看右邊的圖</a:t>
            </a:r>
            <a:r>
              <a:rPr lang="en-US" altLang="zh-TW" dirty="0"/>
              <a:t>phasing block</a:t>
            </a:r>
            <a:r>
              <a:rPr lang="zh-TW" altLang="en-US" dirty="0"/>
              <a:t>的中位數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H2009</a:t>
            </a:r>
            <a:r>
              <a:rPr lang="zh-TW" altLang="en-US" dirty="0"/>
              <a:t>的案例來看明顯高了很多快是原本的兩倍了</a:t>
            </a:r>
            <a:endParaRPr lang="en-US" altLang="zh-TW" dirty="0"/>
          </a:p>
          <a:p>
            <a:r>
              <a:rPr lang="zh-TW" altLang="en-US" dirty="0"/>
              <a:t>其他的樣本也是都有許多的增幅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335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CE2828-2E51-4142-8BEE-1A94BA68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59CA24-DA0E-47D8-B4F3-371395C25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93D0D30-4CCF-4887-A3C3-2E2C3282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59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09526AE-EBB9-46D0-984F-16F21B4573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25D177-954E-4599-855B-48284D83A6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628B6-EE44-4535-B4E3-0415C891F0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861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2612F2B5-774A-43CF-91C4-261D5609AE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1"/>
            <a:ext cx="12192000" cy="5235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0C194D51-8703-4452-8C14-834C3B92B13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19250" y="5550110"/>
            <a:ext cx="8953500" cy="662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2642B5-FDB3-4766-83D2-A796D6D754A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2FD5909-B16F-4508-956D-5EDD5CF393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659856-424C-42C5-A70D-41730022F8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17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392040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FBC783F-216F-4111-8382-C0014C193DB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3B416A-25A7-4D86-A309-7419B6D16A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A5C433-E771-46AB-BDE2-E92C6757FF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4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534160"/>
            <a:ext cx="12192000" cy="2380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4480606"/>
            <a:ext cx="12192000" cy="2377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CDCC4FBA-0677-42C6-9247-7135E6C08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BFAB2F9-2864-460E-9F4C-319A9214CAF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0" y="3920400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670E7A-19A7-4BE0-87E4-8E832C17D76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26B565-A028-42A1-961A-09ED01B609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571FDF-3162-4A9F-A7DF-F68B6CF5F9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46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5940837C-5167-43A6-B8AD-CE6F3A32FD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-9525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97470FF2-819C-40EB-AA95-539B29DE1EA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-9525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76CD2B1-76AF-4974-8578-2A7AFD29292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E572E8-CDCF-49C1-813A-33708BEBD8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5787C91-C30C-40B8-8312-9D54AF7AFB5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891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185E787-9983-4B1F-B223-53455F98837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674932D-03B3-4CB4-8D1F-F6CA6F9FA5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B5CC610-23CE-4508-A49A-03A25481C9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268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半版_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976631"/>
            <a:ext cx="6096000" cy="5235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1"/>
            <a:ext cx="6096000" cy="52359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194393FF-E8E9-4EE9-9F2F-E8755B8D1BF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19250" y="5550110"/>
            <a:ext cx="8953500" cy="66251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DD33E0-63E7-48C8-B7F9-FF06AC50EF0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6958F0-50A5-4F65-A75D-FDAC72699DC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EE6B37-17C6-4654-B454-5EDEE58372E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106B802-F51A-47A2-9B8A-8EC588C1ADA7}"/>
              </a:ext>
            </a:extLst>
          </p:cNvPr>
          <p:cNvSpPr txBox="1"/>
          <p:nvPr userDrawn="1"/>
        </p:nvSpPr>
        <p:spPr>
          <a:xfrm>
            <a:off x="107950" y="1203886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(a)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8C9DF66-48BE-4299-95AB-691F4B7C74AC}"/>
              </a:ext>
            </a:extLst>
          </p:cNvPr>
          <p:cNvSpPr txBox="1"/>
          <p:nvPr userDrawn="1"/>
        </p:nvSpPr>
        <p:spPr>
          <a:xfrm>
            <a:off x="6277638" y="120388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(b)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140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E4EB051-92AC-4B8B-8DA7-6C9C8B74C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ED7E0537-DB6A-4AE3-91A6-892760307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C45215B1-39E2-415E-93DB-DC64F324C17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600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A924FC64-8F69-4A5D-89BE-45036C7EE36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09600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A04416E-9C6D-4509-A99E-42BA4B509C7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EE46BE-CA07-4560-82F2-79B8E32739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916C2F89-6A1A-4134-BD0E-69D07D6F461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434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56010D64-0FBB-42D5-8648-0FB7EA7397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76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B9C1399-6190-4FE1-9443-0AB09A6A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2CC17F2E-0ABA-4920-8D12-CA4BB0254A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12816FB-EE35-404B-8460-B5CFA4662F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38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A14A81-3600-4EE1-83A0-991D4CE91C2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ECD7D76-4229-4917-8C25-0B0F64EF8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92C8D2A-6248-400F-AC1F-EB974A674B1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92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右大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56560" y="976630"/>
            <a:ext cx="923544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825148"/>
            <a:ext cx="2956560" cy="5032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0C4C856-4CD5-4F48-88C0-B89A862D1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2956560" cy="845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9BB327-B575-4D1A-B5E0-F4DF3C2B296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4126A69-7DD4-4FBA-A7A2-C9BBCF7511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BE03DB-B244-43DB-B0C3-935070D881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674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5B549E8-3E45-4200-882D-5771F898AF1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DFF6A1-8CE0-45EF-923E-50AA919CC6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677B58-2950-4644-B10D-A9987EE308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2281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C0A7F-CC5E-4A30-B65D-CE852056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F6ACAD6-BF78-4CFC-B05C-51704AEEBC9D}"/>
              </a:ext>
            </a:extLst>
          </p:cNvPr>
          <p:cNvGrpSpPr/>
          <p:nvPr/>
        </p:nvGrpSpPr>
        <p:grpSpPr>
          <a:xfrm>
            <a:off x="1920955" y="2063844"/>
            <a:ext cx="468000" cy="465463"/>
            <a:chOff x="1531489" y="3891644"/>
            <a:chExt cx="468000" cy="465463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652ECEB-D9F0-416E-8363-7E534E42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9AF78B9A-85A7-475C-A3BF-26BD6F2B640F}"/>
                </a:ext>
              </a:extLst>
            </p:cNvPr>
            <p:cNvGrpSpPr/>
            <p:nvPr/>
          </p:nvGrpSpPr>
          <p:grpSpPr>
            <a:xfrm>
              <a:off x="1531489" y="4124375"/>
              <a:ext cx="468000" cy="232732"/>
              <a:chOff x="1531489" y="3971975"/>
              <a:chExt cx="468000" cy="232732"/>
            </a:xfrm>
          </p:grpSpPr>
          <p:sp>
            <p:nvSpPr>
              <p:cNvPr id="9" name="手繪多邊形: 圖案 8">
                <a:extLst>
                  <a:ext uri="{FF2B5EF4-FFF2-40B4-BE49-F238E27FC236}">
                    <a16:creationId xmlns:a16="http://schemas.microsoft.com/office/drawing/2014/main" id="{F67246C5-6128-4621-BE59-0D61262C5D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10" name="手繪多邊形: 圖案 9">
                <a:extLst>
                  <a:ext uri="{FF2B5EF4-FFF2-40B4-BE49-F238E27FC236}">
                    <a16:creationId xmlns:a16="http://schemas.microsoft.com/office/drawing/2014/main" id="{2E6AAAA0-5AEE-4DA8-B657-DC7FB39F8059}"/>
                  </a:ext>
                </a:extLst>
              </p:cNvPr>
              <p:cNvSpPr/>
              <p:nvPr/>
            </p:nvSpPr>
            <p:spPr>
              <a:xfrm>
                <a:off x="1690689" y="3971975"/>
                <a:ext cx="149600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149600" h="86479">
                    <a:moveTo>
                      <a:pt x="27401" y="0"/>
                    </a:moveTo>
                    <a:lnTo>
                      <a:pt x="57698" y="0"/>
                    </a:lnTo>
                    <a:lnTo>
                      <a:pt x="49940" y="23315"/>
                    </a:lnTo>
                    <a:lnTo>
                      <a:pt x="96026" y="23315"/>
                    </a:lnTo>
                    <a:lnTo>
                      <a:pt x="88269" y="0"/>
                    </a:lnTo>
                    <a:lnTo>
                      <a:pt x="122033" y="0"/>
                    </a:lnTo>
                    <a:lnTo>
                      <a:pt x="147637" y="73419"/>
                    </a:lnTo>
                    <a:cubicBezTo>
                      <a:pt x="148641" y="76433"/>
                      <a:pt x="149269" y="78819"/>
                      <a:pt x="149520" y="80577"/>
                    </a:cubicBezTo>
                    <a:cubicBezTo>
                      <a:pt x="149771" y="82335"/>
                      <a:pt x="149437" y="83653"/>
                      <a:pt x="148516" y="84532"/>
                    </a:cubicBezTo>
                    <a:cubicBezTo>
                      <a:pt x="147595" y="85411"/>
                      <a:pt x="145962" y="85955"/>
                      <a:pt x="143618" y="86165"/>
                    </a:cubicBezTo>
                    <a:cubicBezTo>
                      <a:pt x="141274" y="86374"/>
                      <a:pt x="138051" y="86479"/>
                      <a:pt x="133949" y="86479"/>
                    </a:cubicBezTo>
                    <a:cubicBezTo>
                      <a:pt x="129680" y="86479"/>
                      <a:pt x="126352" y="86416"/>
                      <a:pt x="123966" y="86290"/>
                    </a:cubicBezTo>
                    <a:cubicBezTo>
                      <a:pt x="121580" y="86165"/>
                      <a:pt x="119759" y="85913"/>
                      <a:pt x="118504" y="85537"/>
                    </a:cubicBezTo>
                    <a:cubicBezTo>
                      <a:pt x="117248" y="85160"/>
                      <a:pt x="116369" y="84637"/>
                      <a:pt x="115866" y="83967"/>
                    </a:cubicBezTo>
                    <a:cubicBezTo>
                      <a:pt x="115364" y="83297"/>
                      <a:pt x="114946" y="82418"/>
                      <a:pt x="114611" y="81330"/>
                    </a:cubicBezTo>
                    <a:lnTo>
                      <a:pt x="103686" y="48681"/>
                    </a:lnTo>
                    <a:lnTo>
                      <a:pt x="42657" y="48681"/>
                    </a:lnTo>
                    <a:lnTo>
                      <a:pt x="32360" y="80451"/>
                    </a:lnTo>
                    <a:cubicBezTo>
                      <a:pt x="32025" y="81623"/>
                      <a:pt x="31586" y="82607"/>
                      <a:pt x="31041" y="83402"/>
                    </a:cubicBezTo>
                    <a:cubicBezTo>
                      <a:pt x="30497" y="84197"/>
                      <a:pt x="29618" y="84825"/>
                      <a:pt x="28404" y="85286"/>
                    </a:cubicBezTo>
                    <a:cubicBezTo>
                      <a:pt x="27190" y="85746"/>
                      <a:pt x="25474" y="86060"/>
                      <a:pt x="23256" y="86227"/>
                    </a:cubicBezTo>
                    <a:cubicBezTo>
                      <a:pt x="21037" y="86395"/>
                      <a:pt x="18128" y="86479"/>
                      <a:pt x="14528" y="86479"/>
                    </a:cubicBezTo>
                    <a:cubicBezTo>
                      <a:pt x="10678" y="86479"/>
                      <a:pt x="7664" y="86353"/>
                      <a:pt x="5487" y="86102"/>
                    </a:cubicBezTo>
                    <a:cubicBezTo>
                      <a:pt x="3311" y="85851"/>
                      <a:pt x="1804" y="85244"/>
                      <a:pt x="967" y="84281"/>
                    </a:cubicBezTo>
                    <a:cubicBezTo>
                      <a:pt x="129" y="83318"/>
                      <a:pt x="-164" y="81958"/>
                      <a:pt x="87" y="80200"/>
                    </a:cubicBezTo>
                    <a:cubicBezTo>
                      <a:pt x="339" y="78442"/>
                      <a:pt x="967" y="76098"/>
                      <a:pt x="1971" y="73168"/>
                    </a:cubicBezTo>
                    <a:lnTo>
                      <a:pt x="27401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0005124-3715-4EA4-9FAB-B5C40138B5F1}"/>
              </a:ext>
            </a:extLst>
          </p:cNvPr>
          <p:cNvGrpSpPr/>
          <p:nvPr/>
        </p:nvGrpSpPr>
        <p:grpSpPr>
          <a:xfrm>
            <a:off x="1920955" y="1514030"/>
            <a:ext cx="468000" cy="465463"/>
            <a:chOff x="1531489" y="3341830"/>
            <a:chExt cx="468000" cy="465463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E9C6B952-787E-4279-8A2C-2920F5F0FD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48EE9B3-CAF6-4EB7-9978-2EFEAFFD5636}"/>
                </a:ext>
              </a:extLst>
            </p:cNvPr>
            <p:cNvGrpSpPr/>
            <p:nvPr/>
          </p:nvGrpSpPr>
          <p:grpSpPr>
            <a:xfrm>
              <a:off x="1531489" y="3341830"/>
              <a:ext cx="468000" cy="232732"/>
              <a:chOff x="1531489" y="3341830"/>
              <a:chExt cx="468000" cy="232732"/>
            </a:xfrm>
          </p:grpSpPr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8EC2359A-AB98-4203-93BB-B0539C509324}"/>
                  </a:ext>
                </a:extLst>
              </p:cNvPr>
              <p:cNvSpPr/>
              <p:nvPr/>
            </p:nvSpPr>
            <p:spPr>
              <a:xfrm>
                <a:off x="1718173" y="3497041"/>
                <a:ext cx="94632" cy="77521"/>
              </a:xfrm>
              <a:custGeom>
                <a:avLst/>
                <a:gdLst/>
                <a:ahLst/>
                <a:cxnLst/>
                <a:rect l="l" t="t" r="r" b="b"/>
                <a:pathLst>
                  <a:path w="94632" h="77521">
                    <a:moveTo>
                      <a:pt x="46022" y="0"/>
                    </a:moveTo>
                    <a:cubicBezTo>
                      <a:pt x="50961" y="0"/>
                      <a:pt x="54895" y="63"/>
                      <a:pt x="57825" y="189"/>
                    </a:cubicBezTo>
                    <a:cubicBezTo>
                      <a:pt x="60756" y="314"/>
                      <a:pt x="63037" y="607"/>
                      <a:pt x="64669" y="1068"/>
                    </a:cubicBezTo>
                    <a:cubicBezTo>
                      <a:pt x="66302" y="1528"/>
                      <a:pt x="67474" y="2219"/>
                      <a:pt x="68185" y="3140"/>
                    </a:cubicBezTo>
                    <a:cubicBezTo>
                      <a:pt x="68897" y="4060"/>
                      <a:pt x="69504" y="5316"/>
                      <a:pt x="70006" y="6907"/>
                    </a:cubicBezTo>
                    <a:lnTo>
                      <a:pt x="94632" y="77521"/>
                    </a:lnTo>
                    <a:lnTo>
                      <a:pt x="60868" y="77521"/>
                    </a:lnTo>
                    <a:lnTo>
                      <a:pt x="45645" y="31770"/>
                    </a:lnTo>
                    <a:lnTo>
                      <a:pt x="45519" y="31770"/>
                    </a:lnTo>
                    <a:lnTo>
                      <a:pt x="30297" y="77521"/>
                    </a:lnTo>
                    <a:lnTo>
                      <a:pt x="0" y="77521"/>
                    </a:lnTo>
                    <a:lnTo>
                      <a:pt x="24674" y="6530"/>
                    </a:lnTo>
                    <a:cubicBezTo>
                      <a:pt x="25176" y="5107"/>
                      <a:pt x="25762" y="3956"/>
                      <a:pt x="26432" y="3077"/>
                    </a:cubicBezTo>
                    <a:cubicBezTo>
                      <a:pt x="27102" y="2198"/>
                      <a:pt x="28169" y="1528"/>
                      <a:pt x="29634" y="1068"/>
                    </a:cubicBezTo>
                    <a:cubicBezTo>
                      <a:pt x="31099" y="607"/>
                      <a:pt x="33129" y="314"/>
                      <a:pt x="35724" y="189"/>
                    </a:cubicBezTo>
                    <a:cubicBezTo>
                      <a:pt x="38320" y="63"/>
                      <a:pt x="41752" y="0"/>
                      <a:pt x="46022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30514009-FB31-45CE-98B0-A32FE61F19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E729E9-41D3-402C-943E-26E3A6B530C6}"/>
              </a:ext>
            </a:extLst>
          </p:cNvPr>
          <p:cNvGrpSpPr/>
          <p:nvPr/>
        </p:nvGrpSpPr>
        <p:grpSpPr>
          <a:xfrm>
            <a:off x="3212951" y="1514030"/>
            <a:ext cx="468000" cy="465463"/>
            <a:chOff x="2823485" y="3341830"/>
            <a:chExt cx="468000" cy="465463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A7369F8-49C2-43BF-8F5B-457DDF6ABC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A293368E-56B6-4652-A733-7D36A8868055}"/>
                </a:ext>
              </a:extLst>
            </p:cNvPr>
            <p:cNvGrpSpPr/>
            <p:nvPr/>
          </p:nvGrpSpPr>
          <p:grpSpPr>
            <a:xfrm>
              <a:off x="2823485" y="3341830"/>
              <a:ext cx="468000" cy="237494"/>
              <a:chOff x="2823485" y="3341830"/>
              <a:chExt cx="468000" cy="237494"/>
            </a:xfrm>
          </p:grpSpPr>
          <p:sp>
            <p:nvSpPr>
              <p:cNvPr id="19" name="手繪多邊形: 圖案 18">
                <a:extLst>
                  <a:ext uri="{FF2B5EF4-FFF2-40B4-BE49-F238E27FC236}">
                    <a16:creationId xmlns:a16="http://schemas.microsoft.com/office/drawing/2014/main" id="{5579F695-099C-4708-BC2E-02EA43D118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496198"/>
                <a:ext cx="119238" cy="83126"/>
              </a:xfrm>
              <a:custGeom>
                <a:avLst/>
                <a:gdLst/>
                <a:ahLst/>
                <a:cxnLst/>
                <a:rect l="l" t="t" r="r" b="b"/>
                <a:pathLst>
                  <a:path w="119238" h="83126">
                    <a:moveTo>
                      <a:pt x="74910" y="0"/>
                    </a:moveTo>
                    <a:cubicBezTo>
                      <a:pt x="79431" y="0"/>
                      <a:pt x="83784" y="376"/>
                      <a:pt x="87970" y="1130"/>
                    </a:cubicBezTo>
                    <a:cubicBezTo>
                      <a:pt x="92156" y="1883"/>
                      <a:pt x="96028" y="2867"/>
                      <a:pt x="99585" y="4081"/>
                    </a:cubicBezTo>
                    <a:cubicBezTo>
                      <a:pt x="103143" y="5295"/>
                      <a:pt x="106345" y="6697"/>
                      <a:pt x="109192" y="8288"/>
                    </a:cubicBezTo>
                    <a:cubicBezTo>
                      <a:pt x="112038" y="9878"/>
                      <a:pt x="114026" y="11239"/>
                      <a:pt x="115157" y="12369"/>
                    </a:cubicBezTo>
                    <a:cubicBezTo>
                      <a:pt x="116287" y="13499"/>
                      <a:pt x="117061" y="14441"/>
                      <a:pt x="117480" y="15194"/>
                    </a:cubicBezTo>
                    <a:cubicBezTo>
                      <a:pt x="117898" y="15948"/>
                      <a:pt x="118233" y="16910"/>
                      <a:pt x="118484" y="18082"/>
                    </a:cubicBezTo>
                    <a:cubicBezTo>
                      <a:pt x="118735" y="19254"/>
                      <a:pt x="118924" y="20636"/>
                      <a:pt x="119049" y="22226"/>
                    </a:cubicBezTo>
                    <a:cubicBezTo>
                      <a:pt x="119175" y="23817"/>
                      <a:pt x="119238" y="25784"/>
                      <a:pt x="119238" y="28128"/>
                    </a:cubicBezTo>
                    <a:cubicBezTo>
                      <a:pt x="119238" y="30640"/>
                      <a:pt x="119154" y="32774"/>
                      <a:pt x="118987" y="34532"/>
                    </a:cubicBezTo>
                    <a:cubicBezTo>
                      <a:pt x="118819" y="36290"/>
                      <a:pt x="118526" y="37714"/>
                      <a:pt x="118108" y="38802"/>
                    </a:cubicBezTo>
                    <a:cubicBezTo>
                      <a:pt x="117689" y="39890"/>
                      <a:pt x="117187" y="40686"/>
                      <a:pt x="116601" y="41188"/>
                    </a:cubicBezTo>
                    <a:cubicBezTo>
                      <a:pt x="116015" y="41690"/>
                      <a:pt x="115345" y="41941"/>
                      <a:pt x="114592" y="41941"/>
                    </a:cubicBezTo>
                    <a:cubicBezTo>
                      <a:pt x="113336" y="41941"/>
                      <a:pt x="111745" y="41209"/>
                      <a:pt x="109820" y="39744"/>
                    </a:cubicBezTo>
                    <a:cubicBezTo>
                      <a:pt x="107894" y="38279"/>
                      <a:pt x="105404" y="36646"/>
                      <a:pt x="102348" y="34846"/>
                    </a:cubicBezTo>
                    <a:cubicBezTo>
                      <a:pt x="99292" y="33046"/>
                      <a:pt x="95651" y="31414"/>
                      <a:pt x="91423" y="29949"/>
                    </a:cubicBezTo>
                    <a:cubicBezTo>
                      <a:pt x="87195" y="28484"/>
                      <a:pt x="82152" y="27751"/>
                      <a:pt x="76292" y="27751"/>
                    </a:cubicBezTo>
                    <a:cubicBezTo>
                      <a:pt x="69845" y="27751"/>
                      <a:pt x="64090" y="29070"/>
                      <a:pt x="59025" y="31707"/>
                    </a:cubicBezTo>
                    <a:cubicBezTo>
                      <a:pt x="53960" y="34344"/>
                      <a:pt x="49649" y="38111"/>
                      <a:pt x="46091" y="43009"/>
                    </a:cubicBezTo>
                    <a:cubicBezTo>
                      <a:pt x="42533" y="47906"/>
                      <a:pt x="39833" y="53829"/>
                      <a:pt x="37992" y="60777"/>
                    </a:cubicBezTo>
                    <a:lnTo>
                      <a:pt x="35363" y="83126"/>
                    </a:lnTo>
                    <a:lnTo>
                      <a:pt x="0" y="83126"/>
                    </a:lnTo>
                    <a:lnTo>
                      <a:pt x="5091" y="49225"/>
                    </a:lnTo>
                    <a:cubicBezTo>
                      <a:pt x="8775" y="38509"/>
                      <a:pt x="13923" y="29510"/>
                      <a:pt x="20537" y="22226"/>
                    </a:cubicBezTo>
                    <a:cubicBezTo>
                      <a:pt x="27150" y="14943"/>
                      <a:pt x="35082" y="9418"/>
                      <a:pt x="44333" y="5650"/>
                    </a:cubicBezTo>
                    <a:cubicBezTo>
                      <a:pt x="53584" y="1883"/>
                      <a:pt x="63776" y="0"/>
                      <a:pt x="74910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20" name="手繪多邊形: 圖案 19">
                <a:extLst>
                  <a:ext uri="{FF2B5EF4-FFF2-40B4-BE49-F238E27FC236}">
                    <a16:creationId xmlns:a16="http://schemas.microsoft.com/office/drawing/2014/main" id="{E6917DAA-2667-4AC1-AEEB-F344FF0D8D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70BCFB3-4594-40E6-B5D1-F46071295241}"/>
              </a:ext>
            </a:extLst>
          </p:cNvPr>
          <p:cNvGrpSpPr/>
          <p:nvPr/>
        </p:nvGrpSpPr>
        <p:grpSpPr>
          <a:xfrm>
            <a:off x="3858949" y="1514031"/>
            <a:ext cx="468000" cy="465462"/>
            <a:chOff x="3469483" y="3341831"/>
            <a:chExt cx="468000" cy="465462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29C15CFB-82C6-4EC9-948D-87E6DA7C21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D93919E-4142-4556-B3D7-715854FE113E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8A48BF5E-B62D-4A63-93E5-B123C701D658}"/>
                  </a:ext>
                </a:extLst>
              </p:cNvPr>
              <p:cNvGrpSpPr/>
              <p:nvPr/>
            </p:nvGrpSpPr>
            <p:grpSpPr>
              <a:xfrm>
                <a:off x="3632709" y="3495031"/>
                <a:ext cx="137835" cy="79531"/>
                <a:chOff x="2994343" y="3999769"/>
                <a:chExt cx="137835" cy="79531"/>
              </a:xfrm>
            </p:grpSpPr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D1ABEA23-1A23-42CF-8A5B-CA31C0B8F2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94343" y="3999769"/>
                  <a:ext cx="137835" cy="7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35" h="79530">
                      <a:moveTo>
                        <a:pt x="83587" y="0"/>
                      </a:moveTo>
                      <a:cubicBezTo>
                        <a:pt x="90619" y="0"/>
                        <a:pt x="97024" y="481"/>
                        <a:pt x="102800" y="1444"/>
                      </a:cubicBezTo>
                      <a:cubicBezTo>
                        <a:pt x="108576" y="2407"/>
                        <a:pt x="113620" y="3579"/>
                        <a:pt x="117932" y="4960"/>
                      </a:cubicBezTo>
                      <a:cubicBezTo>
                        <a:pt x="122243" y="6342"/>
                        <a:pt x="125822" y="7828"/>
                        <a:pt x="128668" y="9418"/>
                      </a:cubicBezTo>
                      <a:cubicBezTo>
                        <a:pt x="131515" y="11009"/>
                        <a:pt x="133503" y="12390"/>
                        <a:pt x="134633" y="13562"/>
                      </a:cubicBezTo>
                      <a:cubicBezTo>
                        <a:pt x="135763" y="14734"/>
                        <a:pt x="136579" y="16387"/>
                        <a:pt x="137082" y="18522"/>
                      </a:cubicBezTo>
                      <a:cubicBezTo>
                        <a:pt x="137584" y="20657"/>
                        <a:pt x="137835" y="23817"/>
                        <a:pt x="137835" y="28003"/>
                      </a:cubicBezTo>
                      <a:cubicBezTo>
                        <a:pt x="137835" y="30431"/>
                        <a:pt x="137730" y="32524"/>
                        <a:pt x="137521" y="34282"/>
                      </a:cubicBezTo>
                      <a:cubicBezTo>
                        <a:pt x="137312" y="36040"/>
                        <a:pt x="137019" y="37442"/>
                        <a:pt x="136642" y="38488"/>
                      </a:cubicBezTo>
                      <a:cubicBezTo>
                        <a:pt x="136265" y="39535"/>
                        <a:pt x="135805" y="40267"/>
                        <a:pt x="135261" y="40686"/>
                      </a:cubicBezTo>
                      <a:cubicBezTo>
                        <a:pt x="134717" y="41105"/>
                        <a:pt x="134068" y="41314"/>
                        <a:pt x="133314" y="41314"/>
                      </a:cubicBezTo>
                      <a:cubicBezTo>
                        <a:pt x="132226" y="41314"/>
                        <a:pt x="130468" y="40560"/>
                        <a:pt x="128040" y="39054"/>
                      </a:cubicBezTo>
                      <a:cubicBezTo>
                        <a:pt x="125613" y="37547"/>
                        <a:pt x="122389" y="35914"/>
                        <a:pt x="118371" y="34156"/>
                      </a:cubicBezTo>
                      <a:cubicBezTo>
                        <a:pt x="114353" y="32398"/>
                        <a:pt x="109560" y="30766"/>
                        <a:pt x="103993" y="29259"/>
                      </a:cubicBezTo>
                      <a:cubicBezTo>
                        <a:pt x="98426" y="27752"/>
                        <a:pt x="91959" y="26998"/>
                        <a:pt x="84592" y="26998"/>
                      </a:cubicBezTo>
                      <a:cubicBezTo>
                        <a:pt x="76723" y="26998"/>
                        <a:pt x="69607" y="28359"/>
                        <a:pt x="63244" y="31080"/>
                      </a:cubicBezTo>
                      <a:cubicBezTo>
                        <a:pt x="56882" y="33800"/>
                        <a:pt x="51440" y="37651"/>
                        <a:pt x="46920" y="42632"/>
                      </a:cubicBezTo>
                      <a:cubicBezTo>
                        <a:pt x="42399" y="47613"/>
                        <a:pt x="38925" y="53599"/>
                        <a:pt x="36497" y="60589"/>
                      </a:cubicBezTo>
                      <a:lnTo>
                        <a:pt x="33520" y="79530"/>
                      </a:lnTo>
                      <a:lnTo>
                        <a:pt x="0" y="79530"/>
                      </a:lnTo>
                      <a:lnTo>
                        <a:pt x="4978" y="49916"/>
                      </a:lnTo>
                      <a:cubicBezTo>
                        <a:pt x="8996" y="39326"/>
                        <a:pt x="14689" y="30326"/>
                        <a:pt x="22056" y="22917"/>
                      </a:cubicBezTo>
                      <a:cubicBezTo>
                        <a:pt x="29423" y="15508"/>
                        <a:pt x="38318" y="9837"/>
                        <a:pt x="48741" y="5902"/>
                      </a:cubicBezTo>
                      <a:cubicBezTo>
                        <a:pt x="59163" y="1967"/>
                        <a:pt x="70779" y="0"/>
                        <a:pt x="83587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33D69947-DC22-4F3B-8A66-849B62885E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63676" y="4072603"/>
                  <a:ext cx="67583" cy="6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83" h="6697">
                      <a:moveTo>
                        <a:pt x="4459" y="0"/>
                      </a:moveTo>
                      <a:lnTo>
                        <a:pt x="59335" y="0"/>
                      </a:lnTo>
                      <a:cubicBezTo>
                        <a:pt x="60675" y="0"/>
                        <a:pt x="61868" y="230"/>
                        <a:pt x="62914" y="691"/>
                      </a:cubicBezTo>
                      <a:cubicBezTo>
                        <a:pt x="63960" y="1151"/>
                        <a:pt x="64881" y="1842"/>
                        <a:pt x="65677" y="2762"/>
                      </a:cubicBezTo>
                      <a:cubicBezTo>
                        <a:pt x="66472" y="3683"/>
                        <a:pt x="67079" y="4793"/>
                        <a:pt x="67497" y="6090"/>
                      </a:cubicBezTo>
                      <a:lnTo>
                        <a:pt x="67583" y="6697"/>
                      </a:lnTo>
                      <a:lnTo>
                        <a:pt x="0" y="6697"/>
                      </a:lnTo>
                      <a:lnTo>
                        <a:pt x="2" y="6655"/>
                      </a:lnTo>
                      <a:cubicBezTo>
                        <a:pt x="211" y="5065"/>
                        <a:pt x="525" y="3788"/>
                        <a:pt x="943" y="2825"/>
                      </a:cubicBezTo>
                      <a:cubicBezTo>
                        <a:pt x="1362" y="1863"/>
                        <a:pt x="1864" y="1151"/>
                        <a:pt x="2450" y="691"/>
                      </a:cubicBezTo>
                      <a:cubicBezTo>
                        <a:pt x="3036" y="230"/>
                        <a:pt x="3706" y="0"/>
                        <a:pt x="4459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</p:grpSp>
          <p:sp>
            <p:nvSpPr>
              <p:cNvPr id="25" name="手繪多邊形: 圖案 24">
                <a:extLst>
                  <a:ext uri="{FF2B5EF4-FFF2-40B4-BE49-F238E27FC236}">
                    <a16:creationId xmlns:a16="http://schemas.microsoft.com/office/drawing/2014/main" id="{6A11A0E8-441F-4807-AF1A-BF5BEA6CC5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3ECFD2C-F877-4FC3-AFFD-9AE81FE81695}"/>
              </a:ext>
            </a:extLst>
          </p:cNvPr>
          <p:cNvGrpSpPr/>
          <p:nvPr/>
        </p:nvGrpSpPr>
        <p:grpSpPr>
          <a:xfrm>
            <a:off x="2566953" y="1514031"/>
            <a:ext cx="468000" cy="465462"/>
            <a:chOff x="2177487" y="3341831"/>
            <a:chExt cx="468000" cy="465462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7004B57C-28AC-4C5C-BFFE-0756E33E1C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D6A7B00D-EEB7-4E1D-A7DD-E8F294638931}"/>
                </a:ext>
              </a:extLst>
            </p:cNvPr>
            <p:cNvGrpSpPr/>
            <p:nvPr/>
          </p:nvGrpSpPr>
          <p:grpSpPr>
            <a:xfrm>
              <a:off x="2177487" y="3341831"/>
              <a:ext cx="468000" cy="232731"/>
              <a:chOff x="2177487" y="3341831"/>
              <a:chExt cx="468000" cy="232731"/>
            </a:xfrm>
          </p:grpSpPr>
          <p:sp>
            <p:nvSpPr>
              <p:cNvPr id="31" name="手繪多邊形: 圖案 30">
                <a:extLst>
                  <a:ext uri="{FF2B5EF4-FFF2-40B4-BE49-F238E27FC236}">
                    <a16:creationId xmlns:a16="http://schemas.microsoft.com/office/drawing/2014/main" id="{F0A130E5-6574-4EC2-9640-DDEA5C86B2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49328" y="3497795"/>
                <a:ext cx="124318" cy="76767"/>
              </a:xfrm>
              <a:custGeom>
                <a:avLst/>
                <a:gdLst/>
                <a:ahLst/>
                <a:cxnLst/>
                <a:rect l="l" t="t" r="r" b="b"/>
                <a:pathLst>
                  <a:path w="124318" h="76767">
                    <a:moveTo>
                      <a:pt x="4897" y="0"/>
                    </a:moveTo>
                    <a:lnTo>
                      <a:pt x="119420" y="0"/>
                    </a:lnTo>
                    <a:cubicBezTo>
                      <a:pt x="120174" y="0"/>
                      <a:pt x="120864" y="230"/>
                      <a:pt x="121492" y="690"/>
                    </a:cubicBezTo>
                    <a:cubicBezTo>
                      <a:pt x="122120" y="1151"/>
                      <a:pt x="122643" y="1904"/>
                      <a:pt x="123062" y="2951"/>
                    </a:cubicBezTo>
                    <a:cubicBezTo>
                      <a:pt x="123480" y="3997"/>
                      <a:pt x="123794" y="5399"/>
                      <a:pt x="124004" y="7157"/>
                    </a:cubicBezTo>
                    <a:cubicBezTo>
                      <a:pt x="124213" y="8915"/>
                      <a:pt x="124318" y="11050"/>
                      <a:pt x="124318" y="13562"/>
                    </a:cubicBezTo>
                    <a:cubicBezTo>
                      <a:pt x="124318" y="15989"/>
                      <a:pt x="124213" y="18061"/>
                      <a:pt x="124004" y="19778"/>
                    </a:cubicBezTo>
                    <a:cubicBezTo>
                      <a:pt x="123794" y="21494"/>
                      <a:pt x="123480" y="22875"/>
                      <a:pt x="123062" y="23922"/>
                    </a:cubicBezTo>
                    <a:cubicBezTo>
                      <a:pt x="122643" y="24968"/>
                      <a:pt x="122120" y="25742"/>
                      <a:pt x="121492" y="26245"/>
                    </a:cubicBezTo>
                    <a:cubicBezTo>
                      <a:pt x="120864" y="26747"/>
                      <a:pt x="120174" y="26998"/>
                      <a:pt x="119420" y="26998"/>
                    </a:cubicBezTo>
                    <a:lnTo>
                      <a:pt x="78734" y="26998"/>
                    </a:lnTo>
                    <a:lnTo>
                      <a:pt x="78734" y="76767"/>
                    </a:lnTo>
                    <a:lnTo>
                      <a:pt x="45583" y="76767"/>
                    </a:lnTo>
                    <a:lnTo>
                      <a:pt x="45583" y="26998"/>
                    </a:lnTo>
                    <a:lnTo>
                      <a:pt x="4897" y="26998"/>
                    </a:lnTo>
                    <a:cubicBezTo>
                      <a:pt x="4060" y="26998"/>
                      <a:pt x="3348" y="26747"/>
                      <a:pt x="2762" y="26245"/>
                    </a:cubicBezTo>
                    <a:cubicBezTo>
                      <a:pt x="2176" y="25742"/>
                      <a:pt x="1674" y="24968"/>
                      <a:pt x="1255" y="23922"/>
                    </a:cubicBezTo>
                    <a:cubicBezTo>
                      <a:pt x="837" y="22875"/>
                      <a:pt x="523" y="21494"/>
                      <a:pt x="313" y="19778"/>
                    </a:cubicBezTo>
                    <a:cubicBezTo>
                      <a:pt x="104" y="18061"/>
                      <a:pt x="0" y="15989"/>
                      <a:pt x="0" y="13562"/>
                    </a:cubicBezTo>
                    <a:cubicBezTo>
                      <a:pt x="0" y="11050"/>
                      <a:pt x="104" y="8915"/>
                      <a:pt x="313" y="7157"/>
                    </a:cubicBezTo>
                    <a:cubicBezTo>
                      <a:pt x="523" y="5399"/>
                      <a:pt x="837" y="3997"/>
                      <a:pt x="1255" y="2951"/>
                    </a:cubicBezTo>
                    <a:cubicBezTo>
                      <a:pt x="1674" y="1904"/>
                      <a:pt x="2176" y="1151"/>
                      <a:pt x="2762" y="690"/>
                    </a:cubicBezTo>
                    <a:cubicBezTo>
                      <a:pt x="3348" y="230"/>
                      <a:pt x="4060" y="0"/>
                      <a:pt x="4897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2" name="手繪多邊形: 圖案 31">
                <a:extLst>
                  <a:ext uri="{FF2B5EF4-FFF2-40B4-BE49-F238E27FC236}">
                    <a16:creationId xmlns:a16="http://schemas.microsoft.com/office/drawing/2014/main" id="{E25D8858-8EE9-46F8-88C1-01E283858E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4935931-38D2-4D86-91B8-AD28CA5FFF2E}"/>
              </a:ext>
            </a:extLst>
          </p:cNvPr>
          <p:cNvGrpSpPr/>
          <p:nvPr/>
        </p:nvGrpSpPr>
        <p:grpSpPr>
          <a:xfrm>
            <a:off x="2566953" y="2063844"/>
            <a:ext cx="468000" cy="465463"/>
            <a:chOff x="2177487" y="3891644"/>
            <a:chExt cx="468000" cy="465463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862C0A2-25F9-49D8-B062-B290BEBC2F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D97F902-5445-4696-A81F-46170A588139}"/>
                </a:ext>
              </a:extLst>
            </p:cNvPr>
            <p:cNvGrpSpPr/>
            <p:nvPr/>
          </p:nvGrpSpPr>
          <p:grpSpPr>
            <a:xfrm>
              <a:off x="2177487" y="4124375"/>
              <a:ext cx="468000" cy="232732"/>
              <a:chOff x="2177487" y="3971975"/>
              <a:chExt cx="468000" cy="232732"/>
            </a:xfrm>
          </p:grpSpPr>
          <p:sp>
            <p:nvSpPr>
              <p:cNvPr id="36" name="手繪多邊形: 圖案 35">
                <a:extLst>
                  <a:ext uri="{FF2B5EF4-FFF2-40B4-BE49-F238E27FC236}">
                    <a16:creationId xmlns:a16="http://schemas.microsoft.com/office/drawing/2014/main" id="{9421C9BA-F782-4ED1-B715-FEFBEBACD3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94911" y="3971975"/>
                <a:ext cx="33151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33151" h="86479">
                    <a:moveTo>
                      <a:pt x="0" y="0"/>
                    </a:moveTo>
                    <a:lnTo>
                      <a:pt x="33151" y="0"/>
                    </a:lnTo>
                    <a:lnTo>
                      <a:pt x="33151" y="81204"/>
                    </a:lnTo>
                    <a:cubicBezTo>
                      <a:pt x="33151" y="82042"/>
                      <a:pt x="32879" y="82795"/>
                      <a:pt x="32335" y="83465"/>
                    </a:cubicBezTo>
                    <a:cubicBezTo>
                      <a:pt x="31791" y="84135"/>
                      <a:pt x="30891" y="84679"/>
                      <a:pt x="29635" y="85097"/>
                    </a:cubicBezTo>
                    <a:cubicBezTo>
                      <a:pt x="28379" y="85516"/>
                      <a:pt x="26684" y="85851"/>
                      <a:pt x="24549" y="86102"/>
                    </a:cubicBezTo>
                    <a:cubicBezTo>
                      <a:pt x="22415" y="86353"/>
                      <a:pt x="19757" y="86479"/>
                      <a:pt x="16576" y="86479"/>
                    </a:cubicBezTo>
                    <a:cubicBezTo>
                      <a:pt x="13394" y="86479"/>
                      <a:pt x="10736" y="86353"/>
                      <a:pt x="8602" y="86102"/>
                    </a:cubicBezTo>
                    <a:cubicBezTo>
                      <a:pt x="6467" y="85851"/>
                      <a:pt x="4772" y="85516"/>
                      <a:pt x="3516" y="85097"/>
                    </a:cubicBezTo>
                    <a:cubicBezTo>
                      <a:pt x="2260" y="84679"/>
                      <a:pt x="1360" y="84135"/>
                      <a:pt x="816" y="83465"/>
                    </a:cubicBezTo>
                    <a:cubicBezTo>
                      <a:pt x="272" y="82795"/>
                      <a:pt x="0" y="82042"/>
                      <a:pt x="0" y="812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7" name="手繪多邊形: 圖案 36">
                <a:extLst>
                  <a:ext uri="{FF2B5EF4-FFF2-40B4-BE49-F238E27FC236}">
                    <a16:creationId xmlns:a16="http://schemas.microsoft.com/office/drawing/2014/main" id="{EE7BA580-904A-4266-8B79-7CC4B99FA2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DFF1923-3662-4678-A5EF-70B9E0F8EC13}"/>
              </a:ext>
            </a:extLst>
          </p:cNvPr>
          <p:cNvGrpSpPr/>
          <p:nvPr/>
        </p:nvGrpSpPr>
        <p:grpSpPr>
          <a:xfrm>
            <a:off x="3857092" y="2063844"/>
            <a:ext cx="469857" cy="465462"/>
            <a:chOff x="3467626" y="3891644"/>
            <a:chExt cx="469857" cy="465462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965621BC-14D9-4652-89D8-D2164E3D6F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B47D44AC-49DB-4465-99A8-D9C9FCB9D389}"/>
                </a:ext>
              </a:extLst>
            </p:cNvPr>
            <p:cNvGrpSpPr/>
            <p:nvPr/>
          </p:nvGrpSpPr>
          <p:grpSpPr>
            <a:xfrm>
              <a:off x="3467626" y="4124375"/>
              <a:ext cx="468000" cy="232731"/>
              <a:chOff x="3467626" y="3971975"/>
              <a:chExt cx="468000" cy="232731"/>
            </a:xfrm>
          </p:grpSpPr>
          <p:sp>
            <p:nvSpPr>
              <p:cNvPr id="41" name="手繪多邊形: 圖案 40">
                <a:extLst>
                  <a:ext uri="{FF2B5EF4-FFF2-40B4-BE49-F238E27FC236}">
                    <a16:creationId xmlns:a16="http://schemas.microsoft.com/office/drawing/2014/main" id="{4D739A58-9D08-4D80-8920-FF8816A11C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31118" y="3971976"/>
                <a:ext cx="138507" cy="88488"/>
              </a:xfrm>
              <a:custGeom>
                <a:avLst/>
                <a:gdLst/>
                <a:ahLst/>
                <a:cxnLst/>
                <a:rect l="l" t="t" r="r" b="b"/>
                <a:pathLst>
                  <a:path w="138507" h="88488">
                    <a:moveTo>
                      <a:pt x="1049" y="0"/>
                    </a:moveTo>
                    <a:lnTo>
                      <a:pt x="34569" y="0"/>
                    </a:lnTo>
                    <a:lnTo>
                      <a:pt x="33904" y="4228"/>
                    </a:lnTo>
                    <a:cubicBezTo>
                      <a:pt x="33904" y="13520"/>
                      <a:pt x="35139" y="21703"/>
                      <a:pt x="37609" y="28777"/>
                    </a:cubicBezTo>
                    <a:cubicBezTo>
                      <a:pt x="40078" y="35851"/>
                      <a:pt x="43532" y="41774"/>
                      <a:pt x="47969" y="46546"/>
                    </a:cubicBezTo>
                    <a:cubicBezTo>
                      <a:pt x="52406" y="51318"/>
                      <a:pt x="57742" y="54918"/>
                      <a:pt x="63979" y="57345"/>
                    </a:cubicBezTo>
                    <a:cubicBezTo>
                      <a:pt x="70216" y="59773"/>
                      <a:pt x="77102" y="60987"/>
                      <a:pt x="84636" y="60987"/>
                    </a:cubicBezTo>
                    <a:cubicBezTo>
                      <a:pt x="88320" y="60987"/>
                      <a:pt x="91961" y="60569"/>
                      <a:pt x="95561" y="59731"/>
                    </a:cubicBezTo>
                    <a:cubicBezTo>
                      <a:pt x="99161" y="58894"/>
                      <a:pt x="102510" y="57638"/>
                      <a:pt x="105607" y="55964"/>
                    </a:cubicBezTo>
                    <a:lnTo>
                      <a:pt x="105607" y="18292"/>
                    </a:lnTo>
                    <a:lnTo>
                      <a:pt x="74841" y="18292"/>
                    </a:lnTo>
                    <a:cubicBezTo>
                      <a:pt x="73335" y="18292"/>
                      <a:pt x="72163" y="17350"/>
                      <a:pt x="71325" y="15467"/>
                    </a:cubicBezTo>
                    <a:cubicBezTo>
                      <a:pt x="70488" y="13583"/>
                      <a:pt x="70070" y="10381"/>
                      <a:pt x="70070" y="5860"/>
                    </a:cubicBezTo>
                    <a:lnTo>
                      <a:pt x="70382" y="0"/>
                    </a:lnTo>
                    <a:lnTo>
                      <a:pt x="137965" y="0"/>
                    </a:lnTo>
                    <a:lnTo>
                      <a:pt x="138507" y="3851"/>
                    </a:lnTo>
                    <a:lnTo>
                      <a:pt x="138507" y="68522"/>
                    </a:lnTo>
                    <a:cubicBezTo>
                      <a:pt x="138507" y="71033"/>
                      <a:pt x="138068" y="73231"/>
                      <a:pt x="137189" y="75114"/>
                    </a:cubicBezTo>
                    <a:cubicBezTo>
                      <a:pt x="136310" y="76998"/>
                      <a:pt x="134510" y="78484"/>
                      <a:pt x="131789" y="79572"/>
                    </a:cubicBezTo>
                    <a:cubicBezTo>
                      <a:pt x="129068" y="80660"/>
                      <a:pt x="125699" y="81790"/>
                      <a:pt x="121680" y="82963"/>
                    </a:cubicBezTo>
                    <a:cubicBezTo>
                      <a:pt x="117662" y="84135"/>
                      <a:pt x="113497" y="85139"/>
                      <a:pt x="109186" y="85976"/>
                    </a:cubicBezTo>
                    <a:cubicBezTo>
                      <a:pt x="104875" y="86813"/>
                      <a:pt x="100521" y="87441"/>
                      <a:pt x="96126" y="87860"/>
                    </a:cubicBezTo>
                    <a:cubicBezTo>
                      <a:pt x="91731" y="88278"/>
                      <a:pt x="87315" y="88488"/>
                      <a:pt x="82878" y="88488"/>
                    </a:cubicBezTo>
                    <a:cubicBezTo>
                      <a:pt x="69902" y="88488"/>
                      <a:pt x="58287" y="86625"/>
                      <a:pt x="48031" y="82900"/>
                    </a:cubicBezTo>
                    <a:cubicBezTo>
                      <a:pt x="37776" y="79174"/>
                      <a:pt x="29091" y="73775"/>
                      <a:pt x="21975" y="66701"/>
                    </a:cubicBezTo>
                    <a:cubicBezTo>
                      <a:pt x="14859" y="59627"/>
                      <a:pt x="9418" y="51004"/>
                      <a:pt x="5650" y="40833"/>
                    </a:cubicBezTo>
                    <a:cubicBezTo>
                      <a:pt x="1883" y="30661"/>
                      <a:pt x="0" y="19129"/>
                      <a:pt x="0" y="6237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2" name="手繪多邊形: 圖案 41">
                <a:extLst>
                  <a:ext uri="{FF2B5EF4-FFF2-40B4-BE49-F238E27FC236}">
                    <a16:creationId xmlns:a16="http://schemas.microsoft.com/office/drawing/2014/main" id="{35FC172A-5F9E-4506-A7D8-D2A2E95DBD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7626" y="3971975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557200E-9106-4996-ACF8-B0F9E0AEAD90}"/>
              </a:ext>
            </a:extLst>
          </p:cNvPr>
          <p:cNvGrpSpPr/>
          <p:nvPr/>
        </p:nvGrpSpPr>
        <p:grpSpPr>
          <a:xfrm>
            <a:off x="3212951" y="2063844"/>
            <a:ext cx="468000" cy="465463"/>
            <a:chOff x="2823485" y="3891644"/>
            <a:chExt cx="468000" cy="465463"/>
          </a:xfrm>
        </p:grpSpPr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900007E6-917A-4292-BFD3-884981A545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E09C0B84-6E9D-4FE4-8850-A8B52DC852E1}"/>
                </a:ext>
              </a:extLst>
            </p:cNvPr>
            <p:cNvGrpSpPr/>
            <p:nvPr/>
          </p:nvGrpSpPr>
          <p:grpSpPr>
            <a:xfrm>
              <a:off x="2823485" y="4124376"/>
              <a:ext cx="468000" cy="232731"/>
              <a:chOff x="2823485" y="3971976"/>
              <a:chExt cx="468000" cy="232731"/>
            </a:xfrm>
          </p:grpSpPr>
          <p:sp>
            <p:nvSpPr>
              <p:cNvPr id="46" name="手繪多邊形: 圖案 45">
                <a:extLst>
                  <a:ext uri="{FF2B5EF4-FFF2-40B4-BE49-F238E27FC236}">
                    <a16:creationId xmlns:a16="http://schemas.microsoft.com/office/drawing/2014/main" id="{CF1A0D0B-ED6A-458E-93FA-BBE2D28209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973900"/>
                <a:ext cx="120174" cy="84640"/>
              </a:xfrm>
              <a:custGeom>
                <a:avLst/>
                <a:gdLst/>
                <a:ahLst/>
                <a:cxnLst/>
                <a:rect l="l" t="t" r="r" b="b"/>
                <a:pathLst>
                  <a:path w="120174" h="84640">
                    <a:moveTo>
                      <a:pt x="434" y="0"/>
                    </a:moveTo>
                    <a:lnTo>
                      <a:pt x="35797" y="0"/>
                    </a:lnTo>
                    <a:lnTo>
                      <a:pt x="35663" y="1134"/>
                    </a:lnTo>
                    <a:cubicBezTo>
                      <a:pt x="35663" y="10677"/>
                      <a:pt x="36647" y="18944"/>
                      <a:pt x="38614" y="25934"/>
                    </a:cubicBezTo>
                    <a:cubicBezTo>
                      <a:pt x="40581" y="32925"/>
                      <a:pt x="43386" y="38680"/>
                      <a:pt x="47027" y="43201"/>
                    </a:cubicBezTo>
                    <a:cubicBezTo>
                      <a:pt x="50669" y="47722"/>
                      <a:pt x="55064" y="51091"/>
                      <a:pt x="60213" y="53310"/>
                    </a:cubicBezTo>
                    <a:cubicBezTo>
                      <a:pt x="65361" y="55528"/>
                      <a:pt x="71158" y="56637"/>
                      <a:pt x="77605" y="56637"/>
                    </a:cubicBezTo>
                    <a:cubicBezTo>
                      <a:pt x="83465" y="56637"/>
                      <a:pt x="88529" y="55947"/>
                      <a:pt x="92799" y="54565"/>
                    </a:cubicBezTo>
                    <a:cubicBezTo>
                      <a:pt x="97068" y="53184"/>
                      <a:pt x="100731" y="51656"/>
                      <a:pt x="103787" y="49982"/>
                    </a:cubicBezTo>
                    <a:cubicBezTo>
                      <a:pt x="106842" y="48308"/>
                      <a:pt x="109354" y="46801"/>
                      <a:pt x="111321" y="45461"/>
                    </a:cubicBezTo>
                    <a:cubicBezTo>
                      <a:pt x="113288" y="44122"/>
                      <a:pt x="114816" y="43452"/>
                      <a:pt x="115905" y="43452"/>
                    </a:cubicBezTo>
                    <a:cubicBezTo>
                      <a:pt x="116742" y="43452"/>
                      <a:pt x="117411" y="43619"/>
                      <a:pt x="117914" y="43954"/>
                    </a:cubicBezTo>
                    <a:cubicBezTo>
                      <a:pt x="118416" y="44289"/>
                      <a:pt x="118835" y="44959"/>
                      <a:pt x="119169" y="45963"/>
                    </a:cubicBezTo>
                    <a:cubicBezTo>
                      <a:pt x="119504" y="46968"/>
                      <a:pt x="119755" y="48370"/>
                      <a:pt x="119923" y="50170"/>
                    </a:cubicBezTo>
                    <a:cubicBezTo>
                      <a:pt x="120090" y="51970"/>
                      <a:pt x="120174" y="54377"/>
                      <a:pt x="120174" y="57391"/>
                    </a:cubicBezTo>
                    <a:cubicBezTo>
                      <a:pt x="120174" y="59484"/>
                      <a:pt x="120111" y="61263"/>
                      <a:pt x="119986" y="62728"/>
                    </a:cubicBezTo>
                    <a:cubicBezTo>
                      <a:pt x="119860" y="64193"/>
                      <a:pt x="119672" y="65448"/>
                      <a:pt x="119421" y="66495"/>
                    </a:cubicBezTo>
                    <a:cubicBezTo>
                      <a:pt x="119169" y="67541"/>
                      <a:pt x="118835" y="68441"/>
                      <a:pt x="118416" y="69195"/>
                    </a:cubicBezTo>
                    <a:cubicBezTo>
                      <a:pt x="117997" y="69948"/>
                      <a:pt x="117328" y="70806"/>
                      <a:pt x="116407" y="71769"/>
                    </a:cubicBezTo>
                    <a:cubicBezTo>
                      <a:pt x="115486" y="72732"/>
                      <a:pt x="113707" y="73966"/>
                      <a:pt x="111070" y="75473"/>
                    </a:cubicBezTo>
                    <a:cubicBezTo>
                      <a:pt x="108433" y="76980"/>
                      <a:pt x="105210" y="78424"/>
                      <a:pt x="101401" y="79806"/>
                    </a:cubicBezTo>
                    <a:cubicBezTo>
                      <a:pt x="97592" y="81187"/>
                      <a:pt x="93238" y="82338"/>
                      <a:pt x="88341" y="83259"/>
                    </a:cubicBezTo>
                    <a:cubicBezTo>
                      <a:pt x="83444" y="84180"/>
                      <a:pt x="78149" y="84640"/>
                      <a:pt x="72456" y="84640"/>
                    </a:cubicBezTo>
                    <a:cubicBezTo>
                      <a:pt x="61322" y="84640"/>
                      <a:pt x="51276" y="82924"/>
                      <a:pt x="42318" y="79492"/>
                    </a:cubicBezTo>
                    <a:cubicBezTo>
                      <a:pt x="33361" y="76059"/>
                      <a:pt x="25743" y="70932"/>
                      <a:pt x="19464" y="64109"/>
                    </a:cubicBezTo>
                    <a:cubicBezTo>
                      <a:pt x="13185" y="57286"/>
                      <a:pt x="8372" y="48768"/>
                      <a:pt x="5023" y="38555"/>
                    </a:cubicBezTo>
                    <a:cubicBezTo>
                      <a:pt x="1674" y="28341"/>
                      <a:pt x="0" y="16454"/>
                      <a:pt x="0" y="2892"/>
                    </a:cubicBezTo>
                    <a:lnTo>
                      <a:pt x="434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7" name="手繪多邊形: 圖案 46">
                <a:extLst>
                  <a:ext uri="{FF2B5EF4-FFF2-40B4-BE49-F238E27FC236}">
                    <a16:creationId xmlns:a16="http://schemas.microsoft.com/office/drawing/2014/main" id="{9E3C3641-9833-442E-A176-94DBD7024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708C48B-3E34-45C0-A6D4-0F60E5EDFB05}"/>
              </a:ext>
            </a:extLst>
          </p:cNvPr>
          <p:cNvGrpSpPr/>
          <p:nvPr/>
        </p:nvGrpSpPr>
        <p:grpSpPr>
          <a:xfrm>
            <a:off x="838200" y="2256733"/>
            <a:ext cx="322655" cy="527343"/>
            <a:chOff x="7088024" y="277812"/>
            <a:chExt cx="607275" cy="108935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3078A49B-4210-4BE5-8E01-2504C43E6ED4}"/>
                </a:ext>
              </a:extLst>
            </p:cNvPr>
            <p:cNvSpPr/>
            <p:nvPr/>
          </p:nvSpPr>
          <p:spPr>
            <a:xfrm>
              <a:off x="7110127" y="277812"/>
              <a:ext cx="563068" cy="563068"/>
            </a:xfrm>
            <a:prstGeom prst="ellipse">
              <a:avLst/>
            </a:prstGeom>
            <a:noFill/>
            <a:ln w="762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C33CA2C9-5335-435E-88C4-C3128D352D06}"/>
                </a:ext>
              </a:extLst>
            </p:cNvPr>
            <p:cNvCxnSpPr>
              <a:cxnSpLocks/>
            </p:cNvCxnSpPr>
            <p:nvPr/>
          </p:nvCxnSpPr>
          <p:spPr>
            <a:xfrm>
              <a:off x="7088024" y="1053288"/>
              <a:ext cx="607275" cy="0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4F29341-6A45-4871-84FE-9D0B5A1B443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661" y="840880"/>
              <a:ext cx="0" cy="526286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F0A53E25-E8FE-4328-957B-3CEB59D2DB33}"/>
              </a:ext>
            </a:extLst>
          </p:cNvPr>
          <p:cNvGrpSpPr/>
          <p:nvPr/>
        </p:nvGrpSpPr>
        <p:grpSpPr>
          <a:xfrm rot="2405235">
            <a:off x="975251" y="1308471"/>
            <a:ext cx="272574" cy="659851"/>
            <a:chOff x="7110129" y="-634500"/>
            <a:chExt cx="563068" cy="1363080"/>
          </a:xfrm>
        </p:grpSpPr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5C6DF527-C3EB-4E12-BBC7-3FF0B72389B1}"/>
                </a:ext>
              </a:extLst>
            </p:cNvPr>
            <p:cNvSpPr/>
            <p:nvPr/>
          </p:nvSpPr>
          <p:spPr>
            <a:xfrm>
              <a:off x="7110129" y="165511"/>
              <a:ext cx="563068" cy="563069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0DAEEC57-94F0-4923-B84F-532266808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661" y="-634500"/>
              <a:ext cx="16927" cy="728993"/>
            </a:xfrm>
            <a:prstGeom prst="line">
              <a:avLst/>
            </a:prstGeom>
            <a:ln w="76200" cap="rnd">
              <a:solidFill>
                <a:srgbClr val="00B0F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橢圓 54">
            <a:extLst>
              <a:ext uri="{FF2B5EF4-FFF2-40B4-BE49-F238E27FC236}">
                <a16:creationId xmlns:a16="http://schemas.microsoft.com/office/drawing/2014/main" id="{D74744C8-EDD7-4531-9D9B-AD0EE0E1CBC0}"/>
              </a:ext>
            </a:extLst>
          </p:cNvPr>
          <p:cNvSpPr>
            <a:spLocks noChangeAspect="1"/>
          </p:cNvSpPr>
          <p:nvPr/>
        </p:nvSpPr>
        <p:spPr>
          <a:xfrm>
            <a:off x="1920955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00B0F0"/>
                </a:solidFill>
              </a:rPr>
              <a:t>A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0129F1A-F899-4090-B693-E5C1F996AF82}"/>
              </a:ext>
            </a:extLst>
          </p:cNvPr>
          <p:cNvSpPr>
            <a:spLocks noChangeAspect="1"/>
          </p:cNvSpPr>
          <p:nvPr/>
        </p:nvSpPr>
        <p:spPr>
          <a:xfrm>
            <a:off x="2566953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T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62E4F3A-F5A6-4858-A651-D24F1B6FA824}"/>
              </a:ext>
            </a:extLst>
          </p:cNvPr>
          <p:cNvSpPr>
            <a:spLocks noChangeAspect="1"/>
          </p:cNvSpPr>
          <p:nvPr/>
        </p:nvSpPr>
        <p:spPr>
          <a:xfrm>
            <a:off x="3858949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G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DDC3A236-74EE-46CF-9188-31A41DE9414E}"/>
              </a:ext>
            </a:extLst>
          </p:cNvPr>
          <p:cNvSpPr>
            <a:spLocks noChangeAspect="1"/>
          </p:cNvSpPr>
          <p:nvPr/>
        </p:nvSpPr>
        <p:spPr>
          <a:xfrm>
            <a:off x="3212951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C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D6D8F7C-6219-4283-A360-E8B66836D4C6}"/>
              </a:ext>
            </a:extLst>
          </p:cNvPr>
          <p:cNvSpPr>
            <a:spLocks noChangeAspect="1"/>
          </p:cNvSpPr>
          <p:nvPr/>
        </p:nvSpPr>
        <p:spPr>
          <a:xfrm>
            <a:off x="1920955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A0CE2516-52AB-45DB-B43C-99AD08267D0B}"/>
              </a:ext>
            </a:extLst>
          </p:cNvPr>
          <p:cNvSpPr>
            <a:spLocks noChangeAspect="1"/>
          </p:cNvSpPr>
          <p:nvPr/>
        </p:nvSpPr>
        <p:spPr>
          <a:xfrm>
            <a:off x="2566953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3F448CF8-A611-4B87-8185-9A48793B2A17}"/>
              </a:ext>
            </a:extLst>
          </p:cNvPr>
          <p:cNvSpPr>
            <a:spLocks noChangeAspect="1"/>
          </p:cNvSpPr>
          <p:nvPr/>
        </p:nvSpPr>
        <p:spPr>
          <a:xfrm>
            <a:off x="3858949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DD324286-844C-499F-AB35-0CB48452DCCB}"/>
              </a:ext>
            </a:extLst>
          </p:cNvPr>
          <p:cNvSpPr>
            <a:spLocks noChangeAspect="1"/>
          </p:cNvSpPr>
          <p:nvPr/>
        </p:nvSpPr>
        <p:spPr>
          <a:xfrm>
            <a:off x="3212951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7BA0ECC0-CFA2-481D-821F-E5C73FE91290}"/>
              </a:ext>
            </a:extLst>
          </p:cNvPr>
          <p:cNvGrpSpPr/>
          <p:nvPr/>
        </p:nvGrpSpPr>
        <p:grpSpPr>
          <a:xfrm>
            <a:off x="9774392" y="66728"/>
            <a:ext cx="2259655" cy="385200"/>
            <a:chOff x="9696228" y="5631304"/>
            <a:chExt cx="2259655" cy="385200"/>
          </a:xfrm>
        </p:grpSpPr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4F0F8FBF-F7F5-4A05-B3A3-D8C715D39272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solidFill>
              <a:srgbClr val="FF6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E73FC02-394F-4135-8571-17D4387857BC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4D5A21C-6A25-4AAC-A728-3C165B4EB44D}"/>
              </a:ext>
            </a:extLst>
          </p:cNvPr>
          <p:cNvGrpSpPr/>
          <p:nvPr/>
        </p:nvGrpSpPr>
        <p:grpSpPr>
          <a:xfrm>
            <a:off x="9765222" y="480466"/>
            <a:ext cx="2178993" cy="385200"/>
            <a:chOff x="9687058" y="6045042"/>
            <a:chExt cx="2178993" cy="385200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08BEF8B4-28E7-4D66-B28F-E98FD72C3127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7CF9E0F9-6E4E-4690-9419-34935A0B0A13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7B898DA0-7619-4C58-BD6D-E491A3E07366}"/>
              </a:ext>
            </a:extLst>
          </p:cNvPr>
          <p:cNvGrpSpPr/>
          <p:nvPr/>
        </p:nvGrpSpPr>
        <p:grpSpPr>
          <a:xfrm>
            <a:off x="9758627" y="878310"/>
            <a:ext cx="2420650" cy="385200"/>
            <a:chOff x="9680463" y="6442886"/>
            <a:chExt cx="2420650" cy="3852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E329440C-A807-4F39-B006-ACDB02FE3EC7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C525A4A-5735-46E4-9B19-B669B8974BBF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643CE46-2FFE-4575-A8AD-7A2027F8EEED}"/>
              </a:ext>
            </a:extLst>
          </p:cNvPr>
          <p:cNvGrpSpPr/>
          <p:nvPr/>
        </p:nvGrpSpPr>
        <p:grpSpPr>
          <a:xfrm>
            <a:off x="9292597" y="2111124"/>
            <a:ext cx="802315" cy="1345904"/>
            <a:chOff x="11161164" y="277726"/>
            <a:chExt cx="802315" cy="1345904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716B4F75-AA4A-416E-98EA-69A30D7EC499}"/>
                </a:ext>
              </a:extLst>
            </p:cNvPr>
            <p:cNvSpPr/>
            <p:nvPr/>
          </p:nvSpPr>
          <p:spPr>
            <a:xfrm>
              <a:off x="11301203" y="1173989"/>
              <a:ext cx="532134" cy="449641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E5B77D5-C115-483B-BA1E-7240B690499D}"/>
                </a:ext>
              </a:extLst>
            </p:cNvPr>
            <p:cNvSpPr/>
            <p:nvPr/>
          </p:nvSpPr>
          <p:spPr>
            <a:xfrm>
              <a:off x="11292264" y="709825"/>
              <a:ext cx="532134" cy="449641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E97284C-1E7C-4EB4-BD5D-11862682B9DA}"/>
                </a:ext>
              </a:extLst>
            </p:cNvPr>
            <p:cNvSpPr/>
            <p:nvPr/>
          </p:nvSpPr>
          <p:spPr>
            <a:xfrm>
              <a:off x="11292264" y="277726"/>
              <a:ext cx="532134" cy="449641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C31ED85A-5E52-4D4C-9B49-B4B674558F19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727370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0ACC991C-EA82-4C6C-AB98-DF455468ACE6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1159465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5496DC7C-1063-45AE-A67D-8C2BA156A2EC}"/>
                </a:ext>
              </a:extLst>
            </p:cNvPr>
            <p:cNvSpPr txBox="1"/>
            <p:nvPr/>
          </p:nvSpPr>
          <p:spPr>
            <a:xfrm>
              <a:off x="11161164" y="34005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2B7C7122-3A64-45E4-8BB7-913DFA427338}"/>
                </a:ext>
              </a:extLst>
            </p:cNvPr>
            <p:cNvSpPr txBox="1"/>
            <p:nvPr/>
          </p:nvSpPr>
          <p:spPr>
            <a:xfrm>
              <a:off x="11161164" y="772153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HP2</a:t>
              </a:r>
              <a:endParaRPr lang="zh-TW" altLang="en-US" dirty="0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47703BF3-86AD-4C66-B282-C8F859EFF7F8}"/>
                </a:ext>
              </a:extLst>
            </p:cNvPr>
            <p:cNvSpPr txBox="1"/>
            <p:nvPr/>
          </p:nvSpPr>
          <p:spPr>
            <a:xfrm>
              <a:off x="11161164" y="120424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77D07DBB-4815-4262-B114-1F33C7EC3331}"/>
              </a:ext>
            </a:extLst>
          </p:cNvPr>
          <p:cNvGrpSpPr/>
          <p:nvPr/>
        </p:nvGrpSpPr>
        <p:grpSpPr>
          <a:xfrm>
            <a:off x="7522057" y="1959179"/>
            <a:ext cx="802315" cy="1345904"/>
            <a:chOff x="29500" y="1586753"/>
            <a:chExt cx="865094" cy="1451217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00E2A887-6561-4B9A-B914-FAB9F154199A}"/>
                </a:ext>
              </a:extLst>
            </p:cNvPr>
            <p:cNvSpPr/>
            <p:nvPr/>
          </p:nvSpPr>
          <p:spPr>
            <a:xfrm>
              <a:off x="180497" y="2553146"/>
              <a:ext cx="573772" cy="484824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CA45BE5-B908-4F26-9F59-C1F9895D047E}"/>
                </a:ext>
              </a:extLst>
            </p:cNvPr>
            <p:cNvSpPr/>
            <p:nvPr/>
          </p:nvSpPr>
          <p:spPr>
            <a:xfrm>
              <a:off x="170858" y="2052662"/>
              <a:ext cx="573772" cy="484824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E3B1F92-D7E9-449A-9D48-6C3AE2EB7C62}"/>
                </a:ext>
              </a:extLst>
            </p:cNvPr>
            <p:cNvSpPr/>
            <p:nvPr/>
          </p:nvSpPr>
          <p:spPr>
            <a:xfrm>
              <a:off x="170858" y="1586753"/>
              <a:ext cx="573772" cy="484824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F571E696-893D-4BED-8205-471C36E56632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071580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DB40C1C0-BA35-4019-9FFB-CF858DFB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537486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AEA1583-B1BC-4963-960D-9B0095052E33}"/>
                </a:ext>
              </a:extLst>
            </p:cNvPr>
            <p:cNvSpPr txBox="1"/>
            <p:nvPr/>
          </p:nvSpPr>
          <p:spPr>
            <a:xfrm>
              <a:off x="29500" y="1653961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A12075F3-14BE-47C6-AD21-4FEB06088183}"/>
                </a:ext>
              </a:extLst>
            </p:cNvPr>
            <p:cNvSpPr txBox="1"/>
            <p:nvPr/>
          </p:nvSpPr>
          <p:spPr>
            <a:xfrm>
              <a:off x="29500" y="2119867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HP2</a:t>
              </a:r>
              <a:endParaRPr lang="zh-TW" altLang="en-US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B9115AAB-7CD1-41B6-B073-6EEFC9BA9938}"/>
                </a:ext>
              </a:extLst>
            </p:cNvPr>
            <p:cNvSpPr txBox="1"/>
            <p:nvPr/>
          </p:nvSpPr>
          <p:spPr>
            <a:xfrm>
              <a:off x="29500" y="2585772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E29B8BB0-D8B3-449A-ACA4-7EE6E6985A75}"/>
              </a:ext>
            </a:extLst>
          </p:cNvPr>
          <p:cNvGrpSpPr/>
          <p:nvPr/>
        </p:nvGrpSpPr>
        <p:grpSpPr>
          <a:xfrm>
            <a:off x="7823042" y="4116439"/>
            <a:ext cx="2259655" cy="385200"/>
            <a:chOff x="9696228" y="5631304"/>
            <a:chExt cx="2259655" cy="385200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1D5BDA07-D665-4728-A09C-3C70CBE9BDB8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 dirty="0">
                <a:solidFill>
                  <a:srgbClr val="FF6C66"/>
                </a:solidFill>
              </a:endParaRP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8C2BED5-AF35-4A9B-B989-FBEB03CBC6D7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1C0D9F36-3B9C-4E09-A812-3CA781AE033C}"/>
              </a:ext>
            </a:extLst>
          </p:cNvPr>
          <p:cNvGrpSpPr/>
          <p:nvPr/>
        </p:nvGrpSpPr>
        <p:grpSpPr>
          <a:xfrm>
            <a:off x="7823042" y="4523502"/>
            <a:ext cx="2178993" cy="385200"/>
            <a:chOff x="9687058" y="6045042"/>
            <a:chExt cx="2178993" cy="385200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091D059-599F-4574-8535-09C2A44E375B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B60C357-9A64-4083-812C-B94A17E0AD5F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E1D72A7B-7DA6-4AD4-A742-02420F218F10}"/>
              </a:ext>
            </a:extLst>
          </p:cNvPr>
          <p:cNvGrpSpPr/>
          <p:nvPr/>
        </p:nvGrpSpPr>
        <p:grpSpPr>
          <a:xfrm>
            <a:off x="7823042" y="4930565"/>
            <a:ext cx="2420650" cy="385200"/>
            <a:chOff x="9680463" y="6442886"/>
            <a:chExt cx="2420650" cy="385200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44B12C29-27B6-476F-917E-A7EFB5D9DCA6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noFill/>
            <a:ln w="38100">
              <a:solidFill>
                <a:srgbClr val="FFC8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>
                <a:solidFill>
                  <a:srgbClr val="FF6C66"/>
                </a:solidFill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EA767B48-3D50-4EFB-80CE-466024CE0C79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BAAEC81-5738-4CD8-9C38-E3215A786789}"/>
              </a:ext>
            </a:extLst>
          </p:cNvPr>
          <p:cNvGrpSpPr/>
          <p:nvPr/>
        </p:nvGrpSpPr>
        <p:grpSpPr>
          <a:xfrm>
            <a:off x="7823042" y="5337628"/>
            <a:ext cx="1547666" cy="385200"/>
            <a:chOff x="9687058" y="6045042"/>
            <a:chExt cx="1547666" cy="3852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F9DB456D-EFA6-4EE5-8287-5ED3E5DF246E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CA481ECE-6692-4DD9-9427-3BD4E5B6856B}"/>
                </a:ext>
              </a:extLst>
            </p:cNvPr>
            <p:cNvSpPr txBox="1"/>
            <p:nvPr/>
          </p:nvSpPr>
          <p:spPr>
            <a:xfrm>
              <a:off x="10107941" y="6052976"/>
              <a:ext cx="11267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Reference</a:t>
              </a:r>
              <a:endParaRPr lang="zh-TW" altLang="en-US" dirty="0"/>
            </a:p>
          </p:txBody>
        </p:sp>
      </p:grpSp>
      <p:sp>
        <p:nvSpPr>
          <p:cNvPr id="113" name="手繪多邊形: 圖案 112">
            <a:extLst>
              <a:ext uri="{FF2B5EF4-FFF2-40B4-BE49-F238E27FC236}">
                <a16:creationId xmlns:a16="http://schemas.microsoft.com/office/drawing/2014/main" id="{F7C35A02-4152-45DD-8A1B-4B355D638FF3}"/>
              </a:ext>
            </a:extLst>
          </p:cNvPr>
          <p:cNvSpPr/>
          <p:nvPr/>
        </p:nvSpPr>
        <p:spPr>
          <a:xfrm rot="2766722">
            <a:off x="538860" y="5263057"/>
            <a:ext cx="2077731" cy="1438428"/>
          </a:xfrm>
          <a:custGeom>
            <a:avLst/>
            <a:gdLst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373380 w 708660"/>
              <a:gd name="connsiteY7" fmla="*/ 1790700 h 1836527"/>
              <a:gd name="connsiteX8" fmla="*/ 144780 w 708660"/>
              <a:gd name="connsiteY8" fmla="*/ 1828800 h 1836527"/>
              <a:gd name="connsiteX9" fmla="*/ 106680 w 708660"/>
              <a:gd name="connsiteY9" fmla="*/ 1836420 h 1836527"/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144780 w 708660"/>
              <a:gd name="connsiteY7" fmla="*/ 1828800 h 1836527"/>
              <a:gd name="connsiteX8" fmla="*/ 106680 w 708660"/>
              <a:gd name="connsiteY8" fmla="*/ 1836420 h 1836527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495300 w 708660"/>
              <a:gd name="connsiteY6" fmla="*/ 1744980 h 1836420"/>
              <a:gd name="connsiteX7" fmla="*/ 106680 w 708660"/>
              <a:gd name="connsiteY7" fmla="*/ 1836420 h 1836420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106680 w 708660"/>
              <a:gd name="connsiteY6" fmla="*/ 1836420 h 1836420"/>
              <a:gd name="connsiteX0" fmla="*/ 0 w 711526"/>
              <a:gd name="connsiteY0" fmla="*/ 0 h 1836420"/>
              <a:gd name="connsiteX1" fmla="*/ 449580 w 711526"/>
              <a:gd name="connsiteY1" fmla="*/ 304800 h 1836420"/>
              <a:gd name="connsiteX2" fmla="*/ 678180 w 711526"/>
              <a:gd name="connsiteY2" fmla="*/ 868680 h 1836420"/>
              <a:gd name="connsiteX3" fmla="*/ 708660 w 711526"/>
              <a:gd name="connsiteY3" fmla="*/ 1272540 h 1836420"/>
              <a:gd name="connsiteX4" fmla="*/ 601980 w 711526"/>
              <a:gd name="connsiteY4" fmla="*/ 1668780 h 1836420"/>
              <a:gd name="connsiteX5" fmla="*/ 106680 w 711526"/>
              <a:gd name="connsiteY5" fmla="*/ 1836420 h 1836420"/>
              <a:gd name="connsiteX0" fmla="*/ 0 w 746051"/>
              <a:gd name="connsiteY0" fmla="*/ 0 h 1836420"/>
              <a:gd name="connsiteX1" fmla="*/ 449580 w 746051"/>
              <a:gd name="connsiteY1" fmla="*/ 304800 h 1836420"/>
              <a:gd name="connsiteX2" fmla="*/ 678180 w 746051"/>
              <a:gd name="connsiteY2" fmla="*/ 868680 h 1836420"/>
              <a:gd name="connsiteX3" fmla="*/ 708660 w 746051"/>
              <a:gd name="connsiteY3" fmla="*/ 1272540 h 1836420"/>
              <a:gd name="connsiteX4" fmla="*/ 106680 w 746051"/>
              <a:gd name="connsiteY4" fmla="*/ 1836420 h 1836420"/>
              <a:gd name="connsiteX0" fmla="*/ 0 w 718787"/>
              <a:gd name="connsiteY0" fmla="*/ 0 h 1836420"/>
              <a:gd name="connsiteX1" fmla="*/ 449580 w 718787"/>
              <a:gd name="connsiteY1" fmla="*/ 304800 h 1836420"/>
              <a:gd name="connsiteX2" fmla="*/ 708660 w 718787"/>
              <a:gd name="connsiteY2" fmla="*/ 1272540 h 1836420"/>
              <a:gd name="connsiteX3" fmla="*/ 106680 w 718787"/>
              <a:gd name="connsiteY3" fmla="*/ 1836420 h 1836420"/>
              <a:gd name="connsiteX0" fmla="*/ 0 w 709127"/>
              <a:gd name="connsiteY0" fmla="*/ 0 h 1836420"/>
              <a:gd name="connsiteX1" fmla="*/ 708660 w 709127"/>
              <a:gd name="connsiteY1" fmla="*/ 1272540 h 1836420"/>
              <a:gd name="connsiteX2" fmla="*/ 106680 w 709127"/>
              <a:gd name="connsiteY2" fmla="*/ 1836420 h 1836420"/>
              <a:gd name="connsiteX0" fmla="*/ 0 w 106680"/>
              <a:gd name="connsiteY0" fmla="*/ 0 h 1836420"/>
              <a:gd name="connsiteX1" fmla="*/ 106680 w 106680"/>
              <a:gd name="connsiteY1" fmla="*/ 1836420 h 1836420"/>
              <a:gd name="connsiteX0" fmla="*/ 0 w 437727"/>
              <a:gd name="connsiteY0" fmla="*/ 0 h 1836420"/>
              <a:gd name="connsiteX1" fmla="*/ 106680 w 437727"/>
              <a:gd name="connsiteY1" fmla="*/ 1836420 h 1836420"/>
              <a:gd name="connsiteX0" fmla="*/ 0 w 661059"/>
              <a:gd name="connsiteY0" fmla="*/ 4406 h 1840826"/>
              <a:gd name="connsiteX1" fmla="*/ 106680 w 661059"/>
              <a:gd name="connsiteY1" fmla="*/ 1840826 h 1840826"/>
              <a:gd name="connsiteX0" fmla="*/ 0 w 626112"/>
              <a:gd name="connsiteY0" fmla="*/ 5146 h 1682816"/>
              <a:gd name="connsiteX1" fmla="*/ 40005 w 626112"/>
              <a:gd name="connsiteY1" fmla="*/ 1682816 h 1682816"/>
              <a:gd name="connsiteX0" fmla="*/ 0 w 614604"/>
              <a:gd name="connsiteY0" fmla="*/ 1725 h 3538675"/>
              <a:gd name="connsiteX1" fmla="*/ 17145 w 614604"/>
              <a:gd name="connsiteY1" fmla="*/ 3538675 h 3538675"/>
              <a:gd name="connsiteX0" fmla="*/ 0 w 621768"/>
              <a:gd name="connsiteY0" fmla="*/ 1725 h 3538675"/>
              <a:gd name="connsiteX1" fmla="*/ 31433 w 621768"/>
              <a:gd name="connsiteY1" fmla="*/ 3538675 h 3538675"/>
              <a:gd name="connsiteX0" fmla="*/ 0 w 625385"/>
              <a:gd name="connsiteY0" fmla="*/ 1725 h 3538675"/>
              <a:gd name="connsiteX1" fmla="*/ 38576 w 625385"/>
              <a:gd name="connsiteY1" fmla="*/ 3538675 h 3538675"/>
              <a:gd name="connsiteX0" fmla="*/ 0 w 630245"/>
              <a:gd name="connsiteY0" fmla="*/ 1725 h 3538675"/>
              <a:gd name="connsiteX1" fmla="*/ 48101 w 630245"/>
              <a:gd name="connsiteY1" fmla="*/ 3538675 h 3538675"/>
              <a:gd name="connsiteX0" fmla="*/ 0 w 835967"/>
              <a:gd name="connsiteY0" fmla="*/ 6838 h 3543788"/>
              <a:gd name="connsiteX1" fmla="*/ 48101 w 835967"/>
              <a:gd name="connsiteY1" fmla="*/ 3543788 h 3543788"/>
              <a:gd name="connsiteX0" fmla="*/ 0 w 819445"/>
              <a:gd name="connsiteY0" fmla="*/ 6868 h 3531394"/>
              <a:gd name="connsiteX1" fmla="*/ 8266 w 819445"/>
              <a:gd name="connsiteY1" fmla="*/ 3531394 h 3531394"/>
              <a:gd name="connsiteX0" fmla="*/ 269232 w 492842"/>
              <a:gd name="connsiteY0" fmla="*/ 0 h 3524526"/>
              <a:gd name="connsiteX1" fmla="*/ 277498 w 492842"/>
              <a:gd name="connsiteY1" fmla="*/ 3524526 h 3524526"/>
              <a:gd name="connsiteX0" fmla="*/ 273971 w 464239"/>
              <a:gd name="connsiteY0" fmla="*/ 0 h 3644031"/>
              <a:gd name="connsiteX1" fmla="*/ 244962 w 464239"/>
              <a:gd name="connsiteY1" fmla="*/ 3644031 h 3644031"/>
              <a:gd name="connsiteX0" fmla="*/ 743801 w 743801"/>
              <a:gd name="connsiteY0" fmla="*/ 0 h 3875672"/>
              <a:gd name="connsiteX1" fmla="*/ 0 w 743801"/>
              <a:gd name="connsiteY1" fmla="*/ 3875672 h 3875672"/>
              <a:gd name="connsiteX0" fmla="*/ 743801 w 743801"/>
              <a:gd name="connsiteY0" fmla="*/ 0 h 3880720"/>
              <a:gd name="connsiteX1" fmla="*/ 0 w 743801"/>
              <a:gd name="connsiteY1" fmla="*/ 3875672 h 3880720"/>
              <a:gd name="connsiteX0" fmla="*/ 370935 w 648330"/>
              <a:gd name="connsiteY0" fmla="*/ 0 h 3372813"/>
              <a:gd name="connsiteX1" fmla="*/ 0 w 648330"/>
              <a:gd name="connsiteY1" fmla="*/ 3366912 h 3372813"/>
              <a:gd name="connsiteX0" fmla="*/ 370935 w 734032"/>
              <a:gd name="connsiteY0" fmla="*/ 0 h 3372798"/>
              <a:gd name="connsiteX1" fmla="*/ 0 w 734032"/>
              <a:gd name="connsiteY1" fmla="*/ 3366912 h 3372798"/>
              <a:gd name="connsiteX0" fmla="*/ 1932867 w 1932867"/>
              <a:gd name="connsiteY0" fmla="*/ 0 h 1692748"/>
              <a:gd name="connsiteX1" fmla="*/ 0 w 1932867"/>
              <a:gd name="connsiteY1" fmla="*/ 1679433 h 1692748"/>
              <a:gd name="connsiteX0" fmla="*/ 2146599 w 2146599"/>
              <a:gd name="connsiteY0" fmla="*/ 0 h 1489555"/>
              <a:gd name="connsiteX1" fmla="*/ 0 w 2146599"/>
              <a:gd name="connsiteY1" fmla="*/ 1473842 h 1489555"/>
              <a:gd name="connsiteX0" fmla="*/ 2146600 w 2146600"/>
              <a:gd name="connsiteY0" fmla="*/ 0 h 1489555"/>
              <a:gd name="connsiteX1" fmla="*/ 0 w 2146600"/>
              <a:gd name="connsiteY1" fmla="*/ 1473842 h 1489555"/>
              <a:gd name="connsiteX0" fmla="*/ 2146600 w 2146600"/>
              <a:gd name="connsiteY0" fmla="*/ 0 h 1491252"/>
              <a:gd name="connsiteX1" fmla="*/ 0 w 2146600"/>
              <a:gd name="connsiteY1" fmla="*/ 1473842 h 1491252"/>
              <a:gd name="connsiteX0" fmla="*/ 2077731 w 2077731"/>
              <a:gd name="connsiteY0" fmla="*/ 0 h 1438428"/>
              <a:gd name="connsiteX1" fmla="*/ 0 w 2077731"/>
              <a:gd name="connsiteY1" fmla="*/ 1420070 h 143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7731" h="1438428">
                <a:moveTo>
                  <a:pt x="2077731" y="0"/>
                </a:moveTo>
                <a:cubicBezTo>
                  <a:pt x="1991715" y="732616"/>
                  <a:pt x="1671521" y="1573791"/>
                  <a:pt x="0" y="142007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9B2087D6-5D1D-4642-A996-FB543465954C}"/>
              </a:ext>
            </a:extLst>
          </p:cNvPr>
          <p:cNvGrpSpPr/>
          <p:nvPr/>
        </p:nvGrpSpPr>
        <p:grpSpPr>
          <a:xfrm>
            <a:off x="5182470" y="4135304"/>
            <a:ext cx="2420650" cy="1606389"/>
            <a:chOff x="7838807" y="5073172"/>
            <a:chExt cx="2420650" cy="1606389"/>
          </a:xfrm>
        </p:grpSpPr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6FDF6EE4-AEA7-42A3-8906-453896431424}"/>
                </a:ext>
              </a:extLst>
            </p:cNvPr>
            <p:cNvGrpSpPr/>
            <p:nvPr/>
          </p:nvGrpSpPr>
          <p:grpSpPr>
            <a:xfrm>
              <a:off x="7838807" y="5073172"/>
              <a:ext cx="2259655" cy="385200"/>
              <a:chOff x="9696228" y="5631304"/>
              <a:chExt cx="2259655" cy="385200"/>
            </a:xfrm>
          </p:grpSpPr>
          <p:sp>
            <p:nvSpPr>
              <p:cNvPr id="126" name="橢圓 125">
                <a:extLst>
                  <a:ext uri="{FF2B5EF4-FFF2-40B4-BE49-F238E27FC236}">
                    <a16:creationId xmlns:a16="http://schemas.microsoft.com/office/drawing/2014/main" id="{F37F951C-3842-418F-8105-34CE6D84A37D}"/>
                  </a:ext>
                </a:extLst>
              </p:cNvPr>
              <p:cNvSpPr/>
              <p:nvPr/>
            </p:nvSpPr>
            <p:spPr>
              <a:xfrm>
                <a:off x="9696228" y="5631304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A68D4184-ECED-4654-B4C5-4B64BAD00CAE}"/>
                  </a:ext>
                </a:extLst>
              </p:cNvPr>
              <p:cNvSpPr txBox="1"/>
              <p:nvPr/>
            </p:nvSpPr>
            <p:spPr>
              <a:xfrm>
                <a:off x="10107941" y="5639238"/>
                <a:ext cx="18479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Somatic mutation</a:t>
                </a:r>
                <a:endParaRPr lang="zh-TW" altLang="en-US" dirty="0"/>
              </a:p>
            </p:txBody>
          </p:sp>
        </p:grp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B94B0270-CE53-462D-B31C-2D8D3A3DF4D3}"/>
                </a:ext>
              </a:extLst>
            </p:cNvPr>
            <p:cNvGrpSpPr/>
            <p:nvPr/>
          </p:nvGrpSpPr>
          <p:grpSpPr>
            <a:xfrm>
              <a:off x="7838807" y="5480235"/>
              <a:ext cx="2178993" cy="385200"/>
              <a:chOff x="9687058" y="6045042"/>
              <a:chExt cx="2178993" cy="385200"/>
            </a:xfrm>
          </p:grpSpPr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C311DE65-A176-44D5-B17D-C7AFF4B9310A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49552F0B-B3FC-41E7-8DDA-9A5996F1A5F6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758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Germline variant</a:t>
                </a:r>
                <a:endParaRPr lang="zh-TW" altLang="en-US" dirty="0"/>
              </a:p>
            </p:txBody>
          </p:sp>
        </p:grpSp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2E0EA71D-0EBC-4C98-9228-622534AD3C68}"/>
                </a:ext>
              </a:extLst>
            </p:cNvPr>
            <p:cNvGrpSpPr/>
            <p:nvPr/>
          </p:nvGrpSpPr>
          <p:grpSpPr>
            <a:xfrm>
              <a:off x="7838807" y="5887298"/>
              <a:ext cx="2420650" cy="385200"/>
              <a:chOff x="9680463" y="6442886"/>
              <a:chExt cx="2420650" cy="385200"/>
            </a:xfrm>
          </p:grpSpPr>
          <p:sp>
            <p:nvSpPr>
              <p:cNvPr id="122" name="橢圓 121">
                <a:extLst>
                  <a:ext uri="{FF2B5EF4-FFF2-40B4-BE49-F238E27FC236}">
                    <a16:creationId xmlns:a16="http://schemas.microsoft.com/office/drawing/2014/main" id="{65BDDA24-90EA-48AD-BA1A-F4935EF993C0}"/>
                  </a:ext>
                </a:extLst>
              </p:cNvPr>
              <p:cNvSpPr/>
              <p:nvPr/>
            </p:nvSpPr>
            <p:spPr>
              <a:xfrm>
                <a:off x="9680463" y="6442886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C8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>
                  <a:solidFill>
                    <a:srgbClr val="FF6C66"/>
                  </a:solidFill>
                </a:endParaRPr>
              </a:p>
            </p:txBody>
          </p:sp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772BB529-CD44-4557-826D-F36698EB52F3}"/>
                  </a:ext>
                </a:extLst>
              </p:cNvPr>
              <p:cNvSpPr txBox="1"/>
              <p:nvPr/>
            </p:nvSpPr>
            <p:spPr>
              <a:xfrm>
                <a:off x="10107939" y="6450820"/>
                <a:ext cx="1993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Sequencing artifact</a:t>
                </a:r>
                <a:endParaRPr lang="zh-TW" altLang="en-US" dirty="0"/>
              </a:p>
            </p:txBody>
          </p: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7CE8FCF5-1D0A-4687-8171-2C46B5545C3B}"/>
                </a:ext>
              </a:extLst>
            </p:cNvPr>
            <p:cNvGrpSpPr/>
            <p:nvPr/>
          </p:nvGrpSpPr>
          <p:grpSpPr>
            <a:xfrm>
              <a:off x="7838807" y="6294361"/>
              <a:ext cx="1547666" cy="385200"/>
              <a:chOff x="9687058" y="6045042"/>
              <a:chExt cx="1547666" cy="385200"/>
            </a:xfrm>
          </p:grpSpPr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9FB2DE68-CE51-46E2-A951-432BC3A02199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91A64416-DF69-43D1-A3FA-FA42A8C2532D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126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Reference</a:t>
                </a:r>
                <a:endParaRPr lang="zh-TW" altLang="en-US" dirty="0"/>
              </a:p>
            </p:txBody>
          </p:sp>
        </p:grp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D01214F-3C27-4E6F-8CDB-4450973C3C86}"/>
              </a:ext>
            </a:extLst>
          </p:cNvPr>
          <p:cNvGraphicFramePr>
            <a:graphicFrameLocks noGrp="1"/>
          </p:cNvGraphicFramePr>
          <p:nvPr/>
        </p:nvGraphicFramePr>
        <p:xfrm>
          <a:off x="5213350" y="3124200"/>
          <a:ext cx="17653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165869496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>
                          <a:effectLst/>
                        </a:rPr>
                        <a:t>✓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81564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 dirty="0">
                          <a:effectLst/>
                        </a:rPr>
                        <a:t>✕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1791218"/>
                  </a:ext>
                </a:extLst>
              </a:tr>
            </a:tbl>
          </a:graphicData>
        </a:graphic>
      </p:graphicFrame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BAE0D377-4B9F-471F-B929-0FB21208D06D}"/>
              </a:ext>
            </a:extLst>
          </p:cNvPr>
          <p:cNvGrpSpPr/>
          <p:nvPr/>
        </p:nvGrpSpPr>
        <p:grpSpPr>
          <a:xfrm>
            <a:off x="4779371" y="1308875"/>
            <a:ext cx="352711" cy="350799"/>
            <a:chOff x="1531489" y="3341830"/>
            <a:chExt cx="468000" cy="465463"/>
          </a:xfrm>
        </p:grpSpPr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EE91F2D0-E26E-408C-BB14-EBA5B9DC15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29" name="手繪多邊形: 圖案 128">
              <a:extLst>
                <a:ext uri="{FF2B5EF4-FFF2-40B4-BE49-F238E27FC236}">
                  <a16:creationId xmlns:a16="http://schemas.microsoft.com/office/drawing/2014/main" id="{E6F8CC6B-745C-4BBB-9F9D-128B12756A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53E449A4-7A29-4B9E-9F42-2F2BCEDE0ED9}"/>
              </a:ext>
            </a:extLst>
          </p:cNvPr>
          <p:cNvGrpSpPr/>
          <p:nvPr/>
        </p:nvGrpSpPr>
        <p:grpSpPr>
          <a:xfrm>
            <a:off x="5934283" y="1308875"/>
            <a:ext cx="352711" cy="350799"/>
            <a:chOff x="2823485" y="3341830"/>
            <a:chExt cx="468000" cy="465463"/>
          </a:xfrm>
        </p:grpSpPr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732B675A-728A-4627-858F-180F3139B3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2" name="手繪多邊形: 圖案 131">
              <a:extLst>
                <a:ext uri="{FF2B5EF4-FFF2-40B4-BE49-F238E27FC236}">
                  <a16:creationId xmlns:a16="http://schemas.microsoft.com/office/drawing/2014/main" id="{ADF09C88-644D-4047-901E-4CA8211E2D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EB6B1E50-59D0-4C66-8A98-0510D1498DC4}"/>
              </a:ext>
            </a:extLst>
          </p:cNvPr>
          <p:cNvGrpSpPr/>
          <p:nvPr/>
        </p:nvGrpSpPr>
        <p:grpSpPr>
          <a:xfrm>
            <a:off x="5356827" y="1308875"/>
            <a:ext cx="352711" cy="350798"/>
            <a:chOff x="2177487" y="3341831"/>
            <a:chExt cx="468000" cy="46546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9ED7D25B-F801-4315-87F9-0617B8A747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5" name="手繪多邊形: 圖案 134">
              <a:extLst>
                <a:ext uri="{FF2B5EF4-FFF2-40B4-BE49-F238E27FC236}">
                  <a16:creationId xmlns:a16="http://schemas.microsoft.com/office/drawing/2014/main" id="{F03093F1-0062-4874-8C89-0B8EB4826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sp>
        <p:nvSpPr>
          <p:cNvPr id="136" name="橢圓 135">
            <a:extLst>
              <a:ext uri="{FF2B5EF4-FFF2-40B4-BE49-F238E27FC236}">
                <a16:creationId xmlns:a16="http://schemas.microsoft.com/office/drawing/2014/main" id="{28E73334-2739-44AC-A775-53C158664702}"/>
              </a:ext>
            </a:extLst>
          </p:cNvPr>
          <p:cNvSpPr>
            <a:spLocks noChangeAspect="1"/>
          </p:cNvSpPr>
          <p:nvPr/>
        </p:nvSpPr>
        <p:spPr>
          <a:xfrm>
            <a:off x="5929317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74D2632D-B6BA-4E95-BC62-FF806597911C}"/>
              </a:ext>
            </a:extLst>
          </p:cNvPr>
          <p:cNvSpPr>
            <a:spLocks noChangeAspect="1"/>
          </p:cNvSpPr>
          <p:nvPr/>
        </p:nvSpPr>
        <p:spPr>
          <a:xfrm>
            <a:off x="5346893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D9C9B446-4248-48CA-8ABB-DAF2DD53206C}"/>
              </a:ext>
            </a:extLst>
          </p:cNvPr>
          <p:cNvSpPr>
            <a:spLocks noChangeAspect="1"/>
          </p:cNvSpPr>
          <p:nvPr/>
        </p:nvSpPr>
        <p:spPr>
          <a:xfrm>
            <a:off x="4764469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390183DF-699A-4562-A492-EC9922EBAAC0}"/>
              </a:ext>
            </a:extLst>
          </p:cNvPr>
          <p:cNvSpPr>
            <a:spLocks noChangeAspect="1"/>
          </p:cNvSpPr>
          <p:nvPr/>
        </p:nvSpPr>
        <p:spPr>
          <a:xfrm>
            <a:off x="6511740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72DD48FF-A443-43C9-871F-95C39941CA87}"/>
              </a:ext>
            </a:extLst>
          </p:cNvPr>
          <p:cNvGrpSpPr/>
          <p:nvPr/>
        </p:nvGrpSpPr>
        <p:grpSpPr>
          <a:xfrm>
            <a:off x="6511740" y="1308875"/>
            <a:ext cx="352711" cy="350798"/>
            <a:chOff x="3469483" y="3341831"/>
            <a:chExt cx="468000" cy="465462"/>
          </a:xfrm>
        </p:grpSpPr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D6B593D7-6102-4723-8423-653AC53336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60668B27-44EA-4F62-A06F-468EB0AABE4B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6007E7D6-A01E-46F0-A6FD-A94AB009CB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2042" y="3567865"/>
                <a:ext cx="67583" cy="6697"/>
              </a:xfrm>
              <a:custGeom>
                <a:avLst/>
                <a:gdLst/>
                <a:ahLst/>
                <a:cxnLst/>
                <a:rect l="l" t="t" r="r" b="b"/>
                <a:pathLst>
                  <a:path w="67583" h="6697">
                    <a:moveTo>
                      <a:pt x="4459" y="0"/>
                    </a:moveTo>
                    <a:lnTo>
                      <a:pt x="59335" y="0"/>
                    </a:lnTo>
                    <a:cubicBezTo>
                      <a:pt x="60675" y="0"/>
                      <a:pt x="61868" y="230"/>
                      <a:pt x="62914" y="691"/>
                    </a:cubicBezTo>
                    <a:cubicBezTo>
                      <a:pt x="63960" y="1151"/>
                      <a:pt x="64881" y="1842"/>
                      <a:pt x="65677" y="2762"/>
                    </a:cubicBezTo>
                    <a:cubicBezTo>
                      <a:pt x="66472" y="3683"/>
                      <a:pt x="67079" y="4793"/>
                      <a:pt x="67497" y="6090"/>
                    </a:cubicBezTo>
                    <a:lnTo>
                      <a:pt x="67583" y="6697"/>
                    </a:lnTo>
                    <a:lnTo>
                      <a:pt x="0" y="6697"/>
                    </a:lnTo>
                    <a:lnTo>
                      <a:pt x="2" y="6655"/>
                    </a:lnTo>
                    <a:cubicBezTo>
                      <a:pt x="211" y="5065"/>
                      <a:pt x="525" y="3788"/>
                      <a:pt x="943" y="2825"/>
                    </a:cubicBezTo>
                    <a:cubicBezTo>
                      <a:pt x="1362" y="1863"/>
                      <a:pt x="1864" y="1151"/>
                      <a:pt x="2450" y="691"/>
                    </a:cubicBezTo>
                    <a:cubicBezTo>
                      <a:pt x="3036" y="230"/>
                      <a:pt x="3706" y="0"/>
                      <a:pt x="4459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EEF72D7A-8C21-4D23-BB2D-DE7CDA29DC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sp>
        <p:nvSpPr>
          <p:cNvPr id="145" name="手繪多邊形: 圖案 144">
            <a:extLst>
              <a:ext uri="{FF2B5EF4-FFF2-40B4-BE49-F238E27FC236}">
                <a16:creationId xmlns:a16="http://schemas.microsoft.com/office/drawing/2014/main" id="{3DC39DC4-0C4B-46CD-AE5A-190792F44D32}"/>
              </a:ext>
            </a:extLst>
          </p:cNvPr>
          <p:cNvSpPr/>
          <p:nvPr/>
        </p:nvSpPr>
        <p:spPr>
          <a:xfrm flipV="1">
            <a:off x="822277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46" name="手繪多邊形: 圖案 145">
            <a:extLst>
              <a:ext uri="{FF2B5EF4-FFF2-40B4-BE49-F238E27FC236}">
                <a16:creationId xmlns:a16="http://schemas.microsoft.com/office/drawing/2014/main" id="{4FBB86FB-5F55-4664-86FE-136F9D217747}"/>
              </a:ext>
            </a:extLst>
          </p:cNvPr>
          <p:cNvSpPr/>
          <p:nvPr/>
        </p:nvSpPr>
        <p:spPr>
          <a:xfrm flipH="1" flipV="1">
            <a:off x="1811350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053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2D6D4-E085-437E-BB1B-AA71B81B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B8B2D1D-214C-4FD5-A511-BD3EF2BC1B2F}"/>
              </a:ext>
            </a:extLst>
          </p:cNvPr>
          <p:cNvSpPr/>
          <p:nvPr userDrawn="1"/>
        </p:nvSpPr>
        <p:spPr>
          <a:xfrm>
            <a:off x="6293750" y="343666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5C52166-9105-437D-B5FC-72EDB1A34667}"/>
              </a:ext>
            </a:extLst>
          </p:cNvPr>
          <p:cNvSpPr/>
          <p:nvPr userDrawn="1"/>
        </p:nvSpPr>
        <p:spPr>
          <a:xfrm>
            <a:off x="6293750" y="389362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1CEE97F-0FAB-4AFC-8B9C-61D4A9C22745}"/>
              </a:ext>
            </a:extLst>
          </p:cNvPr>
          <p:cNvSpPr/>
          <p:nvPr userDrawn="1"/>
        </p:nvSpPr>
        <p:spPr>
          <a:xfrm>
            <a:off x="6750706" y="343666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8B88F99-C47C-41DD-8281-E5FA8D7C2E98}"/>
              </a:ext>
            </a:extLst>
          </p:cNvPr>
          <p:cNvSpPr/>
          <p:nvPr userDrawn="1"/>
        </p:nvSpPr>
        <p:spPr>
          <a:xfrm>
            <a:off x="6750706" y="389362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9932C7-DE74-4112-8ED7-2C32CA918D9E}"/>
              </a:ext>
            </a:extLst>
          </p:cNvPr>
          <p:cNvSpPr/>
          <p:nvPr userDrawn="1"/>
        </p:nvSpPr>
        <p:spPr>
          <a:xfrm>
            <a:off x="6293750" y="343666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7BA9D30-7DD0-46A0-BEEE-CF34C8F4AFB9}"/>
              </a:ext>
            </a:extLst>
          </p:cNvPr>
          <p:cNvSpPr/>
          <p:nvPr userDrawn="1"/>
        </p:nvSpPr>
        <p:spPr>
          <a:xfrm>
            <a:off x="6751564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F9C2864-F090-4260-B180-0FAD1CCF8131}"/>
              </a:ext>
            </a:extLst>
          </p:cNvPr>
          <p:cNvSpPr/>
          <p:nvPr userDrawn="1"/>
        </p:nvSpPr>
        <p:spPr>
          <a:xfrm>
            <a:off x="6751564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55AA30-3178-4DA2-B887-AEF012F8BCF0}"/>
              </a:ext>
            </a:extLst>
          </p:cNvPr>
          <p:cNvSpPr/>
          <p:nvPr userDrawn="1"/>
        </p:nvSpPr>
        <p:spPr>
          <a:xfrm>
            <a:off x="7208520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015F4BF-2B0C-4C0A-9AD2-FDC2E12AFD99}"/>
              </a:ext>
            </a:extLst>
          </p:cNvPr>
          <p:cNvSpPr/>
          <p:nvPr userDrawn="1"/>
        </p:nvSpPr>
        <p:spPr>
          <a:xfrm>
            <a:off x="7208520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A8079-2BA1-403C-B282-CFE57C9D111A}"/>
              </a:ext>
            </a:extLst>
          </p:cNvPr>
          <p:cNvSpPr/>
          <p:nvPr userDrawn="1"/>
        </p:nvSpPr>
        <p:spPr>
          <a:xfrm>
            <a:off x="6751564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D5B42D1-EA98-4CF1-8863-1F85292889F3}"/>
              </a:ext>
            </a:extLst>
          </p:cNvPr>
          <p:cNvSpPr/>
          <p:nvPr userDrawn="1"/>
        </p:nvSpPr>
        <p:spPr>
          <a:xfrm>
            <a:off x="7205822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BE5DFA3-D9A7-4BD8-B648-A76B8EE4F82D}"/>
              </a:ext>
            </a:extLst>
          </p:cNvPr>
          <p:cNvSpPr/>
          <p:nvPr userDrawn="1"/>
        </p:nvSpPr>
        <p:spPr>
          <a:xfrm>
            <a:off x="7205822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FEDDC83-D90B-4025-8B41-22BB731FF918}"/>
              </a:ext>
            </a:extLst>
          </p:cNvPr>
          <p:cNvSpPr/>
          <p:nvPr userDrawn="1"/>
        </p:nvSpPr>
        <p:spPr>
          <a:xfrm>
            <a:off x="7662778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8A77BF8-84B2-47DB-8651-8FC7D87A98D2}"/>
              </a:ext>
            </a:extLst>
          </p:cNvPr>
          <p:cNvSpPr/>
          <p:nvPr userDrawn="1"/>
        </p:nvSpPr>
        <p:spPr>
          <a:xfrm>
            <a:off x="7662778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12A1EB-DEC2-466F-888A-169D35A32789}"/>
              </a:ext>
            </a:extLst>
          </p:cNvPr>
          <p:cNvSpPr/>
          <p:nvPr userDrawn="1"/>
        </p:nvSpPr>
        <p:spPr>
          <a:xfrm>
            <a:off x="7205822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五邊形 20">
            <a:extLst>
              <a:ext uri="{FF2B5EF4-FFF2-40B4-BE49-F238E27FC236}">
                <a16:creationId xmlns:a16="http://schemas.microsoft.com/office/drawing/2014/main" id="{E6B4F6B3-18B3-4E60-9AF5-1E186BB74E9F}"/>
              </a:ext>
            </a:extLst>
          </p:cNvPr>
          <p:cNvSpPr/>
          <p:nvPr userDrawn="1"/>
        </p:nvSpPr>
        <p:spPr>
          <a:xfrm>
            <a:off x="6742045" y="5157838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2" name="箭號: 五邊形 21">
            <a:extLst>
              <a:ext uri="{FF2B5EF4-FFF2-40B4-BE49-F238E27FC236}">
                <a16:creationId xmlns:a16="http://schemas.microsoft.com/office/drawing/2014/main" id="{5CB8292D-733E-46BB-B51F-D25A4B1EC8B6}"/>
              </a:ext>
            </a:extLst>
          </p:cNvPr>
          <p:cNvSpPr/>
          <p:nvPr userDrawn="1"/>
        </p:nvSpPr>
        <p:spPr>
          <a:xfrm>
            <a:off x="6736542" y="4794920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23" name="矩形 178">
            <a:extLst>
              <a:ext uri="{FF2B5EF4-FFF2-40B4-BE49-F238E27FC236}">
                <a16:creationId xmlns:a16="http://schemas.microsoft.com/office/drawing/2014/main" id="{48ED5CF7-0E58-4149-A2C6-34F68C4D01FA}"/>
              </a:ext>
            </a:extLst>
          </p:cNvPr>
          <p:cNvSpPr>
            <a:spLocks noChangeAspect="1"/>
          </p:cNvSpPr>
          <p:nvPr userDrawn="1"/>
        </p:nvSpPr>
        <p:spPr>
          <a:xfrm>
            <a:off x="7758575" y="4792364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178">
            <a:extLst>
              <a:ext uri="{FF2B5EF4-FFF2-40B4-BE49-F238E27FC236}">
                <a16:creationId xmlns:a16="http://schemas.microsoft.com/office/drawing/2014/main" id="{DCDAAB2C-5876-42EC-B045-71378997F594}"/>
              </a:ext>
            </a:extLst>
          </p:cNvPr>
          <p:cNvSpPr>
            <a:spLocks noChangeAspect="1"/>
          </p:cNvSpPr>
          <p:nvPr userDrawn="1"/>
        </p:nvSpPr>
        <p:spPr>
          <a:xfrm>
            <a:off x="7955072" y="479242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9877D403-472C-4ED5-9CF5-A68BE84E23FC}"/>
              </a:ext>
            </a:extLst>
          </p:cNvPr>
          <p:cNvGrpSpPr/>
          <p:nvPr userDrawn="1"/>
        </p:nvGrpSpPr>
        <p:grpSpPr>
          <a:xfrm>
            <a:off x="7710302" y="4774991"/>
            <a:ext cx="93663" cy="170469"/>
            <a:chOff x="5405821" y="3498663"/>
            <a:chExt cx="93663" cy="170469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B32D439B-02B8-4B56-9872-D7B4130F6A2A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95F44F4-7B63-497F-833A-50C9FA2FB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178">
            <a:extLst>
              <a:ext uri="{FF2B5EF4-FFF2-40B4-BE49-F238E27FC236}">
                <a16:creationId xmlns:a16="http://schemas.microsoft.com/office/drawing/2014/main" id="{A2D6E72E-D9B6-4D28-B549-EA4111A0C231}"/>
              </a:ext>
            </a:extLst>
          </p:cNvPr>
          <p:cNvSpPr>
            <a:spLocks noChangeAspect="1"/>
          </p:cNvSpPr>
          <p:nvPr userDrawn="1"/>
        </p:nvSpPr>
        <p:spPr>
          <a:xfrm>
            <a:off x="8156235" y="4790747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箭號: 五邊形 28">
            <a:extLst>
              <a:ext uri="{FF2B5EF4-FFF2-40B4-BE49-F238E27FC236}">
                <a16:creationId xmlns:a16="http://schemas.microsoft.com/office/drawing/2014/main" id="{14E70B5D-0148-4CF2-A0BB-7D69B41F0F3D}"/>
              </a:ext>
            </a:extLst>
          </p:cNvPr>
          <p:cNvSpPr/>
          <p:nvPr userDrawn="1"/>
        </p:nvSpPr>
        <p:spPr>
          <a:xfrm>
            <a:off x="6930662" y="4796024"/>
            <a:ext cx="843016" cy="130611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0" name="矩形 178">
            <a:extLst>
              <a:ext uri="{FF2B5EF4-FFF2-40B4-BE49-F238E27FC236}">
                <a16:creationId xmlns:a16="http://schemas.microsoft.com/office/drawing/2014/main" id="{B40E4957-A438-4F13-8C57-951E9AF6516C}"/>
              </a:ext>
            </a:extLst>
          </p:cNvPr>
          <p:cNvSpPr>
            <a:spLocks noChangeAspect="1"/>
          </p:cNvSpPr>
          <p:nvPr userDrawn="1"/>
        </p:nvSpPr>
        <p:spPr>
          <a:xfrm>
            <a:off x="6755506" y="4792819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箭號: 五邊形 30">
            <a:extLst>
              <a:ext uri="{FF2B5EF4-FFF2-40B4-BE49-F238E27FC236}">
                <a16:creationId xmlns:a16="http://schemas.microsoft.com/office/drawing/2014/main" id="{72377BF9-329A-4150-9C41-F6326E2B8B0E}"/>
              </a:ext>
            </a:extLst>
          </p:cNvPr>
          <p:cNvSpPr/>
          <p:nvPr userDrawn="1"/>
        </p:nvSpPr>
        <p:spPr>
          <a:xfrm>
            <a:off x="6736542" y="4632575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32" name="矩形 178">
            <a:extLst>
              <a:ext uri="{FF2B5EF4-FFF2-40B4-BE49-F238E27FC236}">
                <a16:creationId xmlns:a16="http://schemas.microsoft.com/office/drawing/2014/main" id="{30E088C6-C9EE-4AED-B018-841B6C490022}"/>
              </a:ext>
            </a:extLst>
          </p:cNvPr>
          <p:cNvSpPr>
            <a:spLocks noChangeAspect="1"/>
          </p:cNvSpPr>
          <p:nvPr userDrawn="1"/>
        </p:nvSpPr>
        <p:spPr>
          <a:xfrm>
            <a:off x="7558391" y="4627852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矩形 178">
            <a:extLst>
              <a:ext uri="{FF2B5EF4-FFF2-40B4-BE49-F238E27FC236}">
                <a16:creationId xmlns:a16="http://schemas.microsoft.com/office/drawing/2014/main" id="{5458B018-84E5-4904-99F3-C6C71C6C61C4}"/>
              </a:ext>
            </a:extLst>
          </p:cNvPr>
          <p:cNvSpPr>
            <a:spLocks noChangeAspect="1"/>
          </p:cNvSpPr>
          <p:nvPr userDrawn="1"/>
        </p:nvSpPr>
        <p:spPr>
          <a:xfrm>
            <a:off x="7752773" y="46278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771CE0EE-75FB-4239-B313-D270A655A271}"/>
              </a:ext>
            </a:extLst>
          </p:cNvPr>
          <p:cNvGrpSpPr/>
          <p:nvPr userDrawn="1"/>
        </p:nvGrpSpPr>
        <p:grpSpPr>
          <a:xfrm>
            <a:off x="7507454" y="4612646"/>
            <a:ext cx="93663" cy="170469"/>
            <a:chOff x="5405821" y="3498663"/>
            <a:chExt cx="93663" cy="170469"/>
          </a:xfrm>
        </p:grpSpPr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9AE2EA60-6556-44D2-988F-7D7A42AE79F4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61B45F0B-6C8F-4311-9821-8A0B76F3D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178">
            <a:extLst>
              <a:ext uri="{FF2B5EF4-FFF2-40B4-BE49-F238E27FC236}">
                <a16:creationId xmlns:a16="http://schemas.microsoft.com/office/drawing/2014/main" id="{B32D2949-2FA0-4A08-A562-65AE641D4118}"/>
              </a:ext>
            </a:extLst>
          </p:cNvPr>
          <p:cNvSpPr>
            <a:spLocks noChangeAspect="1"/>
          </p:cNvSpPr>
          <p:nvPr userDrawn="1"/>
        </p:nvSpPr>
        <p:spPr>
          <a:xfrm>
            <a:off x="7955571" y="46289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箭號: 五邊形 37">
            <a:extLst>
              <a:ext uri="{FF2B5EF4-FFF2-40B4-BE49-F238E27FC236}">
                <a16:creationId xmlns:a16="http://schemas.microsoft.com/office/drawing/2014/main" id="{0264985C-84C7-4922-A5E4-5E36C772F0F2}"/>
              </a:ext>
            </a:extLst>
          </p:cNvPr>
          <p:cNvSpPr/>
          <p:nvPr userDrawn="1"/>
        </p:nvSpPr>
        <p:spPr>
          <a:xfrm>
            <a:off x="7143338" y="4634697"/>
            <a:ext cx="42657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9" name="矩形 178">
            <a:extLst>
              <a:ext uri="{FF2B5EF4-FFF2-40B4-BE49-F238E27FC236}">
                <a16:creationId xmlns:a16="http://schemas.microsoft.com/office/drawing/2014/main" id="{7A7CB6BE-4ECD-4858-9918-CA2F2DCDC483}"/>
              </a:ext>
            </a:extLst>
          </p:cNvPr>
          <p:cNvSpPr>
            <a:spLocks noChangeAspect="1"/>
          </p:cNvSpPr>
          <p:nvPr userDrawn="1"/>
        </p:nvSpPr>
        <p:spPr>
          <a:xfrm>
            <a:off x="8147762" y="463098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矩形 178">
            <a:extLst>
              <a:ext uri="{FF2B5EF4-FFF2-40B4-BE49-F238E27FC236}">
                <a16:creationId xmlns:a16="http://schemas.microsoft.com/office/drawing/2014/main" id="{411F2F49-E2D3-4F30-9326-3E04D6A0E9E1}"/>
              </a:ext>
            </a:extLst>
          </p:cNvPr>
          <p:cNvSpPr>
            <a:spLocks noChangeAspect="1"/>
          </p:cNvSpPr>
          <p:nvPr userDrawn="1"/>
        </p:nvSpPr>
        <p:spPr>
          <a:xfrm>
            <a:off x="6761767" y="4627850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矩形 178">
            <a:extLst>
              <a:ext uri="{FF2B5EF4-FFF2-40B4-BE49-F238E27FC236}">
                <a16:creationId xmlns:a16="http://schemas.microsoft.com/office/drawing/2014/main" id="{260E3F15-9421-4747-B062-A27C4A1C86EF}"/>
              </a:ext>
            </a:extLst>
          </p:cNvPr>
          <p:cNvSpPr>
            <a:spLocks noChangeAspect="1"/>
          </p:cNvSpPr>
          <p:nvPr userDrawn="1"/>
        </p:nvSpPr>
        <p:spPr>
          <a:xfrm>
            <a:off x="6962097" y="4626453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箭號: 五邊形 41">
            <a:extLst>
              <a:ext uri="{FF2B5EF4-FFF2-40B4-BE49-F238E27FC236}">
                <a16:creationId xmlns:a16="http://schemas.microsoft.com/office/drawing/2014/main" id="{C82BB9E5-D757-48D2-8DD4-6E78AB7FDA31}"/>
              </a:ext>
            </a:extLst>
          </p:cNvPr>
          <p:cNvSpPr/>
          <p:nvPr userDrawn="1"/>
        </p:nvSpPr>
        <p:spPr>
          <a:xfrm>
            <a:off x="6742045" y="5321925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BAA5D9C-FE14-4C28-A21C-0D05A03B2DC3}"/>
              </a:ext>
            </a:extLst>
          </p:cNvPr>
          <p:cNvCxnSpPr>
            <a:cxnSpLocks/>
          </p:cNvCxnSpPr>
          <p:nvPr userDrawn="1"/>
        </p:nvCxnSpPr>
        <p:spPr>
          <a:xfrm>
            <a:off x="7136276" y="4624917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06A6913-FA4B-4E54-86ED-7B7F735D6102}"/>
              </a:ext>
            </a:extLst>
          </p:cNvPr>
          <p:cNvCxnSpPr>
            <a:cxnSpLocks/>
          </p:cNvCxnSpPr>
          <p:nvPr userDrawn="1"/>
        </p:nvCxnSpPr>
        <p:spPr>
          <a:xfrm>
            <a:off x="6930507" y="4784632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ADF7B912-3B8A-4254-9509-084DCD6D81C6}"/>
              </a:ext>
            </a:extLst>
          </p:cNvPr>
          <p:cNvGrpSpPr/>
          <p:nvPr userDrawn="1"/>
        </p:nvGrpSpPr>
        <p:grpSpPr>
          <a:xfrm>
            <a:off x="6768193" y="5317980"/>
            <a:ext cx="1549823" cy="137021"/>
            <a:chOff x="4395286" y="2604142"/>
            <a:chExt cx="1549823" cy="137021"/>
          </a:xfrm>
        </p:grpSpPr>
        <p:sp>
          <p:nvSpPr>
            <p:cNvPr id="46" name="矩形 178">
              <a:extLst>
                <a:ext uri="{FF2B5EF4-FFF2-40B4-BE49-F238E27FC236}">
                  <a16:creationId xmlns:a16="http://schemas.microsoft.com/office/drawing/2014/main" id="{5EE2E252-780B-4972-987F-AF608C801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矩形 178">
              <a:extLst>
                <a:ext uri="{FF2B5EF4-FFF2-40B4-BE49-F238E27FC236}">
                  <a16:creationId xmlns:a16="http://schemas.microsoft.com/office/drawing/2014/main" id="{D2568090-DF6A-43F6-AC94-E2793AC243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矩形 178">
              <a:extLst>
                <a:ext uri="{FF2B5EF4-FFF2-40B4-BE49-F238E27FC236}">
                  <a16:creationId xmlns:a16="http://schemas.microsoft.com/office/drawing/2014/main" id="{46B632A5-EB51-4C26-9477-504B1BDEAE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矩形 178">
              <a:extLst>
                <a:ext uri="{FF2B5EF4-FFF2-40B4-BE49-F238E27FC236}">
                  <a16:creationId xmlns:a16="http://schemas.microsoft.com/office/drawing/2014/main" id="{749478E2-5708-47D7-838F-D5B11675B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矩形 178">
              <a:extLst>
                <a:ext uri="{FF2B5EF4-FFF2-40B4-BE49-F238E27FC236}">
                  <a16:creationId xmlns:a16="http://schemas.microsoft.com/office/drawing/2014/main" id="{C93B42D6-4ACC-4D3A-BC7D-337B791CD9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178">
              <a:extLst>
                <a:ext uri="{FF2B5EF4-FFF2-40B4-BE49-F238E27FC236}">
                  <a16:creationId xmlns:a16="http://schemas.microsoft.com/office/drawing/2014/main" id="{07026966-AEE1-44BE-B3EF-FBCED18628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矩形 178">
              <a:extLst>
                <a:ext uri="{FF2B5EF4-FFF2-40B4-BE49-F238E27FC236}">
                  <a16:creationId xmlns:a16="http://schemas.microsoft.com/office/drawing/2014/main" id="{B587438E-B2AC-4DAD-959F-E013815FC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178">
              <a:extLst>
                <a:ext uri="{FF2B5EF4-FFF2-40B4-BE49-F238E27FC236}">
                  <a16:creationId xmlns:a16="http://schemas.microsoft.com/office/drawing/2014/main" id="{19F80C34-5411-4184-B4D2-D3482E3C5B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6FB747C-DC1B-4EE6-80D4-BEA9742C4CBA}"/>
              </a:ext>
            </a:extLst>
          </p:cNvPr>
          <p:cNvGrpSpPr/>
          <p:nvPr userDrawn="1"/>
        </p:nvGrpSpPr>
        <p:grpSpPr>
          <a:xfrm>
            <a:off x="6768193" y="5153100"/>
            <a:ext cx="1549823" cy="137021"/>
            <a:chOff x="4395286" y="2604142"/>
            <a:chExt cx="1549823" cy="137021"/>
          </a:xfrm>
        </p:grpSpPr>
        <p:sp>
          <p:nvSpPr>
            <p:cNvPr id="55" name="矩形 178">
              <a:extLst>
                <a:ext uri="{FF2B5EF4-FFF2-40B4-BE49-F238E27FC236}">
                  <a16:creationId xmlns:a16="http://schemas.microsoft.com/office/drawing/2014/main" id="{3E8588CD-0962-4176-92A3-F45B917DA4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矩形 178">
              <a:extLst>
                <a:ext uri="{FF2B5EF4-FFF2-40B4-BE49-F238E27FC236}">
                  <a16:creationId xmlns:a16="http://schemas.microsoft.com/office/drawing/2014/main" id="{F12C4A4C-A97B-4A9A-8A7A-1DCFD6664D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矩形 178">
              <a:extLst>
                <a:ext uri="{FF2B5EF4-FFF2-40B4-BE49-F238E27FC236}">
                  <a16:creationId xmlns:a16="http://schemas.microsoft.com/office/drawing/2014/main" id="{2CF284C2-4335-4111-94B0-A39F9E0815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矩形 178">
              <a:extLst>
                <a:ext uri="{FF2B5EF4-FFF2-40B4-BE49-F238E27FC236}">
                  <a16:creationId xmlns:a16="http://schemas.microsoft.com/office/drawing/2014/main" id="{1AA9E055-D967-47F7-9E97-144C963F15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矩形 178">
              <a:extLst>
                <a:ext uri="{FF2B5EF4-FFF2-40B4-BE49-F238E27FC236}">
                  <a16:creationId xmlns:a16="http://schemas.microsoft.com/office/drawing/2014/main" id="{9368FF19-A5E4-491F-8DCA-04EC38C63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矩形 178">
              <a:extLst>
                <a:ext uri="{FF2B5EF4-FFF2-40B4-BE49-F238E27FC236}">
                  <a16:creationId xmlns:a16="http://schemas.microsoft.com/office/drawing/2014/main" id="{07B7A8EC-6F2E-4103-8BC0-20D667DDC0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矩形 178">
              <a:extLst>
                <a:ext uri="{FF2B5EF4-FFF2-40B4-BE49-F238E27FC236}">
                  <a16:creationId xmlns:a16="http://schemas.microsoft.com/office/drawing/2014/main" id="{C695A2ED-2BA0-4E41-9B8D-25832D36A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矩形 178">
              <a:extLst>
                <a:ext uri="{FF2B5EF4-FFF2-40B4-BE49-F238E27FC236}">
                  <a16:creationId xmlns:a16="http://schemas.microsoft.com/office/drawing/2014/main" id="{5D4B9964-95BD-4536-AED5-B7AF8FAA9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3DC46706-D331-4BFC-BEE7-4A51507FA7E1}"/>
              </a:ext>
            </a:extLst>
          </p:cNvPr>
          <p:cNvGrpSpPr/>
          <p:nvPr userDrawn="1"/>
        </p:nvGrpSpPr>
        <p:grpSpPr>
          <a:xfrm>
            <a:off x="6736542" y="4952154"/>
            <a:ext cx="1635061" cy="170469"/>
            <a:chOff x="6736542" y="4952154"/>
            <a:chExt cx="1635061" cy="170469"/>
          </a:xfrm>
        </p:grpSpPr>
        <p:sp>
          <p:nvSpPr>
            <p:cNvPr id="64" name="箭號: 五邊形 63">
              <a:extLst>
                <a:ext uri="{FF2B5EF4-FFF2-40B4-BE49-F238E27FC236}">
                  <a16:creationId xmlns:a16="http://schemas.microsoft.com/office/drawing/2014/main" id="{2D77D260-3BC2-4526-80B8-313CC95A7988}"/>
                </a:ext>
              </a:extLst>
            </p:cNvPr>
            <p:cNvSpPr/>
            <p:nvPr/>
          </p:nvSpPr>
          <p:spPr>
            <a:xfrm>
              <a:off x="6736542" y="4972083"/>
              <a:ext cx="1635061" cy="13061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" name="矩形 178">
              <a:extLst>
                <a:ext uri="{FF2B5EF4-FFF2-40B4-BE49-F238E27FC236}">
                  <a16:creationId xmlns:a16="http://schemas.microsoft.com/office/drawing/2014/main" id="{EB04DD6F-BC8D-4B2C-A900-0BA4EDC83F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8575" y="4969527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矩形 178">
              <a:extLst>
                <a:ext uri="{FF2B5EF4-FFF2-40B4-BE49-F238E27FC236}">
                  <a16:creationId xmlns:a16="http://schemas.microsoft.com/office/drawing/2014/main" id="{82B2B6EC-2886-480B-96C2-18B5B0C43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55072" y="4969589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4DF357D-5015-4BB5-9EE4-4AC78246FFA5}"/>
                </a:ext>
              </a:extLst>
            </p:cNvPr>
            <p:cNvGrpSpPr/>
            <p:nvPr/>
          </p:nvGrpSpPr>
          <p:grpSpPr>
            <a:xfrm>
              <a:off x="7710302" y="4952154"/>
              <a:ext cx="93663" cy="170469"/>
              <a:chOff x="5405821" y="3498663"/>
              <a:chExt cx="93663" cy="170469"/>
            </a:xfrm>
          </p:grpSpPr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D5F09C49-22D2-4A18-9FF8-FF7D0E5F3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5821" y="3498663"/>
                <a:ext cx="93663" cy="95250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09F7F921-602C-45EB-8CFD-8DB2EBE5C5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7055" y="3583105"/>
                <a:ext cx="89823" cy="86027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矩形 178">
              <a:extLst>
                <a:ext uri="{FF2B5EF4-FFF2-40B4-BE49-F238E27FC236}">
                  <a16:creationId xmlns:a16="http://schemas.microsoft.com/office/drawing/2014/main" id="{E4EBE4B5-B060-4D99-ADFF-971C69A85D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6235" y="4967910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箭號: 五邊形 68">
              <a:extLst>
                <a:ext uri="{FF2B5EF4-FFF2-40B4-BE49-F238E27FC236}">
                  <a16:creationId xmlns:a16="http://schemas.microsoft.com/office/drawing/2014/main" id="{B3C9C0AC-778B-4277-8DFE-8D9B399942E1}"/>
                </a:ext>
              </a:extLst>
            </p:cNvPr>
            <p:cNvSpPr/>
            <p:nvPr/>
          </p:nvSpPr>
          <p:spPr>
            <a:xfrm>
              <a:off x="6935440" y="4974184"/>
              <a:ext cx="843016" cy="130611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" name="矩形 178">
              <a:extLst>
                <a:ext uri="{FF2B5EF4-FFF2-40B4-BE49-F238E27FC236}">
                  <a16:creationId xmlns:a16="http://schemas.microsoft.com/office/drawing/2014/main" id="{09DCE4EB-8F20-4408-9CDE-525DDEF415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5506" y="4969982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7853C43A-20E9-4867-9B3D-0EC69D87D6F8}"/>
                </a:ext>
              </a:extLst>
            </p:cNvPr>
            <p:cNvCxnSpPr>
              <a:cxnSpLocks/>
            </p:cNvCxnSpPr>
            <p:nvPr/>
          </p:nvCxnSpPr>
          <p:spPr>
            <a:xfrm>
              <a:off x="6930507" y="4961795"/>
              <a:ext cx="1921" cy="148881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7783A07F-8889-43D2-A443-D86C36AB75F8}"/>
                </a:ext>
              </a:extLst>
            </p:cNvPr>
            <p:cNvGrpSpPr/>
            <p:nvPr/>
          </p:nvGrpSpPr>
          <p:grpSpPr>
            <a:xfrm>
              <a:off x="6762012" y="4968877"/>
              <a:ext cx="1549823" cy="137021"/>
              <a:chOff x="4395286" y="2604142"/>
              <a:chExt cx="1549823" cy="137021"/>
            </a:xfrm>
          </p:grpSpPr>
          <p:sp>
            <p:nvSpPr>
              <p:cNvPr id="73" name="矩形 178">
                <a:extLst>
                  <a:ext uri="{FF2B5EF4-FFF2-40B4-BE49-F238E27FC236}">
                    <a16:creationId xmlns:a16="http://schemas.microsoft.com/office/drawing/2014/main" id="{8DB0E1FD-5BA8-42C1-8074-BF563A976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5286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178">
                <a:extLst>
                  <a:ext uri="{FF2B5EF4-FFF2-40B4-BE49-F238E27FC236}">
                    <a16:creationId xmlns:a16="http://schemas.microsoft.com/office/drawing/2014/main" id="{0DBC227D-7BF7-40CA-BE37-97C0FABCE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9538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178">
                <a:extLst>
                  <a:ext uri="{FF2B5EF4-FFF2-40B4-BE49-F238E27FC236}">
                    <a16:creationId xmlns:a16="http://schemas.microsoft.com/office/drawing/2014/main" id="{D572EAF7-CCC5-4E55-B73D-812053CC6B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95477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矩形 178">
                <a:extLst>
                  <a:ext uri="{FF2B5EF4-FFF2-40B4-BE49-F238E27FC236}">
                    <a16:creationId xmlns:a16="http://schemas.microsoft.com/office/drawing/2014/main" id="{72950DD3-4171-4C27-8C3E-A2522DF83F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95575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矩形 178">
                <a:extLst>
                  <a:ext uri="{FF2B5EF4-FFF2-40B4-BE49-F238E27FC236}">
                    <a16:creationId xmlns:a16="http://schemas.microsoft.com/office/drawing/2014/main" id="{4D2ECCAF-F5B9-42FA-B965-FD5C597B48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95672" y="260414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矩形 178">
                <a:extLst>
                  <a:ext uri="{FF2B5EF4-FFF2-40B4-BE49-F238E27FC236}">
                    <a16:creationId xmlns:a16="http://schemas.microsoft.com/office/drawing/2014/main" id="{C04F1880-473A-4F4F-BE4B-0E173DBD12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95773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178">
                <a:extLst>
                  <a:ext uri="{FF2B5EF4-FFF2-40B4-BE49-F238E27FC236}">
                    <a16:creationId xmlns:a16="http://schemas.microsoft.com/office/drawing/2014/main" id="{F62422BD-4E04-4B0E-BE47-339798B9D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9585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178">
                <a:extLst>
                  <a:ext uri="{FF2B5EF4-FFF2-40B4-BE49-F238E27FC236}">
                    <a16:creationId xmlns:a16="http://schemas.microsoft.com/office/drawing/2014/main" id="{664A89CF-F79B-43EF-BD6A-8758D8B88D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95952" y="2604142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AB0FC7C1-1468-4E0F-9C1E-8DC1C5D118BD}"/>
              </a:ext>
            </a:extLst>
          </p:cNvPr>
          <p:cNvGrpSpPr/>
          <p:nvPr userDrawn="1"/>
        </p:nvGrpSpPr>
        <p:grpSpPr>
          <a:xfrm>
            <a:off x="6755570" y="4789129"/>
            <a:ext cx="1549823" cy="137021"/>
            <a:chOff x="4395286" y="2604142"/>
            <a:chExt cx="1549823" cy="137021"/>
          </a:xfrm>
        </p:grpSpPr>
        <p:sp>
          <p:nvSpPr>
            <p:cNvPr id="84" name="矩形 178">
              <a:extLst>
                <a:ext uri="{FF2B5EF4-FFF2-40B4-BE49-F238E27FC236}">
                  <a16:creationId xmlns:a16="http://schemas.microsoft.com/office/drawing/2014/main" id="{6ACC100B-84E1-497D-9E16-26727A0DB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矩形 178">
              <a:extLst>
                <a:ext uri="{FF2B5EF4-FFF2-40B4-BE49-F238E27FC236}">
                  <a16:creationId xmlns:a16="http://schemas.microsoft.com/office/drawing/2014/main" id="{45BC7594-96CB-4E04-A5AA-BDB20F88C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矩形 178">
              <a:extLst>
                <a:ext uri="{FF2B5EF4-FFF2-40B4-BE49-F238E27FC236}">
                  <a16:creationId xmlns:a16="http://schemas.microsoft.com/office/drawing/2014/main" id="{5CC820F8-7EC8-48EF-9121-74A31167A5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矩形 178">
              <a:extLst>
                <a:ext uri="{FF2B5EF4-FFF2-40B4-BE49-F238E27FC236}">
                  <a16:creationId xmlns:a16="http://schemas.microsoft.com/office/drawing/2014/main" id="{B0E25D52-9D10-4116-827F-E575FD4EA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矩形 178">
              <a:extLst>
                <a:ext uri="{FF2B5EF4-FFF2-40B4-BE49-F238E27FC236}">
                  <a16:creationId xmlns:a16="http://schemas.microsoft.com/office/drawing/2014/main" id="{0DD5707C-A1E4-4A0A-A1E3-A8C10797E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矩形 178">
              <a:extLst>
                <a:ext uri="{FF2B5EF4-FFF2-40B4-BE49-F238E27FC236}">
                  <a16:creationId xmlns:a16="http://schemas.microsoft.com/office/drawing/2014/main" id="{7462A27A-61A7-4AA6-B9D6-4992192AC8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矩形 178">
              <a:extLst>
                <a:ext uri="{FF2B5EF4-FFF2-40B4-BE49-F238E27FC236}">
                  <a16:creationId xmlns:a16="http://schemas.microsoft.com/office/drawing/2014/main" id="{7E61D7EE-6EBA-4B6D-88D3-9B0049DCDA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矩形 178">
              <a:extLst>
                <a:ext uri="{FF2B5EF4-FFF2-40B4-BE49-F238E27FC236}">
                  <a16:creationId xmlns:a16="http://schemas.microsoft.com/office/drawing/2014/main" id="{74A08EA9-B2D5-403E-9CFB-AB8932CB5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BF4A6D31-5940-4382-A270-6D864682EA0F}"/>
              </a:ext>
            </a:extLst>
          </p:cNvPr>
          <p:cNvGrpSpPr/>
          <p:nvPr userDrawn="1"/>
        </p:nvGrpSpPr>
        <p:grpSpPr>
          <a:xfrm>
            <a:off x="6753439" y="4628577"/>
            <a:ext cx="1549823" cy="137021"/>
            <a:chOff x="4395286" y="2604142"/>
            <a:chExt cx="1549823" cy="137021"/>
          </a:xfrm>
        </p:grpSpPr>
        <p:sp>
          <p:nvSpPr>
            <p:cNvPr id="93" name="矩形 178">
              <a:extLst>
                <a:ext uri="{FF2B5EF4-FFF2-40B4-BE49-F238E27FC236}">
                  <a16:creationId xmlns:a16="http://schemas.microsoft.com/office/drawing/2014/main" id="{430E2644-DC88-4994-AD42-7F7012FC1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矩形 178">
              <a:extLst>
                <a:ext uri="{FF2B5EF4-FFF2-40B4-BE49-F238E27FC236}">
                  <a16:creationId xmlns:a16="http://schemas.microsoft.com/office/drawing/2014/main" id="{47DA6385-BB0D-422B-AE66-529A5DF025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矩形 178">
              <a:extLst>
                <a:ext uri="{FF2B5EF4-FFF2-40B4-BE49-F238E27FC236}">
                  <a16:creationId xmlns:a16="http://schemas.microsoft.com/office/drawing/2014/main" id="{0A9B494F-AC7D-4CE5-A7E4-50ABDDE476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矩形 178">
              <a:extLst>
                <a:ext uri="{FF2B5EF4-FFF2-40B4-BE49-F238E27FC236}">
                  <a16:creationId xmlns:a16="http://schemas.microsoft.com/office/drawing/2014/main" id="{A807ADDD-B740-4E63-8853-31441FD85B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矩形 178">
              <a:extLst>
                <a:ext uri="{FF2B5EF4-FFF2-40B4-BE49-F238E27FC236}">
                  <a16:creationId xmlns:a16="http://schemas.microsoft.com/office/drawing/2014/main" id="{9F16BDE9-ABAC-4055-A9D9-BD26C78C0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矩形 178">
              <a:extLst>
                <a:ext uri="{FF2B5EF4-FFF2-40B4-BE49-F238E27FC236}">
                  <a16:creationId xmlns:a16="http://schemas.microsoft.com/office/drawing/2014/main" id="{103305D5-6018-4179-8EC0-A5E086C658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矩形 178">
              <a:extLst>
                <a:ext uri="{FF2B5EF4-FFF2-40B4-BE49-F238E27FC236}">
                  <a16:creationId xmlns:a16="http://schemas.microsoft.com/office/drawing/2014/main" id="{879B8FF1-886D-46DB-8229-445C452CB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18C23F39-7EBA-4932-956F-D904F94AD5F3}"/>
              </a:ext>
            </a:extLst>
          </p:cNvPr>
          <p:cNvSpPr/>
          <p:nvPr userDrawn="1"/>
        </p:nvSpPr>
        <p:spPr>
          <a:xfrm>
            <a:off x="4066225" y="370412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7F4FDBF4-A66E-4EDA-BA85-BF3A39E3DAA3}"/>
              </a:ext>
            </a:extLst>
          </p:cNvPr>
          <p:cNvSpPr/>
          <p:nvPr userDrawn="1"/>
        </p:nvSpPr>
        <p:spPr>
          <a:xfrm>
            <a:off x="4066225" y="416108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1EC63246-83C1-4557-B564-06E4ECA5C180}"/>
              </a:ext>
            </a:extLst>
          </p:cNvPr>
          <p:cNvSpPr/>
          <p:nvPr userDrawn="1"/>
        </p:nvSpPr>
        <p:spPr>
          <a:xfrm>
            <a:off x="4523181" y="370412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6604B46B-D2F8-46BA-95E3-D64CB1310592}"/>
              </a:ext>
            </a:extLst>
          </p:cNvPr>
          <p:cNvSpPr/>
          <p:nvPr userDrawn="1"/>
        </p:nvSpPr>
        <p:spPr>
          <a:xfrm>
            <a:off x="4523181" y="416108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CC9FB42-09EA-4298-9DEF-0CB04132BABF}"/>
              </a:ext>
            </a:extLst>
          </p:cNvPr>
          <p:cNvSpPr/>
          <p:nvPr userDrawn="1"/>
        </p:nvSpPr>
        <p:spPr>
          <a:xfrm>
            <a:off x="4066225" y="370412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5EAC26E1-00F5-474D-A884-4207EFE80E0F}"/>
              </a:ext>
            </a:extLst>
          </p:cNvPr>
          <p:cNvSpPr/>
          <p:nvPr userDrawn="1"/>
        </p:nvSpPr>
        <p:spPr>
          <a:xfrm>
            <a:off x="4524039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7629A37D-A734-4AAE-AA36-6DEEB3298E73}"/>
              </a:ext>
            </a:extLst>
          </p:cNvPr>
          <p:cNvSpPr/>
          <p:nvPr userDrawn="1"/>
        </p:nvSpPr>
        <p:spPr>
          <a:xfrm>
            <a:off x="4524039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AEEBA7DA-F424-43A7-8AB4-5FCD18D4B441}"/>
              </a:ext>
            </a:extLst>
          </p:cNvPr>
          <p:cNvSpPr/>
          <p:nvPr userDrawn="1"/>
        </p:nvSpPr>
        <p:spPr>
          <a:xfrm>
            <a:off x="4980995" y="370176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5CAEEA64-4DA0-44C1-A01C-2EF7695B5161}"/>
              </a:ext>
            </a:extLst>
          </p:cNvPr>
          <p:cNvSpPr/>
          <p:nvPr userDrawn="1"/>
        </p:nvSpPr>
        <p:spPr>
          <a:xfrm>
            <a:off x="4980995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9A9AFFA-DC74-4CFE-93E9-5F6120800FB6}"/>
              </a:ext>
            </a:extLst>
          </p:cNvPr>
          <p:cNvSpPr/>
          <p:nvPr userDrawn="1"/>
        </p:nvSpPr>
        <p:spPr>
          <a:xfrm>
            <a:off x="4524039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9AF63282-04D0-435B-8CEC-B03FF248B6A8}"/>
              </a:ext>
            </a:extLst>
          </p:cNvPr>
          <p:cNvSpPr/>
          <p:nvPr userDrawn="1"/>
        </p:nvSpPr>
        <p:spPr>
          <a:xfrm>
            <a:off x="4978297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12C4582A-27DD-4436-8412-DA932BC79999}"/>
              </a:ext>
            </a:extLst>
          </p:cNvPr>
          <p:cNvSpPr/>
          <p:nvPr userDrawn="1"/>
        </p:nvSpPr>
        <p:spPr>
          <a:xfrm>
            <a:off x="4978297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73E9CDE0-82CC-41EE-A5CA-2175745B6693}"/>
              </a:ext>
            </a:extLst>
          </p:cNvPr>
          <p:cNvSpPr/>
          <p:nvPr userDrawn="1"/>
        </p:nvSpPr>
        <p:spPr>
          <a:xfrm>
            <a:off x="5435253" y="3701769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1549B50C-7210-48A6-B0D7-A866649BA4B8}"/>
              </a:ext>
            </a:extLst>
          </p:cNvPr>
          <p:cNvSpPr/>
          <p:nvPr userDrawn="1"/>
        </p:nvSpPr>
        <p:spPr>
          <a:xfrm>
            <a:off x="5435253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D174B6B-FBE8-4373-869B-69B7D7A18CD6}"/>
              </a:ext>
            </a:extLst>
          </p:cNvPr>
          <p:cNvSpPr/>
          <p:nvPr userDrawn="1"/>
        </p:nvSpPr>
        <p:spPr>
          <a:xfrm>
            <a:off x="4978297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5768AE23-4E29-46E7-9C8D-468E57841F42}"/>
              </a:ext>
            </a:extLst>
          </p:cNvPr>
          <p:cNvSpPr/>
          <p:nvPr userDrawn="1"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3FDE6AA5-854C-4F5C-8EC6-84B27014513B}"/>
              </a:ext>
            </a:extLst>
          </p:cNvPr>
          <p:cNvSpPr/>
          <p:nvPr userDrawn="1"/>
        </p:nvSpPr>
        <p:spPr>
          <a:xfrm>
            <a:off x="10480773" y="3289853"/>
            <a:ext cx="263590" cy="26359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6489F86E-E4A0-419D-A5F5-79B9E5BF9906}"/>
              </a:ext>
            </a:extLst>
          </p:cNvPr>
          <p:cNvSpPr/>
          <p:nvPr userDrawn="1"/>
        </p:nvSpPr>
        <p:spPr>
          <a:xfrm>
            <a:off x="10029643" y="3291352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29F22178-EADF-435D-88F4-89ACABEC8C29}"/>
              </a:ext>
            </a:extLst>
          </p:cNvPr>
          <p:cNvSpPr/>
          <p:nvPr userDrawn="1"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9" name="矩形 178">
            <a:extLst>
              <a:ext uri="{FF2B5EF4-FFF2-40B4-BE49-F238E27FC236}">
                <a16:creationId xmlns:a16="http://schemas.microsoft.com/office/drawing/2014/main" id="{02408FE3-5CB5-46DD-A776-369B51E362AD}"/>
              </a:ext>
            </a:extLst>
          </p:cNvPr>
          <p:cNvSpPr>
            <a:spLocks noChangeAspect="1"/>
          </p:cNvSpPr>
          <p:nvPr userDrawn="1"/>
        </p:nvSpPr>
        <p:spPr>
          <a:xfrm>
            <a:off x="10086859" y="3756538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bg1"/>
                </a:solidFill>
              </a:rPr>
              <a:t>C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20" name="矩形 178">
            <a:extLst>
              <a:ext uri="{FF2B5EF4-FFF2-40B4-BE49-F238E27FC236}">
                <a16:creationId xmlns:a16="http://schemas.microsoft.com/office/drawing/2014/main" id="{2B299340-A45B-44DF-8AF9-C28AC204CAD7}"/>
              </a:ext>
            </a:extLst>
          </p:cNvPr>
          <p:cNvSpPr>
            <a:spLocks noChangeAspect="1"/>
          </p:cNvSpPr>
          <p:nvPr userDrawn="1"/>
        </p:nvSpPr>
        <p:spPr>
          <a:xfrm>
            <a:off x="10537989" y="3762274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T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121" name="矩形 178">
            <a:extLst>
              <a:ext uri="{FF2B5EF4-FFF2-40B4-BE49-F238E27FC236}">
                <a16:creationId xmlns:a16="http://schemas.microsoft.com/office/drawing/2014/main" id="{5DAF9446-2DD0-4BBE-9708-D834B19D74E9}"/>
              </a:ext>
            </a:extLst>
          </p:cNvPr>
          <p:cNvSpPr>
            <a:spLocks noChangeAspect="1"/>
          </p:cNvSpPr>
          <p:nvPr userDrawn="1"/>
        </p:nvSpPr>
        <p:spPr>
          <a:xfrm>
            <a:off x="10992248" y="3762274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67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761DCA-4EB0-4C79-8CE8-1D6F04E7E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457" y="581187"/>
            <a:ext cx="11224800" cy="3348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C37CE1-69CB-4302-8915-BB9FF971F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52837"/>
            <a:ext cx="9144000" cy="9828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</p:spTree>
    <p:extLst>
      <p:ext uri="{BB962C8B-B14F-4D97-AF65-F5344CB8AC3E}">
        <p14:creationId xmlns:p14="http://schemas.microsoft.com/office/powerpoint/2010/main" val="259831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B6F714-5A79-416B-8CBE-5E5A7566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3577EE9-A6A3-4DB1-84F3-09D6C11B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187D4B-C8D5-4E33-828B-59948C8D9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E8C5892-4A5F-4CF5-BD41-61EDBD4A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AB6ECD76-16BE-4FD0-A1E0-9B8B3F62BD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528600"/>
            <a:ext cx="10515600" cy="46944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054945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3F3196-63DC-433C-8891-D94ED915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9472B8-1E9E-4FFE-9765-5128A4F81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9FDEAF-0C1E-48C4-BC66-EE3F54C9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665AFF-08BF-4104-A231-4F48EC037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3">
            <a:extLst>
              <a:ext uri="{FF2B5EF4-FFF2-40B4-BE49-F238E27FC236}">
                <a16:creationId xmlns:a16="http://schemas.microsoft.com/office/drawing/2014/main" id="{813BAC71-5BEB-4B4E-A791-EA6DC81A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82735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3398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1"/>
            <a:ext cx="12192000" cy="5538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09526AE-EBB9-46D0-984F-16F21B45733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525D177-954E-4599-855B-48284D83A6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F628B6-EE44-4535-B4E3-0415C891F0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內容版面配置區 15">
            <a:extLst>
              <a:ext uri="{FF2B5EF4-FFF2-40B4-BE49-F238E27FC236}">
                <a16:creationId xmlns:a16="http://schemas.microsoft.com/office/drawing/2014/main" id="{241E4B74-7B9B-427F-BEE7-00789864191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619250" y="6468591"/>
            <a:ext cx="8953500" cy="3894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4572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B5C35E-0B99-46D3-9ECD-FDC72D2C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827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7A3D79-2DBC-470D-904E-65B02F112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267" y="6407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756EFD-BC72-4526-960C-2826BC9D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79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0777C-FE0C-4402-AF6E-9AFF65439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89533" y="640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EAA214F4-6E5A-47A5-93D6-E0B1948A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80" y="995680"/>
            <a:ext cx="11744960" cy="518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01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37" r:id="rId3"/>
    <p:sldLayoutId id="2147483723" r:id="rId4"/>
    <p:sldLayoutId id="2147483724" r:id="rId5"/>
    <p:sldLayoutId id="2147483725" r:id="rId6"/>
    <p:sldLayoutId id="2147483726" r:id="rId7"/>
    <p:sldLayoutId id="2147483736" r:id="rId8"/>
    <p:sldLayoutId id="2147483727" r:id="rId9"/>
    <p:sldLayoutId id="2147483733" r:id="rId10"/>
    <p:sldLayoutId id="2147483728" r:id="rId11"/>
    <p:sldLayoutId id="2147483729" r:id="rId12"/>
    <p:sldLayoutId id="2147483730" r:id="rId13"/>
    <p:sldLayoutId id="2147483731" r:id="rId14"/>
    <p:sldLayoutId id="2147483734" r:id="rId15"/>
    <p:sldLayoutId id="2147483738" r:id="rId16"/>
    <p:sldLayoutId id="2147483735" r:id="rId17"/>
    <p:sldLayoutId id="2147483739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5" Type="http://schemas.openxmlformats.org/officeDocument/2006/relationships/image" Target="../media/image15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2.sv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svg"/><Relationship Id="rId11" Type="http://schemas.openxmlformats.org/officeDocument/2006/relationships/image" Target="../media/image20.png"/><Relationship Id="rId5" Type="http://schemas.openxmlformats.org/officeDocument/2006/relationships/image" Target="../media/image30.png"/><Relationship Id="rId10" Type="http://schemas.openxmlformats.org/officeDocument/2006/relationships/image" Target="../media/image23.svg"/><Relationship Id="rId4" Type="http://schemas.openxmlformats.org/officeDocument/2006/relationships/image" Target="../media/image29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3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30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1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1.png"/><Relationship Id="rId11" Type="http://schemas.openxmlformats.org/officeDocument/2006/relationships/image" Target="../media/image44.png"/><Relationship Id="rId5" Type="http://schemas.openxmlformats.org/officeDocument/2006/relationships/image" Target="../media/image381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1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00.png"/><Relationship Id="rId3" Type="http://schemas.openxmlformats.org/officeDocument/2006/relationships/image" Target="../media/image22.png"/><Relationship Id="rId7" Type="http://schemas.openxmlformats.org/officeDocument/2006/relationships/image" Target="../media/image38.png"/><Relationship Id="rId12" Type="http://schemas.openxmlformats.org/officeDocument/2006/relationships/image" Target="../media/image3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11" Type="http://schemas.openxmlformats.org/officeDocument/2006/relationships/image" Target="../media/image380.png"/><Relationship Id="rId5" Type="http://schemas.openxmlformats.org/officeDocument/2006/relationships/image" Target="../media/image20.png"/><Relationship Id="rId10" Type="http://schemas.openxmlformats.org/officeDocument/2006/relationships/image" Target="../media/image370.png"/><Relationship Id="rId4" Type="http://schemas.openxmlformats.org/officeDocument/2006/relationships/image" Target="../media/image23.svg"/><Relationship Id="rId9" Type="http://schemas.openxmlformats.org/officeDocument/2006/relationships/image" Target="../media/image36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3" Type="http://schemas.openxmlformats.org/officeDocument/2006/relationships/image" Target="../media/image650.png"/><Relationship Id="rId3" Type="http://schemas.openxmlformats.org/officeDocument/2006/relationships/image" Target="../media/image570.png"/><Relationship Id="rId7" Type="http://schemas.openxmlformats.org/officeDocument/2006/relationships/image" Target="../media/image4400.png"/><Relationship Id="rId12" Type="http://schemas.openxmlformats.org/officeDocument/2006/relationships/image" Target="../media/image9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0.png"/><Relationship Id="rId11" Type="http://schemas.openxmlformats.org/officeDocument/2006/relationships/image" Target="../media/image4820.png"/><Relationship Id="rId5" Type="http://schemas.openxmlformats.org/officeDocument/2006/relationships/image" Target="../media/image590.png"/><Relationship Id="rId10" Type="http://schemas.openxmlformats.org/officeDocument/2006/relationships/image" Target="../media/image630.png"/><Relationship Id="rId4" Type="http://schemas.openxmlformats.org/officeDocument/2006/relationships/image" Target="../media/image580.png"/><Relationship Id="rId9" Type="http://schemas.openxmlformats.org/officeDocument/2006/relationships/image" Target="../media/image6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13" Type="http://schemas.openxmlformats.org/officeDocument/2006/relationships/image" Target="../media/image81.png"/><Relationship Id="rId3" Type="http://schemas.openxmlformats.org/officeDocument/2006/relationships/image" Target="../media/image570.png"/><Relationship Id="rId7" Type="http://schemas.openxmlformats.org/officeDocument/2006/relationships/image" Target="../media/image4400.png"/><Relationship Id="rId12" Type="http://schemas.openxmlformats.org/officeDocument/2006/relationships/image" Target="../media/image4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0.png"/><Relationship Id="rId11" Type="http://schemas.openxmlformats.org/officeDocument/2006/relationships/image" Target="../media/image4820.png"/><Relationship Id="rId5" Type="http://schemas.openxmlformats.org/officeDocument/2006/relationships/image" Target="../media/image590.png"/><Relationship Id="rId10" Type="http://schemas.openxmlformats.org/officeDocument/2006/relationships/image" Target="../media/image630.png"/><Relationship Id="rId4" Type="http://schemas.openxmlformats.org/officeDocument/2006/relationships/image" Target="../media/image580.png"/><Relationship Id="rId9" Type="http://schemas.openxmlformats.org/officeDocument/2006/relationships/image" Target="../media/image6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70.png"/><Relationship Id="rId18" Type="http://schemas.openxmlformats.org/officeDocument/2006/relationships/image" Target="../media/image470.png"/><Relationship Id="rId26" Type="http://schemas.openxmlformats.org/officeDocument/2006/relationships/image" Target="../media/image77.png"/><Relationship Id="rId3" Type="http://schemas.openxmlformats.org/officeDocument/2006/relationships/image" Target="../media/image661.png"/><Relationship Id="rId21" Type="http://schemas.openxmlformats.org/officeDocument/2006/relationships/image" Target="../media/image500.png"/><Relationship Id="rId7" Type="http://schemas.openxmlformats.org/officeDocument/2006/relationships/image" Target="../media/image410.png"/><Relationship Id="rId12" Type="http://schemas.openxmlformats.org/officeDocument/2006/relationships/image" Target="../media/image221.png"/><Relationship Id="rId17" Type="http://schemas.openxmlformats.org/officeDocument/2006/relationships/image" Target="../media/image460.png"/><Relationship Id="rId25" Type="http://schemas.openxmlformats.org/officeDocument/2006/relationships/image" Target="../media/image76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73.png"/><Relationship Id="rId20" Type="http://schemas.openxmlformats.org/officeDocument/2006/relationships/image" Target="../media/image4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211.png"/><Relationship Id="rId24" Type="http://schemas.openxmlformats.org/officeDocument/2006/relationships/image" Target="../media/image75.png"/><Relationship Id="rId5" Type="http://schemas.openxmlformats.org/officeDocument/2006/relationships/image" Target="../media/image68.png"/><Relationship Id="rId15" Type="http://schemas.openxmlformats.org/officeDocument/2006/relationships/image" Target="../media/image72.png"/><Relationship Id="rId23" Type="http://schemas.openxmlformats.org/officeDocument/2006/relationships/image" Target="../media/image74.png"/><Relationship Id="rId10" Type="http://schemas.openxmlformats.org/officeDocument/2006/relationships/image" Target="../media/image441.png"/><Relationship Id="rId19" Type="http://schemas.openxmlformats.org/officeDocument/2006/relationships/image" Target="../media/image481.png"/><Relationship Id="rId4" Type="http://schemas.openxmlformats.org/officeDocument/2006/relationships/image" Target="../media/image670.png"/><Relationship Id="rId9" Type="http://schemas.openxmlformats.org/officeDocument/2006/relationships/image" Target="../media/image430.png"/><Relationship Id="rId14" Type="http://schemas.openxmlformats.org/officeDocument/2006/relationships/image" Target="../media/image39.png"/><Relationship Id="rId22" Type="http://schemas.openxmlformats.org/officeDocument/2006/relationships/image" Target="../media/image5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80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8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0.png"/><Relationship Id="rId5" Type="http://schemas.openxmlformats.org/officeDocument/2006/relationships/image" Target="../media/image900.png"/><Relationship Id="rId4" Type="http://schemas.openxmlformats.org/officeDocument/2006/relationships/image" Target="../media/image89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0.png"/><Relationship Id="rId5" Type="http://schemas.openxmlformats.org/officeDocument/2006/relationships/image" Target="../media/image970.png"/><Relationship Id="rId4" Type="http://schemas.openxmlformats.org/officeDocument/2006/relationships/image" Target="../media/image9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10.png"/><Relationship Id="rId3" Type="http://schemas.openxmlformats.org/officeDocument/2006/relationships/image" Target="../media/image99.png"/><Relationship Id="rId7" Type="http://schemas.openxmlformats.org/officeDocument/2006/relationships/image" Target="../media/image78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5.png"/><Relationship Id="rId5" Type="http://schemas.openxmlformats.org/officeDocument/2006/relationships/image" Target="../media/image101.png"/><Relationship Id="rId10" Type="http://schemas.openxmlformats.org/officeDocument/2006/relationships/image" Target="../media/image104.png"/><Relationship Id="rId4" Type="http://schemas.openxmlformats.org/officeDocument/2006/relationships/image" Target="../media/image100.png"/><Relationship Id="rId9" Type="http://schemas.openxmlformats.org/officeDocument/2006/relationships/image" Target="../media/image10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56.png"/><Relationship Id="rId3" Type="http://schemas.openxmlformats.org/officeDocument/2006/relationships/image" Target="../media/image117.svg"/><Relationship Id="rId7" Type="http://schemas.openxmlformats.org/officeDocument/2006/relationships/image" Target="../media/image121.svg"/><Relationship Id="rId12" Type="http://schemas.openxmlformats.org/officeDocument/2006/relationships/image" Target="../media/image5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svg"/><Relationship Id="rId5" Type="http://schemas.openxmlformats.org/officeDocument/2006/relationships/image" Target="../media/image119.sv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svg"/><Relationship Id="rId1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B1D86C-1AE0-834B-AE05-4443FBE645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sz="4400" dirty="0"/>
              <a:t>Joint Somatic Phasing and Purity Estimation Incorporating Loss of Heterozygosity in </a:t>
            </a:r>
            <a:br>
              <a:rPr lang="en-US" altLang="zh-TW" sz="4400" dirty="0"/>
            </a:br>
            <a:r>
              <a:rPr lang="en-US" altLang="zh-TW" sz="4400" dirty="0"/>
              <a:t>Tumor-Only Long-Read Sequencing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6F33B3-93A7-B74E-BD33-B20FE81D2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Advisor:</a:t>
            </a:r>
            <a:r>
              <a:rPr kumimoji="1" lang="zh-TW" altLang="en-US" dirty="0"/>
              <a:t> </a:t>
            </a:r>
            <a:r>
              <a:rPr kumimoji="1" lang="en-US" altLang="zh-TW" dirty="0"/>
              <a:t>Yao-Ting Huang</a:t>
            </a:r>
          </a:p>
          <a:p>
            <a:r>
              <a:rPr kumimoji="1" lang="en-US" altLang="zh-TW" dirty="0"/>
              <a:t>Speaker:</a:t>
            </a:r>
            <a:r>
              <a:rPr kumimoji="1" lang="zh-TW" altLang="en-US" dirty="0"/>
              <a:t> </a:t>
            </a:r>
            <a:r>
              <a:rPr kumimoji="1" lang="en-US" altLang="zh-TW" dirty="0"/>
              <a:t>Zhen-Yu Chen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06350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A641EE-ABEC-43AA-A559-55DCDBA1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7A3A15-415E-4A0B-A404-385562A26D0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dirty="0"/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dirty="0"/>
              <a:t>Related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dirty="0"/>
              <a:t>Motivation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TW" dirty="0"/>
              <a:t>Methods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TW" dirty="0"/>
              <a:t>Result</a:t>
            </a:r>
            <a:endParaRPr kumimoji="1" lang="en-US" altLang="zh-TW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dirty="0"/>
              <a:t>Conclusion</a:t>
            </a:r>
            <a:endParaRPr kumimoji="1" lang="zh-TW" alt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9E1428-BD22-42B2-A48D-C5ECDEEC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90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F42A20-1108-4A42-BD12-05D816B8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Introduction</a:t>
            </a: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ea typeface="微軟正黑體 Light"/>
              </a:rPr>
              <a:t>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 Germline and Somatic Variants</a:t>
            </a:r>
            <a:endParaRPr lang="zh-TW" altLang="en-US" b="0" dirty="0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3734ECF5-3211-4589-AD39-EF8F5A2BD6EB}"/>
              </a:ext>
            </a:extLst>
          </p:cNvPr>
          <p:cNvGrpSpPr/>
          <p:nvPr/>
        </p:nvGrpSpPr>
        <p:grpSpPr>
          <a:xfrm>
            <a:off x="838200" y="2442629"/>
            <a:ext cx="1609467" cy="2808434"/>
            <a:chOff x="723994" y="1904828"/>
            <a:chExt cx="1609467" cy="2808434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4B2A351-FE29-42F2-9F5F-DEBE23159916}"/>
                </a:ext>
              </a:extLst>
            </p:cNvPr>
            <p:cNvGrpSpPr/>
            <p:nvPr/>
          </p:nvGrpSpPr>
          <p:grpSpPr>
            <a:xfrm>
              <a:off x="727188" y="2644440"/>
              <a:ext cx="636548" cy="131252"/>
              <a:chOff x="641614" y="1524061"/>
              <a:chExt cx="1261258" cy="260063"/>
            </a:xfrm>
            <a:solidFill>
              <a:schemeClr val="accent1">
                <a:lumMod val="40000"/>
                <a:lumOff val="60000"/>
              </a:schemeClr>
            </a:solidFill>
          </p:grpSpPr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8EF061F3-8687-46B6-A646-57C485F672CD}"/>
                  </a:ext>
                </a:extLst>
              </p:cNvPr>
              <p:cNvSpPr/>
              <p:nvPr/>
            </p:nvSpPr>
            <p:spPr>
              <a:xfrm>
                <a:off x="944033" y="1582126"/>
                <a:ext cx="245533" cy="143933"/>
              </a:xfrm>
              <a:prstGeom prst="ellipse">
                <a:avLst/>
              </a:prstGeom>
              <a:grp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8D66548B-53A8-4AB7-9175-7CEF4C4BE594}"/>
                  </a:ext>
                </a:extLst>
              </p:cNvPr>
              <p:cNvSpPr/>
              <p:nvPr/>
            </p:nvSpPr>
            <p:spPr>
              <a:xfrm>
                <a:off x="1189567" y="1654092"/>
                <a:ext cx="713305" cy="95086"/>
              </a:xfrm>
              <a:custGeom>
                <a:avLst/>
                <a:gdLst>
                  <a:gd name="connsiteX0" fmla="*/ 0 w 1171575"/>
                  <a:gd name="connsiteY0" fmla="*/ 23385 h 251107"/>
                  <a:gd name="connsiteX1" fmla="*/ 552450 w 1171575"/>
                  <a:gd name="connsiteY1" fmla="*/ 21004 h 251107"/>
                  <a:gd name="connsiteX2" fmla="*/ 726281 w 1171575"/>
                  <a:gd name="connsiteY2" fmla="*/ 247223 h 251107"/>
                  <a:gd name="connsiteX3" fmla="*/ 1059656 w 1171575"/>
                  <a:gd name="connsiteY3" fmla="*/ 159117 h 251107"/>
                  <a:gd name="connsiteX4" fmla="*/ 1171575 w 1171575"/>
                  <a:gd name="connsiteY4" fmla="*/ 94823 h 251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1575" h="251107">
                    <a:moveTo>
                      <a:pt x="0" y="23385"/>
                    </a:moveTo>
                    <a:cubicBezTo>
                      <a:pt x="215701" y="3541"/>
                      <a:pt x="431403" y="-16302"/>
                      <a:pt x="552450" y="21004"/>
                    </a:cubicBezTo>
                    <a:cubicBezTo>
                      <a:pt x="673497" y="58310"/>
                      <a:pt x="641747" y="224204"/>
                      <a:pt x="726281" y="247223"/>
                    </a:cubicBezTo>
                    <a:cubicBezTo>
                      <a:pt x="810815" y="270242"/>
                      <a:pt x="985440" y="184517"/>
                      <a:pt x="1059656" y="159117"/>
                    </a:cubicBezTo>
                    <a:cubicBezTo>
                      <a:pt x="1133872" y="133717"/>
                      <a:pt x="1135459" y="97998"/>
                      <a:pt x="1171575" y="94823"/>
                    </a:cubicBezTo>
                  </a:path>
                </a:pathLst>
              </a:cu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9AD07CAC-00A8-44F9-97D9-1FF526C07F9D}"/>
                  </a:ext>
                </a:extLst>
              </p:cNvPr>
              <p:cNvSpPr/>
              <p:nvPr/>
            </p:nvSpPr>
            <p:spPr>
              <a:xfrm>
                <a:off x="641614" y="1524061"/>
                <a:ext cx="443637" cy="260063"/>
              </a:xfrm>
              <a:prstGeom prst="ellipse">
                <a:avLst/>
              </a:prstGeom>
              <a:grp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07E0AC04-72DD-4B7A-8A2E-D305C2C5456E}"/>
                </a:ext>
              </a:extLst>
            </p:cNvPr>
            <p:cNvGrpSpPr/>
            <p:nvPr/>
          </p:nvGrpSpPr>
          <p:grpSpPr>
            <a:xfrm>
              <a:off x="723994" y="3565494"/>
              <a:ext cx="642937" cy="642937"/>
              <a:chOff x="553508" y="2125498"/>
              <a:chExt cx="642937" cy="642937"/>
            </a:xfrm>
          </p:grpSpPr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5C08C1B0-91AF-4FD6-8C64-B65DCAAF0585}"/>
                  </a:ext>
                </a:extLst>
              </p:cNvPr>
              <p:cNvSpPr/>
              <p:nvPr/>
            </p:nvSpPr>
            <p:spPr>
              <a:xfrm>
                <a:off x="553508" y="2125498"/>
                <a:ext cx="642937" cy="64293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41FEB090-4FBE-48BD-96A3-669475B4DAE7}"/>
                  </a:ext>
                </a:extLst>
              </p:cNvPr>
              <p:cNvSpPr/>
              <p:nvPr/>
            </p:nvSpPr>
            <p:spPr>
              <a:xfrm>
                <a:off x="633147" y="2201654"/>
                <a:ext cx="483658" cy="48365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E1E35044-F096-4C27-B8DE-DE9B4E8C6635}"/>
                </a:ext>
              </a:extLst>
            </p:cNvPr>
            <p:cNvSpPr txBox="1"/>
            <p:nvPr/>
          </p:nvSpPr>
          <p:spPr>
            <a:xfrm>
              <a:off x="1050281" y="1904828"/>
              <a:ext cx="962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Paternal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4A2691B-0845-491C-AF01-1AA07572E4A5}"/>
                </a:ext>
              </a:extLst>
            </p:cNvPr>
            <p:cNvSpPr txBox="1"/>
            <p:nvPr/>
          </p:nvSpPr>
          <p:spPr>
            <a:xfrm>
              <a:off x="1008539" y="4343930"/>
              <a:ext cx="10456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Maternal</a:t>
              </a:r>
              <a:endParaRPr lang="en-US" altLang="zh-TW" dirty="0"/>
            </a:p>
          </p:txBody>
        </p:sp>
        <p:grpSp>
          <p:nvGrpSpPr>
            <p:cNvPr id="104" name="群組 103">
              <a:extLst>
                <a:ext uri="{FF2B5EF4-FFF2-40B4-BE49-F238E27FC236}">
                  <a16:creationId xmlns:a16="http://schemas.microsoft.com/office/drawing/2014/main" id="{20C52F09-9D45-4933-A050-431F0F25865B}"/>
                </a:ext>
              </a:extLst>
            </p:cNvPr>
            <p:cNvGrpSpPr/>
            <p:nvPr/>
          </p:nvGrpSpPr>
          <p:grpSpPr>
            <a:xfrm>
              <a:off x="1685461" y="2386066"/>
              <a:ext cx="648000" cy="648000"/>
              <a:chOff x="2674140" y="1218697"/>
              <a:chExt cx="950122" cy="950122"/>
            </a:xfrm>
          </p:grpSpPr>
          <p:sp>
            <p:nvSpPr>
              <p:cNvPr id="1012" name="橢圓 1011">
                <a:extLst>
                  <a:ext uri="{FF2B5EF4-FFF2-40B4-BE49-F238E27FC236}">
                    <a16:creationId xmlns:a16="http://schemas.microsoft.com/office/drawing/2014/main" id="{1C5CB9E5-FF43-414E-A38C-24C3DDD65FDA}"/>
                  </a:ext>
                </a:extLst>
              </p:cNvPr>
              <p:cNvSpPr/>
              <p:nvPr/>
            </p:nvSpPr>
            <p:spPr>
              <a:xfrm>
                <a:off x="2674140" y="1218697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D23C96A7-05EA-47D1-9D26-1148F13987A0}"/>
                  </a:ext>
                </a:extLst>
              </p:cNvPr>
              <p:cNvGrpSpPr/>
              <p:nvPr/>
            </p:nvGrpSpPr>
            <p:grpSpPr>
              <a:xfrm>
                <a:off x="2730031" y="1615803"/>
                <a:ext cx="838574" cy="155910"/>
                <a:chOff x="2730031" y="1525329"/>
                <a:chExt cx="838574" cy="155910"/>
              </a:xfrm>
            </p:grpSpPr>
            <p:sp>
              <p:nvSpPr>
                <p:cNvPr id="1034" name="橢圓 1033">
                  <a:extLst>
                    <a:ext uri="{FF2B5EF4-FFF2-40B4-BE49-F238E27FC236}">
                      <a16:creationId xmlns:a16="http://schemas.microsoft.com/office/drawing/2014/main" id="{7923DA4C-B894-42F4-A190-CB5BAF429741}"/>
                    </a:ext>
                  </a:extLst>
                </p:cNvPr>
                <p:cNvSpPr/>
                <p:nvPr/>
              </p:nvSpPr>
              <p:spPr>
                <a:xfrm>
                  <a:off x="2730031" y="1525329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25" name="手繪多邊形: 圖案 1024">
                  <a:extLst>
                    <a:ext uri="{FF2B5EF4-FFF2-40B4-BE49-F238E27FC236}">
                      <a16:creationId xmlns:a16="http://schemas.microsoft.com/office/drawing/2014/main" id="{AC41B560-2791-44F3-AEDA-EA6D67B1FD67}"/>
                    </a:ext>
                  </a:extLst>
                </p:cNvPr>
                <p:cNvSpPr/>
                <p:nvPr/>
              </p:nvSpPr>
              <p:spPr>
                <a:xfrm>
                  <a:off x="3311565" y="1525329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27" name="手繪多邊形: 圖案 1026">
                  <a:extLst>
                    <a:ext uri="{FF2B5EF4-FFF2-40B4-BE49-F238E27FC236}">
                      <a16:creationId xmlns:a16="http://schemas.microsoft.com/office/drawing/2014/main" id="{80C03B08-AC93-41CC-A790-B0D4A055340D}"/>
                    </a:ext>
                  </a:extLst>
                </p:cNvPr>
                <p:cNvSpPr/>
                <p:nvPr/>
              </p:nvSpPr>
              <p:spPr>
                <a:xfrm>
                  <a:off x="3109023" y="1600887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029" name="手繪多邊形: 圖案 1028">
                  <a:extLst>
                    <a:ext uri="{FF2B5EF4-FFF2-40B4-BE49-F238E27FC236}">
                      <a16:creationId xmlns:a16="http://schemas.microsoft.com/office/drawing/2014/main" id="{6F9B3824-6E80-4E5C-B27A-E36A5A659C79}"/>
                    </a:ext>
                  </a:extLst>
                </p:cNvPr>
                <p:cNvSpPr/>
                <p:nvPr/>
              </p:nvSpPr>
              <p:spPr>
                <a:xfrm>
                  <a:off x="3109735" y="1527196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30" name="手繪多邊形: 圖案 1029">
                  <a:extLst>
                    <a:ext uri="{FF2B5EF4-FFF2-40B4-BE49-F238E27FC236}">
                      <a16:creationId xmlns:a16="http://schemas.microsoft.com/office/drawing/2014/main" id="{B0C8E10C-3C28-40A6-81D7-40EB9A1E9F36}"/>
                    </a:ext>
                  </a:extLst>
                </p:cNvPr>
                <p:cNvSpPr/>
                <p:nvPr/>
              </p:nvSpPr>
              <p:spPr>
                <a:xfrm>
                  <a:off x="3415077" y="1530552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43" name="橢圓 1542">
                  <a:extLst>
                    <a:ext uri="{FF2B5EF4-FFF2-40B4-BE49-F238E27FC236}">
                      <a16:creationId xmlns:a16="http://schemas.microsoft.com/office/drawing/2014/main" id="{480B7440-A8B4-41F5-83E3-116E23C6F1FD}"/>
                    </a:ext>
                  </a:extLst>
                </p:cNvPr>
                <p:cNvSpPr/>
                <p:nvPr/>
              </p:nvSpPr>
              <p:spPr>
                <a:xfrm>
                  <a:off x="3109024" y="1525329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32" name="橢圓 1031">
                  <a:extLst>
                    <a:ext uri="{FF2B5EF4-FFF2-40B4-BE49-F238E27FC236}">
                      <a16:creationId xmlns:a16="http://schemas.microsoft.com/office/drawing/2014/main" id="{36B3BCEE-81F1-46C5-A295-C9B25A137CDD}"/>
                    </a:ext>
                  </a:extLst>
                </p:cNvPr>
                <p:cNvSpPr/>
                <p:nvPr/>
              </p:nvSpPr>
              <p:spPr>
                <a:xfrm>
                  <a:off x="3076865" y="1534862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B23EB8B5-F941-411F-9AEA-F15E005C3872}"/>
                </a:ext>
              </a:extLst>
            </p:cNvPr>
            <p:cNvGrpSpPr/>
            <p:nvPr/>
          </p:nvGrpSpPr>
          <p:grpSpPr>
            <a:xfrm>
              <a:off x="1685461" y="3562962"/>
              <a:ext cx="648000" cy="648000"/>
              <a:chOff x="2674140" y="2395593"/>
              <a:chExt cx="950122" cy="950122"/>
            </a:xfrm>
          </p:grpSpPr>
          <p:sp>
            <p:nvSpPr>
              <p:cNvPr id="1562" name="橢圓 1561">
                <a:extLst>
                  <a:ext uri="{FF2B5EF4-FFF2-40B4-BE49-F238E27FC236}">
                    <a16:creationId xmlns:a16="http://schemas.microsoft.com/office/drawing/2014/main" id="{99F6CDA0-215C-4A85-A805-2C6CA4AF3F23}"/>
                  </a:ext>
                </a:extLst>
              </p:cNvPr>
              <p:cNvSpPr/>
              <p:nvPr/>
            </p:nvSpPr>
            <p:spPr>
              <a:xfrm>
                <a:off x="2674140" y="2395593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03" name="群組 102">
                <a:extLst>
                  <a:ext uri="{FF2B5EF4-FFF2-40B4-BE49-F238E27FC236}">
                    <a16:creationId xmlns:a16="http://schemas.microsoft.com/office/drawing/2014/main" id="{A7441CA5-C7EF-4254-819A-70BB8A2688C2}"/>
                  </a:ext>
                </a:extLst>
              </p:cNvPr>
              <p:cNvGrpSpPr/>
              <p:nvPr/>
            </p:nvGrpSpPr>
            <p:grpSpPr>
              <a:xfrm>
                <a:off x="2730031" y="2792699"/>
                <a:ext cx="838575" cy="155910"/>
                <a:chOff x="2730031" y="2916573"/>
                <a:chExt cx="838575" cy="155910"/>
              </a:xfrm>
            </p:grpSpPr>
            <p:sp>
              <p:nvSpPr>
                <p:cNvPr id="1563" name="橢圓 1562">
                  <a:extLst>
                    <a:ext uri="{FF2B5EF4-FFF2-40B4-BE49-F238E27FC236}">
                      <a16:creationId xmlns:a16="http://schemas.microsoft.com/office/drawing/2014/main" id="{939748DE-C320-4E6D-BCF2-3984435915A4}"/>
                    </a:ext>
                  </a:extLst>
                </p:cNvPr>
                <p:cNvSpPr/>
                <p:nvPr/>
              </p:nvSpPr>
              <p:spPr>
                <a:xfrm>
                  <a:off x="3109025" y="2916573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69" name="手繪多邊形: 圖案 1568">
                  <a:extLst>
                    <a:ext uri="{FF2B5EF4-FFF2-40B4-BE49-F238E27FC236}">
                      <a16:creationId xmlns:a16="http://schemas.microsoft.com/office/drawing/2014/main" id="{FD55B139-2CB0-4EEC-9A1D-5D57312319A5}"/>
                    </a:ext>
                  </a:extLst>
                </p:cNvPr>
                <p:cNvSpPr/>
                <p:nvPr/>
              </p:nvSpPr>
              <p:spPr>
                <a:xfrm>
                  <a:off x="2869679" y="2916573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70" name="手繪多邊形: 圖案 1569">
                  <a:extLst>
                    <a:ext uri="{FF2B5EF4-FFF2-40B4-BE49-F238E27FC236}">
                      <a16:creationId xmlns:a16="http://schemas.microsoft.com/office/drawing/2014/main" id="{D1BE757F-A974-4B92-932A-97249A8ABB31}"/>
                    </a:ext>
                  </a:extLst>
                </p:cNvPr>
                <p:cNvSpPr/>
                <p:nvPr/>
              </p:nvSpPr>
              <p:spPr>
                <a:xfrm>
                  <a:off x="3109023" y="2992132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71" name="手繪多邊形: 圖案 1570">
                  <a:extLst>
                    <a:ext uri="{FF2B5EF4-FFF2-40B4-BE49-F238E27FC236}">
                      <a16:creationId xmlns:a16="http://schemas.microsoft.com/office/drawing/2014/main" id="{3D5124D0-6853-42CB-9AE1-F0E5BBCE1DDB}"/>
                    </a:ext>
                  </a:extLst>
                </p:cNvPr>
                <p:cNvSpPr/>
                <p:nvPr/>
              </p:nvSpPr>
              <p:spPr>
                <a:xfrm>
                  <a:off x="2970677" y="2920754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72" name="手繪多邊形: 圖案 1571">
                  <a:extLst>
                    <a:ext uri="{FF2B5EF4-FFF2-40B4-BE49-F238E27FC236}">
                      <a16:creationId xmlns:a16="http://schemas.microsoft.com/office/drawing/2014/main" id="{0E88145B-8C6A-48F8-9739-AF5E0BAE7C5E}"/>
                    </a:ext>
                  </a:extLst>
                </p:cNvPr>
                <p:cNvSpPr/>
                <p:nvPr/>
              </p:nvSpPr>
              <p:spPr>
                <a:xfrm>
                  <a:off x="2730031" y="2920753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75" name="橢圓 1574">
                  <a:extLst>
                    <a:ext uri="{FF2B5EF4-FFF2-40B4-BE49-F238E27FC236}">
                      <a16:creationId xmlns:a16="http://schemas.microsoft.com/office/drawing/2014/main" id="{DBF707DD-1A3B-40D4-98A7-8A0BC6597209}"/>
                    </a:ext>
                  </a:extLst>
                </p:cNvPr>
                <p:cNvSpPr/>
                <p:nvPr/>
              </p:nvSpPr>
              <p:spPr>
                <a:xfrm>
                  <a:off x="2730031" y="2916573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76" name="橢圓 1575">
                  <a:extLst>
                    <a:ext uri="{FF2B5EF4-FFF2-40B4-BE49-F238E27FC236}">
                      <a16:creationId xmlns:a16="http://schemas.microsoft.com/office/drawing/2014/main" id="{28A72A43-6745-43D2-ACB0-7EF1BA2126B2}"/>
                    </a:ext>
                  </a:extLst>
                </p:cNvPr>
                <p:cNvSpPr/>
                <p:nvPr/>
              </p:nvSpPr>
              <p:spPr>
                <a:xfrm>
                  <a:off x="3076865" y="2926106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  <p:grpSp>
        <p:nvGrpSpPr>
          <p:cNvPr id="2155" name="群組 2154">
            <a:extLst>
              <a:ext uri="{FF2B5EF4-FFF2-40B4-BE49-F238E27FC236}">
                <a16:creationId xmlns:a16="http://schemas.microsoft.com/office/drawing/2014/main" id="{55E692B5-A719-4788-B3FD-D1C749F4B02E}"/>
              </a:ext>
            </a:extLst>
          </p:cNvPr>
          <p:cNvGrpSpPr/>
          <p:nvPr/>
        </p:nvGrpSpPr>
        <p:grpSpPr>
          <a:xfrm>
            <a:off x="5387189" y="3160156"/>
            <a:ext cx="1373381" cy="1373381"/>
            <a:chOff x="9980419" y="2561354"/>
            <a:chExt cx="1373381" cy="1373381"/>
          </a:xfrm>
        </p:grpSpPr>
        <p:pic>
          <p:nvPicPr>
            <p:cNvPr id="529" name="圖形 528" descr="男人 以實心填滿">
              <a:extLst>
                <a:ext uri="{FF2B5EF4-FFF2-40B4-BE49-F238E27FC236}">
                  <a16:creationId xmlns:a16="http://schemas.microsoft.com/office/drawing/2014/main" id="{8AD2ED9A-2DBD-40A4-A759-81C7283D6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80419" y="2561354"/>
              <a:ext cx="1373381" cy="1373381"/>
            </a:xfrm>
            <a:prstGeom prst="rect">
              <a:avLst/>
            </a:prstGeom>
          </p:spPr>
        </p:pic>
        <p:sp>
          <p:nvSpPr>
            <p:cNvPr id="532" name="橢圓 531">
              <a:extLst>
                <a:ext uri="{FF2B5EF4-FFF2-40B4-BE49-F238E27FC236}">
                  <a16:creationId xmlns:a16="http://schemas.microsoft.com/office/drawing/2014/main" id="{903137D9-A69A-438D-BC67-A434DEF10A92}"/>
                </a:ext>
              </a:extLst>
            </p:cNvPr>
            <p:cNvSpPr/>
            <p:nvPr/>
          </p:nvSpPr>
          <p:spPr>
            <a:xfrm>
              <a:off x="10682113" y="3160899"/>
              <a:ext cx="94664" cy="113037"/>
            </a:xfrm>
            <a:prstGeom prst="ellipse">
              <a:avLst/>
            </a:pr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07AD6B6-1CF9-45C7-B2F4-13D761369259}"/>
              </a:ext>
            </a:extLst>
          </p:cNvPr>
          <p:cNvGrpSpPr/>
          <p:nvPr/>
        </p:nvGrpSpPr>
        <p:grpSpPr>
          <a:xfrm>
            <a:off x="2458236" y="3237754"/>
            <a:ext cx="774945" cy="1218184"/>
            <a:chOff x="2431432" y="2103048"/>
            <a:chExt cx="774945" cy="1218184"/>
          </a:xfrm>
        </p:grpSpPr>
        <p:sp>
          <p:nvSpPr>
            <p:cNvPr id="215" name="右中括弧 214">
              <a:extLst>
                <a:ext uri="{FF2B5EF4-FFF2-40B4-BE49-F238E27FC236}">
                  <a16:creationId xmlns:a16="http://schemas.microsoft.com/office/drawing/2014/main" id="{37EBC7CD-FB8C-4586-86BE-8C616D5FDA1A}"/>
                </a:ext>
              </a:extLst>
            </p:cNvPr>
            <p:cNvSpPr/>
            <p:nvPr/>
          </p:nvSpPr>
          <p:spPr>
            <a:xfrm>
              <a:off x="2431432" y="2103048"/>
              <a:ext cx="166195" cy="1218184"/>
            </a:xfrm>
            <a:prstGeom prst="rightBracket">
              <a:avLst/>
            </a:prstGeom>
            <a:noFill/>
            <a:ln w="38100">
              <a:solidFill>
                <a:srgbClr val="A6A6A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5" name="直線單箭頭接點 224">
              <a:extLst>
                <a:ext uri="{FF2B5EF4-FFF2-40B4-BE49-F238E27FC236}">
                  <a16:creationId xmlns:a16="http://schemas.microsoft.com/office/drawing/2014/main" id="{DCAB0533-8BAA-464E-BA96-D101A76D4CDE}"/>
                </a:ext>
              </a:extLst>
            </p:cNvPr>
            <p:cNvCxnSpPr>
              <a:cxnSpLocks/>
            </p:cNvCxnSpPr>
            <p:nvPr/>
          </p:nvCxnSpPr>
          <p:spPr>
            <a:xfrm>
              <a:off x="2597627" y="2712140"/>
              <a:ext cx="608750" cy="0"/>
            </a:xfrm>
            <a:prstGeom prst="straightConnector1">
              <a:avLst/>
            </a:prstGeom>
            <a:noFill/>
            <a:ln w="38100">
              <a:solidFill>
                <a:srgbClr val="A6A6A6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10" name="直線單箭頭接點 709">
            <a:extLst>
              <a:ext uri="{FF2B5EF4-FFF2-40B4-BE49-F238E27FC236}">
                <a16:creationId xmlns:a16="http://schemas.microsoft.com/office/drawing/2014/main" id="{36E29609-8863-42A1-AF16-84C160299F01}"/>
              </a:ext>
            </a:extLst>
          </p:cNvPr>
          <p:cNvCxnSpPr>
            <a:cxnSpLocks/>
          </p:cNvCxnSpPr>
          <p:nvPr/>
        </p:nvCxnSpPr>
        <p:spPr>
          <a:xfrm>
            <a:off x="4909591" y="3846846"/>
            <a:ext cx="608750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1B1C95AF-3F73-4C96-B886-1FF58D5D70F9}"/>
              </a:ext>
            </a:extLst>
          </p:cNvPr>
          <p:cNvGrpSpPr/>
          <p:nvPr/>
        </p:nvGrpSpPr>
        <p:grpSpPr>
          <a:xfrm>
            <a:off x="3339945" y="3522846"/>
            <a:ext cx="1340328" cy="1197115"/>
            <a:chOff x="3339945" y="2975817"/>
            <a:chExt cx="1340328" cy="1197115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48D10708-DFA0-4EF4-AF06-8B6B8166C9DD}"/>
                </a:ext>
              </a:extLst>
            </p:cNvPr>
            <p:cNvGrpSpPr/>
            <p:nvPr/>
          </p:nvGrpSpPr>
          <p:grpSpPr>
            <a:xfrm>
              <a:off x="3339945" y="2975817"/>
              <a:ext cx="1340328" cy="648000"/>
              <a:chOff x="3339945" y="2975817"/>
              <a:chExt cx="1340328" cy="648000"/>
            </a:xfrm>
          </p:grpSpPr>
          <p:grpSp>
            <p:nvGrpSpPr>
              <p:cNvPr id="29" name="群組 28">
                <a:extLst>
                  <a:ext uri="{FF2B5EF4-FFF2-40B4-BE49-F238E27FC236}">
                    <a16:creationId xmlns:a16="http://schemas.microsoft.com/office/drawing/2014/main" id="{B23E2C68-05E4-4FE7-B452-96903F43B39E}"/>
                  </a:ext>
                </a:extLst>
              </p:cNvPr>
              <p:cNvGrpSpPr/>
              <p:nvPr/>
            </p:nvGrpSpPr>
            <p:grpSpPr>
              <a:xfrm>
                <a:off x="3339945" y="2989528"/>
                <a:ext cx="536575" cy="620578"/>
                <a:chOff x="3295530" y="3023363"/>
                <a:chExt cx="536575" cy="620578"/>
              </a:xfrm>
            </p:grpSpPr>
            <p:sp>
              <p:nvSpPr>
                <p:cNvPr id="57" name="手繪多邊形: 圖案 56">
                  <a:extLst>
                    <a:ext uri="{FF2B5EF4-FFF2-40B4-BE49-F238E27FC236}">
                      <a16:creationId xmlns:a16="http://schemas.microsoft.com/office/drawing/2014/main" id="{D6E22382-E42B-4F19-A2D4-B25E4A8AFA5A}"/>
                    </a:ext>
                  </a:extLst>
                </p:cNvPr>
                <p:cNvSpPr/>
                <p:nvPr/>
              </p:nvSpPr>
              <p:spPr>
                <a:xfrm>
                  <a:off x="3295530" y="3023363"/>
                  <a:ext cx="536575" cy="620578"/>
                </a:xfrm>
                <a:custGeom>
                  <a:avLst/>
                  <a:gdLst>
                    <a:gd name="connsiteX0" fmla="*/ 349500 w 842307"/>
                    <a:gd name="connsiteY0" fmla="*/ 308594 h 974604"/>
                    <a:gd name="connsiteX1" fmla="*/ 324100 w 842307"/>
                    <a:gd name="connsiteY1" fmla="*/ 206994 h 974604"/>
                    <a:gd name="connsiteX2" fmla="*/ 413000 w 842307"/>
                    <a:gd name="connsiteY2" fmla="*/ 64119 h 974604"/>
                    <a:gd name="connsiteX3" fmla="*/ 574925 w 842307"/>
                    <a:gd name="connsiteY3" fmla="*/ 619 h 974604"/>
                    <a:gd name="connsiteX4" fmla="*/ 717800 w 842307"/>
                    <a:gd name="connsiteY4" fmla="*/ 38719 h 974604"/>
                    <a:gd name="connsiteX5" fmla="*/ 813050 w 842307"/>
                    <a:gd name="connsiteY5" fmla="*/ 146669 h 974604"/>
                    <a:gd name="connsiteX6" fmla="*/ 841625 w 842307"/>
                    <a:gd name="connsiteY6" fmla="*/ 305419 h 974604"/>
                    <a:gd name="connsiteX7" fmla="*/ 790825 w 842307"/>
                    <a:gd name="connsiteY7" fmla="*/ 429244 h 974604"/>
                    <a:gd name="connsiteX8" fmla="*/ 759075 w 842307"/>
                    <a:gd name="connsiteY8" fmla="*/ 476869 h 974604"/>
                    <a:gd name="connsiteX9" fmla="*/ 774950 w 842307"/>
                    <a:gd name="connsiteY9" fmla="*/ 581644 h 974604"/>
                    <a:gd name="connsiteX10" fmla="*/ 752725 w 842307"/>
                    <a:gd name="connsiteY10" fmla="*/ 699119 h 974604"/>
                    <a:gd name="connsiteX11" fmla="*/ 701925 w 842307"/>
                    <a:gd name="connsiteY11" fmla="*/ 816594 h 974604"/>
                    <a:gd name="connsiteX12" fmla="*/ 625725 w 842307"/>
                    <a:gd name="connsiteY12" fmla="*/ 889619 h 974604"/>
                    <a:gd name="connsiteX13" fmla="*/ 514600 w 842307"/>
                    <a:gd name="connsiteY13" fmla="*/ 959469 h 974604"/>
                    <a:gd name="connsiteX14" fmla="*/ 384425 w 842307"/>
                    <a:gd name="connsiteY14" fmla="*/ 972169 h 974604"/>
                    <a:gd name="connsiteX15" fmla="*/ 257425 w 842307"/>
                    <a:gd name="connsiteY15" fmla="*/ 924544 h 974604"/>
                    <a:gd name="connsiteX16" fmla="*/ 225675 w 842307"/>
                    <a:gd name="connsiteY16" fmla="*/ 826119 h 974604"/>
                    <a:gd name="connsiteX17" fmla="*/ 212975 w 842307"/>
                    <a:gd name="connsiteY17" fmla="*/ 737219 h 974604"/>
                    <a:gd name="connsiteX18" fmla="*/ 178050 w 842307"/>
                    <a:gd name="connsiteY18" fmla="*/ 775319 h 974604"/>
                    <a:gd name="connsiteX19" fmla="*/ 98675 w 842307"/>
                    <a:gd name="connsiteY19" fmla="*/ 845169 h 974604"/>
                    <a:gd name="connsiteX20" fmla="*/ 63750 w 842307"/>
                    <a:gd name="connsiteY20" fmla="*/ 845169 h 974604"/>
                    <a:gd name="connsiteX21" fmla="*/ 19300 w 842307"/>
                    <a:gd name="connsiteY21" fmla="*/ 772144 h 974604"/>
                    <a:gd name="connsiteX22" fmla="*/ 3425 w 842307"/>
                    <a:gd name="connsiteY22" fmla="*/ 683244 h 974604"/>
                    <a:gd name="connsiteX23" fmla="*/ 82800 w 842307"/>
                    <a:gd name="connsiteY23" fmla="*/ 718169 h 974604"/>
                    <a:gd name="connsiteX24" fmla="*/ 111375 w 842307"/>
                    <a:gd name="connsiteY24" fmla="*/ 699119 h 974604"/>
                    <a:gd name="connsiteX25" fmla="*/ 155825 w 842307"/>
                    <a:gd name="connsiteY25" fmla="*/ 622919 h 974604"/>
                    <a:gd name="connsiteX26" fmla="*/ 222500 w 842307"/>
                    <a:gd name="connsiteY26" fmla="*/ 603869 h 974604"/>
                    <a:gd name="connsiteX27" fmla="*/ 273300 w 842307"/>
                    <a:gd name="connsiteY27" fmla="*/ 610219 h 974604"/>
                    <a:gd name="connsiteX28" fmla="*/ 317750 w 842307"/>
                    <a:gd name="connsiteY28" fmla="*/ 657844 h 974604"/>
                    <a:gd name="connsiteX29" fmla="*/ 346325 w 842307"/>
                    <a:gd name="connsiteY29" fmla="*/ 708644 h 974604"/>
                    <a:gd name="connsiteX30" fmla="*/ 384425 w 842307"/>
                    <a:gd name="connsiteY30" fmla="*/ 791194 h 974604"/>
                    <a:gd name="connsiteX0" fmla="*/ 349500 w 842307"/>
                    <a:gd name="connsiteY0" fmla="*/ 308594 h 974604"/>
                    <a:gd name="connsiteX1" fmla="*/ 338388 w 842307"/>
                    <a:gd name="connsiteY1" fmla="*/ 199850 h 974604"/>
                    <a:gd name="connsiteX2" fmla="*/ 413000 w 842307"/>
                    <a:gd name="connsiteY2" fmla="*/ 64119 h 974604"/>
                    <a:gd name="connsiteX3" fmla="*/ 574925 w 842307"/>
                    <a:gd name="connsiteY3" fmla="*/ 619 h 974604"/>
                    <a:gd name="connsiteX4" fmla="*/ 717800 w 842307"/>
                    <a:gd name="connsiteY4" fmla="*/ 38719 h 974604"/>
                    <a:gd name="connsiteX5" fmla="*/ 813050 w 842307"/>
                    <a:gd name="connsiteY5" fmla="*/ 146669 h 974604"/>
                    <a:gd name="connsiteX6" fmla="*/ 841625 w 842307"/>
                    <a:gd name="connsiteY6" fmla="*/ 305419 h 974604"/>
                    <a:gd name="connsiteX7" fmla="*/ 790825 w 842307"/>
                    <a:gd name="connsiteY7" fmla="*/ 429244 h 974604"/>
                    <a:gd name="connsiteX8" fmla="*/ 759075 w 842307"/>
                    <a:gd name="connsiteY8" fmla="*/ 476869 h 974604"/>
                    <a:gd name="connsiteX9" fmla="*/ 774950 w 842307"/>
                    <a:gd name="connsiteY9" fmla="*/ 581644 h 974604"/>
                    <a:gd name="connsiteX10" fmla="*/ 752725 w 842307"/>
                    <a:gd name="connsiteY10" fmla="*/ 699119 h 974604"/>
                    <a:gd name="connsiteX11" fmla="*/ 701925 w 842307"/>
                    <a:gd name="connsiteY11" fmla="*/ 816594 h 974604"/>
                    <a:gd name="connsiteX12" fmla="*/ 625725 w 842307"/>
                    <a:gd name="connsiteY12" fmla="*/ 889619 h 974604"/>
                    <a:gd name="connsiteX13" fmla="*/ 514600 w 842307"/>
                    <a:gd name="connsiteY13" fmla="*/ 959469 h 974604"/>
                    <a:gd name="connsiteX14" fmla="*/ 384425 w 842307"/>
                    <a:gd name="connsiteY14" fmla="*/ 972169 h 974604"/>
                    <a:gd name="connsiteX15" fmla="*/ 257425 w 842307"/>
                    <a:gd name="connsiteY15" fmla="*/ 924544 h 974604"/>
                    <a:gd name="connsiteX16" fmla="*/ 225675 w 842307"/>
                    <a:gd name="connsiteY16" fmla="*/ 826119 h 974604"/>
                    <a:gd name="connsiteX17" fmla="*/ 212975 w 842307"/>
                    <a:gd name="connsiteY17" fmla="*/ 737219 h 974604"/>
                    <a:gd name="connsiteX18" fmla="*/ 178050 w 842307"/>
                    <a:gd name="connsiteY18" fmla="*/ 775319 h 974604"/>
                    <a:gd name="connsiteX19" fmla="*/ 98675 w 842307"/>
                    <a:gd name="connsiteY19" fmla="*/ 845169 h 974604"/>
                    <a:gd name="connsiteX20" fmla="*/ 63750 w 842307"/>
                    <a:gd name="connsiteY20" fmla="*/ 845169 h 974604"/>
                    <a:gd name="connsiteX21" fmla="*/ 19300 w 842307"/>
                    <a:gd name="connsiteY21" fmla="*/ 772144 h 974604"/>
                    <a:gd name="connsiteX22" fmla="*/ 3425 w 842307"/>
                    <a:gd name="connsiteY22" fmla="*/ 683244 h 974604"/>
                    <a:gd name="connsiteX23" fmla="*/ 82800 w 842307"/>
                    <a:gd name="connsiteY23" fmla="*/ 718169 h 974604"/>
                    <a:gd name="connsiteX24" fmla="*/ 111375 w 842307"/>
                    <a:gd name="connsiteY24" fmla="*/ 699119 h 974604"/>
                    <a:gd name="connsiteX25" fmla="*/ 155825 w 842307"/>
                    <a:gd name="connsiteY25" fmla="*/ 622919 h 974604"/>
                    <a:gd name="connsiteX26" fmla="*/ 222500 w 842307"/>
                    <a:gd name="connsiteY26" fmla="*/ 603869 h 974604"/>
                    <a:gd name="connsiteX27" fmla="*/ 273300 w 842307"/>
                    <a:gd name="connsiteY27" fmla="*/ 610219 h 974604"/>
                    <a:gd name="connsiteX28" fmla="*/ 317750 w 842307"/>
                    <a:gd name="connsiteY28" fmla="*/ 657844 h 974604"/>
                    <a:gd name="connsiteX29" fmla="*/ 346325 w 842307"/>
                    <a:gd name="connsiteY29" fmla="*/ 708644 h 974604"/>
                    <a:gd name="connsiteX30" fmla="*/ 384425 w 842307"/>
                    <a:gd name="connsiteY30" fmla="*/ 791194 h 974604"/>
                    <a:gd name="connsiteX0" fmla="*/ 349500 w 841820"/>
                    <a:gd name="connsiteY0" fmla="*/ 308594 h 974604"/>
                    <a:gd name="connsiteX1" fmla="*/ 338388 w 841820"/>
                    <a:gd name="connsiteY1" fmla="*/ 199850 h 974604"/>
                    <a:gd name="connsiteX2" fmla="*/ 413000 w 841820"/>
                    <a:gd name="connsiteY2" fmla="*/ 64119 h 974604"/>
                    <a:gd name="connsiteX3" fmla="*/ 574925 w 841820"/>
                    <a:gd name="connsiteY3" fmla="*/ 619 h 974604"/>
                    <a:gd name="connsiteX4" fmla="*/ 717800 w 841820"/>
                    <a:gd name="connsiteY4" fmla="*/ 38719 h 974604"/>
                    <a:gd name="connsiteX5" fmla="*/ 813050 w 841820"/>
                    <a:gd name="connsiteY5" fmla="*/ 146669 h 974604"/>
                    <a:gd name="connsiteX6" fmla="*/ 841625 w 841820"/>
                    <a:gd name="connsiteY6" fmla="*/ 305419 h 974604"/>
                    <a:gd name="connsiteX7" fmla="*/ 802731 w 841820"/>
                    <a:gd name="connsiteY7" fmla="*/ 412575 h 974604"/>
                    <a:gd name="connsiteX8" fmla="*/ 759075 w 841820"/>
                    <a:gd name="connsiteY8" fmla="*/ 476869 h 974604"/>
                    <a:gd name="connsiteX9" fmla="*/ 774950 w 841820"/>
                    <a:gd name="connsiteY9" fmla="*/ 581644 h 974604"/>
                    <a:gd name="connsiteX10" fmla="*/ 752725 w 841820"/>
                    <a:gd name="connsiteY10" fmla="*/ 699119 h 974604"/>
                    <a:gd name="connsiteX11" fmla="*/ 701925 w 841820"/>
                    <a:gd name="connsiteY11" fmla="*/ 816594 h 974604"/>
                    <a:gd name="connsiteX12" fmla="*/ 625725 w 841820"/>
                    <a:gd name="connsiteY12" fmla="*/ 889619 h 974604"/>
                    <a:gd name="connsiteX13" fmla="*/ 514600 w 841820"/>
                    <a:gd name="connsiteY13" fmla="*/ 959469 h 974604"/>
                    <a:gd name="connsiteX14" fmla="*/ 384425 w 841820"/>
                    <a:gd name="connsiteY14" fmla="*/ 972169 h 974604"/>
                    <a:gd name="connsiteX15" fmla="*/ 257425 w 841820"/>
                    <a:gd name="connsiteY15" fmla="*/ 924544 h 974604"/>
                    <a:gd name="connsiteX16" fmla="*/ 225675 w 841820"/>
                    <a:gd name="connsiteY16" fmla="*/ 826119 h 974604"/>
                    <a:gd name="connsiteX17" fmla="*/ 212975 w 841820"/>
                    <a:gd name="connsiteY17" fmla="*/ 737219 h 974604"/>
                    <a:gd name="connsiteX18" fmla="*/ 178050 w 841820"/>
                    <a:gd name="connsiteY18" fmla="*/ 775319 h 974604"/>
                    <a:gd name="connsiteX19" fmla="*/ 98675 w 841820"/>
                    <a:gd name="connsiteY19" fmla="*/ 845169 h 974604"/>
                    <a:gd name="connsiteX20" fmla="*/ 63750 w 841820"/>
                    <a:gd name="connsiteY20" fmla="*/ 845169 h 974604"/>
                    <a:gd name="connsiteX21" fmla="*/ 19300 w 841820"/>
                    <a:gd name="connsiteY21" fmla="*/ 772144 h 974604"/>
                    <a:gd name="connsiteX22" fmla="*/ 3425 w 841820"/>
                    <a:gd name="connsiteY22" fmla="*/ 683244 h 974604"/>
                    <a:gd name="connsiteX23" fmla="*/ 82800 w 841820"/>
                    <a:gd name="connsiteY23" fmla="*/ 718169 h 974604"/>
                    <a:gd name="connsiteX24" fmla="*/ 111375 w 841820"/>
                    <a:gd name="connsiteY24" fmla="*/ 699119 h 974604"/>
                    <a:gd name="connsiteX25" fmla="*/ 155825 w 841820"/>
                    <a:gd name="connsiteY25" fmla="*/ 622919 h 974604"/>
                    <a:gd name="connsiteX26" fmla="*/ 222500 w 841820"/>
                    <a:gd name="connsiteY26" fmla="*/ 603869 h 974604"/>
                    <a:gd name="connsiteX27" fmla="*/ 273300 w 841820"/>
                    <a:gd name="connsiteY27" fmla="*/ 610219 h 974604"/>
                    <a:gd name="connsiteX28" fmla="*/ 317750 w 841820"/>
                    <a:gd name="connsiteY28" fmla="*/ 657844 h 974604"/>
                    <a:gd name="connsiteX29" fmla="*/ 346325 w 841820"/>
                    <a:gd name="connsiteY29" fmla="*/ 708644 h 974604"/>
                    <a:gd name="connsiteX30" fmla="*/ 384425 w 841820"/>
                    <a:gd name="connsiteY30" fmla="*/ 791194 h 974604"/>
                    <a:gd name="connsiteX0" fmla="*/ 349500 w 841820"/>
                    <a:gd name="connsiteY0" fmla="*/ 308594 h 974604"/>
                    <a:gd name="connsiteX1" fmla="*/ 338388 w 841820"/>
                    <a:gd name="connsiteY1" fmla="*/ 199850 h 974604"/>
                    <a:gd name="connsiteX2" fmla="*/ 413000 w 841820"/>
                    <a:gd name="connsiteY2" fmla="*/ 64119 h 974604"/>
                    <a:gd name="connsiteX3" fmla="*/ 574925 w 841820"/>
                    <a:gd name="connsiteY3" fmla="*/ 619 h 974604"/>
                    <a:gd name="connsiteX4" fmla="*/ 717800 w 841820"/>
                    <a:gd name="connsiteY4" fmla="*/ 38719 h 974604"/>
                    <a:gd name="connsiteX5" fmla="*/ 813050 w 841820"/>
                    <a:gd name="connsiteY5" fmla="*/ 146669 h 974604"/>
                    <a:gd name="connsiteX6" fmla="*/ 841625 w 841820"/>
                    <a:gd name="connsiteY6" fmla="*/ 305419 h 974604"/>
                    <a:gd name="connsiteX7" fmla="*/ 802731 w 841820"/>
                    <a:gd name="connsiteY7" fmla="*/ 412575 h 974604"/>
                    <a:gd name="connsiteX8" fmla="*/ 759075 w 841820"/>
                    <a:gd name="connsiteY8" fmla="*/ 476869 h 974604"/>
                    <a:gd name="connsiteX9" fmla="*/ 774950 w 841820"/>
                    <a:gd name="connsiteY9" fmla="*/ 581644 h 974604"/>
                    <a:gd name="connsiteX10" fmla="*/ 752725 w 841820"/>
                    <a:gd name="connsiteY10" fmla="*/ 699119 h 974604"/>
                    <a:gd name="connsiteX11" fmla="*/ 701925 w 841820"/>
                    <a:gd name="connsiteY11" fmla="*/ 816594 h 974604"/>
                    <a:gd name="connsiteX12" fmla="*/ 625725 w 841820"/>
                    <a:gd name="connsiteY12" fmla="*/ 889619 h 974604"/>
                    <a:gd name="connsiteX13" fmla="*/ 514600 w 841820"/>
                    <a:gd name="connsiteY13" fmla="*/ 959469 h 974604"/>
                    <a:gd name="connsiteX14" fmla="*/ 384425 w 841820"/>
                    <a:gd name="connsiteY14" fmla="*/ 972169 h 974604"/>
                    <a:gd name="connsiteX15" fmla="*/ 257425 w 841820"/>
                    <a:gd name="connsiteY15" fmla="*/ 924544 h 974604"/>
                    <a:gd name="connsiteX16" fmla="*/ 225675 w 841820"/>
                    <a:gd name="connsiteY16" fmla="*/ 826119 h 974604"/>
                    <a:gd name="connsiteX17" fmla="*/ 212975 w 841820"/>
                    <a:gd name="connsiteY17" fmla="*/ 737219 h 974604"/>
                    <a:gd name="connsiteX18" fmla="*/ 178050 w 841820"/>
                    <a:gd name="connsiteY18" fmla="*/ 775319 h 974604"/>
                    <a:gd name="connsiteX19" fmla="*/ 93912 w 841820"/>
                    <a:gd name="connsiteY19" fmla="*/ 833263 h 974604"/>
                    <a:gd name="connsiteX20" fmla="*/ 63750 w 841820"/>
                    <a:gd name="connsiteY20" fmla="*/ 845169 h 974604"/>
                    <a:gd name="connsiteX21" fmla="*/ 19300 w 841820"/>
                    <a:gd name="connsiteY21" fmla="*/ 772144 h 974604"/>
                    <a:gd name="connsiteX22" fmla="*/ 3425 w 841820"/>
                    <a:gd name="connsiteY22" fmla="*/ 683244 h 974604"/>
                    <a:gd name="connsiteX23" fmla="*/ 82800 w 841820"/>
                    <a:gd name="connsiteY23" fmla="*/ 718169 h 974604"/>
                    <a:gd name="connsiteX24" fmla="*/ 111375 w 841820"/>
                    <a:gd name="connsiteY24" fmla="*/ 699119 h 974604"/>
                    <a:gd name="connsiteX25" fmla="*/ 155825 w 841820"/>
                    <a:gd name="connsiteY25" fmla="*/ 622919 h 974604"/>
                    <a:gd name="connsiteX26" fmla="*/ 222500 w 841820"/>
                    <a:gd name="connsiteY26" fmla="*/ 603869 h 974604"/>
                    <a:gd name="connsiteX27" fmla="*/ 273300 w 841820"/>
                    <a:gd name="connsiteY27" fmla="*/ 610219 h 974604"/>
                    <a:gd name="connsiteX28" fmla="*/ 317750 w 841820"/>
                    <a:gd name="connsiteY28" fmla="*/ 657844 h 974604"/>
                    <a:gd name="connsiteX29" fmla="*/ 346325 w 841820"/>
                    <a:gd name="connsiteY29" fmla="*/ 708644 h 974604"/>
                    <a:gd name="connsiteX30" fmla="*/ 384425 w 841820"/>
                    <a:gd name="connsiteY30" fmla="*/ 791194 h 974604"/>
                    <a:gd name="connsiteX0" fmla="*/ 349407 w 841727"/>
                    <a:gd name="connsiteY0" fmla="*/ 308594 h 974604"/>
                    <a:gd name="connsiteX1" fmla="*/ 338295 w 841727"/>
                    <a:gd name="connsiteY1" fmla="*/ 199850 h 974604"/>
                    <a:gd name="connsiteX2" fmla="*/ 412907 w 841727"/>
                    <a:gd name="connsiteY2" fmla="*/ 64119 h 974604"/>
                    <a:gd name="connsiteX3" fmla="*/ 574832 w 841727"/>
                    <a:gd name="connsiteY3" fmla="*/ 619 h 974604"/>
                    <a:gd name="connsiteX4" fmla="*/ 717707 w 841727"/>
                    <a:gd name="connsiteY4" fmla="*/ 38719 h 974604"/>
                    <a:gd name="connsiteX5" fmla="*/ 812957 w 841727"/>
                    <a:gd name="connsiteY5" fmla="*/ 146669 h 974604"/>
                    <a:gd name="connsiteX6" fmla="*/ 841532 w 841727"/>
                    <a:gd name="connsiteY6" fmla="*/ 305419 h 974604"/>
                    <a:gd name="connsiteX7" fmla="*/ 802638 w 841727"/>
                    <a:gd name="connsiteY7" fmla="*/ 412575 h 974604"/>
                    <a:gd name="connsiteX8" fmla="*/ 758982 w 841727"/>
                    <a:gd name="connsiteY8" fmla="*/ 476869 h 974604"/>
                    <a:gd name="connsiteX9" fmla="*/ 774857 w 841727"/>
                    <a:gd name="connsiteY9" fmla="*/ 581644 h 974604"/>
                    <a:gd name="connsiteX10" fmla="*/ 752632 w 841727"/>
                    <a:gd name="connsiteY10" fmla="*/ 699119 h 974604"/>
                    <a:gd name="connsiteX11" fmla="*/ 701832 w 841727"/>
                    <a:gd name="connsiteY11" fmla="*/ 816594 h 974604"/>
                    <a:gd name="connsiteX12" fmla="*/ 625632 w 841727"/>
                    <a:gd name="connsiteY12" fmla="*/ 889619 h 974604"/>
                    <a:gd name="connsiteX13" fmla="*/ 514507 w 841727"/>
                    <a:gd name="connsiteY13" fmla="*/ 959469 h 974604"/>
                    <a:gd name="connsiteX14" fmla="*/ 384332 w 841727"/>
                    <a:gd name="connsiteY14" fmla="*/ 972169 h 974604"/>
                    <a:gd name="connsiteX15" fmla="*/ 257332 w 841727"/>
                    <a:gd name="connsiteY15" fmla="*/ 924544 h 974604"/>
                    <a:gd name="connsiteX16" fmla="*/ 225582 w 841727"/>
                    <a:gd name="connsiteY16" fmla="*/ 826119 h 974604"/>
                    <a:gd name="connsiteX17" fmla="*/ 212882 w 841727"/>
                    <a:gd name="connsiteY17" fmla="*/ 737219 h 974604"/>
                    <a:gd name="connsiteX18" fmla="*/ 177957 w 841727"/>
                    <a:gd name="connsiteY18" fmla="*/ 775319 h 974604"/>
                    <a:gd name="connsiteX19" fmla="*/ 93819 w 841727"/>
                    <a:gd name="connsiteY19" fmla="*/ 833263 h 974604"/>
                    <a:gd name="connsiteX20" fmla="*/ 58894 w 841727"/>
                    <a:gd name="connsiteY20" fmla="*/ 816594 h 974604"/>
                    <a:gd name="connsiteX21" fmla="*/ 19207 w 841727"/>
                    <a:gd name="connsiteY21" fmla="*/ 772144 h 974604"/>
                    <a:gd name="connsiteX22" fmla="*/ 3332 w 841727"/>
                    <a:gd name="connsiteY22" fmla="*/ 683244 h 974604"/>
                    <a:gd name="connsiteX23" fmla="*/ 82707 w 841727"/>
                    <a:gd name="connsiteY23" fmla="*/ 718169 h 974604"/>
                    <a:gd name="connsiteX24" fmla="*/ 111282 w 841727"/>
                    <a:gd name="connsiteY24" fmla="*/ 699119 h 974604"/>
                    <a:gd name="connsiteX25" fmla="*/ 155732 w 841727"/>
                    <a:gd name="connsiteY25" fmla="*/ 622919 h 974604"/>
                    <a:gd name="connsiteX26" fmla="*/ 222407 w 841727"/>
                    <a:gd name="connsiteY26" fmla="*/ 603869 h 974604"/>
                    <a:gd name="connsiteX27" fmla="*/ 273207 w 841727"/>
                    <a:gd name="connsiteY27" fmla="*/ 610219 h 974604"/>
                    <a:gd name="connsiteX28" fmla="*/ 317657 w 841727"/>
                    <a:gd name="connsiteY28" fmla="*/ 657844 h 974604"/>
                    <a:gd name="connsiteX29" fmla="*/ 346232 w 841727"/>
                    <a:gd name="connsiteY29" fmla="*/ 708644 h 974604"/>
                    <a:gd name="connsiteX30" fmla="*/ 384332 w 841727"/>
                    <a:gd name="connsiteY30" fmla="*/ 791194 h 974604"/>
                    <a:gd name="connsiteX0" fmla="*/ 349407 w 841727"/>
                    <a:gd name="connsiteY0" fmla="*/ 308594 h 974604"/>
                    <a:gd name="connsiteX1" fmla="*/ 338295 w 841727"/>
                    <a:gd name="connsiteY1" fmla="*/ 199850 h 974604"/>
                    <a:gd name="connsiteX2" fmla="*/ 412907 w 841727"/>
                    <a:gd name="connsiteY2" fmla="*/ 64119 h 974604"/>
                    <a:gd name="connsiteX3" fmla="*/ 574832 w 841727"/>
                    <a:gd name="connsiteY3" fmla="*/ 619 h 974604"/>
                    <a:gd name="connsiteX4" fmla="*/ 717707 w 841727"/>
                    <a:gd name="connsiteY4" fmla="*/ 38719 h 974604"/>
                    <a:gd name="connsiteX5" fmla="*/ 812957 w 841727"/>
                    <a:gd name="connsiteY5" fmla="*/ 146669 h 974604"/>
                    <a:gd name="connsiteX6" fmla="*/ 841532 w 841727"/>
                    <a:gd name="connsiteY6" fmla="*/ 305419 h 974604"/>
                    <a:gd name="connsiteX7" fmla="*/ 802638 w 841727"/>
                    <a:gd name="connsiteY7" fmla="*/ 412575 h 974604"/>
                    <a:gd name="connsiteX8" fmla="*/ 758982 w 841727"/>
                    <a:gd name="connsiteY8" fmla="*/ 476869 h 974604"/>
                    <a:gd name="connsiteX9" fmla="*/ 774857 w 841727"/>
                    <a:gd name="connsiteY9" fmla="*/ 581644 h 974604"/>
                    <a:gd name="connsiteX10" fmla="*/ 752632 w 841727"/>
                    <a:gd name="connsiteY10" fmla="*/ 699119 h 974604"/>
                    <a:gd name="connsiteX11" fmla="*/ 701832 w 841727"/>
                    <a:gd name="connsiteY11" fmla="*/ 816594 h 974604"/>
                    <a:gd name="connsiteX12" fmla="*/ 625632 w 841727"/>
                    <a:gd name="connsiteY12" fmla="*/ 889619 h 974604"/>
                    <a:gd name="connsiteX13" fmla="*/ 514507 w 841727"/>
                    <a:gd name="connsiteY13" fmla="*/ 959469 h 974604"/>
                    <a:gd name="connsiteX14" fmla="*/ 384332 w 841727"/>
                    <a:gd name="connsiteY14" fmla="*/ 972169 h 974604"/>
                    <a:gd name="connsiteX15" fmla="*/ 257332 w 841727"/>
                    <a:gd name="connsiteY15" fmla="*/ 924544 h 974604"/>
                    <a:gd name="connsiteX16" fmla="*/ 225582 w 841727"/>
                    <a:gd name="connsiteY16" fmla="*/ 826119 h 974604"/>
                    <a:gd name="connsiteX17" fmla="*/ 212882 w 841727"/>
                    <a:gd name="connsiteY17" fmla="*/ 737219 h 974604"/>
                    <a:gd name="connsiteX18" fmla="*/ 177957 w 841727"/>
                    <a:gd name="connsiteY18" fmla="*/ 775319 h 974604"/>
                    <a:gd name="connsiteX19" fmla="*/ 91437 w 841727"/>
                    <a:gd name="connsiteY19" fmla="*/ 816594 h 974604"/>
                    <a:gd name="connsiteX20" fmla="*/ 58894 w 841727"/>
                    <a:gd name="connsiteY20" fmla="*/ 816594 h 974604"/>
                    <a:gd name="connsiteX21" fmla="*/ 19207 w 841727"/>
                    <a:gd name="connsiteY21" fmla="*/ 772144 h 974604"/>
                    <a:gd name="connsiteX22" fmla="*/ 3332 w 841727"/>
                    <a:gd name="connsiteY22" fmla="*/ 683244 h 974604"/>
                    <a:gd name="connsiteX23" fmla="*/ 82707 w 841727"/>
                    <a:gd name="connsiteY23" fmla="*/ 718169 h 974604"/>
                    <a:gd name="connsiteX24" fmla="*/ 111282 w 841727"/>
                    <a:gd name="connsiteY24" fmla="*/ 699119 h 974604"/>
                    <a:gd name="connsiteX25" fmla="*/ 155732 w 841727"/>
                    <a:gd name="connsiteY25" fmla="*/ 622919 h 974604"/>
                    <a:gd name="connsiteX26" fmla="*/ 222407 w 841727"/>
                    <a:gd name="connsiteY26" fmla="*/ 603869 h 974604"/>
                    <a:gd name="connsiteX27" fmla="*/ 273207 w 841727"/>
                    <a:gd name="connsiteY27" fmla="*/ 610219 h 974604"/>
                    <a:gd name="connsiteX28" fmla="*/ 317657 w 841727"/>
                    <a:gd name="connsiteY28" fmla="*/ 657844 h 974604"/>
                    <a:gd name="connsiteX29" fmla="*/ 346232 w 841727"/>
                    <a:gd name="connsiteY29" fmla="*/ 708644 h 974604"/>
                    <a:gd name="connsiteX30" fmla="*/ 384332 w 841727"/>
                    <a:gd name="connsiteY30" fmla="*/ 791194 h 974604"/>
                    <a:gd name="connsiteX0" fmla="*/ 349362 w 841682"/>
                    <a:gd name="connsiteY0" fmla="*/ 308594 h 974604"/>
                    <a:gd name="connsiteX1" fmla="*/ 338250 w 841682"/>
                    <a:gd name="connsiteY1" fmla="*/ 199850 h 974604"/>
                    <a:gd name="connsiteX2" fmla="*/ 412862 w 841682"/>
                    <a:gd name="connsiteY2" fmla="*/ 64119 h 974604"/>
                    <a:gd name="connsiteX3" fmla="*/ 574787 w 841682"/>
                    <a:gd name="connsiteY3" fmla="*/ 619 h 974604"/>
                    <a:gd name="connsiteX4" fmla="*/ 717662 w 841682"/>
                    <a:gd name="connsiteY4" fmla="*/ 38719 h 974604"/>
                    <a:gd name="connsiteX5" fmla="*/ 812912 w 841682"/>
                    <a:gd name="connsiteY5" fmla="*/ 146669 h 974604"/>
                    <a:gd name="connsiteX6" fmla="*/ 841487 w 841682"/>
                    <a:gd name="connsiteY6" fmla="*/ 305419 h 974604"/>
                    <a:gd name="connsiteX7" fmla="*/ 802593 w 841682"/>
                    <a:gd name="connsiteY7" fmla="*/ 412575 h 974604"/>
                    <a:gd name="connsiteX8" fmla="*/ 758937 w 841682"/>
                    <a:gd name="connsiteY8" fmla="*/ 476869 h 974604"/>
                    <a:gd name="connsiteX9" fmla="*/ 774812 w 841682"/>
                    <a:gd name="connsiteY9" fmla="*/ 581644 h 974604"/>
                    <a:gd name="connsiteX10" fmla="*/ 752587 w 841682"/>
                    <a:gd name="connsiteY10" fmla="*/ 699119 h 974604"/>
                    <a:gd name="connsiteX11" fmla="*/ 701787 w 841682"/>
                    <a:gd name="connsiteY11" fmla="*/ 816594 h 974604"/>
                    <a:gd name="connsiteX12" fmla="*/ 625587 w 841682"/>
                    <a:gd name="connsiteY12" fmla="*/ 889619 h 974604"/>
                    <a:gd name="connsiteX13" fmla="*/ 514462 w 841682"/>
                    <a:gd name="connsiteY13" fmla="*/ 959469 h 974604"/>
                    <a:gd name="connsiteX14" fmla="*/ 384287 w 841682"/>
                    <a:gd name="connsiteY14" fmla="*/ 972169 h 974604"/>
                    <a:gd name="connsiteX15" fmla="*/ 257287 w 841682"/>
                    <a:gd name="connsiteY15" fmla="*/ 924544 h 974604"/>
                    <a:gd name="connsiteX16" fmla="*/ 225537 w 841682"/>
                    <a:gd name="connsiteY16" fmla="*/ 826119 h 974604"/>
                    <a:gd name="connsiteX17" fmla="*/ 212837 w 841682"/>
                    <a:gd name="connsiteY17" fmla="*/ 737219 h 974604"/>
                    <a:gd name="connsiteX18" fmla="*/ 177912 w 841682"/>
                    <a:gd name="connsiteY18" fmla="*/ 775319 h 974604"/>
                    <a:gd name="connsiteX19" fmla="*/ 91392 w 841682"/>
                    <a:gd name="connsiteY19" fmla="*/ 816594 h 974604"/>
                    <a:gd name="connsiteX20" fmla="*/ 56468 w 841682"/>
                    <a:gd name="connsiteY20" fmla="*/ 809451 h 974604"/>
                    <a:gd name="connsiteX21" fmla="*/ 19162 w 841682"/>
                    <a:gd name="connsiteY21" fmla="*/ 772144 h 974604"/>
                    <a:gd name="connsiteX22" fmla="*/ 3287 w 841682"/>
                    <a:gd name="connsiteY22" fmla="*/ 683244 h 974604"/>
                    <a:gd name="connsiteX23" fmla="*/ 82662 w 841682"/>
                    <a:gd name="connsiteY23" fmla="*/ 718169 h 974604"/>
                    <a:gd name="connsiteX24" fmla="*/ 111237 w 841682"/>
                    <a:gd name="connsiteY24" fmla="*/ 699119 h 974604"/>
                    <a:gd name="connsiteX25" fmla="*/ 155687 w 841682"/>
                    <a:gd name="connsiteY25" fmla="*/ 622919 h 974604"/>
                    <a:gd name="connsiteX26" fmla="*/ 222362 w 841682"/>
                    <a:gd name="connsiteY26" fmla="*/ 603869 h 974604"/>
                    <a:gd name="connsiteX27" fmla="*/ 273162 w 841682"/>
                    <a:gd name="connsiteY27" fmla="*/ 610219 h 974604"/>
                    <a:gd name="connsiteX28" fmla="*/ 317612 w 841682"/>
                    <a:gd name="connsiteY28" fmla="*/ 657844 h 974604"/>
                    <a:gd name="connsiteX29" fmla="*/ 346187 w 841682"/>
                    <a:gd name="connsiteY29" fmla="*/ 708644 h 974604"/>
                    <a:gd name="connsiteX30" fmla="*/ 384287 w 841682"/>
                    <a:gd name="connsiteY30" fmla="*/ 791194 h 974604"/>
                    <a:gd name="connsiteX0" fmla="*/ 345181 w 837501"/>
                    <a:gd name="connsiteY0" fmla="*/ 308594 h 974604"/>
                    <a:gd name="connsiteX1" fmla="*/ 334069 w 837501"/>
                    <a:gd name="connsiteY1" fmla="*/ 199850 h 974604"/>
                    <a:gd name="connsiteX2" fmla="*/ 408681 w 837501"/>
                    <a:gd name="connsiteY2" fmla="*/ 64119 h 974604"/>
                    <a:gd name="connsiteX3" fmla="*/ 570606 w 837501"/>
                    <a:gd name="connsiteY3" fmla="*/ 619 h 974604"/>
                    <a:gd name="connsiteX4" fmla="*/ 713481 w 837501"/>
                    <a:gd name="connsiteY4" fmla="*/ 38719 h 974604"/>
                    <a:gd name="connsiteX5" fmla="*/ 808731 w 837501"/>
                    <a:gd name="connsiteY5" fmla="*/ 146669 h 974604"/>
                    <a:gd name="connsiteX6" fmla="*/ 837306 w 837501"/>
                    <a:gd name="connsiteY6" fmla="*/ 305419 h 974604"/>
                    <a:gd name="connsiteX7" fmla="*/ 798412 w 837501"/>
                    <a:gd name="connsiteY7" fmla="*/ 412575 h 974604"/>
                    <a:gd name="connsiteX8" fmla="*/ 754756 w 837501"/>
                    <a:gd name="connsiteY8" fmla="*/ 476869 h 974604"/>
                    <a:gd name="connsiteX9" fmla="*/ 770631 w 837501"/>
                    <a:gd name="connsiteY9" fmla="*/ 581644 h 974604"/>
                    <a:gd name="connsiteX10" fmla="*/ 748406 w 837501"/>
                    <a:gd name="connsiteY10" fmla="*/ 699119 h 974604"/>
                    <a:gd name="connsiteX11" fmla="*/ 697606 w 837501"/>
                    <a:gd name="connsiteY11" fmla="*/ 816594 h 974604"/>
                    <a:gd name="connsiteX12" fmla="*/ 621406 w 837501"/>
                    <a:gd name="connsiteY12" fmla="*/ 889619 h 974604"/>
                    <a:gd name="connsiteX13" fmla="*/ 510281 w 837501"/>
                    <a:gd name="connsiteY13" fmla="*/ 959469 h 974604"/>
                    <a:gd name="connsiteX14" fmla="*/ 380106 w 837501"/>
                    <a:gd name="connsiteY14" fmla="*/ 972169 h 974604"/>
                    <a:gd name="connsiteX15" fmla="*/ 253106 w 837501"/>
                    <a:gd name="connsiteY15" fmla="*/ 924544 h 974604"/>
                    <a:gd name="connsiteX16" fmla="*/ 221356 w 837501"/>
                    <a:gd name="connsiteY16" fmla="*/ 826119 h 974604"/>
                    <a:gd name="connsiteX17" fmla="*/ 208656 w 837501"/>
                    <a:gd name="connsiteY17" fmla="*/ 737219 h 974604"/>
                    <a:gd name="connsiteX18" fmla="*/ 173731 w 837501"/>
                    <a:gd name="connsiteY18" fmla="*/ 775319 h 974604"/>
                    <a:gd name="connsiteX19" fmla="*/ 87211 w 837501"/>
                    <a:gd name="connsiteY19" fmla="*/ 816594 h 974604"/>
                    <a:gd name="connsiteX20" fmla="*/ 52287 w 837501"/>
                    <a:gd name="connsiteY20" fmla="*/ 809451 h 974604"/>
                    <a:gd name="connsiteX21" fmla="*/ 14981 w 837501"/>
                    <a:gd name="connsiteY21" fmla="*/ 772144 h 974604"/>
                    <a:gd name="connsiteX22" fmla="*/ 3869 w 837501"/>
                    <a:gd name="connsiteY22" fmla="*/ 695151 h 974604"/>
                    <a:gd name="connsiteX23" fmla="*/ 78481 w 837501"/>
                    <a:gd name="connsiteY23" fmla="*/ 718169 h 974604"/>
                    <a:gd name="connsiteX24" fmla="*/ 107056 w 837501"/>
                    <a:gd name="connsiteY24" fmla="*/ 699119 h 974604"/>
                    <a:gd name="connsiteX25" fmla="*/ 151506 w 837501"/>
                    <a:gd name="connsiteY25" fmla="*/ 622919 h 974604"/>
                    <a:gd name="connsiteX26" fmla="*/ 218181 w 837501"/>
                    <a:gd name="connsiteY26" fmla="*/ 603869 h 974604"/>
                    <a:gd name="connsiteX27" fmla="*/ 268981 w 837501"/>
                    <a:gd name="connsiteY27" fmla="*/ 610219 h 974604"/>
                    <a:gd name="connsiteX28" fmla="*/ 313431 w 837501"/>
                    <a:gd name="connsiteY28" fmla="*/ 657844 h 974604"/>
                    <a:gd name="connsiteX29" fmla="*/ 342006 w 837501"/>
                    <a:gd name="connsiteY29" fmla="*/ 708644 h 974604"/>
                    <a:gd name="connsiteX30" fmla="*/ 380106 w 837501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18609 w 842679"/>
                    <a:gd name="connsiteY28" fmla="*/ 657844 h 974604"/>
                    <a:gd name="connsiteX29" fmla="*/ 347184 w 842679"/>
                    <a:gd name="connsiteY29" fmla="*/ 708644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47184 w 842679"/>
                    <a:gd name="connsiteY29" fmla="*/ 708644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47184 w 842679"/>
                    <a:gd name="connsiteY29" fmla="*/ 708644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47184 w 842679"/>
                    <a:gd name="connsiteY29" fmla="*/ 708644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68615 w 842679"/>
                    <a:gd name="connsiteY29" fmla="*/ 720551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68615 w 842679"/>
                    <a:gd name="connsiteY29" fmla="*/ 720551 h 974604"/>
                    <a:gd name="connsiteX30" fmla="*/ 385284 w 842679"/>
                    <a:gd name="connsiteY30" fmla="*/ 791194 h 974604"/>
                    <a:gd name="connsiteX0" fmla="*/ 350359 w 842679"/>
                    <a:gd name="connsiteY0" fmla="*/ 308594 h 974604"/>
                    <a:gd name="connsiteX1" fmla="*/ 339247 w 842679"/>
                    <a:gd name="connsiteY1" fmla="*/ 199850 h 974604"/>
                    <a:gd name="connsiteX2" fmla="*/ 413859 w 842679"/>
                    <a:gd name="connsiteY2" fmla="*/ 64119 h 974604"/>
                    <a:gd name="connsiteX3" fmla="*/ 575784 w 842679"/>
                    <a:gd name="connsiteY3" fmla="*/ 619 h 974604"/>
                    <a:gd name="connsiteX4" fmla="*/ 718659 w 842679"/>
                    <a:gd name="connsiteY4" fmla="*/ 38719 h 974604"/>
                    <a:gd name="connsiteX5" fmla="*/ 813909 w 842679"/>
                    <a:gd name="connsiteY5" fmla="*/ 146669 h 974604"/>
                    <a:gd name="connsiteX6" fmla="*/ 842484 w 842679"/>
                    <a:gd name="connsiteY6" fmla="*/ 305419 h 974604"/>
                    <a:gd name="connsiteX7" fmla="*/ 803590 w 842679"/>
                    <a:gd name="connsiteY7" fmla="*/ 412575 h 974604"/>
                    <a:gd name="connsiteX8" fmla="*/ 759934 w 842679"/>
                    <a:gd name="connsiteY8" fmla="*/ 476869 h 974604"/>
                    <a:gd name="connsiteX9" fmla="*/ 775809 w 842679"/>
                    <a:gd name="connsiteY9" fmla="*/ 581644 h 974604"/>
                    <a:gd name="connsiteX10" fmla="*/ 753584 w 842679"/>
                    <a:gd name="connsiteY10" fmla="*/ 699119 h 974604"/>
                    <a:gd name="connsiteX11" fmla="*/ 702784 w 842679"/>
                    <a:gd name="connsiteY11" fmla="*/ 816594 h 974604"/>
                    <a:gd name="connsiteX12" fmla="*/ 626584 w 842679"/>
                    <a:gd name="connsiteY12" fmla="*/ 889619 h 974604"/>
                    <a:gd name="connsiteX13" fmla="*/ 515459 w 842679"/>
                    <a:gd name="connsiteY13" fmla="*/ 959469 h 974604"/>
                    <a:gd name="connsiteX14" fmla="*/ 385284 w 842679"/>
                    <a:gd name="connsiteY14" fmla="*/ 972169 h 974604"/>
                    <a:gd name="connsiteX15" fmla="*/ 258284 w 842679"/>
                    <a:gd name="connsiteY15" fmla="*/ 924544 h 974604"/>
                    <a:gd name="connsiteX16" fmla="*/ 226534 w 842679"/>
                    <a:gd name="connsiteY16" fmla="*/ 826119 h 974604"/>
                    <a:gd name="connsiteX17" fmla="*/ 213834 w 842679"/>
                    <a:gd name="connsiteY17" fmla="*/ 737219 h 974604"/>
                    <a:gd name="connsiteX18" fmla="*/ 178909 w 842679"/>
                    <a:gd name="connsiteY18" fmla="*/ 775319 h 974604"/>
                    <a:gd name="connsiteX19" fmla="*/ 92389 w 842679"/>
                    <a:gd name="connsiteY19" fmla="*/ 816594 h 974604"/>
                    <a:gd name="connsiteX20" fmla="*/ 57465 w 842679"/>
                    <a:gd name="connsiteY20" fmla="*/ 809451 h 974604"/>
                    <a:gd name="connsiteX21" fmla="*/ 20159 w 842679"/>
                    <a:gd name="connsiteY21" fmla="*/ 772144 h 974604"/>
                    <a:gd name="connsiteX22" fmla="*/ 9047 w 842679"/>
                    <a:gd name="connsiteY22" fmla="*/ 695151 h 974604"/>
                    <a:gd name="connsiteX23" fmla="*/ 83659 w 842679"/>
                    <a:gd name="connsiteY23" fmla="*/ 718169 h 974604"/>
                    <a:gd name="connsiteX24" fmla="*/ 112234 w 842679"/>
                    <a:gd name="connsiteY24" fmla="*/ 699119 h 974604"/>
                    <a:gd name="connsiteX25" fmla="*/ 156684 w 842679"/>
                    <a:gd name="connsiteY25" fmla="*/ 622919 h 974604"/>
                    <a:gd name="connsiteX26" fmla="*/ 223359 w 842679"/>
                    <a:gd name="connsiteY26" fmla="*/ 603869 h 974604"/>
                    <a:gd name="connsiteX27" fmla="*/ 274159 w 842679"/>
                    <a:gd name="connsiteY27" fmla="*/ 610219 h 974604"/>
                    <a:gd name="connsiteX28" fmla="*/ 325753 w 842679"/>
                    <a:gd name="connsiteY28" fmla="*/ 650700 h 974604"/>
                    <a:gd name="connsiteX29" fmla="*/ 366234 w 842679"/>
                    <a:gd name="connsiteY29" fmla="*/ 708645 h 974604"/>
                    <a:gd name="connsiteX30" fmla="*/ 385284 w 842679"/>
                    <a:gd name="connsiteY30" fmla="*/ 791194 h 974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842679" h="974604">
                      <a:moveTo>
                        <a:pt x="350359" y="308594"/>
                      </a:moveTo>
                      <a:cubicBezTo>
                        <a:pt x="332367" y="278167"/>
                        <a:pt x="328664" y="240596"/>
                        <a:pt x="339247" y="199850"/>
                      </a:cubicBezTo>
                      <a:cubicBezTo>
                        <a:pt x="349830" y="159104"/>
                        <a:pt x="374436" y="97324"/>
                        <a:pt x="413859" y="64119"/>
                      </a:cubicBezTo>
                      <a:cubicBezTo>
                        <a:pt x="453282" y="30914"/>
                        <a:pt x="524984" y="4852"/>
                        <a:pt x="575784" y="619"/>
                      </a:cubicBezTo>
                      <a:cubicBezTo>
                        <a:pt x="626584" y="-3614"/>
                        <a:pt x="678972" y="14377"/>
                        <a:pt x="718659" y="38719"/>
                      </a:cubicBezTo>
                      <a:cubicBezTo>
                        <a:pt x="758347" y="63061"/>
                        <a:pt x="793272" y="102219"/>
                        <a:pt x="813909" y="146669"/>
                      </a:cubicBezTo>
                      <a:cubicBezTo>
                        <a:pt x="834547" y="191119"/>
                        <a:pt x="844204" y="261101"/>
                        <a:pt x="842484" y="305419"/>
                      </a:cubicBezTo>
                      <a:cubicBezTo>
                        <a:pt x="840764" y="349737"/>
                        <a:pt x="817348" y="384000"/>
                        <a:pt x="803590" y="412575"/>
                      </a:cubicBezTo>
                      <a:cubicBezTo>
                        <a:pt x="789832" y="441150"/>
                        <a:pt x="764564" y="448691"/>
                        <a:pt x="759934" y="476869"/>
                      </a:cubicBezTo>
                      <a:cubicBezTo>
                        <a:pt x="755304" y="505047"/>
                        <a:pt x="776867" y="544602"/>
                        <a:pt x="775809" y="581644"/>
                      </a:cubicBezTo>
                      <a:cubicBezTo>
                        <a:pt x="774751" y="618686"/>
                        <a:pt x="765755" y="659961"/>
                        <a:pt x="753584" y="699119"/>
                      </a:cubicBezTo>
                      <a:cubicBezTo>
                        <a:pt x="741413" y="738277"/>
                        <a:pt x="723951" y="784844"/>
                        <a:pt x="702784" y="816594"/>
                      </a:cubicBezTo>
                      <a:cubicBezTo>
                        <a:pt x="681617" y="848344"/>
                        <a:pt x="657805" y="865807"/>
                        <a:pt x="626584" y="889619"/>
                      </a:cubicBezTo>
                      <a:cubicBezTo>
                        <a:pt x="595363" y="913431"/>
                        <a:pt x="555676" y="945711"/>
                        <a:pt x="515459" y="959469"/>
                      </a:cubicBezTo>
                      <a:cubicBezTo>
                        <a:pt x="475242" y="973227"/>
                        <a:pt x="428147" y="977990"/>
                        <a:pt x="385284" y="972169"/>
                      </a:cubicBezTo>
                      <a:cubicBezTo>
                        <a:pt x="342421" y="966348"/>
                        <a:pt x="284742" y="948886"/>
                        <a:pt x="258284" y="924544"/>
                      </a:cubicBezTo>
                      <a:cubicBezTo>
                        <a:pt x="231826" y="900202"/>
                        <a:pt x="233942" y="857340"/>
                        <a:pt x="226534" y="826119"/>
                      </a:cubicBezTo>
                      <a:cubicBezTo>
                        <a:pt x="219126" y="794898"/>
                        <a:pt x="221771" y="745686"/>
                        <a:pt x="213834" y="737219"/>
                      </a:cubicBezTo>
                      <a:cubicBezTo>
                        <a:pt x="205896" y="728752"/>
                        <a:pt x="199150" y="762090"/>
                        <a:pt x="178909" y="775319"/>
                      </a:cubicBezTo>
                      <a:cubicBezTo>
                        <a:pt x="158668" y="788548"/>
                        <a:pt x="112630" y="810905"/>
                        <a:pt x="92389" y="816594"/>
                      </a:cubicBezTo>
                      <a:cubicBezTo>
                        <a:pt x="72148" y="822283"/>
                        <a:pt x="69503" y="816859"/>
                        <a:pt x="57465" y="809451"/>
                      </a:cubicBezTo>
                      <a:cubicBezTo>
                        <a:pt x="45427" y="802043"/>
                        <a:pt x="28229" y="791194"/>
                        <a:pt x="20159" y="772144"/>
                      </a:cubicBezTo>
                      <a:cubicBezTo>
                        <a:pt x="12089" y="753094"/>
                        <a:pt x="-13442" y="708910"/>
                        <a:pt x="9047" y="695151"/>
                      </a:cubicBezTo>
                      <a:cubicBezTo>
                        <a:pt x="31536" y="681392"/>
                        <a:pt x="66461" y="717508"/>
                        <a:pt x="83659" y="718169"/>
                      </a:cubicBezTo>
                      <a:cubicBezTo>
                        <a:pt x="100857" y="718830"/>
                        <a:pt x="100063" y="714994"/>
                        <a:pt x="112234" y="699119"/>
                      </a:cubicBezTo>
                      <a:cubicBezTo>
                        <a:pt x="124405" y="683244"/>
                        <a:pt x="138163" y="638794"/>
                        <a:pt x="156684" y="622919"/>
                      </a:cubicBezTo>
                      <a:cubicBezTo>
                        <a:pt x="175205" y="607044"/>
                        <a:pt x="203780" y="605986"/>
                        <a:pt x="223359" y="603869"/>
                      </a:cubicBezTo>
                      <a:cubicBezTo>
                        <a:pt x="242938" y="601752"/>
                        <a:pt x="257093" y="602414"/>
                        <a:pt x="274159" y="610219"/>
                      </a:cubicBezTo>
                      <a:cubicBezTo>
                        <a:pt x="291225" y="618024"/>
                        <a:pt x="310407" y="634296"/>
                        <a:pt x="325753" y="650700"/>
                      </a:cubicBezTo>
                      <a:cubicBezTo>
                        <a:pt x="341099" y="667104"/>
                        <a:pt x="355122" y="686420"/>
                        <a:pt x="366234" y="708645"/>
                      </a:cubicBezTo>
                      <a:cubicBezTo>
                        <a:pt x="377346" y="730870"/>
                        <a:pt x="391370" y="753359"/>
                        <a:pt x="385284" y="791194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59" name="手繪多邊形: 圖案 58">
                  <a:extLst>
                    <a:ext uri="{FF2B5EF4-FFF2-40B4-BE49-F238E27FC236}">
                      <a16:creationId xmlns:a16="http://schemas.microsoft.com/office/drawing/2014/main" id="{A9C7046C-55BB-444D-A212-78585BFD1A55}"/>
                    </a:ext>
                  </a:extLst>
                </p:cNvPr>
                <p:cNvSpPr/>
                <p:nvPr/>
              </p:nvSpPr>
              <p:spPr>
                <a:xfrm>
                  <a:off x="3708658" y="3214222"/>
                  <a:ext cx="48930" cy="64570"/>
                </a:xfrm>
                <a:custGeom>
                  <a:avLst/>
                  <a:gdLst>
                    <a:gd name="connsiteX0" fmla="*/ 15875 w 84913"/>
                    <a:gd name="connsiteY0" fmla="*/ 0 h 98425"/>
                    <a:gd name="connsiteX1" fmla="*/ 82550 w 84913"/>
                    <a:gd name="connsiteY1" fmla="*/ 25400 h 98425"/>
                    <a:gd name="connsiteX2" fmla="*/ 66675 w 84913"/>
                    <a:gd name="connsiteY2" fmla="*/ 69850 h 98425"/>
                    <a:gd name="connsiteX3" fmla="*/ 34925 w 84913"/>
                    <a:gd name="connsiteY3" fmla="*/ 88900 h 98425"/>
                    <a:gd name="connsiteX4" fmla="*/ 0 w 84913"/>
                    <a:gd name="connsiteY4" fmla="*/ 98425 h 98425"/>
                    <a:gd name="connsiteX0" fmla="*/ 15875 w 74704"/>
                    <a:gd name="connsiteY0" fmla="*/ 0 h 98425"/>
                    <a:gd name="connsiteX1" fmla="*/ 70644 w 74704"/>
                    <a:gd name="connsiteY1" fmla="*/ 8731 h 98425"/>
                    <a:gd name="connsiteX2" fmla="*/ 66675 w 74704"/>
                    <a:gd name="connsiteY2" fmla="*/ 69850 h 98425"/>
                    <a:gd name="connsiteX3" fmla="*/ 34925 w 74704"/>
                    <a:gd name="connsiteY3" fmla="*/ 88900 h 98425"/>
                    <a:gd name="connsiteX4" fmla="*/ 0 w 74704"/>
                    <a:gd name="connsiteY4" fmla="*/ 98425 h 98425"/>
                    <a:gd name="connsiteX0" fmla="*/ 15875 w 74704"/>
                    <a:gd name="connsiteY0" fmla="*/ 5732 h 104157"/>
                    <a:gd name="connsiteX1" fmla="*/ 70644 w 74704"/>
                    <a:gd name="connsiteY1" fmla="*/ 14463 h 104157"/>
                    <a:gd name="connsiteX2" fmla="*/ 66675 w 74704"/>
                    <a:gd name="connsiteY2" fmla="*/ 75582 h 104157"/>
                    <a:gd name="connsiteX3" fmla="*/ 34925 w 74704"/>
                    <a:gd name="connsiteY3" fmla="*/ 94632 h 104157"/>
                    <a:gd name="connsiteX4" fmla="*/ 0 w 74704"/>
                    <a:gd name="connsiteY4" fmla="*/ 104157 h 104157"/>
                    <a:gd name="connsiteX0" fmla="*/ 15875 w 74524"/>
                    <a:gd name="connsiteY0" fmla="*/ 5732 h 104157"/>
                    <a:gd name="connsiteX1" fmla="*/ 70644 w 74524"/>
                    <a:gd name="connsiteY1" fmla="*/ 14463 h 104157"/>
                    <a:gd name="connsiteX2" fmla="*/ 66675 w 74524"/>
                    <a:gd name="connsiteY2" fmla="*/ 75582 h 104157"/>
                    <a:gd name="connsiteX3" fmla="*/ 39688 w 74524"/>
                    <a:gd name="connsiteY3" fmla="*/ 32719 h 104157"/>
                    <a:gd name="connsiteX4" fmla="*/ 0 w 74524"/>
                    <a:gd name="connsiteY4" fmla="*/ 104157 h 104157"/>
                    <a:gd name="connsiteX0" fmla="*/ 15875 w 76349"/>
                    <a:gd name="connsiteY0" fmla="*/ 5732 h 104157"/>
                    <a:gd name="connsiteX1" fmla="*/ 70644 w 76349"/>
                    <a:gd name="connsiteY1" fmla="*/ 14463 h 104157"/>
                    <a:gd name="connsiteX2" fmla="*/ 66675 w 76349"/>
                    <a:gd name="connsiteY2" fmla="*/ 75582 h 104157"/>
                    <a:gd name="connsiteX3" fmla="*/ 0 w 76349"/>
                    <a:gd name="connsiteY3" fmla="*/ 104157 h 104157"/>
                    <a:gd name="connsiteX0" fmla="*/ 8731 w 76843"/>
                    <a:gd name="connsiteY0" fmla="*/ 9837 h 96356"/>
                    <a:gd name="connsiteX1" fmla="*/ 70644 w 76843"/>
                    <a:gd name="connsiteY1" fmla="*/ 6662 h 96356"/>
                    <a:gd name="connsiteX2" fmla="*/ 66675 w 76843"/>
                    <a:gd name="connsiteY2" fmla="*/ 67781 h 96356"/>
                    <a:gd name="connsiteX3" fmla="*/ 0 w 76843"/>
                    <a:gd name="connsiteY3" fmla="*/ 96356 h 96356"/>
                    <a:gd name="connsiteX0" fmla="*/ 8731 w 76843"/>
                    <a:gd name="connsiteY0" fmla="*/ 14411 h 100930"/>
                    <a:gd name="connsiteX1" fmla="*/ 70644 w 76843"/>
                    <a:gd name="connsiteY1" fmla="*/ 11236 h 100930"/>
                    <a:gd name="connsiteX2" fmla="*/ 66675 w 76843"/>
                    <a:gd name="connsiteY2" fmla="*/ 72355 h 100930"/>
                    <a:gd name="connsiteX3" fmla="*/ 0 w 76843"/>
                    <a:gd name="connsiteY3" fmla="*/ 100930 h 100930"/>
                    <a:gd name="connsiteX0" fmla="*/ 8731 w 76843"/>
                    <a:gd name="connsiteY0" fmla="*/ 14411 h 101406"/>
                    <a:gd name="connsiteX1" fmla="*/ 70644 w 76843"/>
                    <a:gd name="connsiteY1" fmla="*/ 11236 h 101406"/>
                    <a:gd name="connsiteX2" fmla="*/ 66675 w 76843"/>
                    <a:gd name="connsiteY2" fmla="*/ 72355 h 101406"/>
                    <a:gd name="connsiteX3" fmla="*/ 0 w 76843"/>
                    <a:gd name="connsiteY3" fmla="*/ 100930 h 1014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6843" h="101406">
                      <a:moveTo>
                        <a:pt x="8731" y="14411"/>
                      </a:moveTo>
                      <a:cubicBezTo>
                        <a:pt x="40216" y="-9666"/>
                        <a:pt x="60987" y="1579"/>
                        <a:pt x="70644" y="11236"/>
                      </a:cubicBezTo>
                      <a:cubicBezTo>
                        <a:pt x="80301" y="20893"/>
                        <a:pt x="78449" y="57406"/>
                        <a:pt x="66675" y="72355"/>
                      </a:cubicBezTo>
                      <a:cubicBezTo>
                        <a:pt x="54901" y="87304"/>
                        <a:pt x="44847" y="104502"/>
                        <a:pt x="0" y="100930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0" name="手繪多邊形: 圖案 59">
                  <a:extLst>
                    <a:ext uri="{FF2B5EF4-FFF2-40B4-BE49-F238E27FC236}">
                      <a16:creationId xmlns:a16="http://schemas.microsoft.com/office/drawing/2014/main" id="{3F4074E7-A917-4736-A422-A7FF942C65FC}"/>
                    </a:ext>
                  </a:extLst>
                </p:cNvPr>
                <p:cNvSpPr/>
                <p:nvPr/>
              </p:nvSpPr>
              <p:spPr>
                <a:xfrm>
                  <a:off x="3565119" y="3211773"/>
                  <a:ext cx="48520" cy="11119"/>
                </a:xfrm>
                <a:custGeom>
                  <a:avLst/>
                  <a:gdLst>
                    <a:gd name="connsiteX0" fmla="*/ 0 w 76200"/>
                    <a:gd name="connsiteY0" fmla="*/ 4439 h 26664"/>
                    <a:gd name="connsiteX1" fmla="*/ 63500 w 76200"/>
                    <a:gd name="connsiteY1" fmla="*/ 26664 h 26664"/>
                    <a:gd name="connsiteX2" fmla="*/ 76200 w 76200"/>
                    <a:gd name="connsiteY2" fmla="*/ 4439 h 26664"/>
                    <a:gd name="connsiteX0" fmla="*/ 0 w 76200"/>
                    <a:gd name="connsiteY0" fmla="*/ 4889 h 22351"/>
                    <a:gd name="connsiteX1" fmla="*/ 44450 w 76200"/>
                    <a:gd name="connsiteY1" fmla="*/ 22351 h 22351"/>
                    <a:gd name="connsiteX2" fmla="*/ 76200 w 76200"/>
                    <a:gd name="connsiteY2" fmla="*/ 4889 h 22351"/>
                    <a:gd name="connsiteX0" fmla="*/ 0 w 76200"/>
                    <a:gd name="connsiteY0" fmla="*/ 0 h 17462"/>
                    <a:gd name="connsiteX1" fmla="*/ 44450 w 76200"/>
                    <a:gd name="connsiteY1" fmla="*/ 17462 h 17462"/>
                    <a:gd name="connsiteX2" fmla="*/ 76200 w 76200"/>
                    <a:gd name="connsiteY2" fmla="*/ 0 h 17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76200" h="17462">
                      <a:moveTo>
                        <a:pt x="0" y="0"/>
                      </a:moveTo>
                      <a:cubicBezTo>
                        <a:pt x="25400" y="11112"/>
                        <a:pt x="31750" y="17462"/>
                        <a:pt x="44450" y="17462"/>
                      </a:cubicBezTo>
                      <a:cubicBezTo>
                        <a:pt x="57150" y="17462"/>
                        <a:pt x="66410" y="6350"/>
                        <a:pt x="76200" y="0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3" name="手繪多邊形: 圖案 62">
                  <a:extLst>
                    <a:ext uri="{FF2B5EF4-FFF2-40B4-BE49-F238E27FC236}">
                      <a16:creationId xmlns:a16="http://schemas.microsoft.com/office/drawing/2014/main" id="{86EDE82D-3161-4B12-ADA5-956FCD1C8101}"/>
                    </a:ext>
                  </a:extLst>
                </p:cNvPr>
                <p:cNvSpPr/>
                <p:nvPr/>
              </p:nvSpPr>
              <p:spPr>
                <a:xfrm>
                  <a:off x="3514558" y="3219355"/>
                  <a:ext cx="139986" cy="116804"/>
                </a:xfrm>
                <a:custGeom>
                  <a:avLst/>
                  <a:gdLst>
                    <a:gd name="connsiteX0" fmla="*/ 307 w 209857"/>
                    <a:gd name="connsiteY0" fmla="*/ 0 h 183438"/>
                    <a:gd name="connsiteX1" fmla="*/ 7451 w 209857"/>
                    <a:gd name="connsiteY1" fmla="*/ 104775 h 183438"/>
                    <a:gd name="connsiteX2" fmla="*/ 50313 w 209857"/>
                    <a:gd name="connsiteY2" fmla="*/ 140493 h 183438"/>
                    <a:gd name="connsiteX3" fmla="*/ 78888 w 209857"/>
                    <a:gd name="connsiteY3" fmla="*/ 166687 h 183438"/>
                    <a:gd name="connsiteX4" fmla="*/ 112226 w 209857"/>
                    <a:gd name="connsiteY4" fmla="*/ 176212 h 183438"/>
                    <a:gd name="connsiteX5" fmla="*/ 162232 w 209857"/>
                    <a:gd name="connsiteY5" fmla="*/ 183356 h 183438"/>
                    <a:gd name="connsiteX6" fmla="*/ 209857 w 209857"/>
                    <a:gd name="connsiteY6" fmla="*/ 171450 h 183438"/>
                    <a:gd name="connsiteX0" fmla="*/ 0 w 209550"/>
                    <a:gd name="connsiteY0" fmla="*/ 0 h 183438"/>
                    <a:gd name="connsiteX1" fmla="*/ 50006 w 209550"/>
                    <a:gd name="connsiteY1" fmla="*/ 140493 h 183438"/>
                    <a:gd name="connsiteX2" fmla="*/ 78581 w 209550"/>
                    <a:gd name="connsiteY2" fmla="*/ 166687 h 183438"/>
                    <a:gd name="connsiteX3" fmla="*/ 111919 w 209550"/>
                    <a:gd name="connsiteY3" fmla="*/ 176212 h 183438"/>
                    <a:gd name="connsiteX4" fmla="*/ 161925 w 209550"/>
                    <a:gd name="connsiteY4" fmla="*/ 183356 h 183438"/>
                    <a:gd name="connsiteX5" fmla="*/ 209550 w 209550"/>
                    <a:gd name="connsiteY5" fmla="*/ 171450 h 183438"/>
                    <a:gd name="connsiteX0" fmla="*/ 0 w 209550"/>
                    <a:gd name="connsiteY0" fmla="*/ 0 h 183438"/>
                    <a:gd name="connsiteX1" fmla="*/ 50006 w 209550"/>
                    <a:gd name="connsiteY1" fmla="*/ 140493 h 183438"/>
                    <a:gd name="connsiteX2" fmla="*/ 78581 w 209550"/>
                    <a:gd name="connsiteY2" fmla="*/ 166687 h 183438"/>
                    <a:gd name="connsiteX3" fmla="*/ 111919 w 209550"/>
                    <a:gd name="connsiteY3" fmla="*/ 176212 h 183438"/>
                    <a:gd name="connsiteX4" fmla="*/ 161925 w 209550"/>
                    <a:gd name="connsiteY4" fmla="*/ 183356 h 183438"/>
                    <a:gd name="connsiteX5" fmla="*/ 209550 w 209550"/>
                    <a:gd name="connsiteY5" fmla="*/ 171450 h 183438"/>
                    <a:gd name="connsiteX0" fmla="*/ 0 w 209550"/>
                    <a:gd name="connsiteY0" fmla="*/ 0 h 183438"/>
                    <a:gd name="connsiteX1" fmla="*/ 50006 w 209550"/>
                    <a:gd name="connsiteY1" fmla="*/ 140493 h 183438"/>
                    <a:gd name="connsiteX2" fmla="*/ 111919 w 209550"/>
                    <a:gd name="connsiteY2" fmla="*/ 176212 h 183438"/>
                    <a:gd name="connsiteX3" fmla="*/ 161925 w 209550"/>
                    <a:gd name="connsiteY3" fmla="*/ 183356 h 183438"/>
                    <a:gd name="connsiteX4" fmla="*/ 209550 w 209550"/>
                    <a:gd name="connsiteY4" fmla="*/ 171450 h 183438"/>
                    <a:gd name="connsiteX0" fmla="*/ 0 w 209550"/>
                    <a:gd name="connsiteY0" fmla="*/ 0 h 183438"/>
                    <a:gd name="connsiteX1" fmla="*/ 50006 w 209550"/>
                    <a:gd name="connsiteY1" fmla="*/ 140493 h 183438"/>
                    <a:gd name="connsiteX2" fmla="*/ 111919 w 209550"/>
                    <a:gd name="connsiteY2" fmla="*/ 176212 h 183438"/>
                    <a:gd name="connsiteX3" fmla="*/ 161925 w 209550"/>
                    <a:gd name="connsiteY3" fmla="*/ 183356 h 183438"/>
                    <a:gd name="connsiteX4" fmla="*/ 209550 w 209550"/>
                    <a:gd name="connsiteY4" fmla="*/ 171450 h 183438"/>
                    <a:gd name="connsiteX0" fmla="*/ 2301 w 211851"/>
                    <a:gd name="connsiteY0" fmla="*/ 0 h 183438"/>
                    <a:gd name="connsiteX1" fmla="*/ 52307 w 211851"/>
                    <a:gd name="connsiteY1" fmla="*/ 140493 h 183438"/>
                    <a:gd name="connsiteX2" fmla="*/ 114220 w 211851"/>
                    <a:gd name="connsiteY2" fmla="*/ 176212 h 183438"/>
                    <a:gd name="connsiteX3" fmla="*/ 164226 w 211851"/>
                    <a:gd name="connsiteY3" fmla="*/ 183356 h 183438"/>
                    <a:gd name="connsiteX4" fmla="*/ 211851 w 211851"/>
                    <a:gd name="connsiteY4" fmla="*/ 171450 h 183438"/>
                    <a:gd name="connsiteX0" fmla="*/ 10295 w 219845"/>
                    <a:gd name="connsiteY0" fmla="*/ 0 h 183438"/>
                    <a:gd name="connsiteX1" fmla="*/ 60301 w 219845"/>
                    <a:gd name="connsiteY1" fmla="*/ 140493 h 183438"/>
                    <a:gd name="connsiteX2" fmla="*/ 122214 w 219845"/>
                    <a:gd name="connsiteY2" fmla="*/ 176212 h 183438"/>
                    <a:gd name="connsiteX3" fmla="*/ 172220 w 219845"/>
                    <a:gd name="connsiteY3" fmla="*/ 183356 h 183438"/>
                    <a:gd name="connsiteX4" fmla="*/ 219845 w 219845"/>
                    <a:gd name="connsiteY4" fmla="*/ 171450 h 183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845" h="183438">
                      <a:moveTo>
                        <a:pt x="10295" y="0"/>
                      </a:moveTo>
                      <a:cubicBezTo>
                        <a:pt x="-22149" y="55463"/>
                        <a:pt x="29741" y="108743"/>
                        <a:pt x="60301" y="140493"/>
                      </a:cubicBezTo>
                      <a:cubicBezTo>
                        <a:pt x="90861" y="172243"/>
                        <a:pt x="103561" y="169068"/>
                        <a:pt x="122214" y="176212"/>
                      </a:cubicBezTo>
                      <a:cubicBezTo>
                        <a:pt x="136105" y="178990"/>
                        <a:pt x="155948" y="184150"/>
                        <a:pt x="172220" y="183356"/>
                      </a:cubicBezTo>
                      <a:cubicBezTo>
                        <a:pt x="188492" y="182562"/>
                        <a:pt x="204168" y="177006"/>
                        <a:pt x="219845" y="171450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144" name="手繪多邊形: 圖案 6143">
                  <a:extLst>
                    <a:ext uri="{FF2B5EF4-FFF2-40B4-BE49-F238E27FC236}">
                      <a16:creationId xmlns:a16="http://schemas.microsoft.com/office/drawing/2014/main" id="{CBEEFFB7-8FFD-4514-95ED-2D4034A72EE6}"/>
                    </a:ext>
                  </a:extLst>
                </p:cNvPr>
                <p:cNvSpPr/>
                <p:nvPr/>
              </p:nvSpPr>
              <p:spPr>
                <a:xfrm>
                  <a:off x="3433067" y="3264559"/>
                  <a:ext cx="242705" cy="187150"/>
                </a:xfrm>
                <a:custGeom>
                  <a:avLst/>
                  <a:gdLst>
                    <a:gd name="connsiteX0" fmla="*/ 292113 w 392126"/>
                    <a:gd name="connsiteY0" fmla="*/ 111921 h 293472"/>
                    <a:gd name="connsiteX1" fmla="*/ 249251 w 392126"/>
                    <a:gd name="connsiteY1" fmla="*/ 145258 h 293472"/>
                    <a:gd name="connsiteX2" fmla="*/ 201626 w 392126"/>
                    <a:gd name="connsiteY2" fmla="*/ 171452 h 293472"/>
                    <a:gd name="connsiteX3" fmla="*/ 154001 w 392126"/>
                    <a:gd name="connsiteY3" fmla="*/ 135733 h 293472"/>
                    <a:gd name="connsiteX4" fmla="*/ 123044 w 392126"/>
                    <a:gd name="connsiteY4" fmla="*/ 76202 h 293472"/>
                    <a:gd name="connsiteX5" fmla="*/ 108757 w 392126"/>
                    <a:gd name="connsiteY5" fmla="*/ 47627 h 293472"/>
                    <a:gd name="connsiteX6" fmla="*/ 92088 w 392126"/>
                    <a:gd name="connsiteY6" fmla="*/ 9527 h 293472"/>
                    <a:gd name="connsiteX7" fmla="*/ 53988 w 392126"/>
                    <a:gd name="connsiteY7" fmla="*/ 2 h 293472"/>
                    <a:gd name="connsiteX8" fmla="*/ 15888 w 392126"/>
                    <a:gd name="connsiteY8" fmla="*/ 9527 h 293472"/>
                    <a:gd name="connsiteX9" fmla="*/ 6363 w 392126"/>
                    <a:gd name="connsiteY9" fmla="*/ 59533 h 293472"/>
                    <a:gd name="connsiteX10" fmla="*/ 1601 w 392126"/>
                    <a:gd name="connsiteY10" fmla="*/ 83346 h 293472"/>
                    <a:gd name="connsiteX11" fmla="*/ 34938 w 392126"/>
                    <a:gd name="connsiteY11" fmla="*/ 126208 h 293472"/>
                    <a:gd name="connsiteX12" fmla="*/ 58751 w 392126"/>
                    <a:gd name="connsiteY12" fmla="*/ 171452 h 293472"/>
                    <a:gd name="connsiteX13" fmla="*/ 92088 w 392126"/>
                    <a:gd name="connsiteY13" fmla="*/ 221458 h 293472"/>
                    <a:gd name="connsiteX14" fmla="*/ 113519 w 392126"/>
                    <a:gd name="connsiteY14" fmla="*/ 257177 h 293472"/>
                    <a:gd name="connsiteX15" fmla="*/ 149238 w 392126"/>
                    <a:gd name="connsiteY15" fmla="*/ 280990 h 293472"/>
                    <a:gd name="connsiteX16" fmla="*/ 196863 w 392126"/>
                    <a:gd name="connsiteY16" fmla="*/ 292896 h 293472"/>
                    <a:gd name="connsiteX17" fmla="*/ 256394 w 392126"/>
                    <a:gd name="connsiteY17" fmla="*/ 290515 h 293472"/>
                    <a:gd name="connsiteX18" fmla="*/ 294494 w 392126"/>
                    <a:gd name="connsiteY18" fmla="*/ 280990 h 293472"/>
                    <a:gd name="connsiteX19" fmla="*/ 337357 w 392126"/>
                    <a:gd name="connsiteY19" fmla="*/ 264321 h 293472"/>
                    <a:gd name="connsiteX20" fmla="*/ 392126 w 392126"/>
                    <a:gd name="connsiteY20" fmla="*/ 233365 h 293472"/>
                    <a:gd name="connsiteX0" fmla="*/ 291179 w 391192"/>
                    <a:gd name="connsiteY0" fmla="*/ 112569 h 294120"/>
                    <a:gd name="connsiteX1" fmla="*/ 248317 w 391192"/>
                    <a:gd name="connsiteY1" fmla="*/ 145906 h 294120"/>
                    <a:gd name="connsiteX2" fmla="*/ 200692 w 391192"/>
                    <a:gd name="connsiteY2" fmla="*/ 172100 h 294120"/>
                    <a:gd name="connsiteX3" fmla="*/ 153067 w 391192"/>
                    <a:gd name="connsiteY3" fmla="*/ 136381 h 294120"/>
                    <a:gd name="connsiteX4" fmla="*/ 122110 w 391192"/>
                    <a:gd name="connsiteY4" fmla="*/ 76850 h 294120"/>
                    <a:gd name="connsiteX5" fmla="*/ 107823 w 391192"/>
                    <a:gd name="connsiteY5" fmla="*/ 48275 h 294120"/>
                    <a:gd name="connsiteX6" fmla="*/ 91154 w 391192"/>
                    <a:gd name="connsiteY6" fmla="*/ 10175 h 294120"/>
                    <a:gd name="connsiteX7" fmla="*/ 53054 w 391192"/>
                    <a:gd name="connsiteY7" fmla="*/ 650 h 294120"/>
                    <a:gd name="connsiteX8" fmla="*/ 14954 w 391192"/>
                    <a:gd name="connsiteY8" fmla="*/ 10175 h 294120"/>
                    <a:gd name="connsiteX9" fmla="*/ 667 w 391192"/>
                    <a:gd name="connsiteY9" fmla="*/ 83994 h 294120"/>
                    <a:gd name="connsiteX10" fmla="*/ 34004 w 391192"/>
                    <a:gd name="connsiteY10" fmla="*/ 126856 h 294120"/>
                    <a:gd name="connsiteX11" fmla="*/ 57817 w 391192"/>
                    <a:gd name="connsiteY11" fmla="*/ 172100 h 294120"/>
                    <a:gd name="connsiteX12" fmla="*/ 91154 w 391192"/>
                    <a:gd name="connsiteY12" fmla="*/ 222106 h 294120"/>
                    <a:gd name="connsiteX13" fmla="*/ 112585 w 391192"/>
                    <a:gd name="connsiteY13" fmla="*/ 257825 h 294120"/>
                    <a:gd name="connsiteX14" fmla="*/ 148304 w 391192"/>
                    <a:gd name="connsiteY14" fmla="*/ 281638 h 294120"/>
                    <a:gd name="connsiteX15" fmla="*/ 195929 w 391192"/>
                    <a:gd name="connsiteY15" fmla="*/ 293544 h 294120"/>
                    <a:gd name="connsiteX16" fmla="*/ 255460 w 391192"/>
                    <a:gd name="connsiteY16" fmla="*/ 291163 h 294120"/>
                    <a:gd name="connsiteX17" fmla="*/ 293560 w 391192"/>
                    <a:gd name="connsiteY17" fmla="*/ 281638 h 294120"/>
                    <a:gd name="connsiteX18" fmla="*/ 336423 w 391192"/>
                    <a:gd name="connsiteY18" fmla="*/ 264969 h 294120"/>
                    <a:gd name="connsiteX19" fmla="*/ 391192 w 391192"/>
                    <a:gd name="connsiteY19" fmla="*/ 234013 h 294120"/>
                    <a:gd name="connsiteX0" fmla="*/ 281150 w 381163"/>
                    <a:gd name="connsiteY0" fmla="*/ 112364 h 293915"/>
                    <a:gd name="connsiteX1" fmla="*/ 238288 w 381163"/>
                    <a:gd name="connsiteY1" fmla="*/ 145701 h 293915"/>
                    <a:gd name="connsiteX2" fmla="*/ 190663 w 381163"/>
                    <a:gd name="connsiteY2" fmla="*/ 171895 h 293915"/>
                    <a:gd name="connsiteX3" fmla="*/ 143038 w 381163"/>
                    <a:gd name="connsiteY3" fmla="*/ 136176 h 293915"/>
                    <a:gd name="connsiteX4" fmla="*/ 112081 w 381163"/>
                    <a:gd name="connsiteY4" fmla="*/ 76645 h 293915"/>
                    <a:gd name="connsiteX5" fmla="*/ 97794 w 381163"/>
                    <a:gd name="connsiteY5" fmla="*/ 48070 h 293915"/>
                    <a:gd name="connsiteX6" fmla="*/ 81125 w 381163"/>
                    <a:gd name="connsiteY6" fmla="*/ 9970 h 293915"/>
                    <a:gd name="connsiteX7" fmla="*/ 43025 w 381163"/>
                    <a:gd name="connsiteY7" fmla="*/ 445 h 293915"/>
                    <a:gd name="connsiteX8" fmla="*/ 4925 w 381163"/>
                    <a:gd name="connsiteY8" fmla="*/ 9970 h 293915"/>
                    <a:gd name="connsiteX9" fmla="*/ 2544 w 381163"/>
                    <a:gd name="connsiteY9" fmla="*/ 79027 h 293915"/>
                    <a:gd name="connsiteX10" fmla="*/ 23975 w 381163"/>
                    <a:gd name="connsiteY10" fmla="*/ 126651 h 293915"/>
                    <a:gd name="connsiteX11" fmla="*/ 47788 w 381163"/>
                    <a:gd name="connsiteY11" fmla="*/ 171895 h 293915"/>
                    <a:gd name="connsiteX12" fmla="*/ 81125 w 381163"/>
                    <a:gd name="connsiteY12" fmla="*/ 221901 h 293915"/>
                    <a:gd name="connsiteX13" fmla="*/ 102556 w 381163"/>
                    <a:gd name="connsiteY13" fmla="*/ 257620 h 293915"/>
                    <a:gd name="connsiteX14" fmla="*/ 138275 w 381163"/>
                    <a:gd name="connsiteY14" fmla="*/ 281433 h 293915"/>
                    <a:gd name="connsiteX15" fmla="*/ 185900 w 381163"/>
                    <a:gd name="connsiteY15" fmla="*/ 293339 h 293915"/>
                    <a:gd name="connsiteX16" fmla="*/ 245431 w 381163"/>
                    <a:gd name="connsiteY16" fmla="*/ 290958 h 293915"/>
                    <a:gd name="connsiteX17" fmla="*/ 283531 w 381163"/>
                    <a:gd name="connsiteY17" fmla="*/ 281433 h 293915"/>
                    <a:gd name="connsiteX18" fmla="*/ 326394 w 381163"/>
                    <a:gd name="connsiteY18" fmla="*/ 264764 h 293915"/>
                    <a:gd name="connsiteX19" fmla="*/ 381163 w 381163"/>
                    <a:gd name="connsiteY19" fmla="*/ 233808 h 29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381163" h="293915">
                      <a:moveTo>
                        <a:pt x="281150" y="112364"/>
                      </a:moveTo>
                      <a:cubicBezTo>
                        <a:pt x="267259" y="124071"/>
                        <a:pt x="253369" y="135779"/>
                        <a:pt x="238288" y="145701"/>
                      </a:cubicBezTo>
                      <a:cubicBezTo>
                        <a:pt x="223207" y="155623"/>
                        <a:pt x="206538" y="173483"/>
                        <a:pt x="190663" y="171895"/>
                      </a:cubicBezTo>
                      <a:cubicBezTo>
                        <a:pt x="174788" y="170308"/>
                        <a:pt x="156135" y="152051"/>
                        <a:pt x="143038" y="136176"/>
                      </a:cubicBezTo>
                      <a:cubicBezTo>
                        <a:pt x="129941" y="120301"/>
                        <a:pt x="119622" y="91329"/>
                        <a:pt x="112081" y="76645"/>
                      </a:cubicBezTo>
                      <a:cubicBezTo>
                        <a:pt x="104540" y="61961"/>
                        <a:pt x="102953" y="59182"/>
                        <a:pt x="97794" y="48070"/>
                      </a:cubicBezTo>
                      <a:cubicBezTo>
                        <a:pt x="92635" y="36958"/>
                        <a:pt x="90253" y="17908"/>
                        <a:pt x="81125" y="9970"/>
                      </a:cubicBezTo>
                      <a:cubicBezTo>
                        <a:pt x="71997" y="2032"/>
                        <a:pt x="55725" y="445"/>
                        <a:pt x="43025" y="445"/>
                      </a:cubicBezTo>
                      <a:cubicBezTo>
                        <a:pt x="30325" y="445"/>
                        <a:pt x="11672" y="-3127"/>
                        <a:pt x="4925" y="9970"/>
                      </a:cubicBezTo>
                      <a:cubicBezTo>
                        <a:pt x="-1822" y="23067"/>
                        <a:pt x="-631" y="59580"/>
                        <a:pt x="2544" y="79027"/>
                      </a:cubicBezTo>
                      <a:cubicBezTo>
                        <a:pt x="5719" y="98474"/>
                        <a:pt x="16434" y="111173"/>
                        <a:pt x="23975" y="126651"/>
                      </a:cubicBezTo>
                      <a:cubicBezTo>
                        <a:pt x="31516" y="142129"/>
                        <a:pt x="38263" y="156020"/>
                        <a:pt x="47788" y="171895"/>
                      </a:cubicBezTo>
                      <a:cubicBezTo>
                        <a:pt x="57313" y="187770"/>
                        <a:pt x="71997" y="207614"/>
                        <a:pt x="81125" y="221901"/>
                      </a:cubicBezTo>
                      <a:cubicBezTo>
                        <a:pt x="90253" y="236189"/>
                        <a:pt x="93031" y="247698"/>
                        <a:pt x="102556" y="257620"/>
                      </a:cubicBezTo>
                      <a:cubicBezTo>
                        <a:pt x="112081" y="267542"/>
                        <a:pt x="124384" y="275480"/>
                        <a:pt x="138275" y="281433"/>
                      </a:cubicBezTo>
                      <a:cubicBezTo>
                        <a:pt x="152166" y="287386"/>
                        <a:pt x="168041" y="291752"/>
                        <a:pt x="185900" y="293339"/>
                      </a:cubicBezTo>
                      <a:cubicBezTo>
                        <a:pt x="203759" y="294926"/>
                        <a:pt x="229159" y="292942"/>
                        <a:pt x="245431" y="290958"/>
                      </a:cubicBezTo>
                      <a:cubicBezTo>
                        <a:pt x="261703" y="288974"/>
                        <a:pt x="270037" y="285799"/>
                        <a:pt x="283531" y="281433"/>
                      </a:cubicBezTo>
                      <a:cubicBezTo>
                        <a:pt x="297025" y="277067"/>
                        <a:pt x="310122" y="272701"/>
                        <a:pt x="326394" y="264764"/>
                      </a:cubicBezTo>
                      <a:cubicBezTo>
                        <a:pt x="342666" y="256827"/>
                        <a:pt x="341079" y="260796"/>
                        <a:pt x="381163" y="233808"/>
                      </a:cubicBezTo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27" name="群組 26">
                <a:extLst>
                  <a:ext uri="{FF2B5EF4-FFF2-40B4-BE49-F238E27FC236}">
                    <a16:creationId xmlns:a16="http://schemas.microsoft.com/office/drawing/2014/main" id="{336E96C1-A2F1-4F9A-A2BE-6A6F54CBBCBB}"/>
                  </a:ext>
                </a:extLst>
              </p:cNvPr>
              <p:cNvGrpSpPr/>
              <p:nvPr/>
            </p:nvGrpSpPr>
            <p:grpSpPr>
              <a:xfrm>
                <a:off x="4032273" y="2975817"/>
                <a:ext cx="648000" cy="648000"/>
                <a:chOff x="3987858" y="3009652"/>
                <a:chExt cx="648000" cy="648000"/>
              </a:xfrm>
            </p:grpSpPr>
            <p:sp>
              <p:nvSpPr>
                <p:cNvPr id="1578" name="橢圓 1577">
                  <a:extLst>
                    <a:ext uri="{FF2B5EF4-FFF2-40B4-BE49-F238E27FC236}">
                      <a16:creationId xmlns:a16="http://schemas.microsoft.com/office/drawing/2014/main" id="{D57C4723-6709-4539-A90A-DC1C8D36A689}"/>
                    </a:ext>
                  </a:extLst>
                </p:cNvPr>
                <p:cNvSpPr/>
                <p:nvPr/>
              </p:nvSpPr>
              <p:spPr>
                <a:xfrm>
                  <a:off x="3987858" y="3009652"/>
                  <a:ext cx="648000" cy="648000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79" name="橢圓 1578">
                  <a:extLst>
                    <a:ext uri="{FF2B5EF4-FFF2-40B4-BE49-F238E27FC236}">
                      <a16:creationId xmlns:a16="http://schemas.microsoft.com/office/drawing/2014/main" id="{80C3A199-A488-40E7-94A6-0F449BFE3F46}"/>
                    </a:ext>
                  </a:extLst>
                </p:cNvPr>
                <p:cNvSpPr/>
                <p:nvPr/>
              </p:nvSpPr>
              <p:spPr>
                <a:xfrm>
                  <a:off x="4284457" y="3364970"/>
                  <a:ext cx="313442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0" name="橢圓 1579">
                  <a:extLst>
                    <a:ext uri="{FF2B5EF4-FFF2-40B4-BE49-F238E27FC236}">
                      <a16:creationId xmlns:a16="http://schemas.microsoft.com/office/drawing/2014/main" id="{0AE7DC30-4233-44E5-9A6E-4929ABB95816}"/>
                    </a:ext>
                  </a:extLst>
                </p:cNvPr>
                <p:cNvSpPr/>
                <p:nvPr/>
              </p:nvSpPr>
              <p:spPr>
                <a:xfrm>
                  <a:off x="4025977" y="3218780"/>
                  <a:ext cx="259367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1" name="手繪多邊形: 圖案 1580">
                  <a:extLst>
                    <a:ext uri="{FF2B5EF4-FFF2-40B4-BE49-F238E27FC236}">
                      <a16:creationId xmlns:a16="http://schemas.microsoft.com/office/drawing/2014/main" id="{A51F3544-8095-4895-84EE-A6337E013CC6}"/>
                    </a:ext>
                  </a:extLst>
                </p:cNvPr>
                <p:cNvSpPr/>
                <p:nvPr/>
              </p:nvSpPr>
              <p:spPr>
                <a:xfrm>
                  <a:off x="4422593" y="3218780"/>
                  <a:ext cx="70597" cy="10633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2" name="手繪多邊形: 圖案 1581">
                  <a:extLst>
                    <a:ext uri="{FF2B5EF4-FFF2-40B4-BE49-F238E27FC236}">
                      <a16:creationId xmlns:a16="http://schemas.microsoft.com/office/drawing/2014/main" id="{C3660650-39E3-4FF5-9C3E-73F7BBD232DD}"/>
                    </a:ext>
                  </a:extLst>
                </p:cNvPr>
                <p:cNvSpPr/>
                <p:nvPr/>
              </p:nvSpPr>
              <p:spPr>
                <a:xfrm>
                  <a:off x="4284456" y="3270312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83" name="手繪多邊形: 圖案 1582">
                  <a:extLst>
                    <a:ext uri="{FF2B5EF4-FFF2-40B4-BE49-F238E27FC236}">
                      <a16:creationId xmlns:a16="http://schemas.microsoft.com/office/drawing/2014/main" id="{19189784-FC34-4B8F-9501-6AF41B818EEA}"/>
                    </a:ext>
                  </a:extLst>
                </p:cNvPr>
                <p:cNvSpPr/>
                <p:nvPr/>
              </p:nvSpPr>
              <p:spPr>
                <a:xfrm>
                  <a:off x="4284941" y="3220054"/>
                  <a:ext cx="137652" cy="1037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4" name="手繪多邊形: 圖案 1583">
                  <a:extLst>
                    <a:ext uri="{FF2B5EF4-FFF2-40B4-BE49-F238E27FC236}">
                      <a16:creationId xmlns:a16="http://schemas.microsoft.com/office/drawing/2014/main" id="{3AE34031-F96A-4F35-8125-CC08F271F692}"/>
                    </a:ext>
                  </a:extLst>
                </p:cNvPr>
                <p:cNvSpPr/>
                <p:nvPr/>
              </p:nvSpPr>
              <p:spPr>
                <a:xfrm>
                  <a:off x="4493190" y="3222343"/>
                  <a:ext cx="104709" cy="9920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5" name="手繪多邊形: 圖案 1584">
                  <a:extLst>
                    <a:ext uri="{FF2B5EF4-FFF2-40B4-BE49-F238E27FC236}">
                      <a16:creationId xmlns:a16="http://schemas.microsoft.com/office/drawing/2014/main" id="{778DE773-BA1C-4C70-A55A-F51B0BD0C352}"/>
                    </a:ext>
                  </a:extLst>
                </p:cNvPr>
                <p:cNvSpPr/>
                <p:nvPr/>
              </p:nvSpPr>
              <p:spPr>
                <a:xfrm>
                  <a:off x="4121219" y="3364970"/>
                  <a:ext cx="68883" cy="10633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86" name="手繪多邊形: 圖案 1585">
                  <a:extLst>
                    <a:ext uri="{FF2B5EF4-FFF2-40B4-BE49-F238E27FC236}">
                      <a16:creationId xmlns:a16="http://schemas.microsoft.com/office/drawing/2014/main" id="{EE9D2B93-1B34-486B-AF35-5EEB8DDBCE03}"/>
                    </a:ext>
                  </a:extLst>
                </p:cNvPr>
                <p:cNvSpPr/>
                <p:nvPr/>
              </p:nvSpPr>
              <p:spPr>
                <a:xfrm>
                  <a:off x="4284456" y="3416502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87" name="手繪多邊形: 圖案 1586">
                  <a:extLst>
                    <a:ext uri="{FF2B5EF4-FFF2-40B4-BE49-F238E27FC236}">
                      <a16:creationId xmlns:a16="http://schemas.microsoft.com/office/drawing/2014/main" id="{E0676765-C482-4ADF-B6DE-CB88BCF2324B}"/>
                    </a:ext>
                  </a:extLst>
                </p:cNvPr>
                <p:cNvSpPr/>
                <p:nvPr/>
              </p:nvSpPr>
              <p:spPr>
                <a:xfrm>
                  <a:off x="4190101" y="3367821"/>
                  <a:ext cx="94840" cy="100632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88" name="手繪多邊形: 圖案 1587">
                  <a:extLst>
                    <a:ext uri="{FF2B5EF4-FFF2-40B4-BE49-F238E27FC236}">
                      <a16:creationId xmlns:a16="http://schemas.microsoft.com/office/drawing/2014/main" id="{7C411BD7-CAE4-42FA-841C-6AECD5DA2A26}"/>
                    </a:ext>
                  </a:extLst>
                </p:cNvPr>
                <p:cNvSpPr/>
                <p:nvPr/>
              </p:nvSpPr>
              <p:spPr>
                <a:xfrm>
                  <a:off x="4025977" y="3367820"/>
                  <a:ext cx="95242" cy="100632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589" name="橢圓 1588">
                  <a:extLst>
                    <a:ext uri="{FF2B5EF4-FFF2-40B4-BE49-F238E27FC236}">
                      <a16:creationId xmlns:a16="http://schemas.microsoft.com/office/drawing/2014/main" id="{242B1035-2127-4B0B-B01C-A72822E7912C}"/>
                    </a:ext>
                  </a:extLst>
                </p:cNvPr>
                <p:cNvSpPr/>
                <p:nvPr/>
              </p:nvSpPr>
              <p:spPr>
                <a:xfrm>
                  <a:off x="4284457" y="3218780"/>
                  <a:ext cx="313442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90" name="橢圓 1589">
                  <a:extLst>
                    <a:ext uri="{FF2B5EF4-FFF2-40B4-BE49-F238E27FC236}">
                      <a16:creationId xmlns:a16="http://schemas.microsoft.com/office/drawing/2014/main" id="{9E79B506-3F8C-4091-A0DB-7E2030F63E49}"/>
                    </a:ext>
                  </a:extLst>
                </p:cNvPr>
                <p:cNvSpPr/>
                <p:nvPr/>
              </p:nvSpPr>
              <p:spPr>
                <a:xfrm>
                  <a:off x="4262524" y="3225282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91" name="橢圓 1590">
                  <a:extLst>
                    <a:ext uri="{FF2B5EF4-FFF2-40B4-BE49-F238E27FC236}">
                      <a16:creationId xmlns:a16="http://schemas.microsoft.com/office/drawing/2014/main" id="{1B5CF0C1-566E-43A6-A1E2-3FD6A8950346}"/>
                    </a:ext>
                  </a:extLst>
                </p:cNvPr>
                <p:cNvSpPr/>
                <p:nvPr/>
              </p:nvSpPr>
              <p:spPr>
                <a:xfrm>
                  <a:off x="4025977" y="3364970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92" name="橢圓 1591">
                  <a:extLst>
                    <a:ext uri="{FF2B5EF4-FFF2-40B4-BE49-F238E27FC236}">
                      <a16:creationId xmlns:a16="http://schemas.microsoft.com/office/drawing/2014/main" id="{0BF56807-1B3C-42AB-B8FC-EDA6E5358EDB}"/>
                    </a:ext>
                  </a:extLst>
                </p:cNvPr>
                <p:cNvSpPr/>
                <p:nvPr/>
              </p:nvSpPr>
              <p:spPr>
                <a:xfrm>
                  <a:off x="4262524" y="3371471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sp>
          <p:nvSpPr>
            <p:cNvPr id="1252" name="文字方塊 1251">
              <a:extLst>
                <a:ext uri="{FF2B5EF4-FFF2-40B4-BE49-F238E27FC236}">
                  <a16:creationId xmlns:a16="http://schemas.microsoft.com/office/drawing/2014/main" id="{C57830E2-7DC2-44CD-96DF-61698000484E}"/>
                </a:ext>
              </a:extLst>
            </p:cNvPr>
            <p:cNvSpPr txBox="1"/>
            <p:nvPr/>
          </p:nvSpPr>
          <p:spPr>
            <a:xfrm>
              <a:off x="3529754" y="3803600"/>
              <a:ext cx="907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Embryo</a:t>
              </a:r>
            </a:p>
          </p:txBody>
        </p:sp>
      </p:grpSp>
      <p:grpSp>
        <p:nvGrpSpPr>
          <p:cNvPr id="1622" name="群組 1621">
            <a:extLst>
              <a:ext uri="{FF2B5EF4-FFF2-40B4-BE49-F238E27FC236}">
                <a16:creationId xmlns:a16="http://schemas.microsoft.com/office/drawing/2014/main" id="{C5CFED93-8E01-4205-9675-D541CB49F9EA}"/>
              </a:ext>
            </a:extLst>
          </p:cNvPr>
          <p:cNvGrpSpPr/>
          <p:nvPr/>
        </p:nvGrpSpPr>
        <p:grpSpPr>
          <a:xfrm>
            <a:off x="10761040" y="3781220"/>
            <a:ext cx="636548" cy="131252"/>
            <a:chOff x="641614" y="1524061"/>
            <a:chExt cx="1261258" cy="2600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623" name="橢圓 1622">
              <a:extLst>
                <a:ext uri="{FF2B5EF4-FFF2-40B4-BE49-F238E27FC236}">
                  <a16:creationId xmlns:a16="http://schemas.microsoft.com/office/drawing/2014/main" id="{C79EC53E-9FAD-4E5F-9388-4A51E9990D8A}"/>
                </a:ext>
              </a:extLst>
            </p:cNvPr>
            <p:cNvSpPr/>
            <p:nvPr/>
          </p:nvSpPr>
          <p:spPr>
            <a:xfrm>
              <a:off x="944034" y="1582126"/>
              <a:ext cx="245533" cy="14393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4" name="手繪多邊形: 圖案 1623">
              <a:extLst>
                <a:ext uri="{FF2B5EF4-FFF2-40B4-BE49-F238E27FC236}">
                  <a16:creationId xmlns:a16="http://schemas.microsoft.com/office/drawing/2014/main" id="{76291B11-1A1E-4A67-87F0-C648209F68E4}"/>
                </a:ext>
              </a:extLst>
            </p:cNvPr>
            <p:cNvSpPr/>
            <p:nvPr/>
          </p:nvSpPr>
          <p:spPr>
            <a:xfrm>
              <a:off x="1189567" y="1654092"/>
              <a:ext cx="713305" cy="95086"/>
            </a:xfrm>
            <a:custGeom>
              <a:avLst/>
              <a:gdLst>
                <a:gd name="connsiteX0" fmla="*/ 0 w 1171575"/>
                <a:gd name="connsiteY0" fmla="*/ 23385 h 251107"/>
                <a:gd name="connsiteX1" fmla="*/ 552450 w 1171575"/>
                <a:gd name="connsiteY1" fmla="*/ 21004 h 251107"/>
                <a:gd name="connsiteX2" fmla="*/ 726281 w 1171575"/>
                <a:gd name="connsiteY2" fmla="*/ 247223 h 251107"/>
                <a:gd name="connsiteX3" fmla="*/ 1059656 w 1171575"/>
                <a:gd name="connsiteY3" fmla="*/ 159117 h 251107"/>
                <a:gd name="connsiteX4" fmla="*/ 1171575 w 1171575"/>
                <a:gd name="connsiteY4" fmla="*/ 94823 h 25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575" h="251107">
                  <a:moveTo>
                    <a:pt x="0" y="23385"/>
                  </a:moveTo>
                  <a:cubicBezTo>
                    <a:pt x="215701" y="3541"/>
                    <a:pt x="431403" y="-16302"/>
                    <a:pt x="552450" y="21004"/>
                  </a:cubicBezTo>
                  <a:cubicBezTo>
                    <a:pt x="673497" y="58310"/>
                    <a:pt x="641747" y="224204"/>
                    <a:pt x="726281" y="247223"/>
                  </a:cubicBezTo>
                  <a:cubicBezTo>
                    <a:pt x="810815" y="270242"/>
                    <a:pt x="985440" y="184517"/>
                    <a:pt x="1059656" y="159117"/>
                  </a:cubicBezTo>
                  <a:cubicBezTo>
                    <a:pt x="1133872" y="133717"/>
                    <a:pt x="1135459" y="97998"/>
                    <a:pt x="1171575" y="94823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5" name="橢圓 1624">
              <a:extLst>
                <a:ext uri="{FF2B5EF4-FFF2-40B4-BE49-F238E27FC236}">
                  <a16:creationId xmlns:a16="http://schemas.microsoft.com/office/drawing/2014/main" id="{B318A1C9-3826-4FEB-97ED-556537EC8DB6}"/>
                </a:ext>
              </a:extLst>
            </p:cNvPr>
            <p:cNvSpPr/>
            <p:nvPr/>
          </p:nvSpPr>
          <p:spPr>
            <a:xfrm>
              <a:off x="641614" y="1524061"/>
              <a:ext cx="443636" cy="26006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CEF3834E-24FD-425B-8FF8-50609028FBBF}"/>
              </a:ext>
            </a:extLst>
          </p:cNvPr>
          <p:cNvGrpSpPr/>
          <p:nvPr/>
        </p:nvGrpSpPr>
        <p:grpSpPr>
          <a:xfrm>
            <a:off x="6597916" y="2841403"/>
            <a:ext cx="1099083" cy="2010886"/>
            <a:chOff x="6637930" y="2301807"/>
            <a:chExt cx="1099083" cy="2010886"/>
          </a:xfrm>
        </p:grpSpPr>
        <p:sp>
          <p:nvSpPr>
            <p:cNvPr id="1261" name="文字方塊 1260">
              <a:extLst>
                <a:ext uri="{FF2B5EF4-FFF2-40B4-BE49-F238E27FC236}">
                  <a16:creationId xmlns:a16="http://schemas.microsoft.com/office/drawing/2014/main" id="{9103EDAB-B9A8-408B-9BDC-314786A064E8}"/>
                </a:ext>
              </a:extLst>
            </p:cNvPr>
            <p:cNvSpPr txBox="1"/>
            <p:nvPr/>
          </p:nvSpPr>
          <p:spPr>
            <a:xfrm>
              <a:off x="6637930" y="3789473"/>
              <a:ext cx="1099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bg1">
                      <a:lumMod val="50000"/>
                    </a:schemeClr>
                  </a:solidFill>
                </a:rPr>
                <a:t>Novel </a:t>
              </a:r>
            </a:p>
            <a:p>
              <a:pPr algn="ctr"/>
              <a:r>
                <a:rPr lang="en-US" altLang="zh-TW" sz="1400" dirty="0">
                  <a:solidFill>
                    <a:schemeClr val="bg1">
                      <a:lumMod val="50000"/>
                    </a:schemeClr>
                  </a:solidFill>
                </a:rPr>
                <a:t>mutation</a:t>
              </a:r>
            </a:p>
          </p:txBody>
        </p:sp>
        <p:sp>
          <p:nvSpPr>
            <p:cNvPr id="1260" name="文字方塊 1259">
              <a:extLst>
                <a:ext uri="{FF2B5EF4-FFF2-40B4-BE49-F238E27FC236}">
                  <a16:creationId xmlns:a16="http://schemas.microsoft.com/office/drawing/2014/main" id="{6AF33599-1AA3-420A-B208-734BA4DEBBF2}"/>
                </a:ext>
              </a:extLst>
            </p:cNvPr>
            <p:cNvSpPr txBox="1"/>
            <p:nvPr/>
          </p:nvSpPr>
          <p:spPr>
            <a:xfrm>
              <a:off x="6637930" y="2301807"/>
              <a:ext cx="1099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solidFill>
                    <a:schemeClr val="bg1">
                      <a:lumMod val="50000"/>
                    </a:schemeClr>
                  </a:solidFill>
                </a:rPr>
                <a:t>Inherited </a:t>
              </a:r>
            </a:p>
            <a:p>
              <a:pPr algn="ctr"/>
              <a:r>
                <a:rPr lang="en-US" altLang="zh-TW" sz="1400" dirty="0">
                  <a:solidFill>
                    <a:schemeClr val="bg1">
                      <a:lumMod val="50000"/>
                    </a:schemeClr>
                  </a:solidFill>
                </a:rPr>
                <a:t>mutation</a:t>
              </a: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537F4F73-EEA7-44E7-A9F0-C74D1BD2A8C9}"/>
                </a:ext>
              </a:extLst>
            </p:cNvPr>
            <p:cNvGrpSpPr/>
            <p:nvPr/>
          </p:nvGrpSpPr>
          <p:grpSpPr>
            <a:xfrm>
              <a:off x="6669071" y="2828618"/>
              <a:ext cx="1036800" cy="960855"/>
              <a:chOff x="5384901" y="4305113"/>
              <a:chExt cx="1311924" cy="960855"/>
            </a:xfrm>
          </p:grpSpPr>
          <p:cxnSp>
            <p:nvCxnSpPr>
              <p:cNvPr id="795" name="直線單箭頭接點 794">
                <a:extLst>
                  <a:ext uri="{FF2B5EF4-FFF2-40B4-BE49-F238E27FC236}">
                    <a16:creationId xmlns:a16="http://schemas.microsoft.com/office/drawing/2014/main" id="{9A3096CC-4EEF-4358-9CA7-521B006A60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384901" y="4305113"/>
                <a:ext cx="1311924" cy="373430"/>
              </a:xfrm>
              <a:prstGeom prst="straightConnector1">
                <a:avLst/>
              </a:prstGeom>
              <a:noFill/>
              <a:ln w="38100">
                <a:solidFill>
                  <a:srgbClr val="A6A6A6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7" name="直線單箭頭接點 796">
                <a:extLst>
                  <a:ext uri="{FF2B5EF4-FFF2-40B4-BE49-F238E27FC236}">
                    <a16:creationId xmlns:a16="http://schemas.microsoft.com/office/drawing/2014/main" id="{1210D4F0-DC7F-47CD-9591-FE6C177F4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4901" y="4892538"/>
                <a:ext cx="1311924" cy="373430"/>
              </a:xfrm>
              <a:prstGeom prst="straightConnector1">
                <a:avLst/>
              </a:prstGeom>
              <a:noFill/>
              <a:ln w="38100">
                <a:solidFill>
                  <a:srgbClr val="A6A6A6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12B142FF-9B71-4306-9EE2-E9592C62BD0C}"/>
              </a:ext>
            </a:extLst>
          </p:cNvPr>
          <p:cNvGrpSpPr/>
          <p:nvPr/>
        </p:nvGrpSpPr>
        <p:grpSpPr>
          <a:xfrm>
            <a:off x="7660285" y="2122603"/>
            <a:ext cx="1847878" cy="3474614"/>
            <a:chOff x="7660285" y="1575574"/>
            <a:chExt cx="1847878" cy="3474614"/>
          </a:xfrm>
        </p:grpSpPr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D67B2BE3-BD1B-41AE-9DE3-E8307E467042}"/>
                </a:ext>
              </a:extLst>
            </p:cNvPr>
            <p:cNvGrpSpPr/>
            <p:nvPr/>
          </p:nvGrpSpPr>
          <p:grpSpPr>
            <a:xfrm>
              <a:off x="7903546" y="1960219"/>
              <a:ext cx="1361356" cy="1241829"/>
              <a:chOff x="7903546" y="1960219"/>
              <a:chExt cx="1361356" cy="1241829"/>
            </a:xfrm>
          </p:grpSpPr>
          <p:grpSp>
            <p:nvGrpSpPr>
              <p:cNvPr id="1908" name="群組 1907">
                <a:extLst>
                  <a:ext uri="{FF2B5EF4-FFF2-40B4-BE49-F238E27FC236}">
                    <a16:creationId xmlns:a16="http://schemas.microsoft.com/office/drawing/2014/main" id="{0D8DF334-959A-4658-A263-3CDDBD61EF92}"/>
                  </a:ext>
                </a:extLst>
              </p:cNvPr>
              <p:cNvGrpSpPr/>
              <p:nvPr/>
            </p:nvGrpSpPr>
            <p:grpSpPr>
              <a:xfrm>
                <a:off x="7903546" y="2554048"/>
                <a:ext cx="648000" cy="648000"/>
                <a:chOff x="114655" y="3347955"/>
                <a:chExt cx="950122" cy="950122"/>
              </a:xfrm>
            </p:grpSpPr>
            <p:sp>
              <p:nvSpPr>
                <p:cNvPr id="1960" name="橢圓 1959">
                  <a:extLst>
                    <a:ext uri="{FF2B5EF4-FFF2-40B4-BE49-F238E27FC236}">
                      <a16:creationId xmlns:a16="http://schemas.microsoft.com/office/drawing/2014/main" id="{FBA84A9C-89EF-4C51-9673-F3985D03317C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1" name="橢圓 1960">
                  <a:extLst>
                    <a:ext uri="{FF2B5EF4-FFF2-40B4-BE49-F238E27FC236}">
                      <a16:creationId xmlns:a16="http://schemas.microsoft.com/office/drawing/2014/main" id="{908E6BE9-E1E0-4B01-838B-E2EBFEA1D20A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2" name="橢圓 1961">
                  <a:extLst>
                    <a:ext uri="{FF2B5EF4-FFF2-40B4-BE49-F238E27FC236}">
                      <a16:creationId xmlns:a16="http://schemas.microsoft.com/office/drawing/2014/main" id="{EB038385-73DC-4AAF-8CF2-A5240D6B9E08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3" name="手繪多邊形: 圖案 1962">
                  <a:extLst>
                    <a:ext uri="{FF2B5EF4-FFF2-40B4-BE49-F238E27FC236}">
                      <a16:creationId xmlns:a16="http://schemas.microsoft.com/office/drawing/2014/main" id="{F315DC1E-AC58-4B13-A1BD-3EA919D0535D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4" name="手繪多邊形: 圖案 1963">
                  <a:extLst>
                    <a:ext uri="{FF2B5EF4-FFF2-40B4-BE49-F238E27FC236}">
                      <a16:creationId xmlns:a16="http://schemas.microsoft.com/office/drawing/2014/main" id="{3287A5A6-D670-4A04-B9B6-406B1391A918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65" name="手繪多邊形: 圖案 1964">
                  <a:extLst>
                    <a:ext uri="{FF2B5EF4-FFF2-40B4-BE49-F238E27FC236}">
                      <a16:creationId xmlns:a16="http://schemas.microsoft.com/office/drawing/2014/main" id="{806208F9-BD88-41ED-86F7-AA34B44395A0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6" name="手繪多邊形: 圖案 1965">
                  <a:extLst>
                    <a:ext uri="{FF2B5EF4-FFF2-40B4-BE49-F238E27FC236}">
                      <a16:creationId xmlns:a16="http://schemas.microsoft.com/office/drawing/2014/main" id="{F3AE4535-DBE5-4BD3-A826-A02CDB3BD088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67" name="手繪多邊形: 圖案 1966">
                  <a:extLst>
                    <a:ext uri="{FF2B5EF4-FFF2-40B4-BE49-F238E27FC236}">
                      <a16:creationId xmlns:a16="http://schemas.microsoft.com/office/drawing/2014/main" id="{B1F270DF-9292-47D8-864D-41D66AEBF112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68" name="手繪多邊形: 圖案 1967">
                  <a:extLst>
                    <a:ext uri="{FF2B5EF4-FFF2-40B4-BE49-F238E27FC236}">
                      <a16:creationId xmlns:a16="http://schemas.microsoft.com/office/drawing/2014/main" id="{B872D8F3-AF10-47DA-9F30-B758D42C2601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69" name="手繪多邊形: 圖案 1968">
                  <a:extLst>
                    <a:ext uri="{FF2B5EF4-FFF2-40B4-BE49-F238E27FC236}">
                      <a16:creationId xmlns:a16="http://schemas.microsoft.com/office/drawing/2014/main" id="{AB64F898-8E03-42A9-B5C1-35B11EAD31C5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70" name="手繪多邊形: 圖案 1969">
                  <a:extLst>
                    <a:ext uri="{FF2B5EF4-FFF2-40B4-BE49-F238E27FC236}">
                      <a16:creationId xmlns:a16="http://schemas.microsoft.com/office/drawing/2014/main" id="{4E4D7A96-5B9D-4CB5-AD52-31966B3F4242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71" name="橢圓 1970">
                  <a:extLst>
                    <a:ext uri="{FF2B5EF4-FFF2-40B4-BE49-F238E27FC236}">
                      <a16:creationId xmlns:a16="http://schemas.microsoft.com/office/drawing/2014/main" id="{EE29497B-49CB-48EC-B6EC-AAD896D76CC0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72" name="橢圓 1971">
                  <a:extLst>
                    <a:ext uri="{FF2B5EF4-FFF2-40B4-BE49-F238E27FC236}">
                      <a16:creationId xmlns:a16="http://schemas.microsoft.com/office/drawing/2014/main" id="{B0A99820-6923-4A9B-A11C-E4EAE9E1F4A8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73" name="橢圓 1972">
                  <a:extLst>
                    <a:ext uri="{FF2B5EF4-FFF2-40B4-BE49-F238E27FC236}">
                      <a16:creationId xmlns:a16="http://schemas.microsoft.com/office/drawing/2014/main" id="{277CBA5A-5E64-4D14-AA9F-2858EFA4B2CC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74" name="橢圓 1973">
                  <a:extLst>
                    <a:ext uri="{FF2B5EF4-FFF2-40B4-BE49-F238E27FC236}">
                      <a16:creationId xmlns:a16="http://schemas.microsoft.com/office/drawing/2014/main" id="{626397F6-07DE-4603-AE42-DC6F021E8A15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909" name="群組 1908">
                <a:extLst>
                  <a:ext uri="{FF2B5EF4-FFF2-40B4-BE49-F238E27FC236}">
                    <a16:creationId xmlns:a16="http://schemas.microsoft.com/office/drawing/2014/main" id="{2953605A-1FC6-466E-92B6-4F709D480CCE}"/>
                  </a:ext>
                </a:extLst>
              </p:cNvPr>
              <p:cNvGrpSpPr/>
              <p:nvPr/>
            </p:nvGrpSpPr>
            <p:grpSpPr>
              <a:xfrm>
                <a:off x="8616902" y="2554048"/>
                <a:ext cx="648000" cy="648000"/>
                <a:chOff x="114655" y="3347955"/>
                <a:chExt cx="950122" cy="950122"/>
              </a:xfrm>
            </p:grpSpPr>
            <p:sp>
              <p:nvSpPr>
                <p:cNvPr id="1945" name="橢圓 1944">
                  <a:extLst>
                    <a:ext uri="{FF2B5EF4-FFF2-40B4-BE49-F238E27FC236}">
                      <a16:creationId xmlns:a16="http://schemas.microsoft.com/office/drawing/2014/main" id="{BD1486DF-6FC3-4B93-86D7-29B6B8F3F4AA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46" name="橢圓 1945">
                  <a:extLst>
                    <a:ext uri="{FF2B5EF4-FFF2-40B4-BE49-F238E27FC236}">
                      <a16:creationId xmlns:a16="http://schemas.microsoft.com/office/drawing/2014/main" id="{FE90FDB9-1153-471F-BEC2-9E082A2ED965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47" name="橢圓 1946">
                  <a:extLst>
                    <a:ext uri="{FF2B5EF4-FFF2-40B4-BE49-F238E27FC236}">
                      <a16:creationId xmlns:a16="http://schemas.microsoft.com/office/drawing/2014/main" id="{3C8C71CA-66C6-4166-A014-91FDE4C436BE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48" name="手繪多邊形: 圖案 1947">
                  <a:extLst>
                    <a:ext uri="{FF2B5EF4-FFF2-40B4-BE49-F238E27FC236}">
                      <a16:creationId xmlns:a16="http://schemas.microsoft.com/office/drawing/2014/main" id="{BF1A4458-BBEC-4D51-B252-C32664482B2B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49" name="手繪多邊形: 圖案 1948">
                  <a:extLst>
                    <a:ext uri="{FF2B5EF4-FFF2-40B4-BE49-F238E27FC236}">
                      <a16:creationId xmlns:a16="http://schemas.microsoft.com/office/drawing/2014/main" id="{97E8AC43-502A-43B7-92E4-99834F2ACA30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50" name="手繪多邊形: 圖案 1949">
                  <a:extLst>
                    <a:ext uri="{FF2B5EF4-FFF2-40B4-BE49-F238E27FC236}">
                      <a16:creationId xmlns:a16="http://schemas.microsoft.com/office/drawing/2014/main" id="{A2ACAC67-BED4-45FD-A120-0A2A2D71F60C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1" name="手繪多邊形: 圖案 1950">
                  <a:extLst>
                    <a:ext uri="{FF2B5EF4-FFF2-40B4-BE49-F238E27FC236}">
                      <a16:creationId xmlns:a16="http://schemas.microsoft.com/office/drawing/2014/main" id="{FBB42281-1571-49B2-B23E-ECBDF642AB95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2" name="手繪多邊形: 圖案 1951">
                  <a:extLst>
                    <a:ext uri="{FF2B5EF4-FFF2-40B4-BE49-F238E27FC236}">
                      <a16:creationId xmlns:a16="http://schemas.microsoft.com/office/drawing/2014/main" id="{D33F7D36-85B7-4B16-8820-DD0B6E68FFEE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53" name="手繪多邊形: 圖案 1952">
                  <a:extLst>
                    <a:ext uri="{FF2B5EF4-FFF2-40B4-BE49-F238E27FC236}">
                      <a16:creationId xmlns:a16="http://schemas.microsoft.com/office/drawing/2014/main" id="{6C6C3E67-11CF-47B6-B734-F158EB544C69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54" name="手繪多邊形: 圖案 1953">
                  <a:extLst>
                    <a:ext uri="{FF2B5EF4-FFF2-40B4-BE49-F238E27FC236}">
                      <a16:creationId xmlns:a16="http://schemas.microsoft.com/office/drawing/2014/main" id="{7A5A4D71-5C1D-4246-A612-89317D1EB668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5" name="手繪多邊形: 圖案 1954">
                  <a:extLst>
                    <a:ext uri="{FF2B5EF4-FFF2-40B4-BE49-F238E27FC236}">
                      <a16:creationId xmlns:a16="http://schemas.microsoft.com/office/drawing/2014/main" id="{CA201436-480A-49AD-8672-2B46FCDAC233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56" name="橢圓 1955">
                  <a:extLst>
                    <a:ext uri="{FF2B5EF4-FFF2-40B4-BE49-F238E27FC236}">
                      <a16:creationId xmlns:a16="http://schemas.microsoft.com/office/drawing/2014/main" id="{343D3F3A-9A87-4322-A184-EF87278FBED7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7" name="橢圓 1956">
                  <a:extLst>
                    <a:ext uri="{FF2B5EF4-FFF2-40B4-BE49-F238E27FC236}">
                      <a16:creationId xmlns:a16="http://schemas.microsoft.com/office/drawing/2014/main" id="{470BDF32-6AD3-4730-B190-1A3F2EDB36F1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8" name="橢圓 1957">
                  <a:extLst>
                    <a:ext uri="{FF2B5EF4-FFF2-40B4-BE49-F238E27FC236}">
                      <a16:creationId xmlns:a16="http://schemas.microsoft.com/office/drawing/2014/main" id="{42329F10-73CE-4F40-9D81-B2B59E0DCC76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59" name="橢圓 1958">
                  <a:extLst>
                    <a:ext uri="{FF2B5EF4-FFF2-40B4-BE49-F238E27FC236}">
                      <a16:creationId xmlns:a16="http://schemas.microsoft.com/office/drawing/2014/main" id="{9F40DDEC-26D2-4838-8E37-823A2845E722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911" name="群組 1910">
                <a:extLst>
                  <a:ext uri="{FF2B5EF4-FFF2-40B4-BE49-F238E27FC236}">
                    <a16:creationId xmlns:a16="http://schemas.microsoft.com/office/drawing/2014/main" id="{C51BD2E7-5ADA-4508-8949-E6F875436326}"/>
                  </a:ext>
                </a:extLst>
              </p:cNvPr>
              <p:cNvGrpSpPr/>
              <p:nvPr/>
            </p:nvGrpSpPr>
            <p:grpSpPr>
              <a:xfrm>
                <a:off x="8258763" y="1960219"/>
                <a:ext cx="648000" cy="648000"/>
                <a:chOff x="114655" y="3347955"/>
                <a:chExt cx="950122" cy="950122"/>
              </a:xfrm>
            </p:grpSpPr>
            <p:sp>
              <p:nvSpPr>
                <p:cNvPr id="1912" name="橢圓 1911">
                  <a:extLst>
                    <a:ext uri="{FF2B5EF4-FFF2-40B4-BE49-F238E27FC236}">
                      <a16:creationId xmlns:a16="http://schemas.microsoft.com/office/drawing/2014/main" id="{E16B81C6-BD0B-4B54-B759-416DD2B6B3BC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3" name="橢圓 1912">
                  <a:extLst>
                    <a:ext uri="{FF2B5EF4-FFF2-40B4-BE49-F238E27FC236}">
                      <a16:creationId xmlns:a16="http://schemas.microsoft.com/office/drawing/2014/main" id="{E0188E20-E0DC-4FDD-A275-EB57AF3B54E5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4" name="橢圓 1913">
                  <a:extLst>
                    <a:ext uri="{FF2B5EF4-FFF2-40B4-BE49-F238E27FC236}">
                      <a16:creationId xmlns:a16="http://schemas.microsoft.com/office/drawing/2014/main" id="{BF6C9454-861D-47B6-B98D-C29BEFD6BF3A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5" name="手繪多邊形: 圖案 1914">
                  <a:extLst>
                    <a:ext uri="{FF2B5EF4-FFF2-40B4-BE49-F238E27FC236}">
                      <a16:creationId xmlns:a16="http://schemas.microsoft.com/office/drawing/2014/main" id="{A08F9A92-0C68-48CC-B871-40615C601629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6" name="手繪多邊形: 圖案 1915">
                  <a:extLst>
                    <a:ext uri="{FF2B5EF4-FFF2-40B4-BE49-F238E27FC236}">
                      <a16:creationId xmlns:a16="http://schemas.microsoft.com/office/drawing/2014/main" id="{5A16580F-8C13-470F-88E1-F632E349E6B3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17" name="手繪多邊形: 圖案 1916">
                  <a:extLst>
                    <a:ext uri="{FF2B5EF4-FFF2-40B4-BE49-F238E27FC236}">
                      <a16:creationId xmlns:a16="http://schemas.microsoft.com/office/drawing/2014/main" id="{74CBBBE6-A91B-445D-AA68-06D7E0474FDA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8" name="手繪多邊形: 圖案 1917">
                  <a:extLst>
                    <a:ext uri="{FF2B5EF4-FFF2-40B4-BE49-F238E27FC236}">
                      <a16:creationId xmlns:a16="http://schemas.microsoft.com/office/drawing/2014/main" id="{A75FAEF4-9FFA-4BCB-B352-830EDA0B0C46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19" name="手繪多邊形: 圖案 1918">
                  <a:extLst>
                    <a:ext uri="{FF2B5EF4-FFF2-40B4-BE49-F238E27FC236}">
                      <a16:creationId xmlns:a16="http://schemas.microsoft.com/office/drawing/2014/main" id="{4DAD4590-5470-46F2-9E2D-9F53AAAEDCAC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20" name="手繪多邊形: 圖案 1919">
                  <a:extLst>
                    <a:ext uri="{FF2B5EF4-FFF2-40B4-BE49-F238E27FC236}">
                      <a16:creationId xmlns:a16="http://schemas.microsoft.com/office/drawing/2014/main" id="{494AC8AE-84C4-443A-8C3E-53909E2F7772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21" name="手繪多邊形: 圖案 1920">
                  <a:extLst>
                    <a:ext uri="{FF2B5EF4-FFF2-40B4-BE49-F238E27FC236}">
                      <a16:creationId xmlns:a16="http://schemas.microsoft.com/office/drawing/2014/main" id="{822022D6-5BC7-42E2-9F6D-D9A55CAA7DC8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22" name="手繪多邊形: 圖案 1921">
                  <a:extLst>
                    <a:ext uri="{FF2B5EF4-FFF2-40B4-BE49-F238E27FC236}">
                      <a16:creationId xmlns:a16="http://schemas.microsoft.com/office/drawing/2014/main" id="{2508EFFB-FEA5-46E9-8AD5-5E13DFED0A12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923" name="橢圓 1922">
                  <a:extLst>
                    <a:ext uri="{FF2B5EF4-FFF2-40B4-BE49-F238E27FC236}">
                      <a16:creationId xmlns:a16="http://schemas.microsoft.com/office/drawing/2014/main" id="{13E7065C-A82D-46D9-A971-7D543579742D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24" name="橢圓 1923">
                  <a:extLst>
                    <a:ext uri="{FF2B5EF4-FFF2-40B4-BE49-F238E27FC236}">
                      <a16:creationId xmlns:a16="http://schemas.microsoft.com/office/drawing/2014/main" id="{83D544FA-22DA-4911-A4D8-5937E4DCB6E8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25" name="橢圓 1924">
                  <a:extLst>
                    <a:ext uri="{FF2B5EF4-FFF2-40B4-BE49-F238E27FC236}">
                      <a16:creationId xmlns:a16="http://schemas.microsoft.com/office/drawing/2014/main" id="{E6438688-3D0B-4C55-9FB6-EAD572406EF5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26" name="橢圓 1925">
                  <a:extLst>
                    <a:ext uri="{FF2B5EF4-FFF2-40B4-BE49-F238E27FC236}">
                      <a16:creationId xmlns:a16="http://schemas.microsoft.com/office/drawing/2014/main" id="{B27E2196-C6E6-4FAB-8AEC-DE15B0880AD1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sp>
          <p:nvSpPr>
            <p:cNvPr id="1254" name="文字方塊 1253">
              <a:extLst>
                <a:ext uri="{FF2B5EF4-FFF2-40B4-BE49-F238E27FC236}">
                  <a16:creationId xmlns:a16="http://schemas.microsoft.com/office/drawing/2014/main" id="{BDE8A63A-BC11-496B-9F55-3A670BC54804}"/>
                </a:ext>
              </a:extLst>
            </p:cNvPr>
            <p:cNvSpPr txBox="1"/>
            <p:nvPr/>
          </p:nvSpPr>
          <p:spPr>
            <a:xfrm>
              <a:off x="7660285" y="1575574"/>
              <a:ext cx="18478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/>
                <a:t>Germline variants</a:t>
              </a:r>
              <a:endParaRPr lang="en-US" altLang="zh-TW" dirty="0"/>
            </a:p>
          </p:txBody>
        </p:sp>
        <p:sp>
          <p:nvSpPr>
            <p:cNvPr id="1255" name="文字方塊 1254">
              <a:extLst>
                <a:ext uri="{FF2B5EF4-FFF2-40B4-BE49-F238E27FC236}">
                  <a16:creationId xmlns:a16="http://schemas.microsoft.com/office/drawing/2014/main" id="{E8FD895F-8C78-4CE3-813C-31E5F9E585EF}"/>
                </a:ext>
              </a:extLst>
            </p:cNvPr>
            <p:cNvSpPr txBox="1"/>
            <p:nvPr/>
          </p:nvSpPr>
          <p:spPr>
            <a:xfrm>
              <a:off x="7720655" y="4680856"/>
              <a:ext cx="1727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/>
                <a:t>Somatic variants</a:t>
              </a:r>
              <a:endParaRPr lang="en-US" altLang="zh-TW" dirty="0"/>
            </a:p>
          </p:txBody>
        </p: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AF8F467C-50A0-4A00-A6C2-B37CC491E7AF}"/>
                </a:ext>
              </a:extLst>
            </p:cNvPr>
            <p:cNvGrpSpPr/>
            <p:nvPr/>
          </p:nvGrpSpPr>
          <p:grpSpPr>
            <a:xfrm>
              <a:off x="7903546" y="3416043"/>
              <a:ext cx="1361356" cy="1241829"/>
              <a:chOff x="7903546" y="3416043"/>
              <a:chExt cx="1361356" cy="1241829"/>
            </a:xfrm>
          </p:grpSpPr>
          <p:grpSp>
            <p:nvGrpSpPr>
              <p:cNvPr id="921" name="群組 920">
                <a:extLst>
                  <a:ext uri="{FF2B5EF4-FFF2-40B4-BE49-F238E27FC236}">
                    <a16:creationId xmlns:a16="http://schemas.microsoft.com/office/drawing/2014/main" id="{EDD32BEF-0463-4057-9CB4-00F552A7B077}"/>
                  </a:ext>
                </a:extLst>
              </p:cNvPr>
              <p:cNvGrpSpPr/>
              <p:nvPr/>
            </p:nvGrpSpPr>
            <p:grpSpPr>
              <a:xfrm>
                <a:off x="7903546" y="4009872"/>
                <a:ext cx="648000" cy="648000"/>
                <a:chOff x="-1123212" y="3002191"/>
                <a:chExt cx="950810" cy="950810"/>
              </a:xfrm>
            </p:grpSpPr>
            <p:sp>
              <p:nvSpPr>
                <p:cNvPr id="922" name="橢圓 921">
                  <a:extLst>
                    <a:ext uri="{FF2B5EF4-FFF2-40B4-BE49-F238E27FC236}">
                      <a16:creationId xmlns:a16="http://schemas.microsoft.com/office/drawing/2014/main" id="{35FFBF18-AA02-41F7-A4A8-12768A60AC40}"/>
                    </a:ext>
                  </a:extLst>
                </p:cNvPr>
                <p:cNvSpPr/>
                <p:nvPr/>
              </p:nvSpPr>
              <p:spPr>
                <a:xfrm>
                  <a:off x="-1123212" y="3002191"/>
                  <a:ext cx="950810" cy="95081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3" name="橢圓 922">
                  <a:extLst>
                    <a:ext uri="{FF2B5EF4-FFF2-40B4-BE49-F238E27FC236}">
                      <a16:creationId xmlns:a16="http://schemas.microsoft.com/office/drawing/2014/main" id="{F31F00E6-3BF9-4518-A70E-DB235E9B3A70}"/>
                    </a:ext>
                  </a:extLst>
                </p:cNvPr>
                <p:cNvSpPr/>
                <p:nvPr/>
              </p:nvSpPr>
              <p:spPr>
                <a:xfrm>
                  <a:off x="-688012" y="3525245"/>
                  <a:ext cx="459914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4" name="橢圓 923">
                  <a:extLst>
                    <a:ext uri="{FF2B5EF4-FFF2-40B4-BE49-F238E27FC236}">
                      <a16:creationId xmlns:a16="http://schemas.microsoft.com/office/drawing/2014/main" id="{14A83BB9-62D3-4448-A36D-2FCA20E417A2}"/>
                    </a:ext>
                  </a:extLst>
                </p:cNvPr>
                <p:cNvSpPr/>
                <p:nvPr/>
              </p:nvSpPr>
              <p:spPr>
                <a:xfrm>
                  <a:off x="-1067281" y="3309046"/>
                  <a:ext cx="380569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5" name="手繪多邊形: 圖案 924">
                  <a:extLst>
                    <a:ext uri="{FF2B5EF4-FFF2-40B4-BE49-F238E27FC236}">
                      <a16:creationId xmlns:a16="http://schemas.microsoft.com/office/drawing/2014/main" id="{8716AAE5-7712-4483-B576-6077CA955469}"/>
                    </a:ext>
                  </a:extLst>
                </p:cNvPr>
                <p:cNvSpPr/>
                <p:nvPr/>
              </p:nvSpPr>
              <p:spPr>
                <a:xfrm>
                  <a:off x="-485325" y="3309045"/>
                  <a:ext cx="103587" cy="15602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6" name="手繪多邊形: 圖案 925">
                  <a:extLst>
                    <a:ext uri="{FF2B5EF4-FFF2-40B4-BE49-F238E27FC236}">
                      <a16:creationId xmlns:a16="http://schemas.microsoft.com/office/drawing/2014/main" id="{EACB0563-CDF9-47F6-9064-C7C81F4AAB98}"/>
                    </a:ext>
                  </a:extLst>
                </p:cNvPr>
                <p:cNvSpPr/>
                <p:nvPr/>
              </p:nvSpPr>
              <p:spPr>
                <a:xfrm>
                  <a:off x="-688014" y="3384658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27" name="手繪多邊形: 圖案 926">
                  <a:extLst>
                    <a:ext uri="{FF2B5EF4-FFF2-40B4-BE49-F238E27FC236}">
                      <a16:creationId xmlns:a16="http://schemas.microsoft.com/office/drawing/2014/main" id="{F40350D9-CF4F-44A3-85F4-4EFAB135FD67}"/>
                    </a:ext>
                  </a:extLst>
                </p:cNvPr>
                <p:cNvSpPr/>
                <p:nvPr/>
              </p:nvSpPr>
              <p:spPr>
                <a:xfrm>
                  <a:off x="-687302" y="3310913"/>
                  <a:ext cx="201976" cy="1522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8" name="手繪多邊形: 圖案 927">
                  <a:extLst>
                    <a:ext uri="{FF2B5EF4-FFF2-40B4-BE49-F238E27FC236}">
                      <a16:creationId xmlns:a16="http://schemas.microsoft.com/office/drawing/2014/main" id="{7389E23D-D09C-4108-B950-7D358A45AAB3}"/>
                    </a:ext>
                  </a:extLst>
                </p:cNvPr>
                <p:cNvSpPr/>
                <p:nvPr/>
              </p:nvSpPr>
              <p:spPr>
                <a:xfrm>
                  <a:off x="-381738" y="3314272"/>
                  <a:ext cx="153639" cy="14556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9" name="手繪多邊形: 圖案 928">
                  <a:extLst>
                    <a:ext uri="{FF2B5EF4-FFF2-40B4-BE49-F238E27FC236}">
                      <a16:creationId xmlns:a16="http://schemas.microsoft.com/office/drawing/2014/main" id="{7E2FDFAE-02C4-4A8F-BD3D-DC7E3A0B471D}"/>
                    </a:ext>
                  </a:extLst>
                </p:cNvPr>
                <p:cNvSpPr/>
                <p:nvPr/>
              </p:nvSpPr>
              <p:spPr>
                <a:xfrm>
                  <a:off x="-927531" y="3523548"/>
                  <a:ext cx="101072" cy="15602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30" name="手繪多邊形: 圖案 929">
                  <a:extLst>
                    <a:ext uri="{FF2B5EF4-FFF2-40B4-BE49-F238E27FC236}">
                      <a16:creationId xmlns:a16="http://schemas.microsoft.com/office/drawing/2014/main" id="{90F1DA45-7B65-494E-8516-D08C180A7E2F}"/>
                    </a:ext>
                  </a:extLst>
                </p:cNvPr>
                <p:cNvSpPr/>
                <p:nvPr/>
              </p:nvSpPr>
              <p:spPr>
                <a:xfrm>
                  <a:off x="-688014" y="3599162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31" name="手繪多邊形: 圖案 930">
                  <a:extLst>
                    <a:ext uri="{FF2B5EF4-FFF2-40B4-BE49-F238E27FC236}">
                      <a16:creationId xmlns:a16="http://schemas.microsoft.com/office/drawing/2014/main" id="{7936D1E7-E767-4832-852D-2A00CD031F3E}"/>
                    </a:ext>
                  </a:extLst>
                </p:cNvPr>
                <p:cNvSpPr/>
                <p:nvPr/>
              </p:nvSpPr>
              <p:spPr>
                <a:xfrm>
                  <a:off x="-826460" y="3527732"/>
                  <a:ext cx="139159" cy="147658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32" name="手繪多邊形: 圖案 931">
                  <a:extLst>
                    <a:ext uri="{FF2B5EF4-FFF2-40B4-BE49-F238E27FC236}">
                      <a16:creationId xmlns:a16="http://schemas.microsoft.com/office/drawing/2014/main" id="{F25801BD-F6B0-4C12-94D2-68B0F995FF38}"/>
                    </a:ext>
                  </a:extLst>
                </p:cNvPr>
                <p:cNvSpPr/>
                <p:nvPr/>
              </p:nvSpPr>
              <p:spPr>
                <a:xfrm>
                  <a:off x="-1067281" y="3527731"/>
                  <a:ext cx="139748" cy="147657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33" name="橢圓 932">
                  <a:extLst>
                    <a:ext uri="{FF2B5EF4-FFF2-40B4-BE49-F238E27FC236}">
                      <a16:creationId xmlns:a16="http://schemas.microsoft.com/office/drawing/2014/main" id="{F8E8493E-F210-4A9B-B3ED-2B89092724D9}"/>
                    </a:ext>
                  </a:extLst>
                </p:cNvPr>
                <p:cNvSpPr/>
                <p:nvPr/>
              </p:nvSpPr>
              <p:spPr>
                <a:xfrm>
                  <a:off x="-688013" y="3309045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34" name="橢圓 933">
                  <a:extLst>
                    <a:ext uri="{FF2B5EF4-FFF2-40B4-BE49-F238E27FC236}">
                      <a16:creationId xmlns:a16="http://schemas.microsoft.com/office/drawing/2014/main" id="{CA8A0C21-6691-49A7-BB1F-F5BEEE9DE22D}"/>
                    </a:ext>
                  </a:extLst>
                </p:cNvPr>
                <p:cNvSpPr/>
                <p:nvPr/>
              </p:nvSpPr>
              <p:spPr>
                <a:xfrm>
                  <a:off x="-720195" y="3318585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95" name="橢圓 1194">
                  <a:extLst>
                    <a:ext uri="{FF2B5EF4-FFF2-40B4-BE49-F238E27FC236}">
                      <a16:creationId xmlns:a16="http://schemas.microsoft.com/office/drawing/2014/main" id="{DCE720B7-910C-4CF6-B1FA-7FA8EFB4CC1A}"/>
                    </a:ext>
                  </a:extLst>
                </p:cNvPr>
                <p:cNvSpPr/>
                <p:nvPr/>
              </p:nvSpPr>
              <p:spPr>
                <a:xfrm>
                  <a:off x="-1067281" y="3523548"/>
                  <a:ext cx="380569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96" name="手繪多邊形: 圖案 1195">
                  <a:extLst>
                    <a:ext uri="{FF2B5EF4-FFF2-40B4-BE49-F238E27FC236}">
                      <a16:creationId xmlns:a16="http://schemas.microsoft.com/office/drawing/2014/main" id="{6530616F-2360-43D4-9057-C2D2C14385FF}"/>
                    </a:ext>
                  </a:extLst>
                </p:cNvPr>
                <p:cNvSpPr/>
                <p:nvPr/>
              </p:nvSpPr>
              <p:spPr>
                <a:xfrm>
                  <a:off x="-596078" y="3530062"/>
                  <a:ext cx="103512" cy="151206"/>
                </a:xfrm>
                <a:custGeom>
                  <a:avLst/>
                  <a:gdLst>
                    <a:gd name="connsiteX0" fmla="*/ 103512 w 103512"/>
                    <a:gd name="connsiteY0" fmla="*/ 0 h 151206"/>
                    <a:gd name="connsiteX1" fmla="*/ 103512 w 103512"/>
                    <a:gd name="connsiteY1" fmla="*/ 151206 h 151206"/>
                    <a:gd name="connsiteX2" fmla="*/ 48412 w 103512"/>
                    <a:gd name="connsiteY2" fmla="*/ 147432 h 151206"/>
                    <a:gd name="connsiteX3" fmla="*/ 0 w 103512"/>
                    <a:gd name="connsiteY3" fmla="*/ 136359 h 151206"/>
                    <a:gd name="connsiteX4" fmla="*/ 0 w 103512"/>
                    <a:gd name="connsiteY4" fmla="*/ 14847 h 151206"/>
                    <a:gd name="connsiteX5" fmla="*/ 48412 w 103512"/>
                    <a:gd name="connsiteY5" fmla="*/ 3774 h 151206"/>
                    <a:gd name="connsiteX6" fmla="*/ 103512 w 103512"/>
                    <a:gd name="connsiteY6" fmla="*/ 0 h 151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6">
                      <a:moveTo>
                        <a:pt x="103512" y="0"/>
                      </a:moveTo>
                      <a:lnTo>
                        <a:pt x="103512" y="151206"/>
                      </a:lnTo>
                      <a:lnTo>
                        <a:pt x="48412" y="147432"/>
                      </a:lnTo>
                      <a:lnTo>
                        <a:pt x="0" y="136359"/>
                      </a:lnTo>
                      <a:lnTo>
                        <a:pt x="0" y="14847"/>
                      </a:lnTo>
                      <a:lnTo>
                        <a:pt x="48412" y="3774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197" name="橢圓 1196">
                  <a:extLst>
                    <a:ext uri="{FF2B5EF4-FFF2-40B4-BE49-F238E27FC236}">
                      <a16:creationId xmlns:a16="http://schemas.microsoft.com/office/drawing/2014/main" id="{F5A56377-6A06-4025-B9EB-A9A9E7CE70F4}"/>
                    </a:ext>
                  </a:extLst>
                </p:cNvPr>
                <p:cNvSpPr/>
                <p:nvPr/>
              </p:nvSpPr>
              <p:spPr>
                <a:xfrm>
                  <a:off x="-688012" y="3523549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98" name="橢圓 1197">
                  <a:extLst>
                    <a:ext uri="{FF2B5EF4-FFF2-40B4-BE49-F238E27FC236}">
                      <a16:creationId xmlns:a16="http://schemas.microsoft.com/office/drawing/2014/main" id="{EF3288AC-41A7-4072-A63B-B6684BEAE7A1}"/>
                    </a:ext>
                  </a:extLst>
                </p:cNvPr>
                <p:cNvSpPr/>
                <p:nvPr/>
              </p:nvSpPr>
              <p:spPr>
                <a:xfrm>
                  <a:off x="-720195" y="3533088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199" name="群組 1198">
                <a:extLst>
                  <a:ext uri="{FF2B5EF4-FFF2-40B4-BE49-F238E27FC236}">
                    <a16:creationId xmlns:a16="http://schemas.microsoft.com/office/drawing/2014/main" id="{A7ED1B9F-DD01-4226-9C4F-52368F635452}"/>
                  </a:ext>
                </a:extLst>
              </p:cNvPr>
              <p:cNvGrpSpPr/>
              <p:nvPr/>
            </p:nvGrpSpPr>
            <p:grpSpPr>
              <a:xfrm>
                <a:off x="8616902" y="4008067"/>
                <a:ext cx="648000" cy="648000"/>
                <a:chOff x="-1123212" y="3002191"/>
                <a:chExt cx="950810" cy="950810"/>
              </a:xfrm>
            </p:grpSpPr>
            <p:sp>
              <p:nvSpPr>
                <p:cNvPr id="1200" name="橢圓 1199">
                  <a:extLst>
                    <a:ext uri="{FF2B5EF4-FFF2-40B4-BE49-F238E27FC236}">
                      <a16:creationId xmlns:a16="http://schemas.microsoft.com/office/drawing/2014/main" id="{181FAB47-DAF0-4A63-B8E9-5D74A57AD01A}"/>
                    </a:ext>
                  </a:extLst>
                </p:cNvPr>
                <p:cNvSpPr/>
                <p:nvPr/>
              </p:nvSpPr>
              <p:spPr>
                <a:xfrm>
                  <a:off x="-1123212" y="3002191"/>
                  <a:ext cx="950810" cy="95081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1" name="橢圓 1200">
                  <a:extLst>
                    <a:ext uri="{FF2B5EF4-FFF2-40B4-BE49-F238E27FC236}">
                      <a16:creationId xmlns:a16="http://schemas.microsoft.com/office/drawing/2014/main" id="{8683082A-712B-4B4E-9BFA-534E289713BC}"/>
                    </a:ext>
                  </a:extLst>
                </p:cNvPr>
                <p:cNvSpPr/>
                <p:nvPr/>
              </p:nvSpPr>
              <p:spPr>
                <a:xfrm>
                  <a:off x="-688012" y="3525245"/>
                  <a:ext cx="459914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2" name="橢圓 1201">
                  <a:extLst>
                    <a:ext uri="{FF2B5EF4-FFF2-40B4-BE49-F238E27FC236}">
                      <a16:creationId xmlns:a16="http://schemas.microsoft.com/office/drawing/2014/main" id="{C943B06A-4A24-4BDE-8D97-D38926BC07BD}"/>
                    </a:ext>
                  </a:extLst>
                </p:cNvPr>
                <p:cNvSpPr/>
                <p:nvPr/>
              </p:nvSpPr>
              <p:spPr>
                <a:xfrm>
                  <a:off x="-1067281" y="3309046"/>
                  <a:ext cx="380569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3" name="手繪多邊形: 圖案 1202">
                  <a:extLst>
                    <a:ext uri="{FF2B5EF4-FFF2-40B4-BE49-F238E27FC236}">
                      <a16:creationId xmlns:a16="http://schemas.microsoft.com/office/drawing/2014/main" id="{0D7EB203-C85D-4034-939F-A96F575219C2}"/>
                    </a:ext>
                  </a:extLst>
                </p:cNvPr>
                <p:cNvSpPr/>
                <p:nvPr/>
              </p:nvSpPr>
              <p:spPr>
                <a:xfrm>
                  <a:off x="-485325" y="3309045"/>
                  <a:ext cx="103587" cy="15602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4" name="手繪多邊形: 圖案 1203">
                  <a:extLst>
                    <a:ext uri="{FF2B5EF4-FFF2-40B4-BE49-F238E27FC236}">
                      <a16:creationId xmlns:a16="http://schemas.microsoft.com/office/drawing/2014/main" id="{75F40400-3C4B-41B5-80CC-872C2C9017AF}"/>
                    </a:ext>
                  </a:extLst>
                </p:cNvPr>
                <p:cNvSpPr/>
                <p:nvPr/>
              </p:nvSpPr>
              <p:spPr>
                <a:xfrm>
                  <a:off x="-688014" y="3384658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05" name="手繪多邊形: 圖案 1204">
                  <a:extLst>
                    <a:ext uri="{FF2B5EF4-FFF2-40B4-BE49-F238E27FC236}">
                      <a16:creationId xmlns:a16="http://schemas.microsoft.com/office/drawing/2014/main" id="{8A6ADA0B-8AAB-4E1D-B045-4335776C5A58}"/>
                    </a:ext>
                  </a:extLst>
                </p:cNvPr>
                <p:cNvSpPr/>
                <p:nvPr/>
              </p:nvSpPr>
              <p:spPr>
                <a:xfrm>
                  <a:off x="-687302" y="3310913"/>
                  <a:ext cx="201976" cy="1522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6" name="手繪多邊形: 圖案 1205">
                  <a:extLst>
                    <a:ext uri="{FF2B5EF4-FFF2-40B4-BE49-F238E27FC236}">
                      <a16:creationId xmlns:a16="http://schemas.microsoft.com/office/drawing/2014/main" id="{2429AF0B-3C00-4798-B6C9-C9AE3F3EEB40}"/>
                    </a:ext>
                  </a:extLst>
                </p:cNvPr>
                <p:cNvSpPr/>
                <p:nvPr/>
              </p:nvSpPr>
              <p:spPr>
                <a:xfrm>
                  <a:off x="-381738" y="3314272"/>
                  <a:ext cx="153639" cy="14556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7" name="手繪多邊形: 圖案 1206">
                  <a:extLst>
                    <a:ext uri="{FF2B5EF4-FFF2-40B4-BE49-F238E27FC236}">
                      <a16:creationId xmlns:a16="http://schemas.microsoft.com/office/drawing/2014/main" id="{A2832B0A-9265-4D2E-A947-7EFAD7FF8C06}"/>
                    </a:ext>
                  </a:extLst>
                </p:cNvPr>
                <p:cNvSpPr/>
                <p:nvPr/>
              </p:nvSpPr>
              <p:spPr>
                <a:xfrm>
                  <a:off x="-927531" y="3523548"/>
                  <a:ext cx="101072" cy="15602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08" name="手繪多邊形: 圖案 1207">
                  <a:extLst>
                    <a:ext uri="{FF2B5EF4-FFF2-40B4-BE49-F238E27FC236}">
                      <a16:creationId xmlns:a16="http://schemas.microsoft.com/office/drawing/2014/main" id="{F490EA3F-2BDA-4F5E-8047-BA0EF81C0F52}"/>
                    </a:ext>
                  </a:extLst>
                </p:cNvPr>
                <p:cNvSpPr/>
                <p:nvPr/>
              </p:nvSpPr>
              <p:spPr>
                <a:xfrm>
                  <a:off x="-688014" y="3599162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09" name="手繪多邊形: 圖案 1208">
                  <a:extLst>
                    <a:ext uri="{FF2B5EF4-FFF2-40B4-BE49-F238E27FC236}">
                      <a16:creationId xmlns:a16="http://schemas.microsoft.com/office/drawing/2014/main" id="{FEA66C76-E701-4FB9-851D-3E91F2565058}"/>
                    </a:ext>
                  </a:extLst>
                </p:cNvPr>
                <p:cNvSpPr/>
                <p:nvPr/>
              </p:nvSpPr>
              <p:spPr>
                <a:xfrm>
                  <a:off x="-826460" y="3527732"/>
                  <a:ext cx="139159" cy="147658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0" name="手繪多邊形: 圖案 1209">
                  <a:extLst>
                    <a:ext uri="{FF2B5EF4-FFF2-40B4-BE49-F238E27FC236}">
                      <a16:creationId xmlns:a16="http://schemas.microsoft.com/office/drawing/2014/main" id="{6C957FFC-3D08-4C09-A955-7DF603F7D403}"/>
                    </a:ext>
                  </a:extLst>
                </p:cNvPr>
                <p:cNvSpPr/>
                <p:nvPr/>
              </p:nvSpPr>
              <p:spPr>
                <a:xfrm>
                  <a:off x="-1067281" y="3527731"/>
                  <a:ext cx="139748" cy="147657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11" name="橢圓 1210">
                  <a:extLst>
                    <a:ext uri="{FF2B5EF4-FFF2-40B4-BE49-F238E27FC236}">
                      <a16:creationId xmlns:a16="http://schemas.microsoft.com/office/drawing/2014/main" id="{EAF49698-D8FF-4C97-BCE0-CFCD46C26ECD}"/>
                    </a:ext>
                  </a:extLst>
                </p:cNvPr>
                <p:cNvSpPr/>
                <p:nvPr/>
              </p:nvSpPr>
              <p:spPr>
                <a:xfrm>
                  <a:off x="-688013" y="3309045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2" name="橢圓 1211">
                  <a:extLst>
                    <a:ext uri="{FF2B5EF4-FFF2-40B4-BE49-F238E27FC236}">
                      <a16:creationId xmlns:a16="http://schemas.microsoft.com/office/drawing/2014/main" id="{37DEFF99-6E48-41D8-9869-7B6166C8F36C}"/>
                    </a:ext>
                  </a:extLst>
                </p:cNvPr>
                <p:cNvSpPr/>
                <p:nvPr/>
              </p:nvSpPr>
              <p:spPr>
                <a:xfrm>
                  <a:off x="-720195" y="3318585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3" name="橢圓 1212">
                  <a:extLst>
                    <a:ext uri="{FF2B5EF4-FFF2-40B4-BE49-F238E27FC236}">
                      <a16:creationId xmlns:a16="http://schemas.microsoft.com/office/drawing/2014/main" id="{E9B323B9-0B2F-4288-9C90-7A43C34FDE2A}"/>
                    </a:ext>
                  </a:extLst>
                </p:cNvPr>
                <p:cNvSpPr/>
                <p:nvPr/>
              </p:nvSpPr>
              <p:spPr>
                <a:xfrm>
                  <a:off x="-1067281" y="3523548"/>
                  <a:ext cx="380569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4" name="手繪多邊形: 圖案 1213">
                  <a:extLst>
                    <a:ext uri="{FF2B5EF4-FFF2-40B4-BE49-F238E27FC236}">
                      <a16:creationId xmlns:a16="http://schemas.microsoft.com/office/drawing/2014/main" id="{9DC0F541-27EE-4293-957F-F4AC09203E57}"/>
                    </a:ext>
                  </a:extLst>
                </p:cNvPr>
                <p:cNvSpPr/>
                <p:nvPr/>
              </p:nvSpPr>
              <p:spPr>
                <a:xfrm>
                  <a:off x="-596078" y="3530062"/>
                  <a:ext cx="103512" cy="151206"/>
                </a:xfrm>
                <a:custGeom>
                  <a:avLst/>
                  <a:gdLst>
                    <a:gd name="connsiteX0" fmla="*/ 103512 w 103512"/>
                    <a:gd name="connsiteY0" fmla="*/ 0 h 151206"/>
                    <a:gd name="connsiteX1" fmla="*/ 103512 w 103512"/>
                    <a:gd name="connsiteY1" fmla="*/ 151206 h 151206"/>
                    <a:gd name="connsiteX2" fmla="*/ 48412 w 103512"/>
                    <a:gd name="connsiteY2" fmla="*/ 147432 h 151206"/>
                    <a:gd name="connsiteX3" fmla="*/ 0 w 103512"/>
                    <a:gd name="connsiteY3" fmla="*/ 136359 h 151206"/>
                    <a:gd name="connsiteX4" fmla="*/ 0 w 103512"/>
                    <a:gd name="connsiteY4" fmla="*/ 14847 h 151206"/>
                    <a:gd name="connsiteX5" fmla="*/ 48412 w 103512"/>
                    <a:gd name="connsiteY5" fmla="*/ 3774 h 151206"/>
                    <a:gd name="connsiteX6" fmla="*/ 103512 w 103512"/>
                    <a:gd name="connsiteY6" fmla="*/ 0 h 151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6">
                      <a:moveTo>
                        <a:pt x="103512" y="0"/>
                      </a:moveTo>
                      <a:lnTo>
                        <a:pt x="103512" y="151206"/>
                      </a:lnTo>
                      <a:lnTo>
                        <a:pt x="48412" y="147432"/>
                      </a:lnTo>
                      <a:lnTo>
                        <a:pt x="0" y="136359"/>
                      </a:lnTo>
                      <a:lnTo>
                        <a:pt x="0" y="14847"/>
                      </a:lnTo>
                      <a:lnTo>
                        <a:pt x="48412" y="3774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215" name="橢圓 1214">
                  <a:extLst>
                    <a:ext uri="{FF2B5EF4-FFF2-40B4-BE49-F238E27FC236}">
                      <a16:creationId xmlns:a16="http://schemas.microsoft.com/office/drawing/2014/main" id="{6BDB48B3-437E-457E-9D0A-396CD65EA762}"/>
                    </a:ext>
                  </a:extLst>
                </p:cNvPr>
                <p:cNvSpPr/>
                <p:nvPr/>
              </p:nvSpPr>
              <p:spPr>
                <a:xfrm>
                  <a:off x="-688012" y="3523549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6" name="橢圓 1215">
                  <a:extLst>
                    <a:ext uri="{FF2B5EF4-FFF2-40B4-BE49-F238E27FC236}">
                      <a16:creationId xmlns:a16="http://schemas.microsoft.com/office/drawing/2014/main" id="{853B7D22-BD85-4CE3-9059-64E0CC86FA9A}"/>
                    </a:ext>
                  </a:extLst>
                </p:cNvPr>
                <p:cNvSpPr/>
                <p:nvPr/>
              </p:nvSpPr>
              <p:spPr>
                <a:xfrm>
                  <a:off x="-720195" y="3533088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217" name="群組 1216">
                <a:extLst>
                  <a:ext uri="{FF2B5EF4-FFF2-40B4-BE49-F238E27FC236}">
                    <a16:creationId xmlns:a16="http://schemas.microsoft.com/office/drawing/2014/main" id="{AF5F09ED-DDD0-49C5-96A2-DD3652C53477}"/>
                  </a:ext>
                </a:extLst>
              </p:cNvPr>
              <p:cNvGrpSpPr/>
              <p:nvPr/>
            </p:nvGrpSpPr>
            <p:grpSpPr>
              <a:xfrm>
                <a:off x="8258763" y="3416043"/>
                <a:ext cx="648000" cy="648000"/>
                <a:chOff x="-1123212" y="3002191"/>
                <a:chExt cx="950810" cy="950810"/>
              </a:xfrm>
            </p:grpSpPr>
            <p:sp>
              <p:nvSpPr>
                <p:cNvPr id="1218" name="橢圓 1217">
                  <a:extLst>
                    <a:ext uri="{FF2B5EF4-FFF2-40B4-BE49-F238E27FC236}">
                      <a16:creationId xmlns:a16="http://schemas.microsoft.com/office/drawing/2014/main" id="{2F253939-F63A-4D2B-980F-73F49FFE4267}"/>
                    </a:ext>
                  </a:extLst>
                </p:cNvPr>
                <p:cNvSpPr/>
                <p:nvPr/>
              </p:nvSpPr>
              <p:spPr>
                <a:xfrm>
                  <a:off x="-1123212" y="3002191"/>
                  <a:ext cx="950810" cy="950810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9" name="橢圓 1218">
                  <a:extLst>
                    <a:ext uri="{FF2B5EF4-FFF2-40B4-BE49-F238E27FC236}">
                      <a16:creationId xmlns:a16="http://schemas.microsoft.com/office/drawing/2014/main" id="{05B8C91C-A261-4132-A5CE-D3A6ED0E8683}"/>
                    </a:ext>
                  </a:extLst>
                </p:cNvPr>
                <p:cNvSpPr/>
                <p:nvPr/>
              </p:nvSpPr>
              <p:spPr>
                <a:xfrm>
                  <a:off x="-688012" y="3525245"/>
                  <a:ext cx="459914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0" name="橢圓 1219">
                  <a:extLst>
                    <a:ext uri="{FF2B5EF4-FFF2-40B4-BE49-F238E27FC236}">
                      <a16:creationId xmlns:a16="http://schemas.microsoft.com/office/drawing/2014/main" id="{98271278-7FBA-4248-96DF-C11A4B6DED36}"/>
                    </a:ext>
                  </a:extLst>
                </p:cNvPr>
                <p:cNvSpPr/>
                <p:nvPr/>
              </p:nvSpPr>
              <p:spPr>
                <a:xfrm>
                  <a:off x="-1067281" y="3309046"/>
                  <a:ext cx="380569" cy="15602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1" name="手繪多邊形: 圖案 1220">
                  <a:extLst>
                    <a:ext uri="{FF2B5EF4-FFF2-40B4-BE49-F238E27FC236}">
                      <a16:creationId xmlns:a16="http://schemas.microsoft.com/office/drawing/2014/main" id="{066BBE5C-36FF-4F27-91F2-0A0BB33970F9}"/>
                    </a:ext>
                  </a:extLst>
                </p:cNvPr>
                <p:cNvSpPr/>
                <p:nvPr/>
              </p:nvSpPr>
              <p:spPr>
                <a:xfrm>
                  <a:off x="-485325" y="3309045"/>
                  <a:ext cx="103587" cy="15602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2" name="手繪多邊形: 圖案 1221">
                  <a:extLst>
                    <a:ext uri="{FF2B5EF4-FFF2-40B4-BE49-F238E27FC236}">
                      <a16:creationId xmlns:a16="http://schemas.microsoft.com/office/drawing/2014/main" id="{766427D7-B7F1-4407-87C6-96622CC9C1DE}"/>
                    </a:ext>
                  </a:extLst>
                </p:cNvPr>
                <p:cNvSpPr/>
                <p:nvPr/>
              </p:nvSpPr>
              <p:spPr>
                <a:xfrm>
                  <a:off x="-688014" y="3384658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23" name="手繪多邊形: 圖案 1222">
                  <a:extLst>
                    <a:ext uri="{FF2B5EF4-FFF2-40B4-BE49-F238E27FC236}">
                      <a16:creationId xmlns:a16="http://schemas.microsoft.com/office/drawing/2014/main" id="{26997665-37BE-458E-8893-4F9D9730EF8F}"/>
                    </a:ext>
                  </a:extLst>
                </p:cNvPr>
                <p:cNvSpPr/>
                <p:nvPr/>
              </p:nvSpPr>
              <p:spPr>
                <a:xfrm>
                  <a:off x="-687302" y="3310913"/>
                  <a:ext cx="201976" cy="1522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4" name="手繪多邊形: 圖案 1223">
                  <a:extLst>
                    <a:ext uri="{FF2B5EF4-FFF2-40B4-BE49-F238E27FC236}">
                      <a16:creationId xmlns:a16="http://schemas.microsoft.com/office/drawing/2014/main" id="{24F2C31A-DD25-41B0-9C91-8023588F14CB}"/>
                    </a:ext>
                  </a:extLst>
                </p:cNvPr>
                <p:cNvSpPr/>
                <p:nvPr/>
              </p:nvSpPr>
              <p:spPr>
                <a:xfrm>
                  <a:off x="-381738" y="3314272"/>
                  <a:ext cx="153639" cy="14556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5" name="手繪多邊形: 圖案 1224">
                  <a:extLst>
                    <a:ext uri="{FF2B5EF4-FFF2-40B4-BE49-F238E27FC236}">
                      <a16:creationId xmlns:a16="http://schemas.microsoft.com/office/drawing/2014/main" id="{96672EAF-4EF7-4456-9B9C-24AE4E35086C}"/>
                    </a:ext>
                  </a:extLst>
                </p:cNvPr>
                <p:cNvSpPr/>
                <p:nvPr/>
              </p:nvSpPr>
              <p:spPr>
                <a:xfrm>
                  <a:off x="-927531" y="3523548"/>
                  <a:ext cx="101072" cy="15602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26" name="手繪多邊形: 圖案 1225">
                  <a:extLst>
                    <a:ext uri="{FF2B5EF4-FFF2-40B4-BE49-F238E27FC236}">
                      <a16:creationId xmlns:a16="http://schemas.microsoft.com/office/drawing/2014/main" id="{71455349-80F2-44D1-8348-5E9ECE5F7284}"/>
                    </a:ext>
                  </a:extLst>
                </p:cNvPr>
                <p:cNvSpPr/>
                <p:nvPr/>
              </p:nvSpPr>
              <p:spPr>
                <a:xfrm>
                  <a:off x="-688014" y="3599162"/>
                  <a:ext cx="1303" cy="4798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27" name="手繪多邊形: 圖案 1226">
                  <a:extLst>
                    <a:ext uri="{FF2B5EF4-FFF2-40B4-BE49-F238E27FC236}">
                      <a16:creationId xmlns:a16="http://schemas.microsoft.com/office/drawing/2014/main" id="{D8895B28-0917-41EA-8C96-2942A918907C}"/>
                    </a:ext>
                  </a:extLst>
                </p:cNvPr>
                <p:cNvSpPr/>
                <p:nvPr/>
              </p:nvSpPr>
              <p:spPr>
                <a:xfrm>
                  <a:off x="-826460" y="3527732"/>
                  <a:ext cx="139159" cy="147658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8" name="手繪多邊形: 圖案 1227">
                  <a:extLst>
                    <a:ext uri="{FF2B5EF4-FFF2-40B4-BE49-F238E27FC236}">
                      <a16:creationId xmlns:a16="http://schemas.microsoft.com/office/drawing/2014/main" id="{2E93284D-3C99-43EC-B613-B002A3423C44}"/>
                    </a:ext>
                  </a:extLst>
                </p:cNvPr>
                <p:cNvSpPr/>
                <p:nvPr/>
              </p:nvSpPr>
              <p:spPr>
                <a:xfrm>
                  <a:off x="-1067281" y="3527731"/>
                  <a:ext cx="139748" cy="147657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29" name="橢圓 1228">
                  <a:extLst>
                    <a:ext uri="{FF2B5EF4-FFF2-40B4-BE49-F238E27FC236}">
                      <a16:creationId xmlns:a16="http://schemas.microsoft.com/office/drawing/2014/main" id="{416D99A8-0A6B-42B9-9E02-027AE2B4E998}"/>
                    </a:ext>
                  </a:extLst>
                </p:cNvPr>
                <p:cNvSpPr/>
                <p:nvPr/>
              </p:nvSpPr>
              <p:spPr>
                <a:xfrm>
                  <a:off x="-688013" y="3309045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30" name="橢圓 1229">
                  <a:extLst>
                    <a:ext uri="{FF2B5EF4-FFF2-40B4-BE49-F238E27FC236}">
                      <a16:creationId xmlns:a16="http://schemas.microsoft.com/office/drawing/2014/main" id="{01D6461C-2F4F-45D9-B7E4-D2C8F7BCCC8C}"/>
                    </a:ext>
                  </a:extLst>
                </p:cNvPr>
                <p:cNvSpPr/>
                <p:nvPr/>
              </p:nvSpPr>
              <p:spPr>
                <a:xfrm>
                  <a:off x="-720195" y="3318585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31" name="橢圓 1230">
                  <a:extLst>
                    <a:ext uri="{FF2B5EF4-FFF2-40B4-BE49-F238E27FC236}">
                      <a16:creationId xmlns:a16="http://schemas.microsoft.com/office/drawing/2014/main" id="{319C09A4-479E-4B3B-B009-3F58E5896DDE}"/>
                    </a:ext>
                  </a:extLst>
                </p:cNvPr>
                <p:cNvSpPr/>
                <p:nvPr/>
              </p:nvSpPr>
              <p:spPr>
                <a:xfrm>
                  <a:off x="-1067281" y="3523548"/>
                  <a:ext cx="380569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51" name="手繪多邊形: 圖案 1250">
                  <a:extLst>
                    <a:ext uri="{FF2B5EF4-FFF2-40B4-BE49-F238E27FC236}">
                      <a16:creationId xmlns:a16="http://schemas.microsoft.com/office/drawing/2014/main" id="{199DA0A4-C26A-409F-8426-05592F9D4D22}"/>
                    </a:ext>
                  </a:extLst>
                </p:cNvPr>
                <p:cNvSpPr/>
                <p:nvPr/>
              </p:nvSpPr>
              <p:spPr>
                <a:xfrm>
                  <a:off x="-596078" y="3530062"/>
                  <a:ext cx="103512" cy="151206"/>
                </a:xfrm>
                <a:custGeom>
                  <a:avLst/>
                  <a:gdLst>
                    <a:gd name="connsiteX0" fmla="*/ 103512 w 103512"/>
                    <a:gd name="connsiteY0" fmla="*/ 0 h 151206"/>
                    <a:gd name="connsiteX1" fmla="*/ 103512 w 103512"/>
                    <a:gd name="connsiteY1" fmla="*/ 151206 h 151206"/>
                    <a:gd name="connsiteX2" fmla="*/ 48412 w 103512"/>
                    <a:gd name="connsiteY2" fmla="*/ 147432 h 151206"/>
                    <a:gd name="connsiteX3" fmla="*/ 0 w 103512"/>
                    <a:gd name="connsiteY3" fmla="*/ 136359 h 151206"/>
                    <a:gd name="connsiteX4" fmla="*/ 0 w 103512"/>
                    <a:gd name="connsiteY4" fmla="*/ 14847 h 151206"/>
                    <a:gd name="connsiteX5" fmla="*/ 48412 w 103512"/>
                    <a:gd name="connsiteY5" fmla="*/ 3774 h 151206"/>
                    <a:gd name="connsiteX6" fmla="*/ 103512 w 103512"/>
                    <a:gd name="connsiteY6" fmla="*/ 0 h 151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6">
                      <a:moveTo>
                        <a:pt x="103512" y="0"/>
                      </a:moveTo>
                      <a:lnTo>
                        <a:pt x="103512" y="151206"/>
                      </a:lnTo>
                      <a:lnTo>
                        <a:pt x="48412" y="147432"/>
                      </a:lnTo>
                      <a:lnTo>
                        <a:pt x="0" y="136359"/>
                      </a:lnTo>
                      <a:lnTo>
                        <a:pt x="0" y="14847"/>
                      </a:lnTo>
                      <a:lnTo>
                        <a:pt x="48412" y="3774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253" name="橢圓 1252">
                  <a:extLst>
                    <a:ext uri="{FF2B5EF4-FFF2-40B4-BE49-F238E27FC236}">
                      <a16:creationId xmlns:a16="http://schemas.microsoft.com/office/drawing/2014/main" id="{54DC9339-1C65-40DB-9706-CE4359F80BC5}"/>
                    </a:ext>
                  </a:extLst>
                </p:cNvPr>
                <p:cNvSpPr/>
                <p:nvPr/>
              </p:nvSpPr>
              <p:spPr>
                <a:xfrm>
                  <a:off x="-688012" y="3523549"/>
                  <a:ext cx="459914" cy="15602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57" name="橢圓 1256">
                  <a:extLst>
                    <a:ext uri="{FF2B5EF4-FFF2-40B4-BE49-F238E27FC236}">
                      <a16:creationId xmlns:a16="http://schemas.microsoft.com/office/drawing/2014/main" id="{C7CC6FC2-FCB0-4A9A-B397-6859A240BE0A}"/>
                    </a:ext>
                  </a:extLst>
                </p:cNvPr>
                <p:cNvSpPr/>
                <p:nvPr/>
              </p:nvSpPr>
              <p:spPr>
                <a:xfrm>
                  <a:off x="-720195" y="3533088"/>
                  <a:ext cx="65096" cy="1369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781FA474-C20E-4DB0-860A-D14BD33EB38B}"/>
              </a:ext>
            </a:extLst>
          </p:cNvPr>
          <p:cNvGrpSpPr/>
          <p:nvPr/>
        </p:nvGrpSpPr>
        <p:grpSpPr>
          <a:xfrm>
            <a:off x="9471449" y="3023237"/>
            <a:ext cx="1184453" cy="1647219"/>
            <a:chOff x="9211848" y="2450031"/>
            <a:chExt cx="1184453" cy="1647219"/>
          </a:xfrm>
        </p:grpSpPr>
        <p:sp>
          <p:nvSpPr>
            <p:cNvPr id="1559" name="文字方塊 1558">
              <a:extLst>
                <a:ext uri="{FF2B5EF4-FFF2-40B4-BE49-F238E27FC236}">
                  <a16:creationId xmlns:a16="http://schemas.microsoft.com/office/drawing/2014/main" id="{DC83A991-13E1-4321-8BD4-721B4D66A352}"/>
                </a:ext>
              </a:extLst>
            </p:cNvPr>
            <p:cNvSpPr txBox="1"/>
            <p:nvPr/>
          </p:nvSpPr>
          <p:spPr>
            <a:xfrm>
              <a:off x="9254533" y="2450031"/>
              <a:ext cx="1099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ctr">
                <a:defRPr sz="14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Inheritable</a:t>
              </a:r>
            </a:p>
          </p:txBody>
        </p:sp>
        <p:sp>
          <p:nvSpPr>
            <p:cNvPr id="1564" name="文字方塊 1563">
              <a:extLst>
                <a:ext uri="{FF2B5EF4-FFF2-40B4-BE49-F238E27FC236}">
                  <a16:creationId xmlns:a16="http://schemas.microsoft.com/office/drawing/2014/main" id="{A4E651F1-E8C9-4DB0-9D4E-330A35D6EA53}"/>
                </a:ext>
              </a:extLst>
            </p:cNvPr>
            <p:cNvSpPr txBox="1"/>
            <p:nvPr/>
          </p:nvSpPr>
          <p:spPr>
            <a:xfrm>
              <a:off x="9211848" y="3789473"/>
              <a:ext cx="11844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TW" altLang="zh-TW" sz="1400">
                  <a:solidFill>
                    <a:schemeClr val="bg1">
                      <a:lumMod val="50000"/>
                    </a:schemeClr>
                  </a:solidFill>
                  <a:cs typeface="Times New Roman" panose="02020603050405020304" pitchFamily="18" charset="0"/>
                </a:rPr>
                <a:t>Uninheritable</a:t>
              </a:r>
              <a:endParaRPr lang="en-TW" altLang="zh-TW" sz="1400" dirty="0">
                <a:solidFill>
                  <a:schemeClr val="bg1">
                    <a:lumMod val="50000"/>
                  </a:schemeClr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F5CDE743-5809-4D40-9438-74893082BDE7}"/>
                </a:ext>
              </a:extLst>
            </p:cNvPr>
            <p:cNvGrpSpPr/>
            <p:nvPr/>
          </p:nvGrpSpPr>
          <p:grpSpPr>
            <a:xfrm>
              <a:off x="9284931" y="2828618"/>
              <a:ext cx="1038287" cy="960855"/>
              <a:chOff x="9179980" y="2828618"/>
              <a:chExt cx="1311924" cy="960855"/>
            </a:xfrm>
          </p:grpSpPr>
          <p:cxnSp>
            <p:nvCxnSpPr>
              <p:cNvPr id="1259" name="直線單箭頭接點 1258">
                <a:extLst>
                  <a:ext uri="{FF2B5EF4-FFF2-40B4-BE49-F238E27FC236}">
                    <a16:creationId xmlns:a16="http://schemas.microsoft.com/office/drawing/2014/main" id="{BC495E49-A10E-46F6-BCCA-8227945A10E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179980" y="2828618"/>
                <a:ext cx="1311924" cy="373430"/>
              </a:xfrm>
              <a:prstGeom prst="straightConnector1">
                <a:avLst/>
              </a:prstGeom>
              <a:noFill/>
              <a:ln w="38100">
                <a:solidFill>
                  <a:srgbClr val="A6A6A6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2" name="直線單箭頭接點 1261">
                <a:extLst>
                  <a:ext uri="{FF2B5EF4-FFF2-40B4-BE49-F238E27FC236}">
                    <a16:creationId xmlns:a16="http://schemas.microsoft.com/office/drawing/2014/main" id="{D872C06A-CA60-400E-8A54-0028759EB0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79980" y="3416043"/>
                <a:ext cx="1311924" cy="373430"/>
              </a:xfrm>
              <a:prstGeom prst="straightConnector1">
                <a:avLst/>
              </a:prstGeom>
              <a:noFill/>
              <a:ln w="38100">
                <a:solidFill>
                  <a:srgbClr val="A6A6A6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62184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0" name="直線接點 779">
            <a:extLst>
              <a:ext uri="{FF2B5EF4-FFF2-40B4-BE49-F238E27FC236}">
                <a16:creationId xmlns:a16="http://schemas.microsoft.com/office/drawing/2014/main" id="{0FC7AC7C-F1E3-4360-A519-20C077E5CD13}"/>
              </a:ext>
            </a:extLst>
          </p:cNvPr>
          <p:cNvCxnSpPr>
            <a:cxnSpLocks/>
          </p:cNvCxnSpPr>
          <p:nvPr/>
        </p:nvCxnSpPr>
        <p:spPr>
          <a:xfrm>
            <a:off x="6407208" y="2615575"/>
            <a:ext cx="223837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8" name="箭號: 五邊形 827">
            <a:extLst>
              <a:ext uri="{FF2B5EF4-FFF2-40B4-BE49-F238E27FC236}">
                <a16:creationId xmlns:a16="http://schemas.microsoft.com/office/drawing/2014/main" id="{61D35A7B-9F94-4712-8C0C-099BA5764126}"/>
              </a:ext>
            </a:extLst>
          </p:cNvPr>
          <p:cNvSpPr/>
          <p:nvPr/>
        </p:nvSpPr>
        <p:spPr>
          <a:xfrm>
            <a:off x="6921598" y="2694290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31" name="矩形 178">
            <a:extLst>
              <a:ext uri="{FF2B5EF4-FFF2-40B4-BE49-F238E27FC236}">
                <a16:creationId xmlns:a16="http://schemas.microsoft.com/office/drawing/2014/main" id="{191A5D83-8FF8-43D0-A343-07894C473785}"/>
              </a:ext>
            </a:extLst>
          </p:cNvPr>
          <p:cNvSpPr>
            <a:spLocks noChangeAspect="1"/>
          </p:cNvSpPr>
          <p:nvPr/>
        </p:nvSpPr>
        <p:spPr>
          <a:xfrm>
            <a:off x="7521886" y="2690580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3" name="矩形 178">
            <a:extLst>
              <a:ext uri="{FF2B5EF4-FFF2-40B4-BE49-F238E27FC236}">
                <a16:creationId xmlns:a16="http://schemas.microsoft.com/office/drawing/2014/main" id="{51C9BC72-26E7-44C6-917A-F8C509A75A39}"/>
              </a:ext>
            </a:extLst>
          </p:cNvPr>
          <p:cNvSpPr>
            <a:spLocks noChangeAspect="1"/>
          </p:cNvSpPr>
          <p:nvPr/>
        </p:nvSpPr>
        <p:spPr>
          <a:xfrm>
            <a:off x="7922068" y="2690580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4" name="矩形 178">
            <a:extLst>
              <a:ext uri="{FF2B5EF4-FFF2-40B4-BE49-F238E27FC236}">
                <a16:creationId xmlns:a16="http://schemas.microsoft.com/office/drawing/2014/main" id="{11B7F785-969F-4EB1-8E09-A796D7B47C36}"/>
              </a:ext>
            </a:extLst>
          </p:cNvPr>
          <p:cNvSpPr>
            <a:spLocks noChangeAspect="1"/>
          </p:cNvSpPr>
          <p:nvPr/>
        </p:nvSpPr>
        <p:spPr>
          <a:xfrm>
            <a:off x="7121691" y="2690580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1" name="箭號: 五邊形 820">
            <a:extLst>
              <a:ext uri="{FF2B5EF4-FFF2-40B4-BE49-F238E27FC236}">
                <a16:creationId xmlns:a16="http://schemas.microsoft.com/office/drawing/2014/main" id="{F64CC170-4F5F-470E-B02C-01E515755FD9}"/>
              </a:ext>
            </a:extLst>
          </p:cNvPr>
          <p:cNvSpPr/>
          <p:nvPr/>
        </p:nvSpPr>
        <p:spPr>
          <a:xfrm>
            <a:off x="7121691" y="2862069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23" name="矩形 178">
            <a:extLst>
              <a:ext uri="{FF2B5EF4-FFF2-40B4-BE49-F238E27FC236}">
                <a16:creationId xmlns:a16="http://schemas.microsoft.com/office/drawing/2014/main" id="{699A3575-8B8E-4DFA-9ED2-3F90F302C7BB}"/>
              </a:ext>
            </a:extLst>
          </p:cNvPr>
          <p:cNvSpPr>
            <a:spLocks noChangeAspect="1"/>
          </p:cNvSpPr>
          <p:nvPr/>
        </p:nvSpPr>
        <p:spPr>
          <a:xfrm>
            <a:off x="7521886" y="285835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5" name="矩形 178">
            <a:extLst>
              <a:ext uri="{FF2B5EF4-FFF2-40B4-BE49-F238E27FC236}">
                <a16:creationId xmlns:a16="http://schemas.microsoft.com/office/drawing/2014/main" id="{BEBBC1BC-5FBC-4701-BAAD-1F35D5DDB2CB}"/>
              </a:ext>
            </a:extLst>
          </p:cNvPr>
          <p:cNvSpPr>
            <a:spLocks noChangeAspect="1"/>
          </p:cNvSpPr>
          <p:nvPr/>
        </p:nvSpPr>
        <p:spPr>
          <a:xfrm>
            <a:off x="7922068" y="285835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7" name="矩形 178">
            <a:extLst>
              <a:ext uri="{FF2B5EF4-FFF2-40B4-BE49-F238E27FC236}">
                <a16:creationId xmlns:a16="http://schemas.microsoft.com/office/drawing/2014/main" id="{54035D4C-584B-4152-8D10-49DAE55D9AAF}"/>
              </a:ext>
            </a:extLst>
          </p:cNvPr>
          <p:cNvSpPr>
            <a:spLocks noChangeAspect="1"/>
          </p:cNvSpPr>
          <p:nvPr/>
        </p:nvSpPr>
        <p:spPr>
          <a:xfrm>
            <a:off x="7121691" y="285835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4" name="箭號: 五邊形 813">
            <a:extLst>
              <a:ext uri="{FF2B5EF4-FFF2-40B4-BE49-F238E27FC236}">
                <a16:creationId xmlns:a16="http://schemas.microsoft.com/office/drawing/2014/main" id="{4F14E538-E4E0-4A03-8513-EF22427691BC}"/>
              </a:ext>
            </a:extLst>
          </p:cNvPr>
          <p:cNvSpPr/>
          <p:nvPr/>
        </p:nvSpPr>
        <p:spPr>
          <a:xfrm>
            <a:off x="6721500" y="3029848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15" name="矩形 178">
            <a:extLst>
              <a:ext uri="{FF2B5EF4-FFF2-40B4-BE49-F238E27FC236}">
                <a16:creationId xmlns:a16="http://schemas.microsoft.com/office/drawing/2014/main" id="{BED52037-F336-4B76-AFC1-4ACB06B48538}"/>
              </a:ext>
            </a:extLst>
          </p:cNvPr>
          <p:cNvSpPr>
            <a:spLocks noChangeAspect="1"/>
          </p:cNvSpPr>
          <p:nvPr/>
        </p:nvSpPr>
        <p:spPr>
          <a:xfrm>
            <a:off x="6721500" y="3026138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8" name="矩形 178">
            <a:extLst>
              <a:ext uri="{FF2B5EF4-FFF2-40B4-BE49-F238E27FC236}">
                <a16:creationId xmlns:a16="http://schemas.microsoft.com/office/drawing/2014/main" id="{4A317D9F-8222-492E-B5A5-73B3302CFBFF}"/>
              </a:ext>
            </a:extLst>
          </p:cNvPr>
          <p:cNvSpPr>
            <a:spLocks noChangeAspect="1"/>
          </p:cNvSpPr>
          <p:nvPr/>
        </p:nvSpPr>
        <p:spPr>
          <a:xfrm>
            <a:off x="7521886" y="3026138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0" name="矩形 178">
            <a:extLst>
              <a:ext uri="{FF2B5EF4-FFF2-40B4-BE49-F238E27FC236}">
                <a16:creationId xmlns:a16="http://schemas.microsoft.com/office/drawing/2014/main" id="{37E04120-0409-4B2C-B84F-5CFD06179375}"/>
              </a:ext>
            </a:extLst>
          </p:cNvPr>
          <p:cNvSpPr>
            <a:spLocks noChangeAspect="1"/>
          </p:cNvSpPr>
          <p:nvPr/>
        </p:nvSpPr>
        <p:spPr>
          <a:xfrm>
            <a:off x="7121691" y="302613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2" name="箭號: 五邊形 801">
            <a:extLst>
              <a:ext uri="{FF2B5EF4-FFF2-40B4-BE49-F238E27FC236}">
                <a16:creationId xmlns:a16="http://schemas.microsoft.com/office/drawing/2014/main" id="{010DC8EB-F518-4F65-955D-CA9ECDA18636}"/>
              </a:ext>
            </a:extLst>
          </p:cNvPr>
          <p:cNvSpPr/>
          <p:nvPr/>
        </p:nvSpPr>
        <p:spPr>
          <a:xfrm>
            <a:off x="6721500" y="2407259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03" name="矩形 178">
            <a:extLst>
              <a:ext uri="{FF2B5EF4-FFF2-40B4-BE49-F238E27FC236}">
                <a16:creationId xmlns:a16="http://schemas.microsoft.com/office/drawing/2014/main" id="{853819E8-4C8F-45F2-8704-5B7CF71CFCD8}"/>
              </a:ext>
            </a:extLst>
          </p:cNvPr>
          <p:cNvSpPr>
            <a:spLocks noChangeAspect="1"/>
          </p:cNvSpPr>
          <p:nvPr/>
        </p:nvSpPr>
        <p:spPr>
          <a:xfrm>
            <a:off x="7121691" y="240354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4" name="矩形 178">
            <a:extLst>
              <a:ext uri="{FF2B5EF4-FFF2-40B4-BE49-F238E27FC236}">
                <a16:creationId xmlns:a16="http://schemas.microsoft.com/office/drawing/2014/main" id="{F3195AD9-CECA-452B-9848-B0AD0C607D5E}"/>
              </a:ext>
            </a:extLst>
          </p:cNvPr>
          <p:cNvSpPr>
            <a:spLocks noChangeAspect="1"/>
          </p:cNvSpPr>
          <p:nvPr/>
        </p:nvSpPr>
        <p:spPr>
          <a:xfrm>
            <a:off x="6721500" y="240354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7" name="矩形 178">
            <a:extLst>
              <a:ext uri="{FF2B5EF4-FFF2-40B4-BE49-F238E27FC236}">
                <a16:creationId xmlns:a16="http://schemas.microsoft.com/office/drawing/2014/main" id="{7DB3592A-E7D0-4D33-8137-5BFB7D38287E}"/>
              </a:ext>
            </a:extLst>
          </p:cNvPr>
          <p:cNvSpPr>
            <a:spLocks noChangeAspect="1"/>
          </p:cNvSpPr>
          <p:nvPr/>
        </p:nvSpPr>
        <p:spPr>
          <a:xfrm>
            <a:off x="7521886" y="240354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5" name="箭號: 五邊形 794">
            <a:extLst>
              <a:ext uri="{FF2B5EF4-FFF2-40B4-BE49-F238E27FC236}">
                <a16:creationId xmlns:a16="http://schemas.microsoft.com/office/drawing/2014/main" id="{F0BDB892-87A1-47C6-801D-4DB421D95162}"/>
              </a:ext>
            </a:extLst>
          </p:cNvPr>
          <p:cNvSpPr/>
          <p:nvPr/>
        </p:nvSpPr>
        <p:spPr>
          <a:xfrm>
            <a:off x="7121691" y="2243191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796" name="矩形 178">
            <a:extLst>
              <a:ext uri="{FF2B5EF4-FFF2-40B4-BE49-F238E27FC236}">
                <a16:creationId xmlns:a16="http://schemas.microsoft.com/office/drawing/2014/main" id="{8E6E56FF-7A61-43DE-B7E2-36D3A0FD87C4}"/>
              </a:ext>
            </a:extLst>
          </p:cNvPr>
          <p:cNvSpPr>
            <a:spLocks noChangeAspect="1"/>
          </p:cNvSpPr>
          <p:nvPr/>
        </p:nvSpPr>
        <p:spPr>
          <a:xfrm>
            <a:off x="7121691" y="2239481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8" name="矩形 178">
            <a:extLst>
              <a:ext uri="{FF2B5EF4-FFF2-40B4-BE49-F238E27FC236}">
                <a16:creationId xmlns:a16="http://schemas.microsoft.com/office/drawing/2014/main" id="{5A5C4E51-C3EF-4F7F-9F06-5983099504A8}"/>
              </a:ext>
            </a:extLst>
          </p:cNvPr>
          <p:cNvSpPr>
            <a:spLocks noChangeAspect="1"/>
          </p:cNvSpPr>
          <p:nvPr/>
        </p:nvSpPr>
        <p:spPr>
          <a:xfrm>
            <a:off x="7521886" y="223948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0" name="矩形 178">
            <a:extLst>
              <a:ext uri="{FF2B5EF4-FFF2-40B4-BE49-F238E27FC236}">
                <a16:creationId xmlns:a16="http://schemas.microsoft.com/office/drawing/2014/main" id="{4DB9B7AA-AA74-43EC-9D38-DDDC23F0C1C1}"/>
              </a:ext>
            </a:extLst>
          </p:cNvPr>
          <p:cNvSpPr>
            <a:spLocks noChangeAspect="1"/>
          </p:cNvSpPr>
          <p:nvPr/>
        </p:nvSpPr>
        <p:spPr>
          <a:xfrm>
            <a:off x="7922068" y="223948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8" name="箭號: 五邊形 787">
            <a:extLst>
              <a:ext uri="{FF2B5EF4-FFF2-40B4-BE49-F238E27FC236}">
                <a16:creationId xmlns:a16="http://schemas.microsoft.com/office/drawing/2014/main" id="{111C5BEE-F01E-4551-AA8D-D64D12AAA6B9}"/>
              </a:ext>
            </a:extLst>
          </p:cNvPr>
          <p:cNvSpPr/>
          <p:nvPr/>
        </p:nvSpPr>
        <p:spPr>
          <a:xfrm>
            <a:off x="6921598" y="2079124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789" name="矩形 178">
            <a:extLst>
              <a:ext uri="{FF2B5EF4-FFF2-40B4-BE49-F238E27FC236}">
                <a16:creationId xmlns:a16="http://schemas.microsoft.com/office/drawing/2014/main" id="{CE4849CE-6523-4EF8-A150-25657C45D3FA}"/>
              </a:ext>
            </a:extLst>
          </p:cNvPr>
          <p:cNvSpPr>
            <a:spLocks noChangeAspect="1"/>
          </p:cNvSpPr>
          <p:nvPr/>
        </p:nvSpPr>
        <p:spPr>
          <a:xfrm>
            <a:off x="7121691" y="2075414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2" name="矩形 178">
            <a:extLst>
              <a:ext uri="{FF2B5EF4-FFF2-40B4-BE49-F238E27FC236}">
                <a16:creationId xmlns:a16="http://schemas.microsoft.com/office/drawing/2014/main" id="{B4043BE5-849B-494A-BFF9-AACE12AA49AF}"/>
              </a:ext>
            </a:extLst>
          </p:cNvPr>
          <p:cNvSpPr>
            <a:spLocks noChangeAspect="1"/>
          </p:cNvSpPr>
          <p:nvPr/>
        </p:nvSpPr>
        <p:spPr>
          <a:xfrm>
            <a:off x="7521886" y="207541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4" name="矩形 178">
            <a:extLst>
              <a:ext uri="{FF2B5EF4-FFF2-40B4-BE49-F238E27FC236}">
                <a16:creationId xmlns:a16="http://schemas.microsoft.com/office/drawing/2014/main" id="{C365EA11-FA08-467A-B8A5-D39471A323B0}"/>
              </a:ext>
            </a:extLst>
          </p:cNvPr>
          <p:cNvSpPr>
            <a:spLocks noChangeAspect="1"/>
          </p:cNvSpPr>
          <p:nvPr/>
        </p:nvSpPr>
        <p:spPr>
          <a:xfrm>
            <a:off x="7922068" y="207541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34" name="直線接點 333">
            <a:extLst>
              <a:ext uri="{FF2B5EF4-FFF2-40B4-BE49-F238E27FC236}">
                <a16:creationId xmlns:a16="http://schemas.microsoft.com/office/drawing/2014/main" id="{36700DF2-FEFD-4A13-B1AA-C2659B84AB3C}"/>
              </a:ext>
            </a:extLst>
          </p:cNvPr>
          <p:cNvCxnSpPr>
            <a:cxnSpLocks/>
          </p:cNvCxnSpPr>
          <p:nvPr/>
        </p:nvCxnSpPr>
        <p:spPr>
          <a:xfrm>
            <a:off x="9469145" y="5731476"/>
            <a:ext cx="1948543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2" name="群組 341">
            <a:extLst>
              <a:ext uri="{FF2B5EF4-FFF2-40B4-BE49-F238E27FC236}">
                <a16:creationId xmlns:a16="http://schemas.microsoft.com/office/drawing/2014/main" id="{E8809403-F0E9-4504-8B5A-2A2D892396FE}"/>
              </a:ext>
            </a:extLst>
          </p:cNvPr>
          <p:cNvGrpSpPr/>
          <p:nvPr/>
        </p:nvGrpSpPr>
        <p:grpSpPr>
          <a:xfrm>
            <a:off x="9573697" y="5505315"/>
            <a:ext cx="216000" cy="457626"/>
            <a:chOff x="9624449" y="5504343"/>
            <a:chExt cx="216000" cy="457626"/>
          </a:xfrm>
        </p:grpSpPr>
        <p:sp>
          <p:nvSpPr>
            <p:cNvPr id="343" name="矩形 178">
              <a:extLst>
                <a:ext uri="{FF2B5EF4-FFF2-40B4-BE49-F238E27FC236}">
                  <a16:creationId xmlns:a16="http://schemas.microsoft.com/office/drawing/2014/main" id="{351E54C3-D024-4BF5-94A6-98CDE4E22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24449" y="5504343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5" name="矩形 178">
              <a:extLst>
                <a:ext uri="{FF2B5EF4-FFF2-40B4-BE49-F238E27FC236}">
                  <a16:creationId xmlns:a16="http://schemas.microsoft.com/office/drawing/2014/main" id="{5594551E-224B-4A66-9399-60C803945F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24449" y="5745969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46" name="群組 345">
            <a:extLst>
              <a:ext uri="{FF2B5EF4-FFF2-40B4-BE49-F238E27FC236}">
                <a16:creationId xmlns:a16="http://schemas.microsoft.com/office/drawing/2014/main" id="{D4E29313-5E39-4BED-9126-A5DE11C786CE}"/>
              </a:ext>
            </a:extLst>
          </p:cNvPr>
          <p:cNvGrpSpPr/>
          <p:nvPr/>
        </p:nvGrpSpPr>
        <p:grpSpPr>
          <a:xfrm>
            <a:off x="10056641" y="5505315"/>
            <a:ext cx="216000" cy="457626"/>
            <a:chOff x="10024640" y="5504343"/>
            <a:chExt cx="216000" cy="457626"/>
          </a:xfrm>
        </p:grpSpPr>
        <p:sp>
          <p:nvSpPr>
            <p:cNvPr id="347" name="矩形 178">
              <a:extLst>
                <a:ext uri="{FF2B5EF4-FFF2-40B4-BE49-F238E27FC236}">
                  <a16:creationId xmlns:a16="http://schemas.microsoft.com/office/drawing/2014/main" id="{B0574272-E0C4-4EA7-A4B1-5DBDBE103E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4640" y="5504343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8" name="矩形 178">
              <a:extLst>
                <a:ext uri="{FF2B5EF4-FFF2-40B4-BE49-F238E27FC236}">
                  <a16:creationId xmlns:a16="http://schemas.microsoft.com/office/drawing/2014/main" id="{BF987F13-07C5-42F2-8DD4-79B970B40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24640" y="5745969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D905943D-BAAA-4B13-A2DB-01F60E5AC4AA}"/>
              </a:ext>
            </a:extLst>
          </p:cNvPr>
          <p:cNvGrpSpPr/>
          <p:nvPr/>
        </p:nvGrpSpPr>
        <p:grpSpPr>
          <a:xfrm>
            <a:off x="10612170" y="5505315"/>
            <a:ext cx="216000" cy="457626"/>
            <a:chOff x="10697774" y="5505315"/>
            <a:chExt cx="216000" cy="457626"/>
          </a:xfrm>
        </p:grpSpPr>
        <p:sp>
          <p:nvSpPr>
            <p:cNvPr id="335" name="矩形 178">
              <a:extLst>
                <a:ext uri="{FF2B5EF4-FFF2-40B4-BE49-F238E27FC236}">
                  <a16:creationId xmlns:a16="http://schemas.microsoft.com/office/drawing/2014/main" id="{549ED8CC-4029-4D17-8C92-16CCF8A9B7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7774" y="5505315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9" name="矩形 178">
              <a:extLst>
                <a:ext uri="{FF2B5EF4-FFF2-40B4-BE49-F238E27FC236}">
                  <a16:creationId xmlns:a16="http://schemas.microsoft.com/office/drawing/2014/main" id="{85F9C762-4D71-4464-A9E6-A82CC7441E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7774" y="5746941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7E0E8C0E-0EB2-4ADF-B606-8617B1837996}"/>
              </a:ext>
            </a:extLst>
          </p:cNvPr>
          <p:cNvGrpSpPr/>
          <p:nvPr/>
        </p:nvGrpSpPr>
        <p:grpSpPr>
          <a:xfrm>
            <a:off x="11095114" y="5505315"/>
            <a:ext cx="216000" cy="457626"/>
            <a:chOff x="11095114" y="5505315"/>
            <a:chExt cx="216000" cy="457626"/>
          </a:xfrm>
        </p:grpSpPr>
        <p:sp>
          <p:nvSpPr>
            <p:cNvPr id="336" name="矩形 178">
              <a:extLst>
                <a:ext uri="{FF2B5EF4-FFF2-40B4-BE49-F238E27FC236}">
                  <a16:creationId xmlns:a16="http://schemas.microsoft.com/office/drawing/2014/main" id="{19D2C18E-33B3-4584-BB0F-C861383C3A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95114" y="5505315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0" name="矩形 178">
              <a:extLst>
                <a:ext uri="{FF2B5EF4-FFF2-40B4-BE49-F238E27FC236}">
                  <a16:creationId xmlns:a16="http://schemas.microsoft.com/office/drawing/2014/main" id="{9A310F96-9272-46A9-9549-87A90EE55E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95114" y="5746941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51" name="群組 350">
            <a:extLst>
              <a:ext uri="{FF2B5EF4-FFF2-40B4-BE49-F238E27FC236}">
                <a16:creationId xmlns:a16="http://schemas.microsoft.com/office/drawing/2014/main" id="{9B89CA25-658B-464A-9C40-FA0FABB38101}"/>
              </a:ext>
            </a:extLst>
          </p:cNvPr>
          <p:cNvGrpSpPr/>
          <p:nvPr/>
        </p:nvGrpSpPr>
        <p:grpSpPr>
          <a:xfrm>
            <a:off x="10330331" y="5501532"/>
            <a:ext cx="224150" cy="457626"/>
            <a:chOff x="10380534" y="5500560"/>
            <a:chExt cx="224150" cy="457626"/>
          </a:xfrm>
        </p:grpSpPr>
        <p:grpSp>
          <p:nvGrpSpPr>
            <p:cNvPr id="352" name="群組 351">
              <a:extLst>
                <a:ext uri="{FF2B5EF4-FFF2-40B4-BE49-F238E27FC236}">
                  <a16:creationId xmlns:a16="http://schemas.microsoft.com/office/drawing/2014/main" id="{9816F2E5-EA1F-4886-8069-AA52D7A640E1}"/>
                </a:ext>
              </a:extLst>
            </p:cNvPr>
            <p:cNvGrpSpPr/>
            <p:nvPr/>
          </p:nvGrpSpPr>
          <p:grpSpPr>
            <a:xfrm>
              <a:off x="10384609" y="5500560"/>
              <a:ext cx="216000" cy="457626"/>
              <a:chOff x="10336100" y="6012682"/>
              <a:chExt cx="216000" cy="457626"/>
            </a:xfrm>
          </p:grpSpPr>
          <p:sp>
            <p:nvSpPr>
              <p:cNvPr id="356" name="矩形 178">
                <a:extLst>
                  <a:ext uri="{FF2B5EF4-FFF2-40B4-BE49-F238E27FC236}">
                    <a16:creationId xmlns:a16="http://schemas.microsoft.com/office/drawing/2014/main" id="{DB0A4719-BF08-442C-86A2-839C5FF8CC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36100" y="6012682"/>
                <a:ext cx="216000" cy="21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57" name="矩形 178">
                <a:extLst>
                  <a:ext uri="{FF2B5EF4-FFF2-40B4-BE49-F238E27FC236}">
                    <a16:creationId xmlns:a16="http://schemas.microsoft.com/office/drawing/2014/main" id="{B287B9FC-88B8-40DC-80C8-BE4CEC2A5A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36100" y="6254308"/>
                <a:ext cx="216000" cy="216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3" name="群組 352">
              <a:extLst>
                <a:ext uri="{FF2B5EF4-FFF2-40B4-BE49-F238E27FC236}">
                  <a16:creationId xmlns:a16="http://schemas.microsoft.com/office/drawing/2014/main" id="{1C567DC4-910C-4D41-A20D-2DA9B4987C93}"/>
                </a:ext>
              </a:extLst>
            </p:cNvPr>
            <p:cNvGrpSpPr/>
            <p:nvPr/>
          </p:nvGrpSpPr>
          <p:grpSpPr>
            <a:xfrm>
              <a:off x="10380534" y="5523328"/>
              <a:ext cx="224150" cy="412091"/>
              <a:chOff x="6636870" y="2600085"/>
              <a:chExt cx="275037" cy="610530"/>
            </a:xfrm>
          </p:grpSpPr>
          <p:cxnSp>
            <p:nvCxnSpPr>
              <p:cNvPr id="354" name="直線接點 353">
                <a:extLst>
                  <a:ext uri="{FF2B5EF4-FFF2-40B4-BE49-F238E27FC236}">
                    <a16:creationId xmlns:a16="http://schemas.microsoft.com/office/drawing/2014/main" id="{039058EB-9618-4206-887A-919A645277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5" name="直線接點 354">
                <a:extLst>
                  <a:ext uri="{FF2B5EF4-FFF2-40B4-BE49-F238E27FC236}">
                    <a16:creationId xmlns:a16="http://schemas.microsoft.com/office/drawing/2014/main" id="{65971A1E-4700-428A-B138-A6584601D1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947F509-EF80-463B-A52D-F58C81C4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work </a:t>
            </a:r>
            <a:r>
              <a:rPr lang="en-US" altLang="zh-TW" sz="1800" b="0" dirty="0">
                <a:solidFill>
                  <a:prstClr val="black"/>
                </a:solidFill>
                <a:ea typeface="微軟正黑體 Light"/>
              </a:rPr>
              <a:t>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 </a:t>
            </a:r>
            <a:r>
              <a:rPr lang="en-US" altLang="zh-TW" sz="1800" b="0" dirty="0"/>
              <a:t>Phasing and Germline Variant Calling</a:t>
            </a:r>
            <a:endParaRPr lang="zh-TW" altLang="en-US" b="0" dirty="0"/>
          </a:p>
        </p:txBody>
      </p:sp>
      <p:sp>
        <p:nvSpPr>
          <p:cNvPr id="580" name="矩形: 圓角 579">
            <a:extLst>
              <a:ext uri="{FF2B5EF4-FFF2-40B4-BE49-F238E27FC236}">
                <a16:creationId xmlns:a16="http://schemas.microsoft.com/office/drawing/2014/main" id="{07242A67-B7AB-4192-9C9C-B8924705F28A}"/>
              </a:ext>
            </a:extLst>
          </p:cNvPr>
          <p:cNvSpPr/>
          <p:nvPr/>
        </p:nvSpPr>
        <p:spPr>
          <a:xfrm>
            <a:off x="6366366" y="4487715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419" name="文字方塊 418">
            <a:extLst>
              <a:ext uri="{FF2B5EF4-FFF2-40B4-BE49-F238E27FC236}">
                <a16:creationId xmlns:a16="http://schemas.microsoft.com/office/drawing/2014/main" id="{F8FEF224-C051-4671-A65C-8418D8D8E143}"/>
              </a:ext>
            </a:extLst>
          </p:cNvPr>
          <p:cNvSpPr txBox="1"/>
          <p:nvPr/>
        </p:nvSpPr>
        <p:spPr>
          <a:xfrm>
            <a:off x="6604412" y="4436462"/>
            <a:ext cx="1843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Model Prediction </a:t>
            </a:r>
          </a:p>
        </p:txBody>
      </p:sp>
      <p:sp>
        <p:nvSpPr>
          <p:cNvPr id="421" name="箭號: 向右 420">
            <a:extLst>
              <a:ext uri="{FF2B5EF4-FFF2-40B4-BE49-F238E27FC236}">
                <a16:creationId xmlns:a16="http://schemas.microsoft.com/office/drawing/2014/main" id="{BCF77983-0D99-47A0-851F-D3B3B25C06FB}"/>
              </a:ext>
            </a:extLst>
          </p:cNvPr>
          <p:cNvSpPr/>
          <p:nvPr/>
        </p:nvSpPr>
        <p:spPr>
          <a:xfrm>
            <a:off x="8899954" y="566295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8" name="箭號: 向右 657">
            <a:extLst>
              <a:ext uri="{FF2B5EF4-FFF2-40B4-BE49-F238E27FC236}">
                <a16:creationId xmlns:a16="http://schemas.microsoft.com/office/drawing/2014/main" id="{5731E931-74DD-490F-9930-6715AC2855B2}"/>
              </a:ext>
            </a:extLst>
          </p:cNvPr>
          <p:cNvSpPr/>
          <p:nvPr/>
        </p:nvSpPr>
        <p:spPr>
          <a:xfrm>
            <a:off x="3065906" y="566295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F022705-F3AC-4AAE-BD27-156A7D3E0DF2}"/>
              </a:ext>
            </a:extLst>
          </p:cNvPr>
          <p:cNvGrpSpPr/>
          <p:nvPr/>
        </p:nvGrpSpPr>
        <p:grpSpPr>
          <a:xfrm>
            <a:off x="9216204" y="4436462"/>
            <a:ext cx="2452403" cy="369332"/>
            <a:chOff x="9216204" y="4436462"/>
            <a:chExt cx="2452403" cy="369332"/>
          </a:xfrm>
        </p:grpSpPr>
        <p:sp>
          <p:nvSpPr>
            <p:cNvPr id="581" name="矩形: 圓角 580">
              <a:extLst>
                <a:ext uri="{FF2B5EF4-FFF2-40B4-BE49-F238E27FC236}">
                  <a16:creationId xmlns:a16="http://schemas.microsoft.com/office/drawing/2014/main" id="{8804B98A-3BE4-4C78-976D-8D3EB13D1192}"/>
                </a:ext>
              </a:extLst>
            </p:cNvPr>
            <p:cNvSpPr/>
            <p:nvPr/>
          </p:nvSpPr>
          <p:spPr>
            <a:xfrm>
              <a:off x="9283387" y="4487715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358" name="文字方塊 357">
              <a:extLst>
                <a:ext uri="{FF2B5EF4-FFF2-40B4-BE49-F238E27FC236}">
                  <a16:creationId xmlns:a16="http://schemas.microsoft.com/office/drawing/2014/main" id="{D54EB512-A07C-4D2F-B147-9C2962DBEAD3}"/>
                </a:ext>
              </a:extLst>
            </p:cNvPr>
            <p:cNvSpPr txBox="1"/>
            <p:nvPr/>
          </p:nvSpPr>
          <p:spPr>
            <a:xfrm>
              <a:off x="9216204" y="4436462"/>
              <a:ext cx="2452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Germline Variant Calling</a:t>
              </a:r>
            </a:p>
          </p:txBody>
        </p:sp>
      </p:grpSp>
      <p:sp>
        <p:nvSpPr>
          <p:cNvPr id="579" name="矩形: 圓角 578">
            <a:extLst>
              <a:ext uri="{FF2B5EF4-FFF2-40B4-BE49-F238E27FC236}">
                <a16:creationId xmlns:a16="http://schemas.microsoft.com/office/drawing/2014/main" id="{C408BDC2-8F3F-45A0-B27C-0DAFE6DA8E49}"/>
              </a:ext>
            </a:extLst>
          </p:cNvPr>
          <p:cNvSpPr/>
          <p:nvPr/>
        </p:nvSpPr>
        <p:spPr>
          <a:xfrm>
            <a:off x="3449342" y="4487715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657" name="文字方塊 656">
            <a:extLst>
              <a:ext uri="{FF2B5EF4-FFF2-40B4-BE49-F238E27FC236}">
                <a16:creationId xmlns:a16="http://schemas.microsoft.com/office/drawing/2014/main" id="{4EA85DC4-E773-4F88-B51A-F2E7280FFD09}"/>
              </a:ext>
            </a:extLst>
          </p:cNvPr>
          <p:cNvSpPr txBox="1"/>
          <p:nvPr/>
        </p:nvSpPr>
        <p:spPr>
          <a:xfrm>
            <a:off x="4154760" y="4436462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Phasing</a:t>
            </a:r>
            <a:endParaRPr lang="zh-TW" altLang="en-US" dirty="0"/>
          </a:p>
        </p:txBody>
      </p:sp>
      <p:sp>
        <p:nvSpPr>
          <p:cNvPr id="574" name="箭號: 向右 573">
            <a:extLst>
              <a:ext uri="{FF2B5EF4-FFF2-40B4-BE49-F238E27FC236}">
                <a16:creationId xmlns:a16="http://schemas.microsoft.com/office/drawing/2014/main" id="{6841D36C-3028-462D-AC47-8F7DD8BE2BCA}"/>
              </a:ext>
            </a:extLst>
          </p:cNvPr>
          <p:cNvSpPr/>
          <p:nvPr/>
        </p:nvSpPr>
        <p:spPr>
          <a:xfrm>
            <a:off x="5982930" y="566295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8" name="矩形: 圓角 577">
            <a:extLst>
              <a:ext uri="{FF2B5EF4-FFF2-40B4-BE49-F238E27FC236}">
                <a16:creationId xmlns:a16="http://schemas.microsoft.com/office/drawing/2014/main" id="{2A26AEC5-4325-409D-AE57-2FE4232F62F1}"/>
              </a:ext>
            </a:extLst>
          </p:cNvPr>
          <p:cNvSpPr/>
          <p:nvPr/>
        </p:nvSpPr>
        <p:spPr>
          <a:xfrm>
            <a:off x="532318" y="4487715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A2D5B8EE-2849-4C2F-930D-80323D5C6FEC}"/>
              </a:ext>
            </a:extLst>
          </p:cNvPr>
          <p:cNvGrpSpPr/>
          <p:nvPr/>
        </p:nvGrpSpPr>
        <p:grpSpPr>
          <a:xfrm>
            <a:off x="980517" y="4897071"/>
            <a:ext cx="1423661" cy="246221"/>
            <a:chOff x="767563" y="4048855"/>
            <a:chExt cx="1423661" cy="246221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CA479914-317A-497B-A209-298DE0819C0F}"/>
                </a:ext>
              </a:extLst>
            </p:cNvPr>
            <p:cNvGrpSpPr/>
            <p:nvPr/>
          </p:nvGrpSpPr>
          <p:grpSpPr>
            <a:xfrm>
              <a:off x="767563" y="4048855"/>
              <a:ext cx="716168" cy="246221"/>
              <a:chOff x="204219" y="5843928"/>
              <a:chExt cx="716168" cy="246221"/>
            </a:xfrm>
          </p:grpSpPr>
          <p:sp>
            <p:nvSpPr>
              <p:cNvPr id="751" name="矩形 750">
                <a:extLst>
                  <a:ext uri="{FF2B5EF4-FFF2-40B4-BE49-F238E27FC236}">
                    <a16:creationId xmlns:a16="http://schemas.microsoft.com/office/drawing/2014/main" id="{D001D849-731A-4F89-94B1-05BAC30D650D}"/>
                  </a:ext>
                </a:extLst>
              </p:cNvPr>
              <p:cNvSpPr/>
              <p:nvPr/>
            </p:nvSpPr>
            <p:spPr>
              <a:xfrm>
                <a:off x="204219" y="5886774"/>
                <a:ext cx="162000" cy="160529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3" name="文字方塊 752">
                <a:extLst>
                  <a:ext uri="{FF2B5EF4-FFF2-40B4-BE49-F238E27FC236}">
                    <a16:creationId xmlns:a16="http://schemas.microsoft.com/office/drawing/2014/main" id="{C123ED1E-4AEC-42A1-A1ED-0345ED5EF430}"/>
                  </a:ext>
                </a:extLst>
              </p:cNvPr>
              <p:cNvSpPr txBox="1"/>
              <p:nvPr/>
            </p:nvSpPr>
            <p:spPr>
              <a:xfrm>
                <a:off x="357412" y="5843928"/>
                <a:ext cx="56297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/>
                  <a:t>Variant</a:t>
                </a:r>
                <a:endParaRPr lang="zh-TW" altLang="en-US" sz="1000" dirty="0"/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57CD8F71-C76F-4EA2-AD70-B951EC9A290C}"/>
                </a:ext>
              </a:extLst>
            </p:cNvPr>
            <p:cNvGrpSpPr/>
            <p:nvPr/>
          </p:nvGrpSpPr>
          <p:grpSpPr>
            <a:xfrm>
              <a:off x="1588869" y="4048855"/>
              <a:ext cx="602355" cy="246221"/>
              <a:chOff x="204219" y="6028647"/>
              <a:chExt cx="602355" cy="246221"/>
            </a:xfrm>
          </p:grpSpPr>
          <p:sp>
            <p:nvSpPr>
              <p:cNvPr id="752" name="矩形 751">
                <a:extLst>
                  <a:ext uri="{FF2B5EF4-FFF2-40B4-BE49-F238E27FC236}">
                    <a16:creationId xmlns:a16="http://schemas.microsoft.com/office/drawing/2014/main" id="{4015996F-5A5E-4CF7-B845-925F9BBC29DC}"/>
                  </a:ext>
                </a:extLst>
              </p:cNvPr>
              <p:cNvSpPr/>
              <p:nvPr/>
            </p:nvSpPr>
            <p:spPr>
              <a:xfrm>
                <a:off x="204219" y="6071493"/>
                <a:ext cx="162000" cy="160529"/>
              </a:xfrm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4" name="文字方塊 753">
                <a:extLst>
                  <a:ext uri="{FF2B5EF4-FFF2-40B4-BE49-F238E27FC236}">
                    <a16:creationId xmlns:a16="http://schemas.microsoft.com/office/drawing/2014/main" id="{DB3E5816-640F-48D8-8A24-13B4B89D2BE7}"/>
                  </a:ext>
                </a:extLst>
              </p:cNvPr>
              <p:cNvSpPr txBox="1"/>
              <p:nvPr/>
            </p:nvSpPr>
            <p:spPr>
              <a:xfrm>
                <a:off x="357412" y="6028647"/>
                <a:ext cx="4491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dirty="0"/>
                  <a:t>Error</a:t>
                </a:r>
                <a:endParaRPr lang="zh-TW" altLang="en-US" sz="1000" dirty="0"/>
              </a:p>
            </p:txBody>
          </p:sp>
        </p:grpSp>
      </p:grpSp>
      <p:sp>
        <p:nvSpPr>
          <p:cNvPr id="584" name="文字方塊 583">
            <a:extLst>
              <a:ext uri="{FF2B5EF4-FFF2-40B4-BE49-F238E27FC236}">
                <a16:creationId xmlns:a16="http://schemas.microsoft.com/office/drawing/2014/main" id="{25DEA99F-8EB6-4CB6-91FA-56C3C7A2D8CB}"/>
              </a:ext>
            </a:extLst>
          </p:cNvPr>
          <p:cNvSpPr txBox="1"/>
          <p:nvPr/>
        </p:nvSpPr>
        <p:spPr>
          <a:xfrm>
            <a:off x="558768" y="4436462"/>
            <a:ext cx="2267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Long-read </a:t>
            </a:r>
            <a:r>
              <a:rPr lang="en-US" altLang="zh-TW" dirty="0"/>
              <a:t>Sequencing</a:t>
            </a:r>
            <a:endParaRPr lang="zh-TW" altLang="en-US" dirty="0"/>
          </a:p>
        </p:txBody>
      </p:sp>
      <p:sp>
        <p:nvSpPr>
          <p:cNvPr id="420" name="箭號: 向右 419">
            <a:extLst>
              <a:ext uri="{FF2B5EF4-FFF2-40B4-BE49-F238E27FC236}">
                <a16:creationId xmlns:a16="http://schemas.microsoft.com/office/drawing/2014/main" id="{47A2FE67-C06F-4E6A-90F1-8D754F222701}"/>
              </a:ext>
            </a:extLst>
          </p:cNvPr>
          <p:cNvSpPr/>
          <p:nvPr/>
        </p:nvSpPr>
        <p:spPr>
          <a:xfrm>
            <a:off x="8899954" y="254908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6" name="箭號: 向右 425">
            <a:extLst>
              <a:ext uri="{FF2B5EF4-FFF2-40B4-BE49-F238E27FC236}">
                <a16:creationId xmlns:a16="http://schemas.microsoft.com/office/drawing/2014/main" id="{92E8AA6E-0700-4A01-A466-62546034DAB0}"/>
              </a:ext>
            </a:extLst>
          </p:cNvPr>
          <p:cNvSpPr/>
          <p:nvPr/>
        </p:nvSpPr>
        <p:spPr>
          <a:xfrm>
            <a:off x="3065906" y="254908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8" name="箭號: 向右 427">
            <a:extLst>
              <a:ext uri="{FF2B5EF4-FFF2-40B4-BE49-F238E27FC236}">
                <a16:creationId xmlns:a16="http://schemas.microsoft.com/office/drawing/2014/main" id="{2B5509D0-5C8D-452F-AA59-93124DE336DA}"/>
              </a:ext>
            </a:extLst>
          </p:cNvPr>
          <p:cNvSpPr/>
          <p:nvPr/>
        </p:nvSpPr>
        <p:spPr>
          <a:xfrm>
            <a:off x="5982930" y="2549086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9" name="矩形: 圓角 588">
            <a:extLst>
              <a:ext uri="{FF2B5EF4-FFF2-40B4-BE49-F238E27FC236}">
                <a16:creationId xmlns:a16="http://schemas.microsoft.com/office/drawing/2014/main" id="{EC69C0D8-81D4-43AB-A864-58F76631B34D}"/>
              </a:ext>
            </a:extLst>
          </p:cNvPr>
          <p:cNvSpPr/>
          <p:nvPr/>
        </p:nvSpPr>
        <p:spPr>
          <a:xfrm>
            <a:off x="9283387" y="1540177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625" name="文字方塊 624">
            <a:extLst>
              <a:ext uri="{FF2B5EF4-FFF2-40B4-BE49-F238E27FC236}">
                <a16:creationId xmlns:a16="http://schemas.microsoft.com/office/drawing/2014/main" id="{19A8E002-E10C-4665-8338-9CDD6D208576}"/>
              </a:ext>
            </a:extLst>
          </p:cNvPr>
          <p:cNvSpPr txBox="1"/>
          <p:nvPr/>
        </p:nvSpPr>
        <p:spPr>
          <a:xfrm>
            <a:off x="9418392" y="1486187"/>
            <a:ext cx="2050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Inferred Haplotypes</a:t>
            </a:r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4737F471-797F-4833-8E86-54CF9D40AEBF}"/>
              </a:ext>
            </a:extLst>
          </p:cNvPr>
          <p:cNvGrpSpPr/>
          <p:nvPr/>
        </p:nvGrpSpPr>
        <p:grpSpPr>
          <a:xfrm>
            <a:off x="6366366" y="1486187"/>
            <a:ext cx="2320059" cy="369332"/>
            <a:chOff x="6366366" y="1486187"/>
            <a:chExt cx="2320059" cy="369332"/>
          </a:xfrm>
        </p:grpSpPr>
        <p:sp>
          <p:nvSpPr>
            <p:cNvPr id="588" name="矩形: 圓角 587">
              <a:extLst>
                <a:ext uri="{FF2B5EF4-FFF2-40B4-BE49-F238E27FC236}">
                  <a16:creationId xmlns:a16="http://schemas.microsoft.com/office/drawing/2014/main" id="{BB71F977-8E01-4450-9149-896A23BF3B75}"/>
                </a:ext>
              </a:extLst>
            </p:cNvPr>
            <p:cNvSpPr/>
            <p:nvPr/>
          </p:nvSpPr>
          <p:spPr>
            <a:xfrm>
              <a:off x="6366366" y="1540177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288" name="文字方塊 287">
              <a:extLst>
                <a:ext uri="{FF2B5EF4-FFF2-40B4-BE49-F238E27FC236}">
                  <a16:creationId xmlns:a16="http://schemas.microsoft.com/office/drawing/2014/main" id="{E6774A88-36BD-496F-B125-15D91F6062F3}"/>
                </a:ext>
              </a:extLst>
            </p:cNvPr>
            <p:cNvSpPr txBox="1"/>
            <p:nvPr/>
          </p:nvSpPr>
          <p:spPr>
            <a:xfrm>
              <a:off x="7071784" y="1486187"/>
              <a:ext cx="909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Phasing</a:t>
              </a:r>
              <a:endParaRPr lang="zh-TW" altLang="en-US" dirty="0"/>
            </a:p>
          </p:txBody>
        </p:sp>
      </p:grpSp>
      <p:sp>
        <p:nvSpPr>
          <p:cNvPr id="587" name="矩形: 圓角 586">
            <a:extLst>
              <a:ext uri="{FF2B5EF4-FFF2-40B4-BE49-F238E27FC236}">
                <a16:creationId xmlns:a16="http://schemas.microsoft.com/office/drawing/2014/main" id="{86196D00-96B6-4FA9-9135-2B128BC271BA}"/>
              </a:ext>
            </a:extLst>
          </p:cNvPr>
          <p:cNvSpPr/>
          <p:nvPr/>
        </p:nvSpPr>
        <p:spPr>
          <a:xfrm>
            <a:off x="532318" y="1541699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grpSp>
        <p:nvGrpSpPr>
          <p:cNvPr id="125" name="群組 124">
            <a:extLst>
              <a:ext uri="{FF2B5EF4-FFF2-40B4-BE49-F238E27FC236}">
                <a16:creationId xmlns:a16="http://schemas.microsoft.com/office/drawing/2014/main" id="{649B04E1-C9CE-4B27-9E87-2E92BB2FFCCD}"/>
              </a:ext>
            </a:extLst>
          </p:cNvPr>
          <p:cNvGrpSpPr/>
          <p:nvPr/>
        </p:nvGrpSpPr>
        <p:grpSpPr>
          <a:xfrm>
            <a:off x="1011669" y="1998372"/>
            <a:ext cx="1361356" cy="1241829"/>
            <a:chOff x="7903546" y="1960219"/>
            <a:chExt cx="1361356" cy="1241829"/>
          </a:xfrm>
        </p:grpSpPr>
        <p:grpSp>
          <p:nvGrpSpPr>
            <p:cNvPr id="183" name="群組 182">
              <a:extLst>
                <a:ext uri="{FF2B5EF4-FFF2-40B4-BE49-F238E27FC236}">
                  <a16:creationId xmlns:a16="http://schemas.microsoft.com/office/drawing/2014/main" id="{689B8EBD-8536-4544-826B-C673661A5DA9}"/>
                </a:ext>
              </a:extLst>
            </p:cNvPr>
            <p:cNvGrpSpPr/>
            <p:nvPr/>
          </p:nvGrpSpPr>
          <p:grpSpPr>
            <a:xfrm>
              <a:off x="7903546" y="2554048"/>
              <a:ext cx="648000" cy="648000"/>
              <a:chOff x="114655" y="3347955"/>
              <a:chExt cx="950122" cy="950122"/>
            </a:xfrm>
          </p:grpSpPr>
          <p:sp>
            <p:nvSpPr>
              <p:cNvPr id="216" name="橢圓 215">
                <a:extLst>
                  <a:ext uri="{FF2B5EF4-FFF2-40B4-BE49-F238E27FC236}">
                    <a16:creationId xmlns:a16="http://schemas.microsoft.com/office/drawing/2014/main" id="{1C8230B6-61CB-4FC5-B43D-5A1DBFCCEF3D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7" name="橢圓 216">
                <a:extLst>
                  <a:ext uri="{FF2B5EF4-FFF2-40B4-BE49-F238E27FC236}">
                    <a16:creationId xmlns:a16="http://schemas.microsoft.com/office/drawing/2014/main" id="{7FC83537-87E2-4EFC-8AC0-CE572F025A9A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8" name="橢圓 217">
                <a:extLst>
                  <a:ext uri="{FF2B5EF4-FFF2-40B4-BE49-F238E27FC236}">
                    <a16:creationId xmlns:a16="http://schemas.microsoft.com/office/drawing/2014/main" id="{4EDAA9A2-D660-4FA7-A870-45C584BDFEA2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0F9AA508-6D26-4763-A53E-9A24F4EB0C53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0" name="手繪多邊形: 圖案 219">
                <a:extLst>
                  <a:ext uri="{FF2B5EF4-FFF2-40B4-BE49-F238E27FC236}">
                    <a16:creationId xmlns:a16="http://schemas.microsoft.com/office/drawing/2014/main" id="{2D27EA2B-0F6A-4EF3-85A1-22E11F6586C6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1" name="手繪多邊形: 圖案 220">
                <a:extLst>
                  <a:ext uri="{FF2B5EF4-FFF2-40B4-BE49-F238E27FC236}">
                    <a16:creationId xmlns:a16="http://schemas.microsoft.com/office/drawing/2014/main" id="{F4EFF884-C22C-43C5-8987-113A919211F4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B35426F2-D603-4E11-A734-6E38E973D79C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3" name="手繪多邊形: 圖案 222">
                <a:extLst>
                  <a:ext uri="{FF2B5EF4-FFF2-40B4-BE49-F238E27FC236}">
                    <a16:creationId xmlns:a16="http://schemas.microsoft.com/office/drawing/2014/main" id="{61BFC2A6-F931-47C9-92AC-679ABB838877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4" name="手繪多邊形: 圖案 223">
                <a:extLst>
                  <a:ext uri="{FF2B5EF4-FFF2-40B4-BE49-F238E27FC236}">
                    <a16:creationId xmlns:a16="http://schemas.microsoft.com/office/drawing/2014/main" id="{22C81A20-120F-4DB3-B8F5-34E08509352A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72353859-6BCB-4636-A7E2-C68843F2A98A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ED26D6AD-D683-42EE-B9C8-712378BC6D0C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7" name="橢圓 226">
                <a:extLst>
                  <a:ext uri="{FF2B5EF4-FFF2-40B4-BE49-F238E27FC236}">
                    <a16:creationId xmlns:a16="http://schemas.microsoft.com/office/drawing/2014/main" id="{3918D89B-1BD3-482C-BBE1-39B24E1C62C8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8" name="橢圓 227">
                <a:extLst>
                  <a:ext uri="{FF2B5EF4-FFF2-40B4-BE49-F238E27FC236}">
                    <a16:creationId xmlns:a16="http://schemas.microsoft.com/office/drawing/2014/main" id="{009E43D5-4A5B-4671-B212-51B574770BE7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9" name="橢圓 228">
                <a:extLst>
                  <a:ext uri="{FF2B5EF4-FFF2-40B4-BE49-F238E27FC236}">
                    <a16:creationId xmlns:a16="http://schemas.microsoft.com/office/drawing/2014/main" id="{86A97F9C-E726-4BE6-8601-4A95495ACCC5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0" name="橢圓 229">
                <a:extLst>
                  <a:ext uri="{FF2B5EF4-FFF2-40B4-BE49-F238E27FC236}">
                    <a16:creationId xmlns:a16="http://schemas.microsoft.com/office/drawing/2014/main" id="{CC486771-32ED-49E2-9E13-2960015A8AB8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84" name="群組 183">
              <a:extLst>
                <a:ext uri="{FF2B5EF4-FFF2-40B4-BE49-F238E27FC236}">
                  <a16:creationId xmlns:a16="http://schemas.microsoft.com/office/drawing/2014/main" id="{9E7E6E80-C3AA-4E36-9E71-CE6924438168}"/>
                </a:ext>
              </a:extLst>
            </p:cNvPr>
            <p:cNvGrpSpPr/>
            <p:nvPr/>
          </p:nvGrpSpPr>
          <p:grpSpPr>
            <a:xfrm>
              <a:off x="8616902" y="2554048"/>
              <a:ext cx="648000" cy="648000"/>
              <a:chOff x="114655" y="3347955"/>
              <a:chExt cx="950122" cy="950122"/>
            </a:xfrm>
          </p:grpSpPr>
          <p:sp>
            <p:nvSpPr>
              <p:cNvPr id="201" name="橢圓 200">
                <a:extLst>
                  <a:ext uri="{FF2B5EF4-FFF2-40B4-BE49-F238E27FC236}">
                    <a16:creationId xmlns:a16="http://schemas.microsoft.com/office/drawing/2014/main" id="{BDC218CF-D3BD-4EC0-ACCE-2949876C184C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橢圓 201">
                <a:extLst>
                  <a:ext uri="{FF2B5EF4-FFF2-40B4-BE49-F238E27FC236}">
                    <a16:creationId xmlns:a16="http://schemas.microsoft.com/office/drawing/2014/main" id="{98237E56-30B8-4664-92CC-5FDB83F9836F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3" name="橢圓 202">
                <a:extLst>
                  <a:ext uri="{FF2B5EF4-FFF2-40B4-BE49-F238E27FC236}">
                    <a16:creationId xmlns:a16="http://schemas.microsoft.com/office/drawing/2014/main" id="{6BCB5651-74A1-417E-8651-DBFD4FB6AE10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4" name="手繪多邊形: 圖案 203">
                <a:extLst>
                  <a:ext uri="{FF2B5EF4-FFF2-40B4-BE49-F238E27FC236}">
                    <a16:creationId xmlns:a16="http://schemas.microsoft.com/office/drawing/2014/main" id="{0D0E9A66-EB80-4F1C-A11D-5DE9BC9D96CE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5" name="手繪多邊形: 圖案 204">
                <a:extLst>
                  <a:ext uri="{FF2B5EF4-FFF2-40B4-BE49-F238E27FC236}">
                    <a16:creationId xmlns:a16="http://schemas.microsoft.com/office/drawing/2014/main" id="{3DAFA417-ED1F-4FB4-9480-199A13EA3382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6" name="手繪多邊形: 圖案 205">
                <a:extLst>
                  <a:ext uri="{FF2B5EF4-FFF2-40B4-BE49-F238E27FC236}">
                    <a16:creationId xmlns:a16="http://schemas.microsoft.com/office/drawing/2014/main" id="{7C9A7EB6-1A9B-4AAD-B580-3ED25CC90B9B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7" name="手繪多邊形: 圖案 206">
                <a:extLst>
                  <a:ext uri="{FF2B5EF4-FFF2-40B4-BE49-F238E27FC236}">
                    <a16:creationId xmlns:a16="http://schemas.microsoft.com/office/drawing/2014/main" id="{F38402F4-10C3-40CF-ABE0-7F1126CF4F0F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8" name="手繪多邊形: 圖案 207">
                <a:extLst>
                  <a:ext uri="{FF2B5EF4-FFF2-40B4-BE49-F238E27FC236}">
                    <a16:creationId xmlns:a16="http://schemas.microsoft.com/office/drawing/2014/main" id="{670B61C0-07EC-4EC3-AD16-DD726BD26ABB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9" name="手繪多邊形: 圖案 208">
                <a:extLst>
                  <a:ext uri="{FF2B5EF4-FFF2-40B4-BE49-F238E27FC236}">
                    <a16:creationId xmlns:a16="http://schemas.microsoft.com/office/drawing/2014/main" id="{64806B64-6CBB-4914-A7FF-5B626D975618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0" name="手繪多邊形: 圖案 209">
                <a:extLst>
                  <a:ext uri="{FF2B5EF4-FFF2-40B4-BE49-F238E27FC236}">
                    <a16:creationId xmlns:a16="http://schemas.microsoft.com/office/drawing/2014/main" id="{4E67A059-8429-4318-ABDF-209877800F32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1" name="手繪多邊形: 圖案 210">
                <a:extLst>
                  <a:ext uri="{FF2B5EF4-FFF2-40B4-BE49-F238E27FC236}">
                    <a16:creationId xmlns:a16="http://schemas.microsoft.com/office/drawing/2014/main" id="{26B40012-FAC5-4016-8BD8-9AF8C2BD881A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2" name="橢圓 211">
                <a:extLst>
                  <a:ext uri="{FF2B5EF4-FFF2-40B4-BE49-F238E27FC236}">
                    <a16:creationId xmlns:a16="http://schemas.microsoft.com/office/drawing/2014/main" id="{FC37B4EC-0A22-48A1-979B-BEC3189A8741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3" name="橢圓 212">
                <a:extLst>
                  <a:ext uri="{FF2B5EF4-FFF2-40B4-BE49-F238E27FC236}">
                    <a16:creationId xmlns:a16="http://schemas.microsoft.com/office/drawing/2014/main" id="{957DD975-4A14-4946-8F15-17E2D7B18874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4" name="橢圓 213">
                <a:extLst>
                  <a:ext uri="{FF2B5EF4-FFF2-40B4-BE49-F238E27FC236}">
                    <a16:creationId xmlns:a16="http://schemas.microsoft.com/office/drawing/2014/main" id="{87DD992C-E81C-4F5D-ACD5-4B9921658AFA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5" name="橢圓 214">
                <a:extLst>
                  <a:ext uri="{FF2B5EF4-FFF2-40B4-BE49-F238E27FC236}">
                    <a16:creationId xmlns:a16="http://schemas.microsoft.com/office/drawing/2014/main" id="{428A69CD-0099-4F26-B458-D2A2C65C2399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E21B64AF-B27D-4486-92BD-8741862BEE9C}"/>
                </a:ext>
              </a:extLst>
            </p:cNvPr>
            <p:cNvGrpSpPr/>
            <p:nvPr/>
          </p:nvGrpSpPr>
          <p:grpSpPr>
            <a:xfrm>
              <a:off x="8258763" y="1960219"/>
              <a:ext cx="648000" cy="648000"/>
              <a:chOff x="114655" y="3347955"/>
              <a:chExt cx="950122" cy="950122"/>
            </a:xfrm>
          </p:grpSpPr>
          <p:sp>
            <p:nvSpPr>
              <p:cNvPr id="186" name="橢圓 185">
                <a:extLst>
                  <a:ext uri="{FF2B5EF4-FFF2-40B4-BE49-F238E27FC236}">
                    <a16:creationId xmlns:a16="http://schemas.microsoft.com/office/drawing/2014/main" id="{47FDDA0D-74FC-495C-8ECC-CB1EB9A107E8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7" name="橢圓 186">
                <a:extLst>
                  <a:ext uri="{FF2B5EF4-FFF2-40B4-BE49-F238E27FC236}">
                    <a16:creationId xmlns:a16="http://schemas.microsoft.com/office/drawing/2014/main" id="{643B211D-3046-4C81-8DF3-6E4960FC4D91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8" name="橢圓 187">
                <a:extLst>
                  <a:ext uri="{FF2B5EF4-FFF2-40B4-BE49-F238E27FC236}">
                    <a16:creationId xmlns:a16="http://schemas.microsoft.com/office/drawing/2014/main" id="{AFF8913C-DEB5-4EBA-B014-EA97168DF6E6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9" name="手繪多邊形: 圖案 188">
                <a:extLst>
                  <a:ext uri="{FF2B5EF4-FFF2-40B4-BE49-F238E27FC236}">
                    <a16:creationId xmlns:a16="http://schemas.microsoft.com/office/drawing/2014/main" id="{5ABF87E5-9A44-449D-9180-F75BDED6131C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0" name="手繪多邊形: 圖案 189">
                <a:extLst>
                  <a:ext uri="{FF2B5EF4-FFF2-40B4-BE49-F238E27FC236}">
                    <a16:creationId xmlns:a16="http://schemas.microsoft.com/office/drawing/2014/main" id="{E2D27587-0367-44BD-BB58-74A9D8C322E7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1" name="手繪多邊形: 圖案 190">
                <a:extLst>
                  <a:ext uri="{FF2B5EF4-FFF2-40B4-BE49-F238E27FC236}">
                    <a16:creationId xmlns:a16="http://schemas.microsoft.com/office/drawing/2014/main" id="{6520B9DA-7F96-4C08-9B8A-371300B04FF5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2" name="手繪多邊形: 圖案 191">
                <a:extLst>
                  <a:ext uri="{FF2B5EF4-FFF2-40B4-BE49-F238E27FC236}">
                    <a16:creationId xmlns:a16="http://schemas.microsoft.com/office/drawing/2014/main" id="{C7946D61-FDFF-4594-BC35-09387A459762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手繪多邊形: 圖案 192">
                <a:extLst>
                  <a:ext uri="{FF2B5EF4-FFF2-40B4-BE49-F238E27FC236}">
                    <a16:creationId xmlns:a16="http://schemas.microsoft.com/office/drawing/2014/main" id="{A406FD39-29BF-4805-8384-30BFFC3DA05B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4" name="手繪多邊形: 圖案 193">
                <a:extLst>
                  <a:ext uri="{FF2B5EF4-FFF2-40B4-BE49-F238E27FC236}">
                    <a16:creationId xmlns:a16="http://schemas.microsoft.com/office/drawing/2014/main" id="{BDB4EB0B-65D9-4B07-AD47-353DF0D2C40B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5" name="手繪多邊形: 圖案 194">
                <a:extLst>
                  <a:ext uri="{FF2B5EF4-FFF2-40B4-BE49-F238E27FC236}">
                    <a16:creationId xmlns:a16="http://schemas.microsoft.com/office/drawing/2014/main" id="{3A0D3680-B2AC-41E8-BC6F-60A82355963B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6" name="手繪多邊形: 圖案 195">
                <a:extLst>
                  <a:ext uri="{FF2B5EF4-FFF2-40B4-BE49-F238E27FC236}">
                    <a16:creationId xmlns:a16="http://schemas.microsoft.com/office/drawing/2014/main" id="{D03F2DC0-4A7D-4ED8-9428-3CED6E63674D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7" name="橢圓 196">
                <a:extLst>
                  <a:ext uri="{FF2B5EF4-FFF2-40B4-BE49-F238E27FC236}">
                    <a16:creationId xmlns:a16="http://schemas.microsoft.com/office/drawing/2014/main" id="{1A667B14-49F6-42AB-AABF-DDC952D1BEA1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橢圓 197">
                <a:extLst>
                  <a:ext uri="{FF2B5EF4-FFF2-40B4-BE49-F238E27FC236}">
                    <a16:creationId xmlns:a16="http://schemas.microsoft.com/office/drawing/2014/main" id="{B7F764EC-B221-4B6C-8CD9-8AB1C86CB761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9" name="橢圓 198">
                <a:extLst>
                  <a:ext uri="{FF2B5EF4-FFF2-40B4-BE49-F238E27FC236}">
                    <a16:creationId xmlns:a16="http://schemas.microsoft.com/office/drawing/2014/main" id="{BE3AA202-3C6B-4558-80CD-01BB8145255B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橢圓 199">
                <a:extLst>
                  <a:ext uri="{FF2B5EF4-FFF2-40B4-BE49-F238E27FC236}">
                    <a16:creationId xmlns:a16="http://schemas.microsoft.com/office/drawing/2014/main" id="{5F4EFE30-0F69-4159-B937-B105E1401C0B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452" name="文字方塊 451">
            <a:extLst>
              <a:ext uri="{FF2B5EF4-FFF2-40B4-BE49-F238E27FC236}">
                <a16:creationId xmlns:a16="http://schemas.microsoft.com/office/drawing/2014/main" id="{31A93959-D2A6-4C00-BB52-2E6F99404E42}"/>
              </a:ext>
            </a:extLst>
          </p:cNvPr>
          <p:cNvSpPr txBox="1"/>
          <p:nvPr/>
        </p:nvSpPr>
        <p:spPr>
          <a:xfrm>
            <a:off x="1254567" y="1486187"/>
            <a:ext cx="87556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TW" dirty="0"/>
              <a:t>Sample</a:t>
            </a:r>
            <a:endParaRPr lang="zh-TW" altLang="en-US" dirty="0"/>
          </a:p>
        </p:txBody>
      </p:sp>
      <p:sp>
        <p:nvSpPr>
          <p:cNvPr id="583" name="矩形: 圓角 582">
            <a:extLst>
              <a:ext uri="{FF2B5EF4-FFF2-40B4-BE49-F238E27FC236}">
                <a16:creationId xmlns:a16="http://schemas.microsoft.com/office/drawing/2014/main" id="{C52749E2-B418-4E79-AC19-81F0D5277CAB}"/>
              </a:ext>
            </a:extLst>
          </p:cNvPr>
          <p:cNvSpPr/>
          <p:nvPr/>
        </p:nvSpPr>
        <p:spPr>
          <a:xfrm>
            <a:off x="3449342" y="1536933"/>
            <a:ext cx="232005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86" name="文字方塊 585">
            <a:extLst>
              <a:ext uri="{FF2B5EF4-FFF2-40B4-BE49-F238E27FC236}">
                <a16:creationId xmlns:a16="http://schemas.microsoft.com/office/drawing/2014/main" id="{FF263CDD-C322-4232-9310-3D86A03A4A2C}"/>
              </a:ext>
            </a:extLst>
          </p:cNvPr>
          <p:cNvSpPr txBox="1"/>
          <p:nvPr/>
        </p:nvSpPr>
        <p:spPr>
          <a:xfrm>
            <a:off x="3475792" y="1486187"/>
            <a:ext cx="2267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Long-read Sequencing</a:t>
            </a:r>
            <a:endParaRPr lang="zh-TW" altLang="en-US" dirty="0"/>
          </a:p>
        </p:txBody>
      </p:sp>
      <p:cxnSp>
        <p:nvCxnSpPr>
          <p:cNvPr id="761" name="直線接點 760">
            <a:extLst>
              <a:ext uri="{FF2B5EF4-FFF2-40B4-BE49-F238E27FC236}">
                <a16:creationId xmlns:a16="http://schemas.microsoft.com/office/drawing/2014/main" id="{91FC33F9-CF50-41E2-B13C-36DEF5732C3B}"/>
              </a:ext>
            </a:extLst>
          </p:cNvPr>
          <p:cNvCxnSpPr>
            <a:cxnSpLocks/>
          </p:cNvCxnSpPr>
          <p:nvPr/>
        </p:nvCxnSpPr>
        <p:spPr>
          <a:xfrm>
            <a:off x="9307864" y="2613390"/>
            <a:ext cx="226995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群組 3">
            <a:extLst>
              <a:ext uri="{FF2B5EF4-FFF2-40B4-BE49-F238E27FC236}">
                <a16:creationId xmlns:a16="http://schemas.microsoft.com/office/drawing/2014/main" id="{46249114-9219-4061-BB20-F54EE96C02D1}"/>
              </a:ext>
            </a:extLst>
          </p:cNvPr>
          <p:cNvGrpSpPr/>
          <p:nvPr/>
        </p:nvGrpSpPr>
        <p:grpSpPr>
          <a:xfrm>
            <a:off x="9479116" y="2289042"/>
            <a:ext cx="217091" cy="240865"/>
            <a:chOff x="9498717" y="2270399"/>
            <a:chExt cx="217091" cy="240865"/>
          </a:xfrm>
        </p:grpSpPr>
        <p:sp>
          <p:nvSpPr>
            <p:cNvPr id="85" name="手繪多邊形: 圖案 84">
              <a:extLst>
                <a:ext uri="{FF2B5EF4-FFF2-40B4-BE49-F238E27FC236}">
                  <a16:creationId xmlns:a16="http://schemas.microsoft.com/office/drawing/2014/main" id="{5B4D25F4-72DD-42DB-845E-9914E85F62F9}"/>
                </a:ext>
              </a:extLst>
            </p:cNvPr>
            <p:cNvSpPr/>
            <p:nvPr/>
          </p:nvSpPr>
          <p:spPr>
            <a:xfrm>
              <a:off x="9498717" y="2402719"/>
              <a:ext cx="217091" cy="108545"/>
            </a:xfrm>
            <a:custGeom>
              <a:avLst/>
              <a:gdLst>
                <a:gd name="connsiteX0" fmla="*/ 217091 w 217091"/>
                <a:gd name="connsiteY0" fmla="*/ 54273 h 108545"/>
                <a:gd name="connsiteX1" fmla="*/ 206237 w 217091"/>
                <a:gd name="connsiteY1" fmla="*/ 32564 h 108545"/>
                <a:gd name="connsiteX2" fmla="*/ 153321 w 217091"/>
                <a:gd name="connsiteY2" fmla="*/ 6784 h 108545"/>
                <a:gd name="connsiteX3" fmla="*/ 108546 w 217091"/>
                <a:gd name="connsiteY3" fmla="*/ 0 h 108545"/>
                <a:gd name="connsiteX4" fmla="*/ 63771 w 217091"/>
                <a:gd name="connsiteY4" fmla="*/ 6784 h 108545"/>
                <a:gd name="connsiteX5" fmla="*/ 10855 w 217091"/>
                <a:gd name="connsiteY5" fmla="*/ 32564 h 108545"/>
                <a:gd name="connsiteX6" fmla="*/ 0 w 217091"/>
                <a:gd name="connsiteY6" fmla="*/ 54273 h 108545"/>
                <a:gd name="connsiteX7" fmla="*/ 0 w 217091"/>
                <a:gd name="connsiteY7" fmla="*/ 108546 h 108545"/>
                <a:gd name="connsiteX8" fmla="*/ 217091 w 217091"/>
                <a:gd name="connsiteY8" fmla="*/ 108546 h 10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091" h="108545">
                  <a:moveTo>
                    <a:pt x="217091" y="54273"/>
                  </a:moveTo>
                  <a:cubicBezTo>
                    <a:pt x="216914" y="45774"/>
                    <a:pt x="212929" y="37805"/>
                    <a:pt x="206237" y="32564"/>
                  </a:cubicBezTo>
                  <a:cubicBezTo>
                    <a:pt x="191312" y="20352"/>
                    <a:pt x="172316" y="12211"/>
                    <a:pt x="153321" y="6784"/>
                  </a:cubicBezTo>
                  <a:cubicBezTo>
                    <a:pt x="138809" y="2342"/>
                    <a:pt x="123722" y="56"/>
                    <a:pt x="108546" y="0"/>
                  </a:cubicBezTo>
                  <a:cubicBezTo>
                    <a:pt x="93386" y="262"/>
                    <a:pt x="78328" y="2543"/>
                    <a:pt x="63771" y="6784"/>
                  </a:cubicBezTo>
                  <a:cubicBezTo>
                    <a:pt x="44800" y="12320"/>
                    <a:pt x="26907" y="21037"/>
                    <a:pt x="10855" y="32564"/>
                  </a:cubicBezTo>
                  <a:cubicBezTo>
                    <a:pt x="4162" y="37805"/>
                    <a:pt x="177" y="45774"/>
                    <a:pt x="0" y="54273"/>
                  </a:cubicBezTo>
                  <a:lnTo>
                    <a:pt x="0" y="108546"/>
                  </a:lnTo>
                  <a:lnTo>
                    <a:pt x="217091" y="108546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6" name="手繪多邊形: 圖案 85">
              <a:extLst>
                <a:ext uri="{FF2B5EF4-FFF2-40B4-BE49-F238E27FC236}">
                  <a16:creationId xmlns:a16="http://schemas.microsoft.com/office/drawing/2014/main" id="{88814D5B-218C-497D-B965-8471C6652F5D}"/>
                </a:ext>
              </a:extLst>
            </p:cNvPr>
            <p:cNvSpPr/>
            <p:nvPr/>
          </p:nvSpPr>
          <p:spPr>
            <a:xfrm>
              <a:off x="9546731" y="2270399"/>
              <a:ext cx="116111" cy="61086"/>
            </a:xfrm>
            <a:custGeom>
              <a:avLst/>
              <a:gdLst>
                <a:gd name="connsiteX0" fmla="*/ 50356 w 116111"/>
                <a:gd name="connsiteY0" fmla="*/ 50063 h 61086"/>
                <a:gd name="connsiteX1" fmla="*/ 80885 w 116111"/>
                <a:gd name="connsiteY1" fmla="*/ 28116 h 61086"/>
                <a:gd name="connsiteX2" fmla="*/ 80885 w 116111"/>
                <a:gd name="connsiteY2" fmla="*/ 28116 h 61086"/>
                <a:gd name="connsiteX3" fmla="*/ 90247 w 116111"/>
                <a:gd name="connsiteY3" fmla="*/ 31881 h 61086"/>
                <a:gd name="connsiteX4" fmla="*/ 106461 w 116111"/>
                <a:gd name="connsiteY4" fmla="*/ 49079 h 61086"/>
                <a:gd name="connsiteX5" fmla="*/ 114432 w 116111"/>
                <a:gd name="connsiteY5" fmla="*/ 60612 h 61086"/>
                <a:gd name="connsiteX6" fmla="*/ 114432 w 116111"/>
                <a:gd name="connsiteY6" fmla="*/ 60612 h 61086"/>
                <a:gd name="connsiteX7" fmla="*/ 114805 w 116111"/>
                <a:gd name="connsiteY7" fmla="*/ 61087 h 61086"/>
                <a:gd name="connsiteX8" fmla="*/ 114805 w 116111"/>
                <a:gd name="connsiteY8" fmla="*/ 61087 h 61086"/>
                <a:gd name="connsiteX9" fmla="*/ 115246 w 116111"/>
                <a:gd name="connsiteY9" fmla="*/ 39615 h 61086"/>
                <a:gd name="connsiteX10" fmla="*/ 104629 w 116111"/>
                <a:gd name="connsiteY10" fmla="*/ 17838 h 61086"/>
                <a:gd name="connsiteX11" fmla="*/ 86821 w 116111"/>
                <a:gd name="connsiteY11" fmla="*/ 11902 h 61086"/>
                <a:gd name="connsiteX12" fmla="*/ 56224 w 116111"/>
                <a:gd name="connsiteY12" fmla="*/ 30 h 61086"/>
                <a:gd name="connsiteX13" fmla="*/ 12874 w 116111"/>
                <a:gd name="connsiteY13" fmla="*/ 18652 h 61086"/>
                <a:gd name="connsiteX14" fmla="*/ 2291 w 116111"/>
                <a:gd name="connsiteY14" fmla="*/ 48061 h 61086"/>
                <a:gd name="connsiteX15" fmla="*/ 1036 w 116111"/>
                <a:gd name="connsiteY15" fmla="*/ 58000 h 61086"/>
                <a:gd name="connsiteX16" fmla="*/ 6700 w 116111"/>
                <a:gd name="connsiteY16" fmla="*/ 58000 h 61086"/>
                <a:gd name="connsiteX17" fmla="*/ 6700 w 116111"/>
                <a:gd name="connsiteY17" fmla="*/ 58000 h 61086"/>
                <a:gd name="connsiteX18" fmla="*/ 50356 w 116111"/>
                <a:gd name="connsiteY18" fmla="*/ 50063 h 6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6111" h="61086">
                  <a:moveTo>
                    <a:pt x="50356" y="50063"/>
                  </a:moveTo>
                  <a:cubicBezTo>
                    <a:pt x="59175" y="44873"/>
                    <a:pt x="80885" y="28116"/>
                    <a:pt x="80885" y="28116"/>
                  </a:cubicBezTo>
                  <a:lnTo>
                    <a:pt x="80885" y="28116"/>
                  </a:lnTo>
                  <a:cubicBezTo>
                    <a:pt x="84310" y="28413"/>
                    <a:pt x="87570" y="29724"/>
                    <a:pt x="90247" y="31881"/>
                  </a:cubicBezTo>
                  <a:cubicBezTo>
                    <a:pt x="96761" y="36455"/>
                    <a:pt x="102278" y="42307"/>
                    <a:pt x="106461" y="49079"/>
                  </a:cubicBezTo>
                  <a:cubicBezTo>
                    <a:pt x="110226" y="54710"/>
                    <a:pt x="113448" y="59255"/>
                    <a:pt x="114432" y="60612"/>
                  </a:cubicBezTo>
                  <a:lnTo>
                    <a:pt x="114432" y="60612"/>
                  </a:lnTo>
                  <a:lnTo>
                    <a:pt x="114805" y="61087"/>
                  </a:lnTo>
                  <a:lnTo>
                    <a:pt x="114805" y="61087"/>
                  </a:lnTo>
                  <a:cubicBezTo>
                    <a:pt x="116501" y="57695"/>
                    <a:pt x="116433" y="48231"/>
                    <a:pt x="115246" y="39615"/>
                  </a:cubicBezTo>
                  <a:cubicBezTo>
                    <a:pt x="113584" y="27743"/>
                    <a:pt x="112227" y="24215"/>
                    <a:pt x="104629" y="17838"/>
                  </a:cubicBezTo>
                  <a:cubicBezTo>
                    <a:pt x="99787" y="13450"/>
                    <a:pt x="93326" y="11297"/>
                    <a:pt x="86821" y="11902"/>
                  </a:cubicBezTo>
                  <a:cubicBezTo>
                    <a:pt x="77994" y="5052"/>
                    <a:pt x="67361" y="927"/>
                    <a:pt x="56224" y="30"/>
                  </a:cubicBezTo>
                  <a:cubicBezTo>
                    <a:pt x="39264" y="-581"/>
                    <a:pt x="20743" y="8273"/>
                    <a:pt x="12874" y="18652"/>
                  </a:cubicBezTo>
                  <a:cubicBezTo>
                    <a:pt x="968" y="34256"/>
                    <a:pt x="2291" y="44432"/>
                    <a:pt x="2291" y="48061"/>
                  </a:cubicBezTo>
                  <a:cubicBezTo>
                    <a:pt x="2291" y="51691"/>
                    <a:pt x="-1882" y="58000"/>
                    <a:pt x="1036" y="58000"/>
                  </a:cubicBezTo>
                  <a:cubicBezTo>
                    <a:pt x="2935" y="58000"/>
                    <a:pt x="4801" y="58000"/>
                    <a:pt x="6700" y="58000"/>
                  </a:cubicBezTo>
                  <a:lnTo>
                    <a:pt x="6700" y="58000"/>
                  </a:lnTo>
                  <a:cubicBezTo>
                    <a:pt x="17453" y="57695"/>
                    <a:pt x="39400" y="56507"/>
                    <a:pt x="50356" y="50063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7" name="手繪多邊形: 圖案 86">
              <a:extLst>
                <a:ext uri="{FF2B5EF4-FFF2-40B4-BE49-F238E27FC236}">
                  <a16:creationId xmlns:a16="http://schemas.microsoft.com/office/drawing/2014/main" id="{F22D9CB4-E5E3-4BE2-B52C-E2A3230CA4F4}"/>
                </a:ext>
              </a:extLst>
            </p:cNvPr>
            <p:cNvSpPr/>
            <p:nvPr/>
          </p:nvSpPr>
          <p:spPr>
            <a:xfrm>
              <a:off x="9553024" y="2305706"/>
              <a:ext cx="108002" cy="83042"/>
            </a:xfrm>
            <a:custGeom>
              <a:avLst/>
              <a:gdLst>
                <a:gd name="connsiteX0" fmla="*/ 103152 w 108002"/>
                <a:gd name="connsiteY0" fmla="*/ 29748 h 83042"/>
                <a:gd name="connsiteX1" fmla="*/ 94706 w 108002"/>
                <a:gd name="connsiteY1" fmla="*/ 17571 h 83042"/>
                <a:gd name="connsiteX2" fmla="*/ 80154 w 108002"/>
                <a:gd name="connsiteY2" fmla="*/ 2035 h 83042"/>
                <a:gd name="connsiteX3" fmla="*/ 76457 w 108002"/>
                <a:gd name="connsiteY3" fmla="*/ 0 h 83042"/>
                <a:gd name="connsiteX4" fmla="*/ 47489 w 108002"/>
                <a:gd name="connsiteY4" fmla="*/ 20556 h 83042"/>
                <a:gd name="connsiteX5" fmla="*/ 0 w 108002"/>
                <a:gd name="connsiteY5" fmla="*/ 29443 h 83042"/>
                <a:gd name="connsiteX6" fmla="*/ 54942 w 108002"/>
                <a:gd name="connsiteY6" fmla="*/ 83038 h 83042"/>
                <a:gd name="connsiteX7" fmla="*/ 108003 w 108002"/>
                <a:gd name="connsiteY7" fmla="*/ 36397 h 83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002" h="83042">
                  <a:moveTo>
                    <a:pt x="103152" y="29748"/>
                  </a:moveTo>
                  <a:cubicBezTo>
                    <a:pt x="102983" y="29511"/>
                    <a:pt x="99251" y="24321"/>
                    <a:pt x="94706" y="17571"/>
                  </a:cubicBezTo>
                  <a:cubicBezTo>
                    <a:pt x="90973" y="11449"/>
                    <a:pt x="86020" y="6160"/>
                    <a:pt x="80154" y="2035"/>
                  </a:cubicBezTo>
                  <a:cubicBezTo>
                    <a:pt x="79012" y="1204"/>
                    <a:pt x="77770" y="520"/>
                    <a:pt x="76457" y="0"/>
                  </a:cubicBezTo>
                  <a:cubicBezTo>
                    <a:pt x="70419" y="4579"/>
                    <a:pt x="54883" y="16248"/>
                    <a:pt x="47489" y="20556"/>
                  </a:cubicBezTo>
                  <a:cubicBezTo>
                    <a:pt x="35752" y="27340"/>
                    <a:pt x="14348" y="29138"/>
                    <a:pt x="0" y="29443"/>
                  </a:cubicBezTo>
                  <a:cubicBezTo>
                    <a:pt x="372" y="59415"/>
                    <a:pt x="24970" y="83410"/>
                    <a:pt x="54942" y="83038"/>
                  </a:cubicBezTo>
                  <a:cubicBezTo>
                    <a:pt x="81712" y="82707"/>
                    <a:pt x="104241" y="62903"/>
                    <a:pt x="108003" y="36397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768" name="矩形 178">
            <a:extLst>
              <a:ext uri="{FF2B5EF4-FFF2-40B4-BE49-F238E27FC236}">
                <a16:creationId xmlns:a16="http://schemas.microsoft.com/office/drawing/2014/main" id="{F135D6E9-ABDB-4AB6-AA00-754B4ACEF53D}"/>
              </a:ext>
            </a:extLst>
          </p:cNvPr>
          <p:cNvSpPr>
            <a:spLocks noChangeAspect="1"/>
          </p:cNvSpPr>
          <p:nvPr/>
        </p:nvSpPr>
        <p:spPr>
          <a:xfrm>
            <a:off x="10007501" y="2301474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0" name="矩形 178">
            <a:extLst>
              <a:ext uri="{FF2B5EF4-FFF2-40B4-BE49-F238E27FC236}">
                <a16:creationId xmlns:a16="http://schemas.microsoft.com/office/drawing/2014/main" id="{D784184C-95EF-48D8-93C0-6CA36C19938F}"/>
              </a:ext>
            </a:extLst>
          </p:cNvPr>
          <p:cNvSpPr>
            <a:spLocks noChangeAspect="1"/>
          </p:cNvSpPr>
          <p:nvPr/>
        </p:nvSpPr>
        <p:spPr>
          <a:xfrm>
            <a:off x="10407692" y="2301474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2" name="矩形 178">
            <a:extLst>
              <a:ext uri="{FF2B5EF4-FFF2-40B4-BE49-F238E27FC236}">
                <a16:creationId xmlns:a16="http://schemas.microsoft.com/office/drawing/2014/main" id="{269F00BD-1E6E-43F2-84E9-B9B34380138A}"/>
              </a:ext>
            </a:extLst>
          </p:cNvPr>
          <p:cNvSpPr>
            <a:spLocks noChangeAspect="1"/>
          </p:cNvSpPr>
          <p:nvPr/>
        </p:nvSpPr>
        <p:spPr>
          <a:xfrm>
            <a:off x="10807887" y="2301474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4" name="矩形 178">
            <a:extLst>
              <a:ext uri="{FF2B5EF4-FFF2-40B4-BE49-F238E27FC236}">
                <a16:creationId xmlns:a16="http://schemas.microsoft.com/office/drawing/2014/main" id="{D047CE44-AA27-49CC-968D-A282E4F400E6}"/>
              </a:ext>
            </a:extLst>
          </p:cNvPr>
          <p:cNvSpPr>
            <a:spLocks noChangeAspect="1"/>
          </p:cNvSpPr>
          <p:nvPr/>
        </p:nvSpPr>
        <p:spPr>
          <a:xfrm>
            <a:off x="11205227" y="2301474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3" name="直線接點 432">
            <a:extLst>
              <a:ext uri="{FF2B5EF4-FFF2-40B4-BE49-F238E27FC236}">
                <a16:creationId xmlns:a16="http://schemas.microsoft.com/office/drawing/2014/main" id="{90D5E752-30FD-4C04-9C4F-1D2E1A8409F6}"/>
              </a:ext>
            </a:extLst>
          </p:cNvPr>
          <p:cNvCxnSpPr>
            <a:cxnSpLocks/>
          </p:cNvCxnSpPr>
          <p:nvPr/>
        </p:nvCxnSpPr>
        <p:spPr>
          <a:xfrm>
            <a:off x="10223501" y="2409474"/>
            <a:ext cx="184191" cy="0"/>
          </a:xfrm>
          <a:prstGeom prst="line">
            <a:avLst/>
          </a:prstGeom>
          <a:ln w="28575">
            <a:solidFill>
              <a:srgbClr val="C5E0B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線接點 433">
            <a:extLst>
              <a:ext uri="{FF2B5EF4-FFF2-40B4-BE49-F238E27FC236}">
                <a16:creationId xmlns:a16="http://schemas.microsoft.com/office/drawing/2014/main" id="{7A6005C2-8BE6-4B9F-AFB4-61323AD0DB8F}"/>
              </a:ext>
            </a:extLst>
          </p:cNvPr>
          <p:cNvCxnSpPr>
            <a:cxnSpLocks/>
          </p:cNvCxnSpPr>
          <p:nvPr/>
        </p:nvCxnSpPr>
        <p:spPr>
          <a:xfrm>
            <a:off x="10623692" y="2409474"/>
            <a:ext cx="184195" cy="0"/>
          </a:xfrm>
          <a:prstGeom prst="line">
            <a:avLst/>
          </a:prstGeom>
          <a:ln w="28575">
            <a:solidFill>
              <a:srgbClr val="C5E0B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直線接點 449">
            <a:extLst>
              <a:ext uri="{FF2B5EF4-FFF2-40B4-BE49-F238E27FC236}">
                <a16:creationId xmlns:a16="http://schemas.microsoft.com/office/drawing/2014/main" id="{D9CF1E15-2B26-428F-A218-14F1A5E9838E}"/>
              </a:ext>
            </a:extLst>
          </p:cNvPr>
          <p:cNvCxnSpPr>
            <a:cxnSpLocks/>
          </p:cNvCxnSpPr>
          <p:nvPr/>
        </p:nvCxnSpPr>
        <p:spPr>
          <a:xfrm>
            <a:off x="11023887" y="2409474"/>
            <a:ext cx="181340" cy="0"/>
          </a:xfrm>
          <a:prstGeom prst="line">
            <a:avLst/>
          </a:prstGeom>
          <a:ln w="28575">
            <a:solidFill>
              <a:srgbClr val="C5E0B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線接點 453">
            <a:extLst>
              <a:ext uri="{FF2B5EF4-FFF2-40B4-BE49-F238E27FC236}">
                <a16:creationId xmlns:a16="http://schemas.microsoft.com/office/drawing/2014/main" id="{F176D2BD-361B-4897-BDFC-3A860C8F5130}"/>
              </a:ext>
            </a:extLst>
          </p:cNvPr>
          <p:cNvCxnSpPr>
            <a:cxnSpLocks/>
          </p:cNvCxnSpPr>
          <p:nvPr/>
        </p:nvCxnSpPr>
        <p:spPr>
          <a:xfrm>
            <a:off x="11421227" y="2409474"/>
            <a:ext cx="181340" cy="0"/>
          </a:xfrm>
          <a:prstGeom prst="line">
            <a:avLst/>
          </a:prstGeom>
          <a:ln w="28575">
            <a:solidFill>
              <a:srgbClr val="C5E0B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5" name="直線接點 454">
            <a:extLst>
              <a:ext uri="{FF2B5EF4-FFF2-40B4-BE49-F238E27FC236}">
                <a16:creationId xmlns:a16="http://schemas.microsoft.com/office/drawing/2014/main" id="{51FDC861-B3E3-4455-9668-95513BE1ADE9}"/>
              </a:ext>
            </a:extLst>
          </p:cNvPr>
          <p:cNvCxnSpPr>
            <a:cxnSpLocks/>
          </p:cNvCxnSpPr>
          <p:nvPr/>
        </p:nvCxnSpPr>
        <p:spPr>
          <a:xfrm>
            <a:off x="9823310" y="2409474"/>
            <a:ext cx="184191" cy="0"/>
          </a:xfrm>
          <a:prstGeom prst="line">
            <a:avLst/>
          </a:prstGeom>
          <a:ln w="28575">
            <a:solidFill>
              <a:srgbClr val="C5E0B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4">
            <a:extLst>
              <a:ext uri="{FF2B5EF4-FFF2-40B4-BE49-F238E27FC236}">
                <a16:creationId xmlns:a16="http://schemas.microsoft.com/office/drawing/2014/main" id="{3330CD98-DA78-494C-B060-C84BC4C64A05}"/>
              </a:ext>
            </a:extLst>
          </p:cNvPr>
          <p:cNvGrpSpPr/>
          <p:nvPr/>
        </p:nvGrpSpPr>
        <p:grpSpPr>
          <a:xfrm>
            <a:off x="9480854" y="2696872"/>
            <a:ext cx="217091" cy="252658"/>
            <a:chOff x="9500455" y="2707562"/>
            <a:chExt cx="217091" cy="252658"/>
          </a:xfrm>
        </p:grpSpPr>
        <p:sp>
          <p:nvSpPr>
            <p:cNvPr id="81" name="手繪多邊形: 圖案 80">
              <a:extLst>
                <a:ext uri="{FF2B5EF4-FFF2-40B4-BE49-F238E27FC236}">
                  <a16:creationId xmlns:a16="http://schemas.microsoft.com/office/drawing/2014/main" id="{B8F1C019-08C1-41D3-84DD-021253F527A1}"/>
                </a:ext>
              </a:extLst>
            </p:cNvPr>
            <p:cNvSpPr/>
            <p:nvPr/>
          </p:nvSpPr>
          <p:spPr>
            <a:xfrm>
              <a:off x="9500455" y="2851675"/>
              <a:ext cx="217091" cy="108545"/>
            </a:xfrm>
            <a:custGeom>
              <a:avLst/>
              <a:gdLst>
                <a:gd name="connsiteX0" fmla="*/ 217091 w 217091"/>
                <a:gd name="connsiteY0" fmla="*/ 54273 h 108545"/>
                <a:gd name="connsiteX1" fmla="*/ 206237 w 217091"/>
                <a:gd name="connsiteY1" fmla="*/ 32564 h 108545"/>
                <a:gd name="connsiteX2" fmla="*/ 153321 w 217091"/>
                <a:gd name="connsiteY2" fmla="*/ 6784 h 108545"/>
                <a:gd name="connsiteX3" fmla="*/ 108546 w 217091"/>
                <a:gd name="connsiteY3" fmla="*/ 0 h 108545"/>
                <a:gd name="connsiteX4" fmla="*/ 63771 w 217091"/>
                <a:gd name="connsiteY4" fmla="*/ 6784 h 108545"/>
                <a:gd name="connsiteX5" fmla="*/ 10855 w 217091"/>
                <a:gd name="connsiteY5" fmla="*/ 32564 h 108545"/>
                <a:gd name="connsiteX6" fmla="*/ 0 w 217091"/>
                <a:gd name="connsiteY6" fmla="*/ 54273 h 108545"/>
                <a:gd name="connsiteX7" fmla="*/ 0 w 217091"/>
                <a:gd name="connsiteY7" fmla="*/ 108546 h 108545"/>
                <a:gd name="connsiteX8" fmla="*/ 217091 w 217091"/>
                <a:gd name="connsiteY8" fmla="*/ 108546 h 108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091" h="108545">
                  <a:moveTo>
                    <a:pt x="217091" y="54273"/>
                  </a:moveTo>
                  <a:cubicBezTo>
                    <a:pt x="216914" y="45774"/>
                    <a:pt x="212929" y="37805"/>
                    <a:pt x="206237" y="32564"/>
                  </a:cubicBezTo>
                  <a:cubicBezTo>
                    <a:pt x="191312" y="20352"/>
                    <a:pt x="172316" y="12211"/>
                    <a:pt x="153321" y="6784"/>
                  </a:cubicBezTo>
                  <a:cubicBezTo>
                    <a:pt x="138809" y="2342"/>
                    <a:pt x="123722" y="56"/>
                    <a:pt x="108546" y="0"/>
                  </a:cubicBezTo>
                  <a:cubicBezTo>
                    <a:pt x="93386" y="262"/>
                    <a:pt x="78328" y="2543"/>
                    <a:pt x="63771" y="6784"/>
                  </a:cubicBezTo>
                  <a:cubicBezTo>
                    <a:pt x="44800" y="12320"/>
                    <a:pt x="26907" y="21037"/>
                    <a:pt x="10855" y="32564"/>
                  </a:cubicBezTo>
                  <a:cubicBezTo>
                    <a:pt x="4162" y="37805"/>
                    <a:pt x="177" y="45774"/>
                    <a:pt x="0" y="54273"/>
                  </a:cubicBezTo>
                  <a:lnTo>
                    <a:pt x="0" y="108546"/>
                  </a:lnTo>
                  <a:lnTo>
                    <a:pt x="217091" y="108546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" name="手繪多邊形: 圖案 81">
              <a:extLst>
                <a:ext uri="{FF2B5EF4-FFF2-40B4-BE49-F238E27FC236}">
                  <a16:creationId xmlns:a16="http://schemas.microsoft.com/office/drawing/2014/main" id="{A3032458-88CC-4749-9D4A-048D913D5CF1}"/>
                </a:ext>
              </a:extLst>
            </p:cNvPr>
            <p:cNvSpPr/>
            <p:nvPr/>
          </p:nvSpPr>
          <p:spPr>
            <a:xfrm>
              <a:off x="9539498" y="2707562"/>
              <a:ext cx="140397" cy="146137"/>
            </a:xfrm>
            <a:custGeom>
              <a:avLst/>
              <a:gdLst>
                <a:gd name="connsiteX0" fmla="*/ 127541 w 140397"/>
                <a:gd name="connsiteY0" fmla="*/ 115620 h 146137"/>
                <a:gd name="connsiteX1" fmla="*/ 136462 w 140397"/>
                <a:gd name="connsiteY1" fmla="*/ 51375 h 146137"/>
                <a:gd name="connsiteX2" fmla="*/ 122351 w 140397"/>
                <a:gd name="connsiteY2" fmla="*/ 21253 h 146137"/>
                <a:gd name="connsiteX3" fmla="*/ 104747 w 140397"/>
                <a:gd name="connsiteY3" fmla="*/ 21016 h 146137"/>
                <a:gd name="connsiteX4" fmla="*/ 77169 w 140397"/>
                <a:gd name="connsiteY4" fmla="*/ 2394 h 146137"/>
                <a:gd name="connsiteX5" fmla="*/ 25406 w 140397"/>
                <a:gd name="connsiteY5" fmla="*/ 9008 h 146137"/>
                <a:gd name="connsiteX6" fmla="*/ 5631 w 140397"/>
                <a:gd name="connsiteY6" fmla="*/ 58905 h 146137"/>
                <a:gd name="connsiteX7" fmla="*/ 7530 w 140397"/>
                <a:gd name="connsiteY7" fmla="*/ 126746 h 146137"/>
                <a:gd name="connsiteX8" fmla="*/ 0 w 140397"/>
                <a:gd name="connsiteY8" fmla="*/ 145572 h 146137"/>
                <a:gd name="connsiteX9" fmla="*/ 31716 w 140397"/>
                <a:gd name="connsiteY9" fmla="*/ 142180 h 146137"/>
                <a:gd name="connsiteX10" fmla="*/ 47930 w 140397"/>
                <a:gd name="connsiteY10" fmla="*/ 129426 h 146137"/>
                <a:gd name="connsiteX11" fmla="*/ 13534 w 140397"/>
                <a:gd name="connsiteY11" fmla="*/ 86890 h 146137"/>
                <a:gd name="connsiteX12" fmla="*/ 14857 w 140397"/>
                <a:gd name="connsiteY12" fmla="*/ 68640 h 146137"/>
                <a:gd name="connsiteX13" fmla="*/ 33174 w 140397"/>
                <a:gd name="connsiteY13" fmla="*/ 62569 h 146137"/>
                <a:gd name="connsiteX14" fmla="*/ 67298 w 140397"/>
                <a:gd name="connsiteY14" fmla="*/ 52969 h 146137"/>
                <a:gd name="connsiteX15" fmla="*/ 100947 w 140397"/>
                <a:gd name="connsiteY15" fmla="*/ 29903 h 146137"/>
                <a:gd name="connsiteX16" fmla="*/ 105745 w 140397"/>
                <a:gd name="connsiteY16" fmla="*/ 29940 h 146137"/>
                <a:gd name="connsiteX17" fmla="*/ 106680 w 140397"/>
                <a:gd name="connsiteY17" fmla="*/ 31803 h 146137"/>
                <a:gd name="connsiteX18" fmla="*/ 112379 w 140397"/>
                <a:gd name="connsiteY18" fmla="*/ 47542 h 146137"/>
                <a:gd name="connsiteX19" fmla="*/ 117399 w 140397"/>
                <a:gd name="connsiteY19" fmla="*/ 51951 h 146137"/>
                <a:gd name="connsiteX20" fmla="*/ 123098 w 140397"/>
                <a:gd name="connsiteY20" fmla="*/ 57277 h 146137"/>
                <a:gd name="connsiteX21" fmla="*/ 127168 w 140397"/>
                <a:gd name="connsiteY21" fmla="*/ 72677 h 146137"/>
                <a:gd name="connsiteX22" fmla="*/ 89584 w 140397"/>
                <a:gd name="connsiteY22" fmla="*/ 129731 h 146137"/>
                <a:gd name="connsiteX23" fmla="*/ 105629 w 140397"/>
                <a:gd name="connsiteY23" fmla="*/ 142621 h 146137"/>
                <a:gd name="connsiteX24" fmla="*/ 140397 w 140397"/>
                <a:gd name="connsiteY24" fmla="*/ 139806 h 146137"/>
                <a:gd name="connsiteX25" fmla="*/ 127541 w 140397"/>
                <a:gd name="connsiteY25" fmla="*/ 115620 h 146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397" h="146137">
                  <a:moveTo>
                    <a:pt x="127541" y="115620"/>
                  </a:moveTo>
                  <a:cubicBezTo>
                    <a:pt x="124420" y="103409"/>
                    <a:pt x="136360" y="72880"/>
                    <a:pt x="136462" y="51375"/>
                  </a:cubicBezTo>
                  <a:cubicBezTo>
                    <a:pt x="136462" y="34177"/>
                    <a:pt x="131578" y="26477"/>
                    <a:pt x="122351" y="21253"/>
                  </a:cubicBezTo>
                  <a:cubicBezTo>
                    <a:pt x="117026" y="18234"/>
                    <a:pt x="104747" y="21016"/>
                    <a:pt x="104747" y="21016"/>
                  </a:cubicBezTo>
                  <a:cubicBezTo>
                    <a:pt x="104747" y="21016"/>
                    <a:pt x="98403" y="9008"/>
                    <a:pt x="77169" y="2394"/>
                  </a:cubicBezTo>
                  <a:cubicBezTo>
                    <a:pt x="59721" y="-2357"/>
                    <a:pt x="41100" y="23"/>
                    <a:pt x="25406" y="9008"/>
                  </a:cubicBezTo>
                  <a:cubicBezTo>
                    <a:pt x="12279" y="17488"/>
                    <a:pt x="5936" y="26816"/>
                    <a:pt x="5631" y="58905"/>
                  </a:cubicBezTo>
                  <a:cubicBezTo>
                    <a:pt x="5359" y="88314"/>
                    <a:pt x="9396" y="114433"/>
                    <a:pt x="7530" y="126746"/>
                  </a:cubicBezTo>
                  <a:cubicBezTo>
                    <a:pt x="6670" y="133562"/>
                    <a:pt x="4078" y="140043"/>
                    <a:pt x="0" y="145572"/>
                  </a:cubicBezTo>
                  <a:cubicBezTo>
                    <a:pt x="0" y="145572"/>
                    <a:pt x="20352" y="148184"/>
                    <a:pt x="31716" y="142180"/>
                  </a:cubicBezTo>
                  <a:cubicBezTo>
                    <a:pt x="37434" y="138343"/>
                    <a:pt x="42854" y="134080"/>
                    <a:pt x="47930" y="129426"/>
                  </a:cubicBezTo>
                  <a:cubicBezTo>
                    <a:pt x="30521" y="121307"/>
                    <a:pt x="17830" y="105612"/>
                    <a:pt x="13534" y="86890"/>
                  </a:cubicBezTo>
                  <a:cubicBezTo>
                    <a:pt x="13093" y="85261"/>
                    <a:pt x="10142" y="74610"/>
                    <a:pt x="14857" y="68640"/>
                  </a:cubicBezTo>
                  <a:cubicBezTo>
                    <a:pt x="17435" y="65248"/>
                    <a:pt x="23337" y="64299"/>
                    <a:pt x="33174" y="62569"/>
                  </a:cubicBezTo>
                  <a:cubicBezTo>
                    <a:pt x="44949" y="61017"/>
                    <a:pt x="56441" y="57785"/>
                    <a:pt x="67298" y="52969"/>
                  </a:cubicBezTo>
                  <a:cubicBezTo>
                    <a:pt x="79503" y="46832"/>
                    <a:pt x="90822" y="39073"/>
                    <a:pt x="100947" y="29903"/>
                  </a:cubicBezTo>
                  <a:cubicBezTo>
                    <a:pt x="102282" y="28589"/>
                    <a:pt x="104430" y="28605"/>
                    <a:pt x="105745" y="29940"/>
                  </a:cubicBezTo>
                  <a:cubicBezTo>
                    <a:pt x="106244" y="30447"/>
                    <a:pt x="106572" y="31099"/>
                    <a:pt x="106680" y="31803"/>
                  </a:cubicBezTo>
                  <a:cubicBezTo>
                    <a:pt x="107488" y="37383"/>
                    <a:pt x="109427" y="42738"/>
                    <a:pt x="112379" y="47542"/>
                  </a:cubicBezTo>
                  <a:cubicBezTo>
                    <a:pt x="113761" y="49313"/>
                    <a:pt x="115464" y="50809"/>
                    <a:pt x="117399" y="51951"/>
                  </a:cubicBezTo>
                  <a:cubicBezTo>
                    <a:pt x="119654" y="53303"/>
                    <a:pt x="121597" y="55118"/>
                    <a:pt x="123098" y="57277"/>
                  </a:cubicBezTo>
                  <a:cubicBezTo>
                    <a:pt x="125547" y="62057"/>
                    <a:pt x="126935" y="67310"/>
                    <a:pt x="127168" y="72677"/>
                  </a:cubicBezTo>
                  <a:cubicBezTo>
                    <a:pt x="126946" y="97430"/>
                    <a:pt x="112239" y="119756"/>
                    <a:pt x="89584" y="129731"/>
                  </a:cubicBezTo>
                  <a:cubicBezTo>
                    <a:pt x="93858" y="133496"/>
                    <a:pt x="99455" y="138143"/>
                    <a:pt x="105629" y="142621"/>
                  </a:cubicBezTo>
                  <a:cubicBezTo>
                    <a:pt x="115805" y="149982"/>
                    <a:pt x="140397" y="139806"/>
                    <a:pt x="140397" y="139806"/>
                  </a:cubicBezTo>
                  <a:cubicBezTo>
                    <a:pt x="140397" y="139806"/>
                    <a:pt x="132460" y="135057"/>
                    <a:pt x="127541" y="115620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" name="手繪多邊形: 圖案 82">
              <a:extLst>
                <a:ext uri="{FF2B5EF4-FFF2-40B4-BE49-F238E27FC236}">
                  <a16:creationId xmlns:a16="http://schemas.microsoft.com/office/drawing/2014/main" id="{415BC207-DA8E-4C0A-82F5-32EE78890661}"/>
                </a:ext>
              </a:extLst>
            </p:cNvPr>
            <p:cNvSpPr/>
            <p:nvPr/>
          </p:nvSpPr>
          <p:spPr>
            <a:xfrm>
              <a:off x="9558414" y="2746284"/>
              <a:ext cx="101467" cy="88430"/>
            </a:xfrm>
            <a:custGeom>
              <a:avLst/>
              <a:gdLst>
                <a:gd name="connsiteX0" fmla="*/ 101468 w 101467"/>
                <a:gd name="connsiteY0" fmla="*/ 34158 h 88430"/>
                <a:gd name="connsiteX1" fmla="*/ 98550 w 101467"/>
                <a:gd name="connsiteY1" fmla="*/ 22320 h 88430"/>
                <a:gd name="connsiteX2" fmla="*/ 94751 w 101467"/>
                <a:gd name="connsiteY2" fmla="*/ 18928 h 88430"/>
                <a:gd name="connsiteX3" fmla="*/ 87967 w 101467"/>
                <a:gd name="connsiteY3" fmla="*/ 12992 h 88430"/>
                <a:gd name="connsiteX4" fmla="*/ 82167 w 101467"/>
                <a:gd name="connsiteY4" fmla="*/ 0 h 88430"/>
                <a:gd name="connsiteX5" fmla="*/ 51299 w 101467"/>
                <a:gd name="connsiteY5" fmla="*/ 20352 h 88430"/>
                <a:gd name="connsiteX6" fmla="*/ 15276 w 101467"/>
                <a:gd name="connsiteY6" fmla="*/ 30528 h 88430"/>
                <a:gd name="connsiteX7" fmla="*/ 1165 w 101467"/>
                <a:gd name="connsiteY7" fmla="*/ 34090 h 88430"/>
                <a:gd name="connsiteX8" fmla="*/ 1165 w 101467"/>
                <a:gd name="connsiteY8" fmla="*/ 46335 h 88430"/>
                <a:gd name="connsiteX9" fmla="*/ 50587 w 101467"/>
                <a:gd name="connsiteY9" fmla="*/ 88431 h 88430"/>
                <a:gd name="connsiteX10" fmla="*/ 101468 w 101467"/>
                <a:gd name="connsiteY10" fmla="*/ 34158 h 88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467" h="88430">
                  <a:moveTo>
                    <a:pt x="101468" y="34158"/>
                  </a:moveTo>
                  <a:cubicBezTo>
                    <a:pt x="101286" y="30058"/>
                    <a:pt x="100295" y="26034"/>
                    <a:pt x="98550" y="22320"/>
                  </a:cubicBezTo>
                  <a:cubicBezTo>
                    <a:pt x="97557" y="20916"/>
                    <a:pt x="96258" y="19756"/>
                    <a:pt x="94751" y="18928"/>
                  </a:cubicBezTo>
                  <a:cubicBezTo>
                    <a:pt x="92157" y="17365"/>
                    <a:pt x="89860" y="15355"/>
                    <a:pt x="87967" y="12992"/>
                  </a:cubicBezTo>
                  <a:cubicBezTo>
                    <a:pt x="85238" y="9062"/>
                    <a:pt x="83270" y="4655"/>
                    <a:pt x="82167" y="0"/>
                  </a:cubicBezTo>
                  <a:cubicBezTo>
                    <a:pt x="72697" y="7951"/>
                    <a:pt x="62339" y="14781"/>
                    <a:pt x="51299" y="20352"/>
                  </a:cubicBezTo>
                  <a:cubicBezTo>
                    <a:pt x="39840" y="25450"/>
                    <a:pt x="27708" y="28877"/>
                    <a:pt x="15276" y="30528"/>
                  </a:cubicBezTo>
                  <a:cubicBezTo>
                    <a:pt x="9543" y="31546"/>
                    <a:pt x="2386" y="32801"/>
                    <a:pt x="1165" y="34090"/>
                  </a:cubicBezTo>
                  <a:cubicBezTo>
                    <a:pt x="-871" y="36736"/>
                    <a:pt x="181" y="43486"/>
                    <a:pt x="1165" y="46335"/>
                  </a:cubicBezTo>
                  <a:cubicBezTo>
                    <a:pt x="6965" y="70792"/>
                    <a:pt x="27724" y="88431"/>
                    <a:pt x="50587" y="88431"/>
                  </a:cubicBezTo>
                  <a:cubicBezTo>
                    <a:pt x="77723" y="88431"/>
                    <a:pt x="101468" y="63058"/>
                    <a:pt x="101468" y="34158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33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sp>
        <p:nvSpPr>
          <p:cNvPr id="767" name="矩形 178">
            <a:extLst>
              <a:ext uri="{FF2B5EF4-FFF2-40B4-BE49-F238E27FC236}">
                <a16:creationId xmlns:a16="http://schemas.microsoft.com/office/drawing/2014/main" id="{89D115BF-6BA5-4968-BA89-121F6A1B4C87}"/>
              </a:ext>
            </a:extLst>
          </p:cNvPr>
          <p:cNvSpPr>
            <a:spLocks noChangeAspect="1"/>
          </p:cNvSpPr>
          <p:nvPr/>
        </p:nvSpPr>
        <p:spPr>
          <a:xfrm>
            <a:off x="10007501" y="2715201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9" name="矩形 178">
            <a:extLst>
              <a:ext uri="{FF2B5EF4-FFF2-40B4-BE49-F238E27FC236}">
                <a16:creationId xmlns:a16="http://schemas.microsoft.com/office/drawing/2014/main" id="{50A82539-FDE9-44CB-BC2A-4C932610ED85}"/>
              </a:ext>
            </a:extLst>
          </p:cNvPr>
          <p:cNvSpPr>
            <a:spLocks noChangeAspect="1"/>
          </p:cNvSpPr>
          <p:nvPr/>
        </p:nvSpPr>
        <p:spPr>
          <a:xfrm>
            <a:off x="10407692" y="2715201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1" name="矩形 178">
            <a:extLst>
              <a:ext uri="{FF2B5EF4-FFF2-40B4-BE49-F238E27FC236}">
                <a16:creationId xmlns:a16="http://schemas.microsoft.com/office/drawing/2014/main" id="{F24B24DA-BA18-4A71-A814-8DDD00CECF6F}"/>
              </a:ext>
            </a:extLst>
          </p:cNvPr>
          <p:cNvSpPr>
            <a:spLocks noChangeAspect="1"/>
          </p:cNvSpPr>
          <p:nvPr/>
        </p:nvSpPr>
        <p:spPr>
          <a:xfrm>
            <a:off x="10807887" y="2715201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3" name="矩形 178">
            <a:extLst>
              <a:ext uri="{FF2B5EF4-FFF2-40B4-BE49-F238E27FC236}">
                <a16:creationId xmlns:a16="http://schemas.microsoft.com/office/drawing/2014/main" id="{331E68E2-AF62-4D2F-8858-A4AEE74C0C3F}"/>
              </a:ext>
            </a:extLst>
          </p:cNvPr>
          <p:cNvSpPr>
            <a:spLocks noChangeAspect="1"/>
          </p:cNvSpPr>
          <p:nvPr/>
        </p:nvSpPr>
        <p:spPr>
          <a:xfrm>
            <a:off x="11205227" y="2715201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56" name="直線接點 455">
            <a:extLst>
              <a:ext uri="{FF2B5EF4-FFF2-40B4-BE49-F238E27FC236}">
                <a16:creationId xmlns:a16="http://schemas.microsoft.com/office/drawing/2014/main" id="{7DCFBD34-50F1-49C5-B281-0D79DCC08741}"/>
              </a:ext>
            </a:extLst>
          </p:cNvPr>
          <p:cNvCxnSpPr>
            <a:cxnSpLocks/>
          </p:cNvCxnSpPr>
          <p:nvPr/>
        </p:nvCxnSpPr>
        <p:spPr>
          <a:xfrm>
            <a:off x="10223501" y="2823201"/>
            <a:ext cx="184191" cy="0"/>
          </a:xfrm>
          <a:prstGeom prst="line">
            <a:avLst/>
          </a:prstGeom>
          <a:ln w="28575">
            <a:solidFill>
              <a:srgbClr val="BDD7EE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直線接點 456">
            <a:extLst>
              <a:ext uri="{FF2B5EF4-FFF2-40B4-BE49-F238E27FC236}">
                <a16:creationId xmlns:a16="http://schemas.microsoft.com/office/drawing/2014/main" id="{0E4F2F97-3F6B-476E-B677-E83144A41F4E}"/>
              </a:ext>
            </a:extLst>
          </p:cNvPr>
          <p:cNvCxnSpPr>
            <a:cxnSpLocks/>
          </p:cNvCxnSpPr>
          <p:nvPr/>
        </p:nvCxnSpPr>
        <p:spPr>
          <a:xfrm>
            <a:off x="10623692" y="2823201"/>
            <a:ext cx="184195" cy="0"/>
          </a:xfrm>
          <a:prstGeom prst="line">
            <a:avLst/>
          </a:prstGeom>
          <a:ln w="28575">
            <a:solidFill>
              <a:srgbClr val="BDD7EE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直線接點 459">
            <a:extLst>
              <a:ext uri="{FF2B5EF4-FFF2-40B4-BE49-F238E27FC236}">
                <a16:creationId xmlns:a16="http://schemas.microsoft.com/office/drawing/2014/main" id="{45B30CF0-CA58-4ECF-A77A-FDF969B90A49}"/>
              </a:ext>
            </a:extLst>
          </p:cNvPr>
          <p:cNvCxnSpPr>
            <a:cxnSpLocks/>
          </p:cNvCxnSpPr>
          <p:nvPr/>
        </p:nvCxnSpPr>
        <p:spPr>
          <a:xfrm>
            <a:off x="11023887" y="2823201"/>
            <a:ext cx="181340" cy="0"/>
          </a:xfrm>
          <a:prstGeom prst="line">
            <a:avLst/>
          </a:prstGeom>
          <a:ln w="28575">
            <a:solidFill>
              <a:srgbClr val="BDD7EE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直線接點 462">
            <a:extLst>
              <a:ext uri="{FF2B5EF4-FFF2-40B4-BE49-F238E27FC236}">
                <a16:creationId xmlns:a16="http://schemas.microsoft.com/office/drawing/2014/main" id="{CCB31AA9-19A5-40C2-BCF8-ECB21402F55D}"/>
              </a:ext>
            </a:extLst>
          </p:cNvPr>
          <p:cNvCxnSpPr>
            <a:cxnSpLocks/>
          </p:cNvCxnSpPr>
          <p:nvPr/>
        </p:nvCxnSpPr>
        <p:spPr>
          <a:xfrm>
            <a:off x="11421227" y="2823201"/>
            <a:ext cx="181340" cy="0"/>
          </a:xfrm>
          <a:prstGeom prst="line">
            <a:avLst/>
          </a:prstGeom>
          <a:ln w="28575">
            <a:solidFill>
              <a:srgbClr val="BDD7EE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直線接點 463">
            <a:extLst>
              <a:ext uri="{FF2B5EF4-FFF2-40B4-BE49-F238E27FC236}">
                <a16:creationId xmlns:a16="http://schemas.microsoft.com/office/drawing/2014/main" id="{691EAB48-AC5D-45C0-8E2E-A2B092457FAC}"/>
              </a:ext>
            </a:extLst>
          </p:cNvPr>
          <p:cNvCxnSpPr>
            <a:cxnSpLocks/>
          </p:cNvCxnSpPr>
          <p:nvPr/>
        </p:nvCxnSpPr>
        <p:spPr>
          <a:xfrm>
            <a:off x="9823310" y="2823201"/>
            <a:ext cx="184191" cy="0"/>
          </a:xfrm>
          <a:prstGeom prst="line">
            <a:avLst/>
          </a:prstGeom>
          <a:ln w="28575">
            <a:solidFill>
              <a:srgbClr val="BDD7EE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0" name="群組 379">
            <a:extLst>
              <a:ext uri="{FF2B5EF4-FFF2-40B4-BE49-F238E27FC236}">
                <a16:creationId xmlns:a16="http://schemas.microsoft.com/office/drawing/2014/main" id="{B2077CBF-8B4B-4349-B5B8-135F02E2E0D5}"/>
              </a:ext>
            </a:extLst>
          </p:cNvPr>
          <p:cNvGrpSpPr/>
          <p:nvPr/>
        </p:nvGrpSpPr>
        <p:grpSpPr>
          <a:xfrm>
            <a:off x="7071771" y="5015136"/>
            <a:ext cx="909248" cy="943050"/>
            <a:chOff x="7886533" y="5352793"/>
            <a:chExt cx="1181108" cy="1225016"/>
          </a:xfrm>
        </p:grpSpPr>
        <p:grpSp>
          <p:nvGrpSpPr>
            <p:cNvPr id="381" name="群組 380">
              <a:extLst>
                <a:ext uri="{FF2B5EF4-FFF2-40B4-BE49-F238E27FC236}">
                  <a16:creationId xmlns:a16="http://schemas.microsoft.com/office/drawing/2014/main" id="{9EC76FA9-023C-4FFC-A785-BB53BCDCA1B2}"/>
                </a:ext>
              </a:extLst>
            </p:cNvPr>
            <p:cNvGrpSpPr/>
            <p:nvPr/>
          </p:nvGrpSpPr>
          <p:grpSpPr>
            <a:xfrm>
              <a:off x="8408577" y="5352793"/>
              <a:ext cx="137021" cy="1225016"/>
              <a:chOff x="8482543" y="5352793"/>
              <a:chExt cx="137021" cy="1225016"/>
            </a:xfrm>
          </p:grpSpPr>
          <p:sp>
            <p:nvSpPr>
              <p:cNvPr id="415" name="橢圓 414">
                <a:extLst>
                  <a:ext uri="{FF2B5EF4-FFF2-40B4-BE49-F238E27FC236}">
                    <a16:creationId xmlns:a16="http://schemas.microsoft.com/office/drawing/2014/main" id="{65EE9235-7275-4D61-B025-4FA34F0E9B68}"/>
                  </a:ext>
                </a:extLst>
              </p:cNvPr>
              <p:cNvSpPr/>
              <p:nvPr/>
            </p:nvSpPr>
            <p:spPr>
              <a:xfrm>
                <a:off x="8482543" y="535279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6" name="橢圓 415">
                <a:extLst>
                  <a:ext uri="{FF2B5EF4-FFF2-40B4-BE49-F238E27FC236}">
                    <a16:creationId xmlns:a16="http://schemas.microsoft.com/office/drawing/2014/main" id="{EC78FF2D-233D-4C8E-8099-1B784D26F130}"/>
                  </a:ext>
                </a:extLst>
              </p:cNvPr>
              <p:cNvSpPr/>
              <p:nvPr/>
            </p:nvSpPr>
            <p:spPr>
              <a:xfrm>
                <a:off x="8482543" y="571545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7" name="橢圓 416">
                <a:extLst>
                  <a:ext uri="{FF2B5EF4-FFF2-40B4-BE49-F238E27FC236}">
                    <a16:creationId xmlns:a16="http://schemas.microsoft.com/office/drawing/2014/main" id="{CABB1278-6E2E-4A86-9CC4-6EA52EF3BD8B}"/>
                  </a:ext>
                </a:extLst>
              </p:cNvPr>
              <p:cNvSpPr/>
              <p:nvPr/>
            </p:nvSpPr>
            <p:spPr>
              <a:xfrm>
                <a:off x="8482543" y="607812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8" name="橢圓 417">
                <a:extLst>
                  <a:ext uri="{FF2B5EF4-FFF2-40B4-BE49-F238E27FC236}">
                    <a16:creationId xmlns:a16="http://schemas.microsoft.com/office/drawing/2014/main" id="{6431A157-5A83-45D1-A220-59838D4C439F}"/>
                  </a:ext>
                </a:extLst>
              </p:cNvPr>
              <p:cNvSpPr/>
              <p:nvPr/>
            </p:nvSpPr>
            <p:spPr>
              <a:xfrm>
                <a:off x="8482543" y="644078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2" name="群組 381">
              <a:extLst>
                <a:ext uri="{FF2B5EF4-FFF2-40B4-BE49-F238E27FC236}">
                  <a16:creationId xmlns:a16="http://schemas.microsoft.com/office/drawing/2014/main" id="{6B6F13E9-5523-4DBC-972C-1D46BBF1D803}"/>
                </a:ext>
              </a:extLst>
            </p:cNvPr>
            <p:cNvGrpSpPr/>
            <p:nvPr/>
          </p:nvGrpSpPr>
          <p:grpSpPr>
            <a:xfrm>
              <a:off x="7886533" y="5534126"/>
              <a:ext cx="1181108" cy="137021"/>
              <a:chOff x="7886533" y="5502287"/>
              <a:chExt cx="1181108" cy="137021"/>
            </a:xfrm>
          </p:grpSpPr>
          <p:sp>
            <p:nvSpPr>
              <p:cNvPr id="413" name="橢圓 412">
                <a:extLst>
                  <a:ext uri="{FF2B5EF4-FFF2-40B4-BE49-F238E27FC236}">
                    <a16:creationId xmlns:a16="http://schemas.microsoft.com/office/drawing/2014/main" id="{84C21B9F-B430-4C4C-8E56-046D1B7759CB}"/>
                  </a:ext>
                </a:extLst>
              </p:cNvPr>
              <p:cNvSpPr/>
              <p:nvPr/>
            </p:nvSpPr>
            <p:spPr>
              <a:xfrm>
                <a:off x="7886533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4" name="橢圓 413">
                <a:extLst>
                  <a:ext uri="{FF2B5EF4-FFF2-40B4-BE49-F238E27FC236}">
                    <a16:creationId xmlns:a16="http://schemas.microsoft.com/office/drawing/2014/main" id="{AD1D081B-0DF8-4102-920C-DB30137FE071}"/>
                  </a:ext>
                </a:extLst>
              </p:cNvPr>
              <p:cNvSpPr/>
              <p:nvPr/>
            </p:nvSpPr>
            <p:spPr>
              <a:xfrm>
                <a:off x="8930620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3" name="群組 382">
              <a:extLst>
                <a:ext uri="{FF2B5EF4-FFF2-40B4-BE49-F238E27FC236}">
                  <a16:creationId xmlns:a16="http://schemas.microsoft.com/office/drawing/2014/main" id="{7662D2E3-C2FA-4FE1-99EB-162A98BFD888}"/>
                </a:ext>
              </a:extLst>
            </p:cNvPr>
            <p:cNvGrpSpPr/>
            <p:nvPr/>
          </p:nvGrpSpPr>
          <p:grpSpPr>
            <a:xfrm>
              <a:off x="7886533" y="6259456"/>
              <a:ext cx="1181108" cy="137021"/>
              <a:chOff x="7886533" y="6120529"/>
              <a:chExt cx="1181108" cy="137021"/>
            </a:xfrm>
          </p:grpSpPr>
          <p:sp>
            <p:nvSpPr>
              <p:cNvPr id="411" name="橢圓 410">
                <a:extLst>
                  <a:ext uri="{FF2B5EF4-FFF2-40B4-BE49-F238E27FC236}">
                    <a16:creationId xmlns:a16="http://schemas.microsoft.com/office/drawing/2014/main" id="{B2C4A384-4540-486B-BEC0-DC49B15D56BE}"/>
                  </a:ext>
                </a:extLst>
              </p:cNvPr>
              <p:cNvSpPr/>
              <p:nvPr/>
            </p:nvSpPr>
            <p:spPr>
              <a:xfrm>
                <a:off x="7886533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2" name="橢圓 411">
                <a:extLst>
                  <a:ext uri="{FF2B5EF4-FFF2-40B4-BE49-F238E27FC236}">
                    <a16:creationId xmlns:a16="http://schemas.microsoft.com/office/drawing/2014/main" id="{0F9D016F-B341-461A-8139-94DFE251A485}"/>
                  </a:ext>
                </a:extLst>
              </p:cNvPr>
              <p:cNvSpPr/>
              <p:nvPr/>
            </p:nvSpPr>
            <p:spPr>
              <a:xfrm>
                <a:off x="8930620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4" name="群組 383">
              <a:extLst>
                <a:ext uri="{FF2B5EF4-FFF2-40B4-BE49-F238E27FC236}">
                  <a16:creationId xmlns:a16="http://schemas.microsoft.com/office/drawing/2014/main" id="{90048A9B-8F92-4E68-AB8A-49FF13F05420}"/>
                </a:ext>
              </a:extLst>
            </p:cNvPr>
            <p:cNvGrpSpPr/>
            <p:nvPr/>
          </p:nvGrpSpPr>
          <p:grpSpPr>
            <a:xfrm>
              <a:off x="7886533" y="5896791"/>
              <a:ext cx="1181108" cy="137021"/>
              <a:chOff x="7886533" y="5820982"/>
              <a:chExt cx="1181108" cy="137021"/>
            </a:xfrm>
          </p:grpSpPr>
          <p:sp>
            <p:nvSpPr>
              <p:cNvPr id="409" name="橢圓 408">
                <a:extLst>
                  <a:ext uri="{FF2B5EF4-FFF2-40B4-BE49-F238E27FC236}">
                    <a16:creationId xmlns:a16="http://schemas.microsoft.com/office/drawing/2014/main" id="{0DC04251-63D0-486B-9885-B79B713A0658}"/>
                  </a:ext>
                </a:extLst>
              </p:cNvPr>
              <p:cNvSpPr/>
              <p:nvPr/>
            </p:nvSpPr>
            <p:spPr>
              <a:xfrm>
                <a:off x="7886533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0" name="橢圓 409">
                <a:extLst>
                  <a:ext uri="{FF2B5EF4-FFF2-40B4-BE49-F238E27FC236}">
                    <a16:creationId xmlns:a16="http://schemas.microsoft.com/office/drawing/2014/main" id="{2E07B6F0-B487-42AE-8890-71139E4FDC52}"/>
                  </a:ext>
                </a:extLst>
              </p:cNvPr>
              <p:cNvSpPr/>
              <p:nvPr/>
            </p:nvSpPr>
            <p:spPr>
              <a:xfrm>
                <a:off x="8930620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85" name="直線接點 384">
              <a:extLst>
                <a:ext uri="{FF2B5EF4-FFF2-40B4-BE49-F238E27FC236}">
                  <a16:creationId xmlns:a16="http://schemas.microsoft.com/office/drawing/2014/main" id="{6F5FFEFC-A263-4A34-8CED-E3293BF3F38D}"/>
                </a:ext>
              </a:extLst>
            </p:cNvPr>
            <p:cNvCxnSpPr>
              <a:cxnSpLocks/>
              <a:stCxn id="413" idx="7"/>
              <a:endCxn id="415" idx="2"/>
            </p:cNvCxnSpPr>
            <p:nvPr/>
          </p:nvCxnSpPr>
          <p:spPr>
            <a:xfrm flipV="1">
              <a:off x="8003488" y="542130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6" name="直線接點 385">
              <a:extLst>
                <a:ext uri="{FF2B5EF4-FFF2-40B4-BE49-F238E27FC236}">
                  <a16:creationId xmlns:a16="http://schemas.microsoft.com/office/drawing/2014/main" id="{D547E398-2CBE-4186-8B3D-5BF0DEE621A0}"/>
                </a:ext>
              </a:extLst>
            </p:cNvPr>
            <p:cNvCxnSpPr>
              <a:cxnSpLocks/>
              <a:stCxn id="413" idx="6"/>
              <a:endCxn id="416" idx="1"/>
            </p:cNvCxnSpPr>
            <p:nvPr/>
          </p:nvCxnSpPr>
          <p:spPr>
            <a:xfrm>
              <a:off x="8023554" y="5602637"/>
              <a:ext cx="405089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7" name="直線接點 386">
              <a:extLst>
                <a:ext uri="{FF2B5EF4-FFF2-40B4-BE49-F238E27FC236}">
                  <a16:creationId xmlns:a16="http://schemas.microsoft.com/office/drawing/2014/main" id="{AD2EAC34-9DB9-4975-B36B-37B189D01470}"/>
                </a:ext>
              </a:extLst>
            </p:cNvPr>
            <p:cNvCxnSpPr>
              <a:cxnSpLocks/>
              <a:stCxn id="413" idx="5"/>
              <a:endCxn id="417" idx="1"/>
            </p:cNvCxnSpPr>
            <p:nvPr/>
          </p:nvCxnSpPr>
          <p:spPr>
            <a:xfrm>
              <a:off x="8003488" y="5651081"/>
              <a:ext cx="425155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8" name="直線接點 387">
              <a:extLst>
                <a:ext uri="{FF2B5EF4-FFF2-40B4-BE49-F238E27FC236}">
                  <a16:creationId xmlns:a16="http://schemas.microsoft.com/office/drawing/2014/main" id="{661609C6-DD0E-4A4B-A4EE-4FB49FBD21BC}"/>
                </a:ext>
              </a:extLst>
            </p:cNvPr>
            <p:cNvCxnSpPr>
              <a:cxnSpLocks/>
              <a:stCxn id="413" idx="4"/>
              <a:endCxn id="418" idx="0"/>
            </p:cNvCxnSpPr>
            <p:nvPr/>
          </p:nvCxnSpPr>
          <p:spPr>
            <a:xfrm>
              <a:off x="7955044" y="5671147"/>
              <a:ext cx="522044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9" name="直線接點 388">
              <a:extLst>
                <a:ext uri="{FF2B5EF4-FFF2-40B4-BE49-F238E27FC236}">
                  <a16:creationId xmlns:a16="http://schemas.microsoft.com/office/drawing/2014/main" id="{AE00B9A2-1A75-439B-8A1B-EB7D08656CFC}"/>
                </a:ext>
              </a:extLst>
            </p:cNvPr>
            <p:cNvCxnSpPr>
              <a:cxnSpLocks/>
              <a:stCxn id="409" idx="0"/>
              <a:endCxn id="415" idx="3"/>
            </p:cNvCxnSpPr>
            <p:nvPr/>
          </p:nvCxnSpPr>
          <p:spPr>
            <a:xfrm flipV="1">
              <a:off x="7955044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0" name="直線接點 389">
              <a:extLst>
                <a:ext uri="{FF2B5EF4-FFF2-40B4-BE49-F238E27FC236}">
                  <a16:creationId xmlns:a16="http://schemas.microsoft.com/office/drawing/2014/main" id="{D08CAB5C-8874-4A45-B1E5-D24206636205}"/>
                </a:ext>
              </a:extLst>
            </p:cNvPr>
            <p:cNvCxnSpPr>
              <a:cxnSpLocks/>
              <a:stCxn id="411" idx="0"/>
              <a:endCxn id="415" idx="4"/>
            </p:cNvCxnSpPr>
            <p:nvPr/>
          </p:nvCxnSpPr>
          <p:spPr>
            <a:xfrm flipV="1">
              <a:off x="7955044" y="5489814"/>
              <a:ext cx="522044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1" name="直線接點 390">
              <a:extLst>
                <a:ext uri="{FF2B5EF4-FFF2-40B4-BE49-F238E27FC236}">
                  <a16:creationId xmlns:a16="http://schemas.microsoft.com/office/drawing/2014/main" id="{79AD8C05-B988-44FE-8F5A-3EF8DD161F6C}"/>
                </a:ext>
              </a:extLst>
            </p:cNvPr>
            <p:cNvCxnSpPr>
              <a:cxnSpLocks/>
              <a:stCxn id="411" idx="7"/>
              <a:endCxn id="416" idx="3"/>
            </p:cNvCxnSpPr>
            <p:nvPr/>
          </p:nvCxnSpPr>
          <p:spPr>
            <a:xfrm flipV="1">
              <a:off x="8003488" y="5832413"/>
              <a:ext cx="425155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2" name="直線接點 391">
              <a:extLst>
                <a:ext uri="{FF2B5EF4-FFF2-40B4-BE49-F238E27FC236}">
                  <a16:creationId xmlns:a16="http://schemas.microsoft.com/office/drawing/2014/main" id="{9AB54895-6038-4FBD-8F5F-B6BDE2EBA079}"/>
                </a:ext>
              </a:extLst>
            </p:cNvPr>
            <p:cNvCxnSpPr>
              <a:cxnSpLocks/>
              <a:stCxn id="409" idx="7"/>
              <a:endCxn id="416" idx="2"/>
            </p:cNvCxnSpPr>
            <p:nvPr/>
          </p:nvCxnSpPr>
          <p:spPr>
            <a:xfrm flipV="1">
              <a:off x="8003488" y="5783969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3" name="直線接點 392">
              <a:extLst>
                <a:ext uri="{FF2B5EF4-FFF2-40B4-BE49-F238E27FC236}">
                  <a16:creationId xmlns:a16="http://schemas.microsoft.com/office/drawing/2014/main" id="{11D4D4F2-64DF-480E-9C8E-A5AE605A19AC}"/>
                </a:ext>
              </a:extLst>
            </p:cNvPr>
            <p:cNvCxnSpPr>
              <a:cxnSpLocks/>
              <a:stCxn id="409" idx="5"/>
              <a:endCxn id="417" idx="2"/>
            </p:cNvCxnSpPr>
            <p:nvPr/>
          </p:nvCxnSpPr>
          <p:spPr>
            <a:xfrm>
              <a:off x="8003488" y="6013746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4" name="直線接點 393">
              <a:extLst>
                <a:ext uri="{FF2B5EF4-FFF2-40B4-BE49-F238E27FC236}">
                  <a16:creationId xmlns:a16="http://schemas.microsoft.com/office/drawing/2014/main" id="{40E3C870-E46A-4A35-B8A9-4F9C77570731}"/>
                </a:ext>
              </a:extLst>
            </p:cNvPr>
            <p:cNvCxnSpPr>
              <a:cxnSpLocks/>
              <a:stCxn id="409" idx="4"/>
              <a:endCxn id="418" idx="1"/>
            </p:cNvCxnSpPr>
            <p:nvPr/>
          </p:nvCxnSpPr>
          <p:spPr>
            <a:xfrm>
              <a:off x="7955044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5" name="直線接點 394">
              <a:extLst>
                <a:ext uri="{FF2B5EF4-FFF2-40B4-BE49-F238E27FC236}">
                  <a16:creationId xmlns:a16="http://schemas.microsoft.com/office/drawing/2014/main" id="{4C0A276D-EA07-4B42-9AD4-E4BAB10E57B3}"/>
                </a:ext>
              </a:extLst>
            </p:cNvPr>
            <p:cNvCxnSpPr>
              <a:cxnSpLocks/>
            </p:cNvCxnSpPr>
            <p:nvPr/>
          </p:nvCxnSpPr>
          <p:spPr>
            <a:xfrm>
              <a:off x="7996056" y="637434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6" name="直線接點 395">
              <a:extLst>
                <a:ext uri="{FF2B5EF4-FFF2-40B4-BE49-F238E27FC236}">
                  <a16:creationId xmlns:a16="http://schemas.microsoft.com/office/drawing/2014/main" id="{1C5A9C3B-5A0F-49D1-B041-94ED8FF86BB4}"/>
                </a:ext>
              </a:extLst>
            </p:cNvPr>
            <p:cNvCxnSpPr>
              <a:cxnSpLocks/>
              <a:stCxn id="411" idx="6"/>
              <a:endCxn id="417" idx="3"/>
            </p:cNvCxnSpPr>
            <p:nvPr/>
          </p:nvCxnSpPr>
          <p:spPr>
            <a:xfrm flipV="1">
              <a:off x="8023554" y="6195078"/>
              <a:ext cx="405089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7" name="直線接點 396">
              <a:extLst>
                <a:ext uri="{FF2B5EF4-FFF2-40B4-BE49-F238E27FC236}">
                  <a16:creationId xmlns:a16="http://schemas.microsoft.com/office/drawing/2014/main" id="{D337C3D1-6AC2-49A6-B71D-954B446C7149}"/>
                </a:ext>
              </a:extLst>
            </p:cNvPr>
            <p:cNvCxnSpPr>
              <a:cxnSpLocks/>
              <a:stCxn id="410" idx="3"/>
              <a:endCxn id="417" idx="6"/>
            </p:cNvCxnSpPr>
            <p:nvPr/>
          </p:nvCxnSpPr>
          <p:spPr>
            <a:xfrm flipH="1">
              <a:off x="8545598" y="6013746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8" name="直線接點 397">
              <a:extLst>
                <a:ext uri="{FF2B5EF4-FFF2-40B4-BE49-F238E27FC236}">
                  <a16:creationId xmlns:a16="http://schemas.microsoft.com/office/drawing/2014/main" id="{1AD21653-E212-4E8E-B30C-25332E43CECC}"/>
                </a:ext>
              </a:extLst>
            </p:cNvPr>
            <p:cNvCxnSpPr>
              <a:cxnSpLocks/>
              <a:stCxn id="414" idx="4"/>
              <a:endCxn id="418" idx="0"/>
            </p:cNvCxnSpPr>
            <p:nvPr/>
          </p:nvCxnSpPr>
          <p:spPr>
            <a:xfrm flipH="1">
              <a:off x="8477088" y="5671147"/>
              <a:ext cx="522043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9" name="直線接點 398">
              <a:extLst>
                <a:ext uri="{FF2B5EF4-FFF2-40B4-BE49-F238E27FC236}">
                  <a16:creationId xmlns:a16="http://schemas.microsoft.com/office/drawing/2014/main" id="{1D76050F-9F59-4A72-8A06-26225A4196FC}"/>
                </a:ext>
              </a:extLst>
            </p:cNvPr>
            <p:cNvCxnSpPr>
              <a:cxnSpLocks/>
              <a:stCxn id="410" idx="4"/>
              <a:endCxn id="418" idx="7"/>
            </p:cNvCxnSpPr>
            <p:nvPr/>
          </p:nvCxnSpPr>
          <p:spPr>
            <a:xfrm flipH="1">
              <a:off x="8525532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0" name="直線接點 399">
              <a:extLst>
                <a:ext uri="{FF2B5EF4-FFF2-40B4-BE49-F238E27FC236}">
                  <a16:creationId xmlns:a16="http://schemas.microsoft.com/office/drawing/2014/main" id="{E0788A5E-9BB2-4358-946C-3D4AD6FBAFDE}"/>
                </a:ext>
              </a:extLst>
            </p:cNvPr>
            <p:cNvCxnSpPr>
              <a:cxnSpLocks/>
              <a:stCxn id="412" idx="3"/>
              <a:endCxn id="418" idx="6"/>
            </p:cNvCxnSpPr>
            <p:nvPr/>
          </p:nvCxnSpPr>
          <p:spPr>
            <a:xfrm flipH="1">
              <a:off x="8545598" y="6376411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1" name="直線接點 400">
              <a:extLst>
                <a:ext uri="{FF2B5EF4-FFF2-40B4-BE49-F238E27FC236}">
                  <a16:creationId xmlns:a16="http://schemas.microsoft.com/office/drawing/2014/main" id="{CAECA643-FE9E-4CA8-BAD1-84387ABB2DC2}"/>
                </a:ext>
              </a:extLst>
            </p:cNvPr>
            <p:cNvCxnSpPr>
              <a:cxnSpLocks/>
              <a:stCxn id="412" idx="2"/>
              <a:endCxn id="417" idx="5"/>
            </p:cNvCxnSpPr>
            <p:nvPr/>
          </p:nvCxnSpPr>
          <p:spPr>
            <a:xfrm flipH="1" flipV="1">
              <a:off x="8525532" y="6195078"/>
              <a:ext cx="405088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2" name="直線接點 401">
              <a:extLst>
                <a:ext uri="{FF2B5EF4-FFF2-40B4-BE49-F238E27FC236}">
                  <a16:creationId xmlns:a16="http://schemas.microsoft.com/office/drawing/2014/main" id="{21DC79E2-3AC2-4BF9-A4BA-7B6833929A3A}"/>
                </a:ext>
              </a:extLst>
            </p:cNvPr>
            <p:cNvCxnSpPr>
              <a:cxnSpLocks/>
              <a:stCxn id="414" idx="3"/>
              <a:endCxn id="417" idx="7"/>
            </p:cNvCxnSpPr>
            <p:nvPr/>
          </p:nvCxnSpPr>
          <p:spPr>
            <a:xfrm flipH="1">
              <a:off x="8525532" y="5651081"/>
              <a:ext cx="425154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3" name="直線接點 402">
              <a:extLst>
                <a:ext uri="{FF2B5EF4-FFF2-40B4-BE49-F238E27FC236}">
                  <a16:creationId xmlns:a16="http://schemas.microsoft.com/office/drawing/2014/main" id="{71ACF284-D002-4685-8B41-ABA54A9AEEFA}"/>
                </a:ext>
              </a:extLst>
            </p:cNvPr>
            <p:cNvCxnSpPr>
              <a:cxnSpLocks/>
              <a:stCxn id="412" idx="1"/>
              <a:endCxn id="416" idx="5"/>
            </p:cNvCxnSpPr>
            <p:nvPr/>
          </p:nvCxnSpPr>
          <p:spPr>
            <a:xfrm flipH="1" flipV="1">
              <a:off x="8525532" y="5832413"/>
              <a:ext cx="425154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4" name="直線接點 403">
              <a:extLst>
                <a:ext uri="{FF2B5EF4-FFF2-40B4-BE49-F238E27FC236}">
                  <a16:creationId xmlns:a16="http://schemas.microsoft.com/office/drawing/2014/main" id="{90879BD4-E619-4087-B925-882A010528E0}"/>
                </a:ext>
              </a:extLst>
            </p:cNvPr>
            <p:cNvCxnSpPr>
              <a:cxnSpLocks/>
              <a:stCxn id="412" idx="0"/>
              <a:endCxn id="415" idx="4"/>
            </p:cNvCxnSpPr>
            <p:nvPr/>
          </p:nvCxnSpPr>
          <p:spPr>
            <a:xfrm flipH="1" flipV="1">
              <a:off x="8477088" y="5489814"/>
              <a:ext cx="522043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5" name="直線接點 404">
              <a:extLst>
                <a:ext uri="{FF2B5EF4-FFF2-40B4-BE49-F238E27FC236}">
                  <a16:creationId xmlns:a16="http://schemas.microsoft.com/office/drawing/2014/main" id="{203E7135-7253-4013-9070-E50C060F74D3}"/>
                </a:ext>
              </a:extLst>
            </p:cNvPr>
            <p:cNvCxnSpPr>
              <a:cxnSpLocks/>
              <a:stCxn id="410" idx="0"/>
              <a:endCxn id="415" idx="5"/>
            </p:cNvCxnSpPr>
            <p:nvPr/>
          </p:nvCxnSpPr>
          <p:spPr>
            <a:xfrm flipH="1" flipV="1">
              <a:off x="8525532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6" name="直線接點 405">
              <a:extLst>
                <a:ext uri="{FF2B5EF4-FFF2-40B4-BE49-F238E27FC236}">
                  <a16:creationId xmlns:a16="http://schemas.microsoft.com/office/drawing/2014/main" id="{DE7C772B-D645-453D-BE71-DF2033C98D37}"/>
                </a:ext>
              </a:extLst>
            </p:cNvPr>
            <p:cNvCxnSpPr>
              <a:cxnSpLocks/>
              <a:stCxn id="410" idx="1"/>
              <a:endCxn id="416" idx="6"/>
            </p:cNvCxnSpPr>
            <p:nvPr/>
          </p:nvCxnSpPr>
          <p:spPr>
            <a:xfrm flipH="1" flipV="1">
              <a:off x="8545598" y="5783969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7" name="直線接點 406">
              <a:extLst>
                <a:ext uri="{FF2B5EF4-FFF2-40B4-BE49-F238E27FC236}">
                  <a16:creationId xmlns:a16="http://schemas.microsoft.com/office/drawing/2014/main" id="{8B994438-6134-4150-B2F2-1058B56ED48D}"/>
                </a:ext>
              </a:extLst>
            </p:cNvPr>
            <p:cNvCxnSpPr>
              <a:cxnSpLocks/>
              <a:stCxn id="414" idx="2"/>
              <a:endCxn id="416" idx="7"/>
            </p:cNvCxnSpPr>
            <p:nvPr/>
          </p:nvCxnSpPr>
          <p:spPr>
            <a:xfrm flipH="1">
              <a:off x="8525532" y="5602637"/>
              <a:ext cx="405088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8" name="直線接點 407">
              <a:extLst>
                <a:ext uri="{FF2B5EF4-FFF2-40B4-BE49-F238E27FC236}">
                  <a16:creationId xmlns:a16="http://schemas.microsoft.com/office/drawing/2014/main" id="{C616F014-07F5-41DC-9D17-F17120B0EC75}"/>
                </a:ext>
              </a:extLst>
            </p:cNvPr>
            <p:cNvCxnSpPr>
              <a:cxnSpLocks/>
              <a:stCxn id="414" idx="1"/>
              <a:endCxn id="415" idx="6"/>
            </p:cNvCxnSpPr>
            <p:nvPr/>
          </p:nvCxnSpPr>
          <p:spPr>
            <a:xfrm flipH="1" flipV="1">
              <a:off x="8545598" y="5421304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D562FAE-BE92-40DB-A6E2-49D02CB15F18}"/>
              </a:ext>
            </a:extLst>
          </p:cNvPr>
          <p:cNvSpPr txBox="1"/>
          <p:nvPr/>
        </p:nvSpPr>
        <p:spPr>
          <a:xfrm>
            <a:off x="6842746" y="5992297"/>
            <a:ext cx="13816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solidFill>
                  <a:schemeClr val="bg1">
                    <a:lumMod val="50000"/>
                  </a:schemeClr>
                </a:solidFill>
              </a:rPr>
              <a:t>DeepVariant</a:t>
            </a:r>
            <a:endParaRPr lang="en-US" altLang="zh-TW" sz="1400" dirty="0">
              <a:solidFill>
                <a:schemeClr val="bg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Clair3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Severus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D012D0A-D5D5-4B23-915A-5C671F36BE36}"/>
              </a:ext>
            </a:extLst>
          </p:cNvPr>
          <p:cNvGrpSpPr/>
          <p:nvPr/>
        </p:nvGrpSpPr>
        <p:grpSpPr>
          <a:xfrm>
            <a:off x="887452" y="5245200"/>
            <a:ext cx="1609791" cy="975913"/>
            <a:chOff x="887452" y="5245200"/>
            <a:chExt cx="1609791" cy="975913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1A829953-00FA-4DD9-A383-4ADF54F7BA88}"/>
                </a:ext>
              </a:extLst>
            </p:cNvPr>
            <p:cNvGrpSpPr/>
            <p:nvPr/>
          </p:nvGrpSpPr>
          <p:grpSpPr>
            <a:xfrm>
              <a:off x="887452" y="5412978"/>
              <a:ext cx="1209600" cy="137021"/>
              <a:chOff x="887452" y="5412978"/>
              <a:chExt cx="1209600" cy="137021"/>
            </a:xfrm>
          </p:grpSpPr>
          <p:sp>
            <p:nvSpPr>
              <p:cNvPr id="370" name="箭號: 五邊形 369">
                <a:extLst>
                  <a:ext uri="{FF2B5EF4-FFF2-40B4-BE49-F238E27FC236}">
                    <a16:creationId xmlns:a16="http://schemas.microsoft.com/office/drawing/2014/main" id="{6FB40442-03BA-4B5E-AB1A-24DC4F88B869}"/>
                  </a:ext>
                </a:extLst>
              </p:cNvPr>
              <p:cNvSpPr/>
              <p:nvPr/>
            </p:nvSpPr>
            <p:spPr>
              <a:xfrm>
                <a:off x="887452" y="5416688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1" name="矩形 178">
                <a:extLst>
                  <a:ext uri="{FF2B5EF4-FFF2-40B4-BE49-F238E27FC236}">
                    <a16:creationId xmlns:a16="http://schemas.microsoft.com/office/drawing/2014/main" id="{A12AEB7D-539F-4F86-A01F-0F9CA8061A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5412978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2" name="矩形 178">
                <a:extLst>
                  <a:ext uri="{FF2B5EF4-FFF2-40B4-BE49-F238E27FC236}">
                    <a16:creationId xmlns:a16="http://schemas.microsoft.com/office/drawing/2014/main" id="{22A914BB-543B-48FC-8899-05B06DB309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7452" y="54129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3" name="矩形 178">
                <a:extLst>
                  <a:ext uri="{FF2B5EF4-FFF2-40B4-BE49-F238E27FC236}">
                    <a16:creationId xmlns:a16="http://schemas.microsoft.com/office/drawing/2014/main" id="{4CD6C417-2017-4F4C-9924-9BBB825A2A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7550" y="54129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4" name="矩形 178">
                <a:extLst>
                  <a:ext uri="{FF2B5EF4-FFF2-40B4-BE49-F238E27FC236}">
                    <a16:creationId xmlns:a16="http://schemas.microsoft.com/office/drawing/2014/main" id="{2681BEC8-199C-4153-BB2A-1F13AF0711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5412978"/>
                <a:ext cx="149158" cy="137021"/>
              </a:xfrm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5" name="矩形 178">
                <a:extLst>
                  <a:ext uri="{FF2B5EF4-FFF2-40B4-BE49-F238E27FC236}">
                    <a16:creationId xmlns:a16="http://schemas.microsoft.com/office/drawing/2014/main" id="{429F4092-CE05-4F1A-ADCA-FB0A93DF49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54129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6" name="矩形 178">
                <a:extLst>
                  <a:ext uri="{FF2B5EF4-FFF2-40B4-BE49-F238E27FC236}">
                    <a16:creationId xmlns:a16="http://schemas.microsoft.com/office/drawing/2014/main" id="{4401735F-9EEC-4151-854B-57F9F4127E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54129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F0FEC9E9-9C12-4F15-97D6-AF013EC06D52}"/>
                </a:ext>
              </a:extLst>
            </p:cNvPr>
            <p:cNvGrpSpPr/>
            <p:nvPr/>
          </p:nvGrpSpPr>
          <p:grpSpPr>
            <a:xfrm>
              <a:off x="1087550" y="5748536"/>
              <a:ext cx="1209600" cy="137021"/>
              <a:chOff x="1087550" y="5748536"/>
              <a:chExt cx="1209600" cy="137021"/>
            </a:xfrm>
          </p:grpSpPr>
          <p:sp>
            <p:nvSpPr>
              <p:cNvPr id="377" name="箭號: 五邊形 376">
                <a:extLst>
                  <a:ext uri="{FF2B5EF4-FFF2-40B4-BE49-F238E27FC236}">
                    <a16:creationId xmlns:a16="http://schemas.microsoft.com/office/drawing/2014/main" id="{0D5EE519-3989-4B19-B6C4-FC905F7C2C5E}"/>
                  </a:ext>
                </a:extLst>
              </p:cNvPr>
              <p:cNvSpPr/>
              <p:nvPr/>
            </p:nvSpPr>
            <p:spPr>
              <a:xfrm>
                <a:off x="1087550" y="5752246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8" name="矩形 178">
                <a:extLst>
                  <a:ext uri="{FF2B5EF4-FFF2-40B4-BE49-F238E27FC236}">
                    <a16:creationId xmlns:a16="http://schemas.microsoft.com/office/drawing/2014/main" id="{C8FFBE7A-219A-4A53-8A83-F724443C2E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7550" y="5748536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9" name="矩形 178">
                <a:extLst>
                  <a:ext uri="{FF2B5EF4-FFF2-40B4-BE49-F238E27FC236}">
                    <a16:creationId xmlns:a16="http://schemas.microsoft.com/office/drawing/2014/main" id="{4EB8CA8A-9CB8-430C-B87D-168B1821D4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5748536"/>
                <a:ext cx="149158" cy="137021"/>
              </a:xfrm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2" name="矩形 178">
                <a:extLst>
                  <a:ext uri="{FF2B5EF4-FFF2-40B4-BE49-F238E27FC236}">
                    <a16:creationId xmlns:a16="http://schemas.microsoft.com/office/drawing/2014/main" id="{9EB24758-A666-436B-B793-BB9F2431E6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5748536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3" name="矩形 178">
                <a:extLst>
                  <a:ext uri="{FF2B5EF4-FFF2-40B4-BE49-F238E27FC236}">
                    <a16:creationId xmlns:a16="http://schemas.microsoft.com/office/drawing/2014/main" id="{3E563E11-B533-4690-968D-E7FC0A5FB5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5748536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4" name="矩形 178">
                <a:extLst>
                  <a:ext uri="{FF2B5EF4-FFF2-40B4-BE49-F238E27FC236}">
                    <a16:creationId xmlns:a16="http://schemas.microsoft.com/office/drawing/2014/main" id="{C2D86ACB-6618-460B-BCE8-A2B30971B4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88020" y="5748536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5" name="矩形 178">
                <a:extLst>
                  <a:ext uri="{FF2B5EF4-FFF2-40B4-BE49-F238E27FC236}">
                    <a16:creationId xmlns:a16="http://schemas.microsoft.com/office/drawing/2014/main" id="{23C2BC9A-5804-46AE-9BC1-F525095BBA1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5748536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7A86628B-5969-458D-9B38-B1BE7398258A}"/>
                </a:ext>
              </a:extLst>
            </p:cNvPr>
            <p:cNvGrpSpPr/>
            <p:nvPr/>
          </p:nvGrpSpPr>
          <p:grpSpPr>
            <a:xfrm>
              <a:off x="1287643" y="5916314"/>
              <a:ext cx="1209600" cy="137021"/>
              <a:chOff x="1287643" y="5916314"/>
              <a:chExt cx="1209600" cy="137021"/>
            </a:xfrm>
          </p:grpSpPr>
          <p:sp>
            <p:nvSpPr>
              <p:cNvPr id="429" name="箭號: 五邊形 428">
                <a:extLst>
                  <a:ext uri="{FF2B5EF4-FFF2-40B4-BE49-F238E27FC236}">
                    <a16:creationId xmlns:a16="http://schemas.microsoft.com/office/drawing/2014/main" id="{16313919-838D-4420-AB0E-A270F5AE13A3}"/>
                  </a:ext>
                </a:extLst>
              </p:cNvPr>
              <p:cNvSpPr/>
              <p:nvPr/>
            </p:nvSpPr>
            <p:spPr>
              <a:xfrm>
                <a:off x="1287643" y="5920024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0" name="矩形 178">
                <a:extLst>
                  <a:ext uri="{FF2B5EF4-FFF2-40B4-BE49-F238E27FC236}">
                    <a16:creationId xmlns:a16="http://schemas.microsoft.com/office/drawing/2014/main" id="{F92AD507-834C-4C17-B993-FBDEA358B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5916314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1" name="矩形 178">
                <a:extLst>
                  <a:ext uri="{FF2B5EF4-FFF2-40B4-BE49-F238E27FC236}">
                    <a16:creationId xmlns:a16="http://schemas.microsoft.com/office/drawing/2014/main" id="{F6200181-F3A6-48F4-9B89-9D448DE1A8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59163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2" name="矩形 178">
                <a:extLst>
                  <a:ext uri="{FF2B5EF4-FFF2-40B4-BE49-F238E27FC236}">
                    <a16:creationId xmlns:a16="http://schemas.microsoft.com/office/drawing/2014/main" id="{A085E252-E112-49DF-89DA-407851A861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59163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5" name="矩形 178">
                <a:extLst>
                  <a:ext uri="{FF2B5EF4-FFF2-40B4-BE49-F238E27FC236}">
                    <a16:creationId xmlns:a16="http://schemas.microsoft.com/office/drawing/2014/main" id="{D67F14F2-CAF7-4F6B-A234-CF9CECFBCC1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59163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6" name="矩形 178">
                <a:extLst>
                  <a:ext uri="{FF2B5EF4-FFF2-40B4-BE49-F238E27FC236}">
                    <a16:creationId xmlns:a16="http://schemas.microsoft.com/office/drawing/2014/main" id="{29BEF859-9CC3-49C7-96C1-1EF9B3B7DD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88020" y="59163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7" name="矩形 178">
                <a:extLst>
                  <a:ext uri="{FF2B5EF4-FFF2-40B4-BE49-F238E27FC236}">
                    <a16:creationId xmlns:a16="http://schemas.microsoft.com/office/drawing/2014/main" id="{19EAA3CB-0356-4B94-BE5C-55E6368CFE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8118" y="5916314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6351E7A3-694E-4BD0-A220-2B7BA883029F}"/>
                </a:ext>
              </a:extLst>
            </p:cNvPr>
            <p:cNvGrpSpPr/>
            <p:nvPr/>
          </p:nvGrpSpPr>
          <p:grpSpPr>
            <a:xfrm>
              <a:off x="1087550" y="5580758"/>
              <a:ext cx="1209600" cy="137021"/>
              <a:chOff x="1087550" y="5580758"/>
              <a:chExt cx="1209600" cy="137021"/>
            </a:xfrm>
          </p:grpSpPr>
          <p:sp>
            <p:nvSpPr>
              <p:cNvPr id="438" name="箭號: 五邊形 437">
                <a:extLst>
                  <a:ext uri="{FF2B5EF4-FFF2-40B4-BE49-F238E27FC236}">
                    <a16:creationId xmlns:a16="http://schemas.microsoft.com/office/drawing/2014/main" id="{141EE2C7-8080-44E6-B17A-9E28AC539755}"/>
                  </a:ext>
                </a:extLst>
              </p:cNvPr>
              <p:cNvSpPr/>
              <p:nvPr/>
            </p:nvSpPr>
            <p:spPr>
              <a:xfrm>
                <a:off x="1087550" y="5584468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9" name="矩形 178">
                <a:extLst>
                  <a:ext uri="{FF2B5EF4-FFF2-40B4-BE49-F238E27FC236}">
                    <a16:creationId xmlns:a16="http://schemas.microsoft.com/office/drawing/2014/main" id="{9EF6C2B1-A90A-465C-BDDA-9A84E2D7F9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5580758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0" name="矩形 178">
                <a:extLst>
                  <a:ext uri="{FF2B5EF4-FFF2-40B4-BE49-F238E27FC236}">
                    <a16:creationId xmlns:a16="http://schemas.microsoft.com/office/drawing/2014/main" id="{A4D52573-FE37-41B8-84D6-E0A2DD6407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7550" y="558075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1" name="矩形 178">
                <a:extLst>
                  <a:ext uri="{FF2B5EF4-FFF2-40B4-BE49-F238E27FC236}">
                    <a16:creationId xmlns:a16="http://schemas.microsoft.com/office/drawing/2014/main" id="{CDE8064D-5250-4497-B9A4-A8AC934E17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5580758"/>
                <a:ext cx="149158" cy="137021"/>
              </a:xfrm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2" name="矩形 178">
                <a:extLst>
                  <a:ext uri="{FF2B5EF4-FFF2-40B4-BE49-F238E27FC236}">
                    <a16:creationId xmlns:a16="http://schemas.microsoft.com/office/drawing/2014/main" id="{39847D19-49EF-453F-8839-9308D3BCD4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558075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3" name="矩形 178">
                <a:extLst>
                  <a:ext uri="{FF2B5EF4-FFF2-40B4-BE49-F238E27FC236}">
                    <a16:creationId xmlns:a16="http://schemas.microsoft.com/office/drawing/2014/main" id="{CAFB252C-353E-4306-9268-48825CB40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558075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4" name="矩形 178">
                <a:extLst>
                  <a:ext uri="{FF2B5EF4-FFF2-40B4-BE49-F238E27FC236}">
                    <a16:creationId xmlns:a16="http://schemas.microsoft.com/office/drawing/2014/main" id="{8631085B-BA28-4D25-A36E-19459351FA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88020" y="558075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C55D96E6-9964-43FE-A268-74DAA372C2BC}"/>
                </a:ext>
              </a:extLst>
            </p:cNvPr>
            <p:cNvGrpSpPr/>
            <p:nvPr/>
          </p:nvGrpSpPr>
          <p:grpSpPr>
            <a:xfrm>
              <a:off x="1287643" y="6084092"/>
              <a:ext cx="1209600" cy="137021"/>
              <a:chOff x="1287643" y="6084092"/>
              <a:chExt cx="1209600" cy="137021"/>
            </a:xfrm>
          </p:grpSpPr>
          <p:sp>
            <p:nvSpPr>
              <p:cNvPr id="445" name="箭號: 五邊形 444">
                <a:extLst>
                  <a:ext uri="{FF2B5EF4-FFF2-40B4-BE49-F238E27FC236}">
                    <a16:creationId xmlns:a16="http://schemas.microsoft.com/office/drawing/2014/main" id="{F5D0F431-CD68-4C9D-8AEF-33564F3DB199}"/>
                  </a:ext>
                </a:extLst>
              </p:cNvPr>
              <p:cNvSpPr/>
              <p:nvPr/>
            </p:nvSpPr>
            <p:spPr>
              <a:xfrm>
                <a:off x="1287643" y="6087802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6" name="矩形 178">
                <a:extLst>
                  <a:ext uri="{FF2B5EF4-FFF2-40B4-BE49-F238E27FC236}">
                    <a16:creationId xmlns:a16="http://schemas.microsoft.com/office/drawing/2014/main" id="{5B8E1115-EBC6-423D-A9C9-663A462E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608409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7" name="矩形 178">
                <a:extLst>
                  <a:ext uri="{FF2B5EF4-FFF2-40B4-BE49-F238E27FC236}">
                    <a16:creationId xmlns:a16="http://schemas.microsoft.com/office/drawing/2014/main" id="{83D7483C-6199-4548-A571-5B59D80136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608409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8" name="矩形 178">
                <a:extLst>
                  <a:ext uri="{FF2B5EF4-FFF2-40B4-BE49-F238E27FC236}">
                    <a16:creationId xmlns:a16="http://schemas.microsoft.com/office/drawing/2014/main" id="{2CB25700-82A6-4713-AC86-B9F0D75178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608409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9" name="矩形 178">
                <a:extLst>
                  <a:ext uri="{FF2B5EF4-FFF2-40B4-BE49-F238E27FC236}">
                    <a16:creationId xmlns:a16="http://schemas.microsoft.com/office/drawing/2014/main" id="{032763F8-3F7A-4BB3-9A86-C35ED0AFC5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88020" y="608409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1" name="矩形 178">
                <a:extLst>
                  <a:ext uri="{FF2B5EF4-FFF2-40B4-BE49-F238E27FC236}">
                    <a16:creationId xmlns:a16="http://schemas.microsoft.com/office/drawing/2014/main" id="{5AC56D00-4109-41FB-A9C8-C427DB2A9F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88118" y="6084092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53" name="矩形 178">
                <a:extLst>
                  <a:ext uri="{FF2B5EF4-FFF2-40B4-BE49-F238E27FC236}">
                    <a16:creationId xmlns:a16="http://schemas.microsoft.com/office/drawing/2014/main" id="{B10B7187-6D66-4835-835F-B2C1663DDC9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608409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D7CCD8D5-E01F-4799-9D9B-806C81EC04E9}"/>
                </a:ext>
              </a:extLst>
            </p:cNvPr>
            <p:cNvGrpSpPr/>
            <p:nvPr/>
          </p:nvGrpSpPr>
          <p:grpSpPr>
            <a:xfrm>
              <a:off x="887452" y="5245200"/>
              <a:ext cx="1209600" cy="137021"/>
              <a:chOff x="887452" y="5245200"/>
              <a:chExt cx="1209600" cy="137021"/>
            </a:xfrm>
          </p:grpSpPr>
          <p:sp>
            <p:nvSpPr>
              <p:cNvPr id="458" name="箭號: 五邊形 457">
                <a:extLst>
                  <a:ext uri="{FF2B5EF4-FFF2-40B4-BE49-F238E27FC236}">
                    <a16:creationId xmlns:a16="http://schemas.microsoft.com/office/drawing/2014/main" id="{4BC24AE9-A2B2-4447-9184-37C735238687}"/>
                  </a:ext>
                </a:extLst>
              </p:cNvPr>
              <p:cNvSpPr/>
              <p:nvPr/>
            </p:nvSpPr>
            <p:spPr>
              <a:xfrm>
                <a:off x="887452" y="5248910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9" name="矩形 178">
                <a:extLst>
                  <a:ext uri="{FF2B5EF4-FFF2-40B4-BE49-F238E27FC236}">
                    <a16:creationId xmlns:a16="http://schemas.microsoft.com/office/drawing/2014/main" id="{9D1EA6B3-332D-4C2A-B7CF-14DEDE8A0C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7452" y="5245200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1" name="矩形 178">
                <a:extLst>
                  <a:ext uri="{FF2B5EF4-FFF2-40B4-BE49-F238E27FC236}">
                    <a16:creationId xmlns:a16="http://schemas.microsoft.com/office/drawing/2014/main" id="{B298BC33-AD15-437F-B443-763088D968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7550" y="5245200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2" name="矩形 178">
                <a:extLst>
                  <a:ext uri="{FF2B5EF4-FFF2-40B4-BE49-F238E27FC236}">
                    <a16:creationId xmlns:a16="http://schemas.microsoft.com/office/drawing/2014/main" id="{62CE832E-DB8F-4B11-B4AD-1E6E85E3B24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7741" y="5245200"/>
                <a:ext cx="149158" cy="137021"/>
              </a:xfrm>
              <a:prstGeom prst="rect">
                <a:avLst/>
              </a:prstGeom>
              <a:solidFill>
                <a:schemeClr val="accent4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5" name="矩形 178">
                <a:extLst>
                  <a:ext uri="{FF2B5EF4-FFF2-40B4-BE49-F238E27FC236}">
                    <a16:creationId xmlns:a16="http://schemas.microsoft.com/office/drawing/2014/main" id="{BB54783F-EE18-4F7C-AE05-5A2F43107A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87838" y="5245200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7" name="矩形 178">
                <a:extLst>
                  <a:ext uri="{FF2B5EF4-FFF2-40B4-BE49-F238E27FC236}">
                    <a16:creationId xmlns:a16="http://schemas.microsoft.com/office/drawing/2014/main" id="{CE1E8E70-4150-4379-9B83-519FE138F8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87939" y="5245200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8" name="矩形 178">
                <a:extLst>
                  <a:ext uri="{FF2B5EF4-FFF2-40B4-BE49-F238E27FC236}">
                    <a16:creationId xmlns:a16="http://schemas.microsoft.com/office/drawing/2014/main" id="{5F294288-1941-42CA-A6A1-FCECA73D9C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87643" y="5245200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640" name="直線接點 639">
            <a:extLst>
              <a:ext uri="{FF2B5EF4-FFF2-40B4-BE49-F238E27FC236}">
                <a16:creationId xmlns:a16="http://schemas.microsoft.com/office/drawing/2014/main" id="{156CA72A-F7E0-41F3-B542-97B06C42B5F7}"/>
              </a:ext>
            </a:extLst>
          </p:cNvPr>
          <p:cNvCxnSpPr>
            <a:cxnSpLocks/>
          </p:cNvCxnSpPr>
          <p:nvPr/>
        </p:nvCxnSpPr>
        <p:spPr>
          <a:xfrm>
            <a:off x="3511945" y="5761615"/>
            <a:ext cx="2238375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1" name="圖形 640" descr="女性形象 以實心填滿">
            <a:extLst>
              <a:ext uri="{FF2B5EF4-FFF2-40B4-BE49-F238E27FC236}">
                <a16:creationId xmlns:a16="http://schemas.microsoft.com/office/drawing/2014/main" id="{2F1AE978-16E2-42B8-B03A-AC1ADACA2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1168" y="5910091"/>
            <a:ext cx="325637" cy="325637"/>
          </a:xfrm>
          <a:prstGeom prst="rect">
            <a:avLst/>
          </a:prstGeom>
        </p:spPr>
      </p:pic>
      <p:sp>
        <p:nvSpPr>
          <p:cNvPr id="529" name="箭號: 五邊形 528">
            <a:extLst>
              <a:ext uri="{FF2B5EF4-FFF2-40B4-BE49-F238E27FC236}">
                <a16:creationId xmlns:a16="http://schemas.microsoft.com/office/drawing/2014/main" id="{4ED8B6F9-3AFC-43FD-8C23-82BD634FE77F}"/>
              </a:ext>
            </a:extLst>
          </p:cNvPr>
          <p:cNvSpPr/>
          <p:nvPr/>
        </p:nvSpPr>
        <p:spPr>
          <a:xfrm>
            <a:off x="4251524" y="5840330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31" name="矩形 178">
            <a:extLst>
              <a:ext uri="{FF2B5EF4-FFF2-40B4-BE49-F238E27FC236}">
                <a16:creationId xmlns:a16="http://schemas.microsoft.com/office/drawing/2014/main" id="{43140D4C-B0C6-4422-A70F-0D004E0BA7A2}"/>
              </a:ext>
            </a:extLst>
          </p:cNvPr>
          <p:cNvSpPr>
            <a:spLocks noChangeAspect="1"/>
          </p:cNvSpPr>
          <p:nvPr/>
        </p:nvSpPr>
        <p:spPr>
          <a:xfrm>
            <a:off x="4651715" y="5836620"/>
            <a:ext cx="149158" cy="137021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4" name="矩形 178">
            <a:extLst>
              <a:ext uri="{FF2B5EF4-FFF2-40B4-BE49-F238E27FC236}">
                <a16:creationId xmlns:a16="http://schemas.microsoft.com/office/drawing/2014/main" id="{CA057201-B7E1-495A-8CEA-6B4235F74809}"/>
              </a:ext>
            </a:extLst>
          </p:cNvPr>
          <p:cNvSpPr>
            <a:spLocks noChangeAspect="1"/>
          </p:cNvSpPr>
          <p:nvPr/>
        </p:nvSpPr>
        <p:spPr>
          <a:xfrm>
            <a:off x="4851812" y="5836620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8" name="矩形 178">
            <a:extLst>
              <a:ext uri="{FF2B5EF4-FFF2-40B4-BE49-F238E27FC236}">
                <a16:creationId xmlns:a16="http://schemas.microsoft.com/office/drawing/2014/main" id="{43561D67-B47D-4711-BBEE-407C09E0E380}"/>
              </a:ext>
            </a:extLst>
          </p:cNvPr>
          <p:cNvSpPr>
            <a:spLocks noChangeAspect="1"/>
          </p:cNvSpPr>
          <p:nvPr/>
        </p:nvSpPr>
        <p:spPr>
          <a:xfrm>
            <a:off x="5251994" y="5836620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1" name="矩形 178">
            <a:extLst>
              <a:ext uri="{FF2B5EF4-FFF2-40B4-BE49-F238E27FC236}">
                <a16:creationId xmlns:a16="http://schemas.microsoft.com/office/drawing/2014/main" id="{B477F98F-66EE-479C-96BF-238AA3835DBC}"/>
              </a:ext>
            </a:extLst>
          </p:cNvPr>
          <p:cNvSpPr>
            <a:spLocks noChangeAspect="1"/>
          </p:cNvSpPr>
          <p:nvPr/>
        </p:nvSpPr>
        <p:spPr>
          <a:xfrm>
            <a:off x="4451617" y="5836620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3" name="箭號: 五邊形 572">
            <a:extLst>
              <a:ext uri="{FF2B5EF4-FFF2-40B4-BE49-F238E27FC236}">
                <a16:creationId xmlns:a16="http://schemas.microsoft.com/office/drawing/2014/main" id="{F307CCFF-E6BC-4855-BD17-ED7A808B35F9}"/>
              </a:ext>
            </a:extLst>
          </p:cNvPr>
          <p:cNvSpPr/>
          <p:nvPr/>
        </p:nvSpPr>
        <p:spPr>
          <a:xfrm>
            <a:off x="4451617" y="6008109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75" name="矩形 178">
            <a:extLst>
              <a:ext uri="{FF2B5EF4-FFF2-40B4-BE49-F238E27FC236}">
                <a16:creationId xmlns:a16="http://schemas.microsoft.com/office/drawing/2014/main" id="{5EF514EF-72E5-467F-807B-E9BA97BF6669}"/>
              </a:ext>
            </a:extLst>
          </p:cNvPr>
          <p:cNvSpPr>
            <a:spLocks noChangeAspect="1"/>
          </p:cNvSpPr>
          <p:nvPr/>
        </p:nvSpPr>
        <p:spPr>
          <a:xfrm>
            <a:off x="4651715" y="600439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6" name="矩形 178">
            <a:extLst>
              <a:ext uri="{FF2B5EF4-FFF2-40B4-BE49-F238E27FC236}">
                <a16:creationId xmlns:a16="http://schemas.microsoft.com/office/drawing/2014/main" id="{FB4FD316-46A9-46C7-BD40-5B84D9FAFFD1}"/>
              </a:ext>
            </a:extLst>
          </p:cNvPr>
          <p:cNvSpPr>
            <a:spLocks noChangeAspect="1"/>
          </p:cNvSpPr>
          <p:nvPr/>
        </p:nvSpPr>
        <p:spPr>
          <a:xfrm>
            <a:off x="4851812" y="600439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2" name="矩形 178">
            <a:extLst>
              <a:ext uri="{FF2B5EF4-FFF2-40B4-BE49-F238E27FC236}">
                <a16:creationId xmlns:a16="http://schemas.microsoft.com/office/drawing/2014/main" id="{E4F782FC-D227-48D9-B0AC-6AB32640A485}"/>
              </a:ext>
            </a:extLst>
          </p:cNvPr>
          <p:cNvSpPr>
            <a:spLocks noChangeAspect="1"/>
          </p:cNvSpPr>
          <p:nvPr/>
        </p:nvSpPr>
        <p:spPr>
          <a:xfrm>
            <a:off x="5251994" y="600439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0" name="矩形 178">
            <a:extLst>
              <a:ext uri="{FF2B5EF4-FFF2-40B4-BE49-F238E27FC236}">
                <a16:creationId xmlns:a16="http://schemas.microsoft.com/office/drawing/2014/main" id="{F7591A40-DC7D-40D7-95DC-7EDA795324FA}"/>
              </a:ext>
            </a:extLst>
          </p:cNvPr>
          <p:cNvSpPr>
            <a:spLocks noChangeAspect="1"/>
          </p:cNvSpPr>
          <p:nvPr/>
        </p:nvSpPr>
        <p:spPr>
          <a:xfrm>
            <a:off x="4451617" y="600439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2" name="箭號: 五邊形 591">
            <a:extLst>
              <a:ext uri="{FF2B5EF4-FFF2-40B4-BE49-F238E27FC236}">
                <a16:creationId xmlns:a16="http://schemas.microsoft.com/office/drawing/2014/main" id="{AA0F7BC3-6E6E-4940-895A-653A0C34655E}"/>
              </a:ext>
            </a:extLst>
          </p:cNvPr>
          <p:cNvSpPr/>
          <p:nvPr/>
        </p:nvSpPr>
        <p:spPr>
          <a:xfrm>
            <a:off x="4051426" y="6175888"/>
            <a:ext cx="1209600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93" name="矩形 178">
            <a:extLst>
              <a:ext uri="{FF2B5EF4-FFF2-40B4-BE49-F238E27FC236}">
                <a16:creationId xmlns:a16="http://schemas.microsoft.com/office/drawing/2014/main" id="{1141628C-6C13-4D6A-AFE6-E3DECF24BEF3}"/>
              </a:ext>
            </a:extLst>
          </p:cNvPr>
          <p:cNvSpPr>
            <a:spLocks noChangeAspect="1"/>
          </p:cNvSpPr>
          <p:nvPr/>
        </p:nvSpPr>
        <p:spPr>
          <a:xfrm>
            <a:off x="4051426" y="6172178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7" name="矩形 178">
            <a:extLst>
              <a:ext uri="{FF2B5EF4-FFF2-40B4-BE49-F238E27FC236}">
                <a16:creationId xmlns:a16="http://schemas.microsoft.com/office/drawing/2014/main" id="{F3BB4E31-2F8E-4E98-A0F9-8ADB490BBC94}"/>
              </a:ext>
            </a:extLst>
          </p:cNvPr>
          <p:cNvSpPr>
            <a:spLocks noChangeAspect="1"/>
          </p:cNvSpPr>
          <p:nvPr/>
        </p:nvSpPr>
        <p:spPr>
          <a:xfrm>
            <a:off x="4651715" y="6172178"/>
            <a:ext cx="149158" cy="137021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8" name="矩形 178">
            <a:extLst>
              <a:ext uri="{FF2B5EF4-FFF2-40B4-BE49-F238E27FC236}">
                <a16:creationId xmlns:a16="http://schemas.microsoft.com/office/drawing/2014/main" id="{22763AD8-06D2-487F-9DD8-B18D7309CE38}"/>
              </a:ext>
            </a:extLst>
          </p:cNvPr>
          <p:cNvSpPr>
            <a:spLocks noChangeAspect="1"/>
          </p:cNvSpPr>
          <p:nvPr/>
        </p:nvSpPr>
        <p:spPr>
          <a:xfrm>
            <a:off x="4851812" y="6172178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0" name="矩形 178">
            <a:extLst>
              <a:ext uri="{FF2B5EF4-FFF2-40B4-BE49-F238E27FC236}">
                <a16:creationId xmlns:a16="http://schemas.microsoft.com/office/drawing/2014/main" id="{0AEAD4C2-D185-4209-98FA-379388F4042D}"/>
              </a:ext>
            </a:extLst>
          </p:cNvPr>
          <p:cNvSpPr>
            <a:spLocks noChangeAspect="1"/>
          </p:cNvSpPr>
          <p:nvPr/>
        </p:nvSpPr>
        <p:spPr>
          <a:xfrm>
            <a:off x="4451617" y="617217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1" name="箭號: 五邊形 520">
            <a:extLst>
              <a:ext uri="{FF2B5EF4-FFF2-40B4-BE49-F238E27FC236}">
                <a16:creationId xmlns:a16="http://schemas.microsoft.com/office/drawing/2014/main" id="{23BB9133-B9DE-42A8-BBD1-AE92A7408F32}"/>
              </a:ext>
            </a:extLst>
          </p:cNvPr>
          <p:cNvSpPr/>
          <p:nvPr/>
        </p:nvSpPr>
        <p:spPr>
          <a:xfrm>
            <a:off x="4051426" y="5553299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22" name="矩形 178">
            <a:extLst>
              <a:ext uri="{FF2B5EF4-FFF2-40B4-BE49-F238E27FC236}">
                <a16:creationId xmlns:a16="http://schemas.microsoft.com/office/drawing/2014/main" id="{C23A252B-FBA2-4985-B494-9C801C9CABAA}"/>
              </a:ext>
            </a:extLst>
          </p:cNvPr>
          <p:cNvSpPr>
            <a:spLocks noChangeAspect="1"/>
          </p:cNvSpPr>
          <p:nvPr/>
        </p:nvSpPr>
        <p:spPr>
          <a:xfrm>
            <a:off x="4451617" y="5549589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3" name="矩形 178">
            <a:extLst>
              <a:ext uri="{FF2B5EF4-FFF2-40B4-BE49-F238E27FC236}">
                <a16:creationId xmlns:a16="http://schemas.microsoft.com/office/drawing/2014/main" id="{657ACAB1-6C7E-49C5-A9F4-02185F74A26C}"/>
              </a:ext>
            </a:extLst>
          </p:cNvPr>
          <p:cNvSpPr>
            <a:spLocks noChangeAspect="1"/>
          </p:cNvSpPr>
          <p:nvPr/>
        </p:nvSpPr>
        <p:spPr>
          <a:xfrm>
            <a:off x="4051426" y="554958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5" name="矩形 178">
            <a:extLst>
              <a:ext uri="{FF2B5EF4-FFF2-40B4-BE49-F238E27FC236}">
                <a16:creationId xmlns:a16="http://schemas.microsoft.com/office/drawing/2014/main" id="{BF506D5C-DABB-436D-9C57-9BB45FADF817}"/>
              </a:ext>
            </a:extLst>
          </p:cNvPr>
          <p:cNvSpPr>
            <a:spLocks noChangeAspect="1"/>
          </p:cNvSpPr>
          <p:nvPr/>
        </p:nvSpPr>
        <p:spPr>
          <a:xfrm>
            <a:off x="4651715" y="5549589"/>
            <a:ext cx="149158" cy="137021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6" name="矩形 178">
            <a:extLst>
              <a:ext uri="{FF2B5EF4-FFF2-40B4-BE49-F238E27FC236}">
                <a16:creationId xmlns:a16="http://schemas.microsoft.com/office/drawing/2014/main" id="{08066CA8-A33E-4ABE-B9FA-5AE1256DDABB}"/>
              </a:ext>
            </a:extLst>
          </p:cNvPr>
          <p:cNvSpPr>
            <a:spLocks noChangeAspect="1"/>
          </p:cNvSpPr>
          <p:nvPr/>
        </p:nvSpPr>
        <p:spPr>
          <a:xfrm>
            <a:off x="4851812" y="5549589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5" name="箭號: 五邊形 544">
            <a:extLst>
              <a:ext uri="{FF2B5EF4-FFF2-40B4-BE49-F238E27FC236}">
                <a16:creationId xmlns:a16="http://schemas.microsoft.com/office/drawing/2014/main" id="{D9BC7E7D-D0F3-4725-861A-76AA8A59AA83}"/>
              </a:ext>
            </a:extLst>
          </p:cNvPr>
          <p:cNvSpPr/>
          <p:nvPr/>
        </p:nvSpPr>
        <p:spPr>
          <a:xfrm>
            <a:off x="4451617" y="5389231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48" name="矩形 178">
            <a:extLst>
              <a:ext uri="{FF2B5EF4-FFF2-40B4-BE49-F238E27FC236}">
                <a16:creationId xmlns:a16="http://schemas.microsoft.com/office/drawing/2014/main" id="{7AF137B8-2C98-4F94-93CA-6D549E101AF8}"/>
              </a:ext>
            </a:extLst>
          </p:cNvPr>
          <p:cNvSpPr>
            <a:spLocks noChangeAspect="1"/>
          </p:cNvSpPr>
          <p:nvPr/>
        </p:nvSpPr>
        <p:spPr>
          <a:xfrm>
            <a:off x="4451617" y="5385521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0" name="矩形 178">
            <a:extLst>
              <a:ext uri="{FF2B5EF4-FFF2-40B4-BE49-F238E27FC236}">
                <a16:creationId xmlns:a16="http://schemas.microsoft.com/office/drawing/2014/main" id="{77AA09DC-9D87-4F7C-9CB2-BE8944A3BD33}"/>
              </a:ext>
            </a:extLst>
          </p:cNvPr>
          <p:cNvSpPr>
            <a:spLocks noChangeAspect="1"/>
          </p:cNvSpPr>
          <p:nvPr/>
        </p:nvSpPr>
        <p:spPr>
          <a:xfrm>
            <a:off x="4651715" y="538552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2" name="矩形 178">
            <a:extLst>
              <a:ext uri="{FF2B5EF4-FFF2-40B4-BE49-F238E27FC236}">
                <a16:creationId xmlns:a16="http://schemas.microsoft.com/office/drawing/2014/main" id="{2E8B3981-4D5F-425D-B486-D88BCEAD73D4}"/>
              </a:ext>
            </a:extLst>
          </p:cNvPr>
          <p:cNvSpPr>
            <a:spLocks noChangeAspect="1"/>
          </p:cNvSpPr>
          <p:nvPr/>
        </p:nvSpPr>
        <p:spPr>
          <a:xfrm>
            <a:off x="4851812" y="538552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6" name="矩形 178">
            <a:extLst>
              <a:ext uri="{FF2B5EF4-FFF2-40B4-BE49-F238E27FC236}">
                <a16:creationId xmlns:a16="http://schemas.microsoft.com/office/drawing/2014/main" id="{A5662A39-191E-4537-8B72-757D5C0C88BB}"/>
              </a:ext>
            </a:extLst>
          </p:cNvPr>
          <p:cNvSpPr>
            <a:spLocks noChangeAspect="1"/>
          </p:cNvSpPr>
          <p:nvPr/>
        </p:nvSpPr>
        <p:spPr>
          <a:xfrm>
            <a:off x="5251994" y="538552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3" name="箭號: 五邊形 562">
            <a:extLst>
              <a:ext uri="{FF2B5EF4-FFF2-40B4-BE49-F238E27FC236}">
                <a16:creationId xmlns:a16="http://schemas.microsoft.com/office/drawing/2014/main" id="{3B70D9B1-6C98-4F16-9508-33FDC4B96C41}"/>
              </a:ext>
            </a:extLst>
          </p:cNvPr>
          <p:cNvSpPr/>
          <p:nvPr/>
        </p:nvSpPr>
        <p:spPr>
          <a:xfrm>
            <a:off x="4251524" y="5225164"/>
            <a:ext cx="1209600" cy="129600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65" name="矩形 178">
            <a:extLst>
              <a:ext uri="{FF2B5EF4-FFF2-40B4-BE49-F238E27FC236}">
                <a16:creationId xmlns:a16="http://schemas.microsoft.com/office/drawing/2014/main" id="{CA8151E0-55B9-4A45-9B1C-C8C417CC803D}"/>
              </a:ext>
            </a:extLst>
          </p:cNvPr>
          <p:cNvSpPr>
            <a:spLocks noChangeAspect="1"/>
          </p:cNvSpPr>
          <p:nvPr/>
        </p:nvSpPr>
        <p:spPr>
          <a:xfrm>
            <a:off x="4451617" y="5221454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8" name="矩形 178">
            <a:extLst>
              <a:ext uri="{FF2B5EF4-FFF2-40B4-BE49-F238E27FC236}">
                <a16:creationId xmlns:a16="http://schemas.microsoft.com/office/drawing/2014/main" id="{FF70C65A-4C7E-4310-B873-C61B2E1A037F}"/>
              </a:ext>
            </a:extLst>
          </p:cNvPr>
          <p:cNvSpPr>
            <a:spLocks noChangeAspect="1"/>
          </p:cNvSpPr>
          <p:nvPr/>
        </p:nvSpPr>
        <p:spPr>
          <a:xfrm>
            <a:off x="4651715" y="5221454"/>
            <a:ext cx="149158" cy="137021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9" name="矩形 178">
            <a:extLst>
              <a:ext uri="{FF2B5EF4-FFF2-40B4-BE49-F238E27FC236}">
                <a16:creationId xmlns:a16="http://schemas.microsoft.com/office/drawing/2014/main" id="{C2A14E51-9C46-45D3-9A89-B9B5412A8C79}"/>
              </a:ext>
            </a:extLst>
          </p:cNvPr>
          <p:cNvSpPr>
            <a:spLocks noChangeAspect="1"/>
          </p:cNvSpPr>
          <p:nvPr/>
        </p:nvSpPr>
        <p:spPr>
          <a:xfrm>
            <a:off x="4851812" y="522145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1" name="矩形 178">
            <a:extLst>
              <a:ext uri="{FF2B5EF4-FFF2-40B4-BE49-F238E27FC236}">
                <a16:creationId xmlns:a16="http://schemas.microsoft.com/office/drawing/2014/main" id="{2406D9D8-0375-4DEB-AF3E-3FEC637A265F}"/>
              </a:ext>
            </a:extLst>
          </p:cNvPr>
          <p:cNvSpPr>
            <a:spLocks noChangeAspect="1"/>
          </p:cNvSpPr>
          <p:nvPr/>
        </p:nvSpPr>
        <p:spPr>
          <a:xfrm>
            <a:off x="5251994" y="522145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42" name="圖形 641" descr="男性形象 以實心填滿">
            <a:extLst>
              <a:ext uri="{FF2B5EF4-FFF2-40B4-BE49-F238E27FC236}">
                <a16:creationId xmlns:a16="http://schemas.microsoft.com/office/drawing/2014/main" id="{F5FDC755-A4DA-4DF2-9BE5-A5C7BEFFB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9430" y="5291214"/>
            <a:ext cx="325637" cy="325637"/>
          </a:xfrm>
          <a:prstGeom prst="rect">
            <a:avLst/>
          </a:prstGeom>
        </p:spPr>
      </p:pic>
      <p:grpSp>
        <p:nvGrpSpPr>
          <p:cNvPr id="56" name="群組 55">
            <a:extLst>
              <a:ext uri="{FF2B5EF4-FFF2-40B4-BE49-F238E27FC236}">
                <a16:creationId xmlns:a16="http://schemas.microsoft.com/office/drawing/2014/main" id="{88E4BB0C-EB49-4257-8D9B-20461475C2F0}"/>
              </a:ext>
            </a:extLst>
          </p:cNvPr>
          <p:cNvGrpSpPr/>
          <p:nvPr/>
        </p:nvGrpSpPr>
        <p:grpSpPr>
          <a:xfrm>
            <a:off x="3804476" y="2131330"/>
            <a:ext cx="1609791" cy="975913"/>
            <a:chOff x="3819091" y="3454625"/>
            <a:chExt cx="1609791" cy="975913"/>
          </a:xfrm>
        </p:grpSpPr>
        <p:sp>
          <p:nvSpPr>
            <p:cNvPr id="921" name="箭號: 五邊形 920">
              <a:extLst>
                <a:ext uri="{FF2B5EF4-FFF2-40B4-BE49-F238E27FC236}">
                  <a16:creationId xmlns:a16="http://schemas.microsoft.com/office/drawing/2014/main" id="{C3FD02B3-4CB1-4C52-A7B0-1EA9D6706693}"/>
                </a:ext>
              </a:extLst>
            </p:cNvPr>
            <p:cNvSpPr/>
            <p:nvPr/>
          </p:nvSpPr>
          <p:spPr>
            <a:xfrm>
              <a:off x="3819091" y="3626113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922" name="矩形 178">
              <a:extLst>
                <a:ext uri="{FF2B5EF4-FFF2-40B4-BE49-F238E27FC236}">
                  <a16:creationId xmlns:a16="http://schemas.microsoft.com/office/drawing/2014/main" id="{2B84A3C5-FFC1-4661-8422-52A6A2610E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3622403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3" name="矩形 178">
              <a:extLst>
                <a:ext uri="{FF2B5EF4-FFF2-40B4-BE49-F238E27FC236}">
                  <a16:creationId xmlns:a16="http://schemas.microsoft.com/office/drawing/2014/main" id="{A4826C6E-8460-48B2-8A56-4641BABFC7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9091" y="362240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4" name="矩形 178">
              <a:extLst>
                <a:ext uri="{FF2B5EF4-FFF2-40B4-BE49-F238E27FC236}">
                  <a16:creationId xmlns:a16="http://schemas.microsoft.com/office/drawing/2014/main" id="{CB9D039F-2BBF-4315-A688-79516EAF3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19189" y="362240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5" name="矩形 178">
              <a:extLst>
                <a:ext uri="{FF2B5EF4-FFF2-40B4-BE49-F238E27FC236}">
                  <a16:creationId xmlns:a16="http://schemas.microsoft.com/office/drawing/2014/main" id="{F9F750D2-4857-4121-908C-4E3B6738DF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362240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6" name="矩形 178">
              <a:extLst>
                <a:ext uri="{FF2B5EF4-FFF2-40B4-BE49-F238E27FC236}">
                  <a16:creationId xmlns:a16="http://schemas.microsoft.com/office/drawing/2014/main" id="{A2782811-9897-451C-92CD-9721C324B6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362240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7" name="矩形 178">
              <a:extLst>
                <a:ext uri="{FF2B5EF4-FFF2-40B4-BE49-F238E27FC236}">
                  <a16:creationId xmlns:a16="http://schemas.microsoft.com/office/drawing/2014/main" id="{E8D8538F-3AAD-4AC4-BFA1-C1E44FB55B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362240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4" name="箭號: 五邊形 913">
              <a:extLst>
                <a:ext uri="{FF2B5EF4-FFF2-40B4-BE49-F238E27FC236}">
                  <a16:creationId xmlns:a16="http://schemas.microsoft.com/office/drawing/2014/main" id="{63BAC7B0-50E7-47E9-82E1-C08A48466366}"/>
                </a:ext>
              </a:extLst>
            </p:cNvPr>
            <p:cNvSpPr/>
            <p:nvPr/>
          </p:nvSpPr>
          <p:spPr>
            <a:xfrm>
              <a:off x="4019189" y="3961671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915" name="矩形 178">
              <a:extLst>
                <a:ext uri="{FF2B5EF4-FFF2-40B4-BE49-F238E27FC236}">
                  <a16:creationId xmlns:a16="http://schemas.microsoft.com/office/drawing/2014/main" id="{0F306A1E-5EFD-4359-B4F1-DEC6D4FA6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19189" y="395796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6" name="矩形 178">
              <a:extLst>
                <a:ext uri="{FF2B5EF4-FFF2-40B4-BE49-F238E27FC236}">
                  <a16:creationId xmlns:a16="http://schemas.microsoft.com/office/drawing/2014/main" id="{51D8CCC2-2FA6-42C4-92C8-EDE584360B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395796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7" name="矩形 178">
              <a:extLst>
                <a:ext uri="{FF2B5EF4-FFF2-40B4-BE49-F238E27FC236}">
                  <a16:creationId xmlns:a16="http://schemas.microsoft.com/office/drawing/2014/main" id="{5F1AE8DB-E97F-454E-86A0-E58960E3B7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3957961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8" name="矩形 178">
              <a:extLst>
                <a:ext uri="{FF2B5EF4-FFF2-40B4-BE49-F238E27FC236}">
                  <a16:creationId xmlns:a16="http://schemas.microsoft.com/office/drawing/2014/main" id="{E7A26463-1C14-4D28-8274-D631DBE56F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395796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9" name="矩形 178">
              <a:extLst>
                <a:ext uri="{FF2B5EF4-FFF2-40B4-BE49-F238E27FC236}">
                  <a16:creationId xmlns:a16="http://schemas.microsoft.com/office/drawing/2014/main" id="{A759D62C-0E08-47EA-8612-B7A62FA7EF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659" y="3957961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20" name="矩形 178">
              <a:extLst>
                <a:ext uri="{FF2B5EF4-FFF2-40B4-BE49-F238E27FC236}">
                  <a16:creationId xmlns:a16="http://schemas.microsoft.com/office/drawing/2014/main" id="{241AD3A4-9B3B-4EC6-9DE0-49FB8E167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395796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7" name="箭號: 五邊形 906">
              <a:extLst>
                <a:ext uri="{FF2B5EF4-FFF2-40B4-BE49-F238E27FC236}">
                  <a16:creationId xmlns:a16="http://schemas.microsoft.com/office/drawing/2014/main" id="{979C91D1-7D45-42A3-A5F3-55E38C2C30D4}"/>
                </a:ext>
              </a:extLst>
            </p:cNvPr>
            <p:cNvSpPr/>
            <p:nvPr/>
          </p:nvSpPr>
          <p:spPr>
            <a:xfrm>
              <a:off x="4219282" y="4129449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908" name="矩形 178">
              <a:extLst>
                <a:ext uri="{FF2B5EF4-FFF2-40B4-BE49-F238E27FC236}">
                  <a16:creationId xmlns:a16="http://schemas.microsoft.com/office/drawing/2014/main" id="{7B961589-DCCA-49CA-B546-E4A7FAB0C2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4125739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9" name="矩形 178">
              <a:extLst>
                <a:ext uri="{FF2B5EF4-FFF2-40B4-BE49-F238E27FC236}">
                  <a16:creationId xmlns:a16="http://schemas.microsoft.com/office/drawing/2014/main" id="{55EBA18A-8CEF-448A-A9BC-DDBF426C99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412573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0" name="矩形 178">
              <a:extLst>
                <a:ext uri="{FF2B5EF4-FFF2-40B4-BE49-F238E27FC236}">
                  <a16:creationId xmlns:a16="http://schemas.microsoft.com/office/drawing/2014/main" id="{99092A6B-57D2-4C01-926E-0957B3A672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412573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1" name="矩形 178">
              <a:extLst>
                <a:ext uri="{FF2B5EF4-FFF2-40B4-BE49-F238E27FC236}">
                  <a16:creationId xmlns:a16="http://schemas.microsoft.com/office/drawing/2014/main" id="{70819C4E-0093-4EAF-B843-FA4EDFA7D3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412573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2" name="矩形 178">
              <a:extLst>
                <a:ext uri="{FF2B5EF4-FFF2-40B4-BE49-F238E27FC236}">
                  <a16:creationId xmlns:a16="http://schemas.microsoft.com/office/drawing/2014/main" id="{A20ECC20-54B7-4CDF-AC09-BFE2F27703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659" y="412573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3" name="矩形 178">
              <a:extLst>
                <a:ext uri="{FF2B5EF4-FFF2-40B4-BE49-F238E27FC236}">
                  <a16:creationId xmlns:a16="http://schemas.microsoft.com/office/drawing/2014/main" id="{F9AEAD4C-102E-42E3-B1F7-A6B4624921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9757" y="4125739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0" name="箭號: 五邊形 899">
              <a:extLst>
                <a:ext uri="{FF2B5EF4-FFF2-40B4-BE49-F238E27FC236}">
                  <a16:creationId xmlns:a16="http://schemas.microsoft.com/office/drawing/2014/main" id="{51CFC198-007F-402E-8180-625862D736D8}"/>
                </a:ext>
              </a:extLst>
            </p:cNvPr>
            <p:cNvSpPr/>
            <p:nvPr/>
          </p:nvSpPr>
          <p:spPr>
            <a:xfrm>
              <a:off x="4019189" y="3793893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901" name="矩形 178">
              <a:extLst>
                <a:ext uri="{FF2B5EF4-FFF2-40B4-BE49-F238E27FC236}">
                  <a16:creationId xmlns:a16="http://schemas.microsoft.com/office/drawing/2014/main" id="{70658926-09B8-4BDB-9FC0-34CE430560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3790183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2" name="矩形 178">
              <a:extLst>
                <a:ext uri="{FF2B5EF4-FFF2-40B4-BE49-F238E27FC236}">
                  <a16:creationId xmlns:a16="http://schemas.microsoft.com/office/drawing/2014/main" id="{1963EFFB-3CB4-4BBC-96B7-210C59F7EE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19189" y="379018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3" name="矩形 178">
              <a:extLst>
                <a:ext uri="{FF2B5EF4-FFF2-40B4-BE49-F238E27FC236}">
                  <a16:creationId xmlns:a16="http://schemas.microsoft.com/office/drawing/2014/main" id="{3E61DA31-3247-422F-9398-76B72000F7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379018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4" name="矩形 178">
              <a:extLst>
                <a:ext uri="{FF2B5EF4-FFF2-40B4-BE49-F238E27FC236}">
                  <a16:creationId xmlns:a16="http://schemas.microsoft.com/office/drawing/2014/main" id="{8EB50FE7-E50F-4E49-A045-1FB4D0D619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379018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5" name="矩形 178">
              <a:extLst>
                <a:ext uri="{FF2B5EF4-FFF2-40B4-BE49-F238E27FC236}">
                  <a16:creationId xmlns:a16="http://schemas.microsoft.com/office/drawing/2014/main" id="{F6D6D1C7-EDE2-46AF-BCD1-2BDE8844F9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379018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6" name="矩形 178">
              <a:extLst>
                <a:ext uri="{FF2B5EF4-FFF2-40B4-BE49-F238E27FC236}">
                  <a16:creationId xmlns:a16="http://schemas.microsoft.com/office/drawing/2014/main" id="{B060EFF2-DA49-4BF0-A3D7-F374C567F3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659" y="379018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3" name="箭號: 五邊形 892">
              <a:extLst>
                <a:ext uri="{FF2B5EF4-FFF2-40B4-BE49-F238E27FC236}">
                  <a16:creationId xmlns:a16="http://schemas.microsoft.com/office/drawing/2014/main" id="{24588C52-9233-4D7E-B7E0-490F68EB8D76}"/>
                </a:ext>
              </a:extLst>
            </p:cNvPr>
            <p:cNvSpPr/>
            <p:nvPr/>
          </p:nvSpPr>
          <p:spPr>
            <a:xfrm>
              <a:off x="4219282" y="4297227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94" name="矩形 178">
              <a:extLst>
                <a:ext uri="{FF2B5EF4-FFF2-40B4-BE49-F238E27FC236}">
                  <a16:creationId xmlns:a16="http://schemas.microsoft.com/office/drawing/2014/main" id="{78AA4AA8-9363-4F65-B02E-EE7E7343D2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429351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5" name="矩形 178">
              <a:extLst>
                <a:ext uri="{FF2B5EF4-FFF2-40B4-BE49-F238E27FC236}">
                  <a16:creationId xmlns:a16="http://schemas.microsoft.com/office/drawing/2014/main" id="{C9EFF464-4E2F-4229-9E51-EFCA642C9A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429351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6" name="矩形 178">
              <a:extLst>
                <a:ext uri="{FF2B5EF4-FFF2-40B4-BE49-F238E27FC236}">
                  <a16:creationId xmlns:a16="http://schemas.microsoft.com/office/drawing/2014/main" id="{27D03B4A-28FB-4F50-9B78-BE423421FC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429351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7" name="矩形 178">
              <a:extLst>
                <a:ext uri="{FF2B5EF4-FFF2-40B4-BE49-F238E27FC236}">
                  <a16:creationId xmlns:a16="http://schemas.microsoft.com/office/drawing/2014/main" id="{04EF55FC-7212-4FC5-9671-EBF7724D3A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659" y="429351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8" name="矩形 178">
              <a:extLst>
                <a:ext uri="{FF2B5EF4-FFF2-40B4-BE49-F238E27FC236}">
                  <a16:creationId xmlns:a16="http://schemas.microsoft.com/office/drawing/2014/main" id="{F696CF69-817A-4C03-9CD4-B5BFB5EA1A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19757" y="4293517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9" name="矩形 178">
              <a:extLst>
                <a:ext uri="{FF2B5EF4-FFF2-40B4-BE49-F238E27FC236}">
                  <a16:creationId xmlns:a16="http://schemas.microsoft.com/office/drawing/2014/main" id="{CFB16B73-5AA1-48B4-8F4F-481C38BAF5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429351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6" name="箭號: 五邊形 885">
              <a:extLst>
                <a:ext uri="{FF2B5EF4-FFF2-40B4-BE49-F238E27FC236}">
                  <a16:creationId xmlns:a16="http://schemas.microsoft.com/office/drawing/2014/main" id="{2DD81432-326E-42B7-91C3-0AF81ADA9B7E}"/>
                </a:ext>
              </a:extLst>
            </p:cNvPr>
            <p:cNvSpPr/>
            <p:nvPr/>
          </p:nvSpPr>
          <p:spPr>
            <a:xfrm>
              <a:off x="3819091" y="3458335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7" name="矩形 178">
              <a:extLst>
                <a:ext uri="{FF2B5EF4-FFF2-40B4-BE49-F238E27FC236}">
                  <a16:creationId xmlns:a16="http://schemas.microsoft.com/office/drawing/2014/main" id="{A4E442AA-4258-4383-B10D-12769824CC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19091" y="3454625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8" name="矩形 178">
              <a:extLst>
                <a:ext uri="{FF2B5EF4-FFF2-40B4-BE49-F238E27FC236}">
                  <a16:creationId xmlns:a16="http://schemas.microsoft.com/office/drawing/2014/main" id="{7EE5CE07-7B9C-48B2-9BE8-8058CFEC96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19189" y="345462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9" name="矩形 178">
              <a:extLst>
                <a:ext uri="{FF2B5EF4-FFF2-40B4-BE49-F238E27FC236}">
                  <a16:creationId xmlns:a16="http://schemas.microsoft.com/office/drawing/2014/main" id="{EAFAA8DB-54CA-4EA9-A243-1BEAC9BD01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19380" y="345462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0" name="矩形 178">
              <a:extLst>
                <a:ext uri="{FF2B5EF4-FFF2-40B4-BE49-F238E27FC236}">
                  <a16:creationId xmlns:a16="http://schemas.microsoft.com/office/drawing/2014/main" id="{22A057F8-E25F-4622-967A-A38B318768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19477" y="3454625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1" name="矩形 178">
              <a:extLst>
                <a:ext uri="{FF2B5EF4-FFF2-40B4-BE49-F238E27FC236}">
                  <a16:creationId xmlns:a16="http://schemas.microsoft.com/office/drawing/2014/main" id="{4CCB1CE4-A715-4B31-8399-D6AD9F0991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819578" y="345462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2" name="矩形 178">
              <a:extLst>
                <a:ext uri="{FF2B5EF4-FFF2-40B4-BE49-F238E27FC236}">
                  <a16:creationId xmlns:a16="http://schemas.microsoft.com/office/drawing/2014/main" id="{9795D747-7132-4478-AC20-43EA6A1F6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19282" y="345462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917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D3542B28-21A5-4EF9-9557-057F50BF4266}"/>
              </a:ext>
            </a:extLst>
          </p:cNvPr>
          <p:cNvGrpSpPr/>
          <p:nvPr/>
        </p:nvGrpSpPr>
        <p:grpSpPr>
          <a:xfrm>
            <a:off x="2090199" y="2546420"/>
            <a:ext cx="1611368" cy="1002206"/>
            <a:chOff x="2444545" y="2546420"/>
            <a:chExt cx="1611368" cy="1002206"/>
          </a:xfrm>
        </p:grpSpPr>
        <p:sp>
          <p:nvSpPr>
            <p:cNvPr id="692" name="箭號: 五邊形 691">
              <a:extLst>
                <a:ext uri="{FF2B5EF4-FFF2-40B4-BE49-F238E27FC236}">
                  <a16:creationId xmlns:a16="http://schemas.microsoft.com/office/drawing/2014/main" id="{4637AF9E-72A8-48D2-9636-8572CCBB51FC}"/>
                </a:ext>
              </a:extLst>
            </p:cNvPr>
            <p:cNvSpPr/>
            <p:nvPr/>
          </p:nvSpPr>
          <p:spPr>
            <a:xfrm>
              <a:off x="2444545" y="2723167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93" name="矩形 178">
              <a:extLst>
                <a:ext uri="{FF2B5EF4-FFF2-40B4-BE49-F238E27FC236}">
                  <a16:creationId xmlns:a16="http://schemas.microsoft.com/office/drawing/2014/main" id="{F71D36D4-9D16-4539-9267-629ACFF226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71945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4" name="矩形 178">
              <a:extLst>
                <a:ext uri="{FF2B5EF4-FFF2-40B4-BE49-F238E27FC236}">
                  <a16:creationId xmlns:a16="http://schemas.microsoft.com/office/drawing/2014/main" id="{BBFE5F2B-F143-47F6-98F8-BDD6737F24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5" name="矩形 178">
              <a:extLst>
                <a:ext uri="{FF2B5EF4-FFF2-40B4-BE49-F238E27FC236}">
                  <a16:creationId xmlns:a16="http://schemas.microsoft.com/office/drawing/2014/main" id="{874EB660-517E-4AEF-8F49-3DF5C88165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6" name="矩形 178">
              <a:extLst>
                <a:ext uri="{FF2B5EF4-FFF2-40B4-BE49-F238E27FC236}">
                  <a16:creationId xmlns:a16="http://schemas.microsoft.com/office/drawing/2014/main" id="{3F5F43D4-3122-4C8E-A0AD-2E40F60D00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719457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7" name="矩形 178">
              <a:extLst>
                <a:ext uri="{FF2B5EF4-FFF2-40B4-BE49-F238E27FC236}">
                  <a16:creationId xmlns:a16="http://schemas.microsoft.com/office/drawing/2014/main" id="{A8766157-3E1A-45B4-86F5-270798315A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8" name="矩形 178">
              <a:extLst>
                <a:ext uri="{FF2B5EF4-FFF2-40B4-BE49-F238E27FC236}">
                  <a16:creationId xmlns:a16="http://schemas.microsoft.com/office/drawing/2014/main" id="{16ABB7D7-4577-4CAD-81CC-50B5047D3A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5" name="箭號: 五邊形 684">
              <a:extLst>
                <a:ext uri="{FF2B5EF4-FFF2-40B4-BE49-F238E27FC236}">
                  <a16:creationId xmlns:a16="http://schemas.microsoft.com/office/drawing/2014/main" id="{3201DD39-D265-4885-9459-F599CD4BD88F}"/>
                </a:ext>
              </a:extLst>
            </p:cNvPr>
            <p:cNvSpPr/>
            <p:nvPr/>
          </p:nvSpPr>
          <p:spPr>
            <a:xfrm>
              <a:off x="2644643" y="3069241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86" name="矩形 178">
              <a:extLst>
                <a:ext uri="{FF2B5EF4-FFF2-40B4-BE49-F238E27FC236}">
                  <a16:creationId xmlns:a16="http://schemas.microsoft.com/office/drawing/2014/main" id="{531C7A82-27CE-4171-8741-D487A07358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7" name="矩形 178">
              <a:extLst>
                <a:ext uri="{FF2B5EF4-FFF2-40B4-BE49-F238E27FC236}">
                  <a16:creationId xmlns:a16="http://schemas.microsoft.com/office/drawing/2014/main" id="{36BE483D-A598-4313-AF01-F0C0F8D1C5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8" name="矩形 178">
              <a:extLst>
                <a:ext uri="{FF2B5EF4-FFF2-40B4-BE49-F238E27FC236}">
                  <a16:creationId xmlns:a16="http://schemas.microsoft.com/office/drawing/2014/main" id="{5F7D8527-5B91-49CA-B124-BA4D8F2602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065531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9" name="矩形 178">
              <a:extLst>
                <a:ext uri="{FF2B5EF4-FFF2-40B4-BE49-F238E27FC236}">
                  <a16:creationId xmlns:a16="http://schemas.microsoft.com/office/drawing/2014/main" id="{DCB8D6DF-2EB6-46D4-84F8-D1FA1F996E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065531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0" name="矩形 178">
              <a:extLst>
                <a:ext uri="{FF2B5EF4-FFF2-40B4-BE49-F238E27FC236}">
                  <a16:creationId xmlns:a16="http://schemas.microsoft.com/office/drawing/2014/main" id="{3E7471C7-94C4-4371-BEB1-7E9C9E3750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1" name="矩形 178">
              <a:extLst>
                <a:ext uri="{FF2B5EF4-FFF2-40B4-BE49-F238E27FC236}">
                  <a16:creationId xmlns:a16="http://schemas.microsoft.com/office/drawing/2014/main" id="{6C9890A3-95EF-4C04-B5EF-F330926613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8" name="箭號: 五邊形 677">
              <a:extLst>
                <a:ext uri="{FF2B5EF4-FFF2-40B4-BE49-F238E27FC236}">
                  <a16:creationId xmlns:a16="http://schemas.microsoft.com/office/drawing/2014/main" id="{A92D0EC3-7A47-417C-B3C5-6EE9CD8E329C}"/>
                </a:ext>
              </a:extLst>
            </p:cNvPr>
            <p:cNvSpPr/>
            <p:nvPr/>
          </p:nvSpPr>
          <p:spPr>
            <a:xfrm>
              <a:off x="2844735" y="3415315"/>
              <a:ext cx="1211178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9" name="矩形 178">
              <a:extLst>
                <a:ext uri="{FF2B5EF4-FFF2-40B4-BE49-F238E27FC236}">
                  <a16:creationId xmlns:a16="http://schemas.microsoft.com/office/drawing/2014/main" id="{BFF24513-A094-4A3C-B09C-C3F7E7FCFB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411605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0" name="矩形 178">
              <a:extLst>
                <a:ext uri="{FF2B5EF4-FFF2-40B4-BE49-F238E27FC236}">
                  <a16:creationId xmlns:a16="http://schemas.microsoft.com/office/drawing/2014/main" id="{3524F540-4A0B-4F93-B57B-BE10014B14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411605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1" name="矩形 178">
              <a:extLst>
                <a:ext uri="{FF2B5EF4-FFF2-40B4-BE49-F238E27FC236}">
                  <a16:creationId xmlns:a16="http://schemas.microsoft.com/office/drawing/2014/main" id="{88B5053B-CD24-46AF-B4E0-058856C03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2" name="矩形 178">
              <a:extLst>
                <a:ext uri="{FF2B5EF4-FFF2-40B4-BE49-F238E27FC236}">
                  <a16:creationId xmlns:a16="http://schemas.microsoft.com/office/drawing/2014/main" id="{BC4EF71C-84A0-4BB3-9032-3B2EC1E6DF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3" name="矩形 178">
              <a:extLst>
                <a:ext uri="{FF2B5EF4-FFF2-40B4-BE49-F238E27FC236}">
                  <a16:creationId xmlns:a16="http://schemas.microsoft.com/office/drawing/2014/main" id="{2EA42D5B-D3B4-4977-B35A-A300CF9A25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4" name="矩形 178">
              <a:extLst>
                <a:ext uri="{FF2B5EF4-FFF2-40B4-BE49-F238E27FC236}">
                  <a16:creationId xmlns:a16="http://schemas.microsoft.com/office/drawing/2014/main" id="{87502DBC-74B7-49FD-9B15-2AA1B26418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3411605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4" name="箭號: 五邊形 663">
              <a:extLst>
                <a:ext uri="{FF2B5EF4-FFF2-40B4-BE49-F238E27FC236}">
                  <a16:creationId xmlns:a16="http://schemas.microsoft.com/office/drawing/2014/main" id="{8B62BFBA-ED39-4603-8913-85EC4CB51BFC}"/>
                </a:ext>
              </a:extLst>
            </p:cNvPr>
            <p:cNvSpPr/>
            <p:nvPr/>
          </p:nvSpPr>
          <p:spPr>
            <a:xfrm>
              <a:off x="2644643" y="2896204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5" name="矩形 178">
              <a:extLst>
                <a:ext uri="{FF2B5EF4-FFF2-40B4-BE49-F238E27FC236}">
                  <a16:creationId xmlns:a16="http://schemas.microsoft.com/office/drawing/2014/main" id="{1F70AC96-DC30-4F2D-91B5-9BF088EB24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892494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6" name="矩形 178">
              <a:extLst>
                <a:ext uri="{FF2B5EF4-FFF2-40B4-BE49-F238E27FC236}">
                  <a16:creationId xmlns:a16="http://schemas.microsoft.com/office/drawing/2014/main" id="{E7C1BF67-8777-432E-9504-224FB2B1B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7" name="矩形 178">
              <a:extLst>
                <a:ext uri="{FF2B5EF4-FFF2-40B4-BE49-F238E27FC236}">
                  <a16:creationId xmlns:a16="http://schemas.microsoft.com/office/drawing/2014/main" id="{ADAE9275-4499-46F2-B7BB-84270CB0E7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8" name="矩形 178">
              <a:extLst>
                <a:ext uri="{FF2B5EF4-FFF2-40B4-BE49-F238E27FC236}">
                  <a16:creationId xmlns:a16="http://schemas.microsoft.com/office/drawing/2014/main" id="{E869467E-6729-4837-8231-A7F1837D53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6" name="矩形 178">
              <a:extLst>
                <a:ext uri="{FF2B5EF4-FFF2-40B4-BE49-F238E27FC236}">
                  <a16:creationId xmlns:a16="http://schemas.microsoft.com/office/drawing/2014/main" id="{0BF04CCE-BD62-4C0A-89EE-F2E61CEC10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7" name="矩形 178">
              <a:extLst>
                <a:ext uri="{FF2B5EF4-FFF2-40B4-BE49-F238E27FC236}">
                  <a16:creationId xmlns:a16="http://schemas.microsoft.com/office/drawing/2014/main" id="{A0A7ACFF-4025-4EF6-8100-FAFA08C55D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9" name="箭號: 五邊形 608">
              <a:extLst>
                <a:ext uri="{FF2B5EF4-FFF2-40B4-BE49-F238E27FC236}">
                  <a16:creationId xmlns:a16="http://schemas.microsoft.com/office/drawing/2014/main" id="{2D35E646-F021-4C6C-9075-57BD22017091}"/>
                </a:ext>
              </a:extLst>
            </p:cNvPr>
            <p:cNvSpPr/>
            <p:nvPr/>
          </p:nvSpPr>
          <p:spPr>
            <a:xfrm>
              <a:off x="2444545" y="2550130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12" name="矩形 178">
              <a:extLst>
                <a:ext uri="{FF2B5EF4-FFF2-40B4-BE49-F238E27FC236}">
                  <a16:creationId xmlns:a16="http://schemas.microsoft.com/office/drawing/2014/main" id="{67B70FBB-56E1-49AD-A7A5-73D34F2ECF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3" name="矩形 178">
              <a:extLst>
                <a:ext uri="{FF2B5EF4-FFF2-40B4-BE49-F238E27FC236}">
                  <a16:creationId xmlns:a16="http://schemas.microsoft.com/office/drawing/2014/main" id="{E11B37DF-27A6-418B-A19B-B53AB6ECE4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2" name="矩形 178">
              <a:extLst>
                <a:ext uri="{FF2B5EF4-FFF2-40B4-BE49-F238E27FC236}">
                  <a16:creationId xmlns:a16="http://schemas.microsoft.com/office/drawing/2014/main" id="{C6ACB434-168B-4FA5-A512-243BCDECA6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6" name="矩形 178">
              <a:extLst>
                <a:ext uri="{FF2B5EF4-FFF2-40B4-BE49-F238E27FC236}">
                  <a16:creationId xmlns:a16="http://schemas.microsoft.com/office/drawing/2014/main" id="{F7B41860-6C31-4AA3-8185-664307761F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546420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9" name="矩形 178">
              <a:extLst>
                <a:ext uri="{FF2B5EF4-FFF2-40B4-BE49-F238E27FC236}">
                  <a16:creationId xmlns:a16="http://schemas.microsoft.com/office/drawing/2014/main" id="{72D15BF4-F719-44AF-85D3-5F60606DC1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546420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3" name="矩形 178">
              <a:extLst>
                <a:ext uri="{FF2B5EF4-FFF2-40B4-BE49-F238E27FC236}">
                  <a16:creationId xmlns:a16="http://schemas.microsoft.com/office/drawing/2014/main" id="{354E7391-14E8-4F8D-80D4-17845CD01A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7" name="箭號: 五邊形 476">
              <a:extLst>
                <a:ext uri="{FF2B5EF4-FFF2-40B4-BE49-F238E27FC236}">
                  <a16:creationId xmlns:a16="http://schemas.microsoft.com/office/drawing/2014/main" id="{EA6861B1-303A-40C5-AD06-9C43F6E350C3}"/>
                </a:ext>
              </a:extLst>
            </p:cNvPr>
            <p:cNvSpPr/>
            <p:nvPr/>
          </p:nvSpPr>
          <p:spPr>
            <a:xfrm>
              <a:off x="2644644" y="3242278"/>
              <a:ext cx="141062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2" name="矩形 178">
              <a:extLst>
                <a:ext uri="{FF2B5EF4-FFF2-40B4-BE49-F238E27FC236}">
                  <a16:creationId xmlns:a16="http://schemas.microsoft.com/office/drawing/2014/main" id="{7DB60989-829C-4FEB-9E77-19ABB6793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238568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9" name="矩形 178">
              <a:extLst>
                <a:ext uri="{FF2B5EF4-FFF2-40B4-BE49-F238E27FC236}">
                  <a16:creationId xmlns:a16="http://schemas.microsoft.com/office/drawing/2014/main" id="{ED51DF81-C6AA-4684-8D20-92A82386CB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238568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2" name="矩形 178">
              <a:extLst>
                <a:ext uri="{FF2B5EF4-FFF2-40B4-BE49-F238E27FC236}">
                  <a16:creationId xmlns:a16="http://schemas.microsoft.com/office/drawing/2014/main" id="{EB54DAC3-07E2-47D6-A5A7-A201AB96C6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3" name="矩形 178">
              <a:extLst>
                <a:ext uri="{FF2B5EF4-FFF2-40B4-BE49-F238E27FC236}">
                  <a16:creationId xmlns:a16="http://schemas.microsoft.com/office/drawing/2014/main" id="{FA955ABB-965E-4A94-891B-04269E40B3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4" name="矩形 178">
              <a:extLst>
                <a:ext uri="{FF2B5EF4-FFF2-40B4-BE49-F238E27FC236}">
                  <a16:creationId xmlns:a16="http://schemas.microsoft.com/office/drawing/2014/main" id="{2BD6C134-A5B2-41E9-BBCB-19331D29E4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3238568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5" name="矩形 178">
              <a:extLst>
                <a:ext uri="{FF2B5EF4-FFF2-40B4-BE49-F238E27FC236}">
                  <a16:creationId xmlns:a16="http://schemas.microsoft.com/office/drawing/2014/main" id="{91371F61-3E2B-4DC9-A6D6-B28A6B40A7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6" name="矩形 178">
              <a:extLst>
                <a:ext uri="{FF2B5EF4-FFF2-40B4-BE49-F238E27FC236}">
                  <a16:creationId xmlns:a16="http://schemas.microsoft.com/office/drawing/2014/main" id="{26F211C3-702D-4E1F-80EF-115DC08716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A07C4A27-48CF-4B0A-A174-27547120740A}"/>
              </a:ext>
            </a:extLst>
          </p:cNvPr>
          <p:cNvGrpSpPr/>
          <p:nvPr/>
        </p:nvGrpSpPr>
        <p:grpSpPr>
          <a:xfrm>
            <a:off x="2090988" y="4810935"/>
            <a:ext cx="1609791" cy="975913"/>
            <a:chOff x="2444545" y="4810935"/>
            <a:chExt cx="1609791" cy="975913"/>
          </a:xfrm>
        </p:grpSpPr>
        <p:sp>
          <p:nvSpPr>
            <p:cNvPr id="700" name="箭號: 五邊形 699">
              <a:extLst>
                <a:ext uri="{FF2B5EF4-FFF2-40B4-BE49-F238E27FC236}">
                  <a16:creationId xmlns:a16="http://schemas.microsoft.com/office/drawing/2014/main" id="{6F35C706-DBF3-4C63-9261-E844286C00A0}"/>
                </a:ext>
              </a:extLst>
            </p:cNvPr>
            <p:cNvSpPr/>
            <p:nvPr/>
          </p:nvSpPr>
          <p:spPr>
            <a:xfrm>
              <a:off x="2444545" y="4982423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1" name="矩形 178">
              <a:extLst>
                <a:ext uri="{FF2B5EF4-FFF2-40B4-BE49-F238E27FC236}">
                  <a16:creationId xmlns:a16="http://schemas.microsoft.com/office/drawing/2014/main" id="{4E186220-12B7-46E0-A5E3-98495C658F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4978713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2" name="矩形 178">
              <a:extLst>
                <a:ext uri="{FF2B5EF4-FFF2-40B4-BE49-F238E27FC236}">
                  <a16:creationId xmlns:a16="http://schemas.microsoft.com/office/drawing/2014/main" id="{F001A67B-46A8-4CB2-B000-345B057E08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49787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3" name="矩形 178">
              <a:extLst>
                <a:ext uri="{FF2B5EF4-FFF2-40B4-BE49-F238E27FC236}">
                  <a16:creationId xmlns:a16="http://schemas.microsoft.com/office/drawing/2014/main" id="{8466D06D-A895-49B6-A028-2F953D4987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49787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4" name="矩形 178">
              <a:extLst>
                <a:ext uri="{FF2B5EF4-FFF2-40B4-BE49-F238E27FC236}">
                  <a16:creationId xmlns:a16="http://schemas.microsoft.com/office/drawing/2014/main" id="{BB985F89-34DE-4E91-A2F5-C6BCF140E8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49787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5" name="矩形 178">
              <a:extLst>
                <a:ext uri="{FF2B5EF4-FFF2-40B4-BE49-F238E27FC236}">
                  <a16:creationId xmlns:a16="http://schemas.microsoft.com/office/drawing/2014/main" id="{C3E6D007-EC1C-43AC-AECE-4112BC6887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49787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6" name="矩形 178">
              <a:extLst>
                <a:ext uri="{FF2B5EF4-FFF2-40B4-BE49-F238E27FC236}">
                  <a16:creationId xmlns:a16="http://schemas.microsoft.com/office/drawing/2014/main" id="{CE521452-7BD0-4F9D-BFE7-1FE0EF239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49787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7" name="箭號: 五邊形 706">
              <a:extLst>
                <a:ext uri="{FF2B5EF4-FFF2-40B4-BE49-F238E27FC236}">
                  <a16:creationId xmlns:a16="http://schemas.microsoft.com/office/drawing/2014/main" id="{63F2BB4F-9B20-429B-9E0C-A16D5D4D9C42}"/>
                </a:ext>
              </a:extLst>
            </p:cNvPr>
            <p:cNvSpPr/>
            <p:nvPr/>
          </p:nvSpPr>
          <p:spPr>
            <a:xfrm>
              <a:off x="2644643" y="5317981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8" name="矩形 178">
              <a:extLst>
                <a:ext uri="{FF2B5EF4-FFF2-40B4-BE49-F238E27FC236}">
                  <a16:creationId xmlns:a16="http://schemas.microsoft.com/office/drawing/2014/main" id="{E757CB02-79CF-4644-B76F-81360DB852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5314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9" name="矩形 178">
              <a:extLst>
                <a:ext uri="{FF2B5EF4-FFF2-40B4-BE49-F238E27FC236}">
                  <a16:creationId xmlns:a16="http://schemas.microsoft.com/office/drawing/2014/main" id="{091F070F-BFFC-46CC-B172-E42E0A7131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5314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0" name="矩形 178">
              <a:extLst>
                <a:ext uri="{FF2B5EF4-FFF2-40B4-BE49-F238E27FC236}">
                  <a16:creationId xmlns:a16="http://schemas.microsoft.com/office/drawing/2014/main" id="{F3C96FCB-C561-4ACA-B0D1-3B37CFD7EF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5314271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1" name="矩形 178">
              <a:extLst>
                <a:ext uri="{FF2B5EF4-FFF2-40B4-BE49-F238E27FC236}">
                  <a16:creationId xmlns:a16="http://schemas.microsoft.com/office/drawing/2014/main" id="{0919C6FA-A20F-4A02-B7FD-8F5C7D680C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5314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2" name="矩形 178">
              <a:extLst>
                <a:ext uri="{FF2B5EF4-FFF2-40B4-BE49-F238E27FC236}">
                  <a16:creationId xmlns:a16="http://schemas.microsoft.com/office/drawing/2014/main" id="{793851CA-394C-450D-A935-135F546CED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5314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3" name="矩形 178">
              <a:extLst>
                <a:ext uri="{FF2B5EF4-FFF2-40B4-BE49-F238E27FC236}">
                  <a16:creationId xmlns:a16="http://schemas.microsoft.com/office/drawing/2014/main" id="{74F02BB8-6AE4-4ADD-89A3-311FAF8C28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5314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4" name="箭號: 五邊形 713">
              <a:extLst>
                <a:ext uri="{FF2B5EF4-FFF2-40B4-BE49-F238E27FC236}">
                  <a16:creationId xmlns:a16="http://schemas.microsoft.com/office/drawing/2014/main" id="{EA33BEE4-04B4-47FA-AB45-49AB9F053B01}"/>
                </a:ext>
              </a:extLst>
            </p:cNvPr>
            <p:cNvSpPr/>
            <p:nvPr/>
          </p:nvSpPr>
          <p:spPr>
            <a:xfrm>
              <a:off x="2844736" y="5485759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15" name="矩形 178">
              <a:extLst>
                <a:ext uri="{FF2B5EF4-FFF2-40B4-BE49-F238E27FC236}">
                  <a16:creationId xmlns:a16="http://schemas.microsoft.com/office/drawing/2014/main" id="{CBD1A953-8A07-48C3-85AC-D4D1D94C61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5482049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6" name="矩形 178">
              <a:extLst>
                <a:ext uri="{FF2B5EF4-FFF2-40B4-BE49-F238E27FC236}">
                  <a16:creationId xmlns:a16="http://schemas.microsoft.com/office/drawing/2014/main" id="{3C3F0381-69B7-4D82-97BA-A5CB46C184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548204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7" name="矩形 178">
              <a:extLst>
                <a:ext uri="{FF2B5EF4-FFF2-40B4-BE49-F238E27FC236}">
                  <a16:creationId xmlns:a16="http://schemas.microsoft.com/office/drawing/2014/main" id="{97AE5A05-D59A-4766-985E-BA4CD55084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548204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8" name="矩形 178">
              <a:extLst>
                <a:ext uri="{FF2B5EF4-FFF2-40B4-BE49-F238E27FC236}">
                  <a16:creationId xmlns:a16="http://schemas.microsoft.com/office/drawing/2014/main" id="{984C50D9-11BD-49DD-8181-BB15D08F9D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548204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9" name="矩形 178">
              <a:extLst>
                <a:ext uri="{FF2B5EF4-FFF2-40B4-BE49-F238E27FC236}">
                  <a16:creationId xmlns:a16="http://schemas.microsoft.com/office/drawing/2014/main" id="{BC811F21-0877-4732-8C81-F0E33FC33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548204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0" name="矩形 178">
              <a:extLst>
                <a:ext uri="{FF2B5EF4-FFF2-40B4-BE49-F238E27FC236}">
                  <a16:creationId xmlns:a16="http://schemas.microsoft.com/office/drawing/2014/main" id="{82A23B03-3B58-42F2-BD10-A229D5F1EE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5482049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1" name="箭號: 五邊形 720">
              <a:extLst>
                <a:ext uri="{FF2B5EF4-FFF2-40B4-BE49-F238E27FC236}">
                  <a16:creationId xmlns:a16="http://schemas.microsoft.com/office/drawing/2014/main" id="{A3F9626F-A5FC-4FD5-A47D-0DD2D94C3857}"/>
                </a:ext>
              </a:extLst>
            </p:cNvPr>
            <p:cNvSpPr/>
            <p:nvPr/>
          </p:nvSpPr>
          <p:spPr>
            <a:xfrm>
              <a:off x="2644643" y="5150203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22" name="矩形 178">
              <a:extLst>
                <a:ext uri="{FF2B5EF4-FFF2-40B4-BE49-F238E27FC236}">
                  <a16:creationId xmlns:a16="http://schemas.microsoft.com/office/drawing/2014/main" id="{7B584960-5A81-43E6-AAF5-770381B2E6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5146493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3" name="矩形 178">
              <a:extLst>
                <a:ext uri="{FF2B5EF4-FFF2-40B4-BE49-F238E27FC236}">
                  <a16:creationId xmlns:a16="http://schemas.microsoft.com/office/drawing/2014/main" id="{F5536621-CA43-4C62-BE80-40F71B7EA7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514649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4" name="矩形 178">
              <a:extLst>
                <a:ext uri="{FF2B5EF4-FFF2-40B4-BE49-F238E27FC236}">
                  <a16:creationId xmlns:a16="http://schemas.microsoft.com/office/drawing/2014/main" id="{F65C903F-2C7D-42F1-ABA0-F1E43C83D2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514649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5" name="矩形 178">
              <a:extLst>
                <a:ext uri="{FF2B5EF4-FFF2-40B4-BE49-F238E27FC236}">
                  <a16:creationId xmlns:a16="http://schemas.microsoft.com/office/drawing/2014/main" id="{CCF2DFEF-3918-445A-B714-DA53614A6E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514649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6" name="矩形 178">
              <a:extLst>
                <a:ext uri="{FF2B5EF4-FFF2-40B4-BE49-F238E27FC236}">
                  <a16:creationId xmlns:a16="http://schemas.microsoft.com/office/drawing/2014/main" id="{C73EA5BB-7D1A-41FC-91B1-F1FA91F12E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514649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7" name="矩形 178">
              <a:extLst>
                <a:ext uri="{FF2B5EF4-FFF2-40B4-BE49-F238E27FC236}">
                  <a16:creationId xmlns:a16="http://schemas.microsoft.com/office/drawing/2014/main" id="{59F34C4E-1EFA-450E-88BE-96AD4A21A8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514649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8" name="箭號: 五邊形 727">
              <a:extLst>
                <a:ext uri="{FF2B5EF4-FFF2-40B4-BE49-F238E27FC236}">
                  <a16:creationId xmlns:a16="http://schemas.microsoft.com/office/drawing/2014/main" id="{60B6E477-851F-4939-AB29-6D2A58F06F74}"/>
                </a:ext>
              </a:extLst>
            </p:cNvPr>
            <p:cNvSpPr/>
            <p:nvPr/>
          </p:nvSpPr>
          <p:spPr>
            <a:xfrm>
              <a:off x="2844736" y="5653537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29" name="矩形 178">
              <a:extLst>
                <a:ext uri="{FF2B5EF4-FFF2-40B4-BE49-F238E27FC236}">
                  <a16:creationId xmlns:a16="http://schemas.microsoft.com/office/drawing/2014/main" id="{70928A66-3C66-4E56-969C-436E2A9834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564982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0" name="矩形 178">
              <a:extLst>
                <a:ext uri="{FF2B5EF4-FFF2-40B4-BE49-F238E27FC236}">
                  <a16:creationId xmlns:a16="http://schemas.microsoft.com/office/drawing/2014/main" id="{DD3274CD-24A8-4CC9-B487-5D939F8DDE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564982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1" name="矩形 178">
              <a:extLst>
                <a:ext uri="{FF2B5EF4-FFF2-40B4-BE49-F238E27FC236}">
                  <a16:creationId xmlns:a16="http://schemas.microsoft.com/office/drawing/2014/main" id="{23AE1379-5119-4A78-A602-8D2170D960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564982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2" name="矩形 178">
              <a:extLst>
                <a:ext uri="{FF2B5EF4-FFF2-40B4-BE49-F238E27FC236}">
                  <a16:creationId xmlns:a16="http://schemas.microsoft.com/office/drawing/2014/main" id="{AA904788-1EB6-4F97-BD6A-A476053F39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564982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3" name="矩形 178">
              <a:extLst>
                <a:ext uri="{FF2B5EF4-FFF2-40B4-BE49-F238E27FC236}">
                  <a16:creationId xmlns:a16="http://schemas.microsoft.com/office/drawing/2014/main" id="{B4A23D35-4D97-409D-B70B-AB61B48ABC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5649827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4" name="矩形 178">
              <a:extLst>
                <a:ext uri="{FF2B5EF4-FFF2-40B4-BE49-F238E27FC236}">
                  <a16:creationId xmlns:a16="http://schemas.microsoft.com/office/drawing/2014/main" id="{B76E0BF3-A153-49E5-8859-79F35FBC04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564982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5" name="箭號: 五邊形 734">
              <a:extLst>
                <a:ext uri="{FF2B5EF4-FFF2-40B4-BE49-F238E27FC236}">
                  <a16:creationId xmlns:a16="http://schemas.microsoft.com/office/drawing/2014/main" id="{C25754D6-3502-40C3-BC92-6CDE53539586}"/>
                </a:ext>
              </a:extLst>
            </p:cNvPr>
            <p:cNvSpPr/>
            <p:nvPr/>
          </p:nvSpPr>
          <p:spPr>
            <a:xfrm>
              <a:off x="2444545" y="4814645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36" name="矩形 178">
              <a:extLst>
                <a:ext uri="{FF2B5EF4-FFF2-40B4-BE49-F238E27FC236}">
                  <a16:creationId xmlns:a16="http://schemas.microsoft.com/office/drawing/2014/main" id="{4290273C-D6C3-42B5-ABEA-574D5AA2F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481093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7" name="矩形 178">
              <a:extLst>
                <a:ext uri="{FF2B5EF4-FFF2-40B4-BE49-F238E27FC236}">
                  <a16:creationId xmlns:a16="http://schemas.microsoft.com/office/drawing/2014/main" id="{D5F37D35-176C-4DB5-BBF2-9B0171D4AB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481093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8" name="矩形 178">
              <a:extLst>
                <a:ext uri="{FF2B5EF4-FFF2-40B4-BE49-F238E27FC236}">
                  <a16:creationId xmlns:a16="http://schemas.microsoft.com/office/drawing/2014/main" id="{29E28E15-C498-470F-B626-D41EF95007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481093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9" name="矩形 178">
              <a:extLst>
                <a:ext uri="{FF2B5EF4-FFF2-40B4-BE49-F238E27FC236}">
                  <a16:creationId xmlns:a16="http://schemas.microsoft.com/office/drawing/2014/main" id="{9BB784B9-D727-40EC-A5DD-C54E05B8E6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4810935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0" name="矩形 178">
              <a:extLst>
                <a:ext uri="{FF2B5EF4-FFF2-40B4-BE49-F238E27FC236}">
                  <a16:creationId xmlns:a16="http://schemas.microsoft.com/office/drawing/2014/main" id="{CE27D83C-D64F-4BA3-B4A2-DCD44270B1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481093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1" name="矩形 178">
              <a:extLst>
                <a:ext uri="{FF2B5EF4-FFF2-40B4-BE49-F238E27FC236}">
                  <a16:creationId xmlns:a16="http://schemas.microsoft.com/office/drawing/2014/main" id="{1BEEF5AE-B728-4682-99A5-573C0FC7DD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481093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72" name="群組 1271">
            <a:extLst>
              <a:ext uri="{FF2B5EF4-FFF2-40B4-BE49-F238E27FC236}">
                <a16:creationId xmlns:a16="http://schemas.microsoft.com/office/drawing/2014/main" id="{010DD6F7-40D1-418A-90CE-E39E99AD8E3F}"/>
              </a:ext>
            </a:extLst>
          </p:cNvPr>
          <p:cNvGrpSpPr/>
          <p:nvPr/>
        </p:nvGrpSpPr>
        <p:grpSpPr>
          <a:xfrm>
            <a:off x="1757711" y="2094028"/>
            <a:ext cx="754640" cy="246221"/>
            <a:chOff x="204219" y="6028647"/>
            <a:chExt cx="754640" cy="246221"/>
          </a:xfrm>
        </p:grpSpPr>
        <p:sp>
          <p:nvSpPr>
            <p:cNvPr id="1273" name="矩形 1272">
              <a:extLst>
                <a:ext uri="{FF2B5EF4-FFF2-40B4-BE49-F238E27FC236}">
                  <a16:creationId xmlns:a16="http://schemas.microsoft.com/office/drawing/2014/main" id="{3D3AF69F-F442-4D53-A21F-B7C7AAC8E203}"/>
                </a:ext>
              </a:extLst>
            </p:cNvPr>
            <p:cNvSpPr/>
            <p:nvPr/>
          </p:nvSpPr>
          <p:spPr>
            <a:xfrm>
              <a:off x="204219" y="6071493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4" name="文字方塊 1273">
              <a:extLst>
                <a:ext uri="{FF2B5EF4-FFF2-40B4-BE49-F238E27FC236}">
                  <a16:creationId xmlns:a16="http://schemas.microsoft.com/office/drawing/2014/main" id="{0D065A5F-4D1B-4AA7-AB3B-93D686A1574D}"/>
                </a:ext>
              </a:extLst>
            </p:cNvPr>
            <p:cNvSpPr txBox="1"/>
            <p:nvPr/>
          </p:nvSpPr>
          <p:spPr>
            <a:xfrm>
              <a:off x="357412" y="6028647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Somatic</a:t>
              </a:r>
              <a:endParaRPr lang="zh-TW" altLang="en-US" sz="1000" dirty="0"/>
            </a:p>
          </p:txBody>
        </p:sp>
      </p:grpSp>
      <p:sp>
        <p:nvSpPr>
          <p:cNvPr id="4" name="標題 3">
            <a:extLst>
              <a:ext uri="{FF2B5EF4-FFF2-40B4-BE49-F238E27FC236}">
                <a16:creationId xmlns:a16="http://schemas.microsoft.com/office/drawing/2014/main" id="{2AE49F74-6715-4E7D-B484-7BB0C23C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work </a:t>
            </a:r>
            <a:r>
              <a:rPr lang="en-US" altLang="zh-TW" sz="1800" b="0" dirty="0">
                <a:solidFill>
                  <a:prstClr val="black"/>
                </a:solidFill>
                <a:ea typeface="微軟正黑體 Light"/>
              </a:rPr>
              <a:t>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 Somatic</a:t>
            </a:r>
            <a:r>
              <a:rPr lang="en-US" altLang="zh-TW" sz="1800" b="0" dirty="0"/>
              <a:t> Variant Calling in Tumor-Normal Samples </a:t>
            </a:r>
            <a:endParaRPr lang="zh-TW" altLang="en-US" sz="1800" b="0" dirty="0"/>
          </a:p>
        </p:txBody>
      </p:sp>
      <p:sp>
        <p:nvSpPr>
          <p:cNvPr id="292" name="文字方塊 291">
            <a:extLst>
              <a:ext uri="{FF2B5EF4-FFF2-40B4-BE49-F238E27FC236}">
                <a16:creationId xmlns:a16="http://schemas.microsoft.com/office/drawing/2014/main" id="{45415B57-DBD4-4ACB-A555-E70170EFAEE5}"/>
              </a:ext>
            </a:extLst>
          </p:cNvPr>
          <p:cNvSpPr txBox="1"/>
          <p:nvPr/>
        </p:nvSpPr>
        <p:spPr>
          <a:xfrm>
            <a:off x="253663" y="2308065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Tumor cells</a:t>
            </a:r>
          </a:p>
        </p:txBody>
      </p:sp>
      <p:grpSp>
        <p:nvGrpSpPr>
          <p:cNvPr id="293" name="群組 292">
            <a:extLst>
              <a:ext uri="{FF2B5EF4-FFF2-40B4-BE49-F238E27FC236}">
                <a16:creationId xmlns:a16="http://schemas.microsoft.com/office/drawing/2014/main" id="{C8FE793E-A7E9-4840-ABBC-7671FADF0AE7}"/>
              </a:ext>
            </a:extLst>
          </p:cNvPr>
          <p:cNvGrpSpPr/>
          <p:nvPr/>
        </p:nvGrpSpPr>
        <p:grpSpPr>
          <a:xfrm>
            <a:off x="487460" y="2689323"/>
            <a:ext cx="784800" cy="716400"/>
            <a:chOff x="7903546" y="3416043"/>
            <a:chExt cx="1361356" cy="1241829"/>
          </a:xfrm>
        </p:grpSpPr>
        <p:grpSp>
          <p:nvGrpSpPr>
            <p:cNvPr id="294" name="群組 293">
              <a:extLst>
                <a:ext uri="{FF2B5EF4-FFF2-40B4-BE49-F238E27FC236}">
                  <a16:creationId xmlns:a16="http://schemas.microsoft.com/office/drawing/2014/main" id="{7F641B6A-4AB0-4E52-A6EF-ABFEF6673A67}"/>
                </a:ext>
              </a:extLst>
            </p:cNvPr>
            <p:cNvGrpSpPr/>
            <p:nvPr/>
          </p:nvGrpSpPr>
          <p:grpSpPr>
            <a:xfrm>
              <a:off x="7903546" y="4009872"/>
              <a:ext cx="648000" cy="648000"/>
              <a:chOff x="-1123212" y="3002191"/>
              <a:chExt cx="950810" cy="950810"/>
            </a:xfrm>
          </p:grpSpPr>
          <p:sp>
            <p:nvSpPr>
              <p:cNvPr id="331" name="橢圓 330">
                <a:extLst>
                  <a:ext uri="{FF2B5EF4-FFF2-40B4-BE49-F238E27FC236}">
                    <a16:creationId xmlns:a16="http://schemas.microsoft.com/office/drawing/2014/main" id="{CB96156B-654C-40A2-B85B-793A264922E5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橢圓 331">
                <a:extLst>
                  <a:ext uri="{FF2B5EF4-FFF2-40B4-BE49-F238E27FC236}">
                    <a16:creationId xmlns:a16="http://schemas.microsoft.com/office/drawing/2014/main" id="{C9892D83-C88E-473A-B3E4-56428F59D682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橢圓 332">
                <a:extLst>
                  <a:ext uri="{FF2B5EF4-FFF2-40B4-BE49-F238E27FC236}">
                    <a16:creationId xmlns:a16="http://schemas.microsoft.com/office/drawing/2014/main" id="{357BDE53-4FFA-4A8A-86D3-DB205BDFC749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手繪多邊形: 圖案 333">
                <a:extLst>
                  <a:ext uri="{FF2B5EF4-FFF2-40B4-BE49-F238E27FC236}">
                    <a16:creationId xmlns:a16="http://schemas.microsoft.com/office/drawing/2014/main" id="{27C64DF7-361E-4146-A30A-3598284457DA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5" name="手繪多邊形: 圖案 334">
                <a:extLst>
                  <a:ext uri="{FF2B5EF4-FFF2-40B4-BE49-F238E27FC236}">
                    <a16:creationId xmlns:a16="http://schemas.microsoft.com/office/drawing/2014/main" id="{796F0038-A544-4D21-895E-C07FB4ED9C04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6" name="手繪多邊形: 圖案 335">
                <a:extLst>
                  <a:ext uri="{FF2B5EF4-FFF2-40B4-BE49-F238E27FC236}">
                    <a16:creationId xmlns:a16="http://schemas.microsoft.com/office/drawing/2014/main" id="{B477521A-418A-4307-B845-7114FB9C471C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手繪多邊形: 圖案 336">
                <a:extLst>
                  <a:ext uri="{FF2B5EF4-FFF2-40B4-BE49-F238E27FC236}">
                    <a16:creationId xmlns:a16="http://schemas.microsoft.com/office/drawing/2014/main" id="{7A76813C-56DE-4CFE-B4F7-5D2F187788E9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手繪多邊形: 圖案 337">
                <a:extLst>
                  <a:ext uri="{FF2B5EF4-FFF2-40B4-BE49-F238E27FC236}">
                    <a16:creationId xmlns:a16="http://schemas.microsoft.com/office/drawing/2014/main" id="{64193477-5FEC-4328-8170-A408291B4761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9" name="手繪多邊形: 圖案 338">
                <a:extLst>
                  <a:ext uri="{FF2B5EF4-FFF2-40B4-BE49-F238E27FC236}">
                    <a16:creationId xmlns:a16="http://schemas.microsoft.com/office/drawing/2014/main" id="{8252C1B3-8EB6-4F97-BAEF-5D8DE1A061C9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0" name="手繪多邊形: 圖案 339">
                <a:extLst>
                  <a:ext uri="{FF2B5EF4-FFF2-40B4-BE49-F238E27FC236}">
                    <a16:creationId xmlns:a16="http://schemas.microsoft.com/office/drawing/2014/main" id="{D1A9FFEE-5D8A-40DB-AC5C-03B40A227461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1" name="手繪多邊形: 圖案 340">
                <a:extLst>
                  <a:ext uri="{FF2B5EF4-FFF2-40B4-BE49-F238E27FC236}">
                    <a16:creationId xmlns:a16="http://schemas.microsoft.com/office/drawing/2014/main" id="{E6E2CF6B-BB15-4D2E-B84E-61A6EEDA190E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2" name="橢圓 341">
                <a:extLst>
                  <a:ext uri="{FF2B5EF4-FFF2-40B4-BE49-F238E27FC236}">
                    <a16:creationId xmlns:a16="http://schemas.microsoft.com/office/drawing/2014/main" id="{1B3AD3B8-9E69-4BC5-99EF-E1BD2AB4A080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3" name="橢圓 342">
                <a:extLst>
                  <a:ext uri="{FF2B5EF4-FFF2-40B4-BE49-F238E27FC236}">
                    <a16:creationId xmlns:a16="http://schemas.microsoft.com/office/drawing/2014/main" id="{F972C63E-AA0F-49AF-A994-FAE9EE9AC806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4" name="橢圓 343">
                <a:extLst>
                  <a:ext uri="{FF2B5EF4-FFF2-40B4-BE49-F238E27FC236}">
                    <a16:creationId xmlns:a16="http://schemas.microsoft.com/office/drawing/2014/main" id="{0935906D-920C-408A-88FC-134DCF5E7998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5" name="手繪多邊形: 圖案 344">
                <a:extLst>
                  <a:ext uri="{FF2B5EF4-FFF2-40B4-BE49-F238E27FC236}">
                    <a16:creationId xmlns:a16="http://schemas.microsoft.com/office/drawing/2014/main" id="{45D993F1-982F-4CE2-A956-569A0DB55A15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6" name="橢圓 345">
                <a:extLst>
                  <a:ext uri="{FF2B5EF4-FFF2-40B4-BE49-F238E27FC236}">
                    <a16:creationId xmlns:a16="http://schemas.microsoft.com/office/drawing/2014/main" id="{163F5539-7FC6-480A-9DA5-6A2851621700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7" name="橢圓 346">
                <a:extLst>
                  <a:ext uri="{FF2B5EF4-FFF2-40B4-BE49-F238E27FC236}">
                    <a16:creationId xmlns:a16="http://schemas.microsoft.com/office/drawing/2014/main" id="{B65CA4CC-98FE-45E1-891A-5BFC58A571D5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5" name="群組 294">
              <a:extLst>
                <a:ext uri="{FF2B5EF4-FFF2-40B4-BE49-F238E27FC236}">
                  <a16:creationId xmlns:a16="http://schemas.microsoft.com/office/drawing/2014/main" id="{5766F48D-B31C-40AC-8F0C-76D9E078F7FD}"/>
                </a:ext>
              </a:extLst>
            </p:cNvPr>
            <p:cNvGrpSpPr/>
            <p:nvPr/>
          </p:nvGrpSpPr>
          <p:grpSpPr>
            <a:xfrm>
              <a:off x="8616902" y="4008067"/>
              <a:ext cx="648000" cy="648000"/>
              <a:chOff x="-1123212" y="3002191"/>
              <a:chExt cx="950810" cy="950810"/>
            </a:xfrm>
          </p:grpSpPr>
          <p:sp>
            <p:nvSpPr>
              <p:cNvPr id="314" name="橢圓 313">
                <a:extLst>
                  <a:ext uri="{FF2B5EF4-FFF2-40B4-BE49-F238E27FC236}">
                    <a16:creationId xmlns:a16="http://schemas.microsoft.com/office/drawing/2014/main" id="{8D893DEA-BC28-4B4A-B90B-A08F7FC980D1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5" name="橢圓 314">
                <a:extLst>
                  <a:ext uri="{FF2B5EF4-FFF2-40B4-BE49-F238E27FC236}">
                    <a16:creationId xmlns:a16="http://schemas.microsoft.com/office/drawing/2014/main" id="{925D1CA0-D04D-4B4D-91DE-DDCB4B1AE47F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6" name="橢圓 315">
                <a:extLst>
                  <a:ext uri="{FF2B5EF4-FFF2-40B4-BE49-F238E27FC236}">
                    <a16:creationId xmlns:a16="http://schemas.microsoft.com/office/drawing/2014/main" id="{4AC06E0A-ED0C-4A71-95A0-D4E0AD7A680F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7" name="手繪多邊形: 圖案 316">
                <a:extLst>
                  <a:ext uri="{FF2B5EF4-FFF2-40B4-BE49-F238E27FC236}">
                    <a16:creationId xmlns:a16="http://schemas.microsoft.com/office/drawing/2014/main" id="{357B86B0-1942-4B24-BCF2-B889B1142729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手繪多邊形: 圖案 317">
                <a:extLst>
                  <a:ext uri="{FF2B5EF4-FFF2-40B4-BE49-F238E27FC236}">
                    <a16:creationId xmlns:a16="http://schemas.microsoft.com/office/drawing/2014/main" id="{3D5F9EA1-0707-4CC3-B6FF-FC7C35B3E162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9" name="手繪多邊形: 圖案 318">
                <a:extLst>
                  <a:ext uri="{FF2B5EF4-FFF2-40B4-BE49-F238E27FC236}">
                    <a16:creationId xmlns:a16="http://schemas.microsoft.com/office/drawing/2014/main" id="{26F24727-9D55-4C97-AE07-6FD2F7A8BBBB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0" name="手繪多邊形: 圖案 319">
                <a:extLst>
                  <a:ext uri="{FF2B5EF4-FFF2-40B4-BE49-F238E27FC236}">
                    <a16:creationId xmlns:a16="http://schemas.microsoft.com/office/drawing/2014/main" id="{27A320DF-5BE3-4700-BDF3-5160B39E62B0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手繪多邊形: 圖案 320">
                <a:extLst>
                  <a:ext uri="{FF2B5EF4-FFF2-40B4-BE49-F238E27FC236}">
                    <a16:creationId xmlns:a16="http://schemas.microsoft.com/office/drawing/2014/main" id="{322D89E7-A78A-4AE8-B863-DB011B8DC2E5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2" name="手繪多邊形: 圖案 321">
                <a:extLst>
                  <a:ext uri="{FF2B5EF4-FFF2-40B4-BE49-F238E27FC236}">
                    <a16:creationId xmlns:a16="http://schemas.microsoft.com/office/drawing/2014/main" id="{716E3435-7B5F-4ED2-9392-44334A912047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3" name="手繪多邊形: 圖案 322">
                <a:extLst>
                  <a:ext uri="{FF2B5EF4-FFF2-40B4-BE49-F238E27FC236}">
                    <a16:creationId xmlns:a16="http://schemas.microsoft.com/office/drawing/2014/main" id="{1F278A63-03B7-4F84-8F90-08BF3AC2F75B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47350894-8146-45CB-BD1F-FD27DB0FEDDA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5" name="橢圓 324">
                <a:extLst>
                  <a:ext uri="{FF2B5EF4-FFF2-40B4-BE49-F238E27FC236}">
                    <a16:creationId xmlns:a16="http://schemas.microsoft.com/office/drawing/2014/main" id="{53B54AF5-DE47-475D-839D-8B6F87E67CA5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橢圓 325">
                <a:extLst>
                  <a:ext uri="{FF2B5EF4-FFF2-40B4-BE49-F238E27FC236}">
                    <a16:creationId xmlns:a16="http://schemas.microsoft.com/office/drawing/2014/main" id="{9EADE0E0-565A-4583-BC97-A77BC89695D5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橢圓 326">
                <a:extLst>
                  <a:ext uri="{FF2B5EF4-FFF2-40B4-BE49-F238E27FC236}">
                    <a16:creationId xmlns:a16="http://schemas.microsoft.com/office/drawing/2014/main" id="{97FFFA5C-4213-4962-BC40-5D0FE33EDC9B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66CF5BB4-3A88-4195-91A1-68BF21CA411E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9" name="橢圓 328">
                <a:extLst>
                  <a:ext uri="{FF2B5EF4-FFF2-40B4-BE49-F238E27FC236}">
                    <a16:creationId xmlns:a16="http://schemas.microsoft.com/office/drawing/2014/main" id="{517EE901-C7C2-4B43-A6A2-03E96ED35429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0" name="橢圓 329">
                <a:extLst>
                  <a:ext uri="{FF2B5EF4-FFF2-40B4-BE49-F238E27FC236}">
                    <a16:creationId xmlns:a16="http://schemas.microsoft.com/office/drawing/2014/main" id="{7E0F104E-C701-41B0-9E42-27C28C9AD637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6" name="群組 295">
              <a:extLst>
                <a:ext uri="{FF2B5EF4-FFF2-40B4-BE49-F238E27FC236}">
                  <a16:creationId xmlns:a16="http://schemas.microsoft.com/office/drawing/2014/main" id="{661B20F4-34BD-4B68-812F-0C0CD8704D54}"/>
                </a:ext>
              </a:extLst>
            </p:cNvPr>
            <p:cNvGrpSpPr/>
            <p:nvPr/>
          </p:nvGrpSpPr>
          <p:grpSpPr>
            <a:xfrm>
              <a:off x="8258763" y="3416043"/>
              <a:ext cx="648000" cy="648000"/>
              <a:chOff x="-1123212" y="3002191"/>
              <a:chExt cx="950810" cy="950810"/>
            </a:xfrm>
          </p:grpSpPr>
          <p:sp>
            <p:nvSpPr>
              <p:cNvPr id="297" name="橢圓 296">
                <a:extLst>
                  <a:ext uri="{FF2B5EF4-FFF2-40B4-BE49-F238E27FC236}">
                    <a16:creationId xmlns:a16="http://schemas.microsoft.com/office/drawing/2014/main" id="{F18EC3C7-06A8-4660-8839-8A87CD4F4DB6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8" name="橢圓 297">
                <a:extLst>
                  <a:ext uri="{FF2B5EF4-FFF2-40B4-BE49-F238E27FC236}">
                    <a16:creationId xmlns:a16="http://schemas.microsoft.com/office/drawing/2014/main" id="{B5748D8B-360E-4BC1-9EB2-9F7D2F2AA6C3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9" name="橢圓 298">
                <a:extLst>
                  <a:ext uri="{FF2B5EF4-FFF2-40B4-BE49-F238E27FC236}">
                    <a16:creationId xmlns:a16="http://schemas.microsoft.com/office/drawing/2014/main" id="{8B12F74B-3D31-4245-BF66-1CCE9BECD2E8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C2E0FBA8-85B8-4240-BE0A-FFBF0AB9E7D2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F701C6A9-8207-46F9-A299-C9DB431C6E58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990701EB-61A3-42F7-AB5F-0DB89DF602FB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3" name="手繪多邊形: 圖案 302">
                <a:extLst>
                  <a:ext uri="{FF2B5EF4-FFF2-40B4-BE49-F238E27FC236}">
                    <a16:creationId xmlns:a16="http://schemas.microsoft.com/office/drawing/2014/main" id="{B3F009C7-61C4-4CE3-AD60-82627CFB2E3E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4" name="手繪多邊形: 圖案 303">
                <a:extLst>
                  <a:ext uri="{FF2B5EF4-FFF2-40B4-BE49-F238E27FC236}">
                    <a16:creationId xmlns:a16="http://schemas.microsoft.com/office/drawing/2014/main" id="{651D6824-BCBD-46A4-9060-9067F59A1B8F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C441A02F-F3A4-4EA5-A1C3-C14D5741CBD5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6" name="手繪多邊形: 圖案 305">
                <a:extLst>
                  <a:ext uri="{FF2B5EF4-FFF2-40B4-BE49-F238E27FC236}">
                    <a16:creationId xmlns:a16="http://schemas.microsoft.com/office/drawing/2014/main" id="{D13D8693-62B4-4550-9B8C-23B766C500AC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7" name="手繪多邊形: 圖案 306">
                <a:extLst>
                  <a:ext uri="{FF2B5EF4-FFF2-40B4-BE49-F238E27FC236}">
                    <a16:creationId xmlns:a16="http://schemas.microsoft.com/office/drawing/2014/main" id="{2C1F34BA-9677-4B85-96FB-89E33BD13B5D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8" name="橢圓 307">
                <a:extLst>
                  <a:ext uri="{FF2B5EF4-FFF2-40B4-BE49-F238E27FC236}">
                    <a16:creationId xmlns:a16="http://schemas.microsoft.com/office/drawing/2014/main" id="{A8D68D2C-018A-4A2D-8716-A916FD421BE9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9" name="橢圓 308">
                <a:extLst>
                  <a:ext uri="{FF2B5EF4-FFF2-40B4-BE49-F238E27FC236}">
                    <a16:creationId xmlns:a16="http://schemas.microsoft.com/office/drawing/2014/main" id="{0C826C3F-A02B-4841-8F00-BDACDD40DF57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橢圓 309">
                <a:extLst>
                  <a:ext uri="{FF2B5EF4-FFF2-40B4-BE49-F238E27FC236}">
                    <a16:creationId xmlns:a16="http://schemas.microsoft.com/office/drawing/2014/main" id="{B678BFE3-4BF7-4F1D-99AD-C278573BFDF9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手繪多邊形: 圖案 310">
                <a:extLst>
                  <a:ext uri="{FF2B5EF4-FFF2-40B4-BE49-F238E27FC236}">
                    <a16:creationId xmlns:a16="http://schemas.microsoft.com/office/drawing/2014/main" id="{5A3A46F6-A31F-4F7C-B8C7-ACACBC2C45EB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2" name="橢圓 311">
                <a:extLst>
                  <a:ext uri="{FF2B5EF4-FFF2-40B4-BE49-F238E27FC236}">
                    <a16:creationId xmlns:a16="http://schemas.microsoft.com/office/drawing/2014/main" id="{9EE4CFB9-4AD4-4B4C-B95E-9FB2958862B6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3" name="橢圓 312">
                <a:extLst>
                  <a:ext uri="{FF2B5EF4-FFF2-40B4-BE49-F238E27FC236}">
                    <a16:creationId xmlns:a16="http://schemas.microsoft.com/office/drawing/2014/main" id="{F2EF1B63-170A-401F-B2C6-58979DD7CE5A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26D783BD-9A35-4FD6-B230-ED11FC962DC1}"/>
              </a:ext>
            </a:extLst>
          </p:cNvPr>
          <p:cNvGrpSpPr/>
          <p:nvPr/>
        </p:nvGrpSpPr>
        <p:grpSpPr>
          <a:xfrm>
            <a:off x="487351" y="4940845"/>
            <a:ext cx="785018" cy="716093"/>
            <a:chOff x="7903544" y="1960219"/>
            <a:chExt cx="1361354" cy="1241831"/>
          </a:xfrm>
        </p:grpSpPr>
        <p:grpSp>
          <p:nvGrpSpPr>
            <p:cNvPr id="427" name="群組 426">
              <a:extLst>
                <a:ext uri="{FF2B5EF4-FFF2-40B4-BE49-F238E27FC236}">
                  <a16:creationId xmlns:a16="http://schemas.microsoft.com/office/drawing/2014/main" id="{8EB31491-8FB8-4005-A743-CC8942BC61A9}"/>
                </a:ext>
              </a:extLst>
            </p:cNvPr>
            <p:cNvGrpSpPr/>
            <p:nvPr/>
          </p:nvGrpSpPr>
          <p:grpSpPr>
            <a:xfrm>
              <a:off x="7903544" y="2554050"/>
              <a:ext cx="647999" cy="648000"/>
              <a:chOff x="114655" y="3347955"/>
              <a:chExt cx="950122" cy="950122"/>
            </a:xfrm>
          </p:grpSpPr>
          <p:sp>
            <p:nvSpPr>
              <p:cNvPr id="460" name="橢圓 459">
                <a:extLst>
                  <a:ext uri="{FF2B5EF4-FFF2-40B4-BE49-F238E27FC236}">
                    <a16:creationId xmlns:a16="http://schemas.microsoft.com/office/drawing/2014/main" id="{D2E61AD8-E043-4373-A231-DE90786EEE59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1" name="橢圓 460">
                <a:extLst>
                  <a:ext uri="{FF2B5EF4-FFF2-40B4-BE49-F238E27FC236}">
                    <a16:creationId xmlns:a16="http://schemas.microsoft.com/office/drawing/2014/main" id="{0E1C8C99-6F15-4C95-8C31-463FCE171710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2" name="橢圓 461">
                <a:extLst>
                  <a:ext uri="{FF2B5EF4-FFF2-40B4-BE49-F238E27FC236}">
                    <a16:creationId xmlns:a16="http://schemas.microsoft.com/office/drawing/2014/main" id="{DCFBC998-156B-45E8-BCD3-B9450438CB72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3" name="手繪多邊形: 圖案 462">
                <a:extLst>
                  <a:ext uri="{FF2B5EF4-FFF2-40B4-BE49-F238E27FC236}">
                    <a16:creationId xmlns:a16="http://schemas.microsoft.com/office/drawing/2014/main" id="{C9052780-EEFF-4772-BE4C-FC2523861AD6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4" name="手繪多邊形: 圖案 463">
                <a:extLst>
                  <a:ext uri="{FF2B5EF4-FFF2-40B4-BE49-F238E27FC236}">
                    <a16:creationId xmlns:a16="http://schemas.microsoft.com/office/drawing/2014/main" id="{961EEA63-CD6A-4907-AF56-4E27AD073584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5" name="手繪多邊形: 圖案 464">
                <a:extLst>
                  <a:ext uri="{FF2B5EF4-FFF2-40B4-BE49-F238E27FC236}">
                    <a16:creationId xmlns:a16="http://schemas.microsoft.com/office/drawing/2014/main" id="{459B6F34-EEEA-467C-9592-3A913F87C7F0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6" name="手繪多邊形: 圖案 465">
                <a:extLst>
                  <a:ext uri="{FF2B5EF4-FFF2-40B4-BE49-F238E27FC236}">
                    <a16:creationId xmlns:a16="http://schemas.microsoft.com/office/drawing/2014/main" id="{4224BF41-E00F-439A-B08A-238D36372A6A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7" name="手繪多邊形: 圖案 466">
                <a:extLst>
                  <a:ext uri="{FF2B5EF4-FFF2-40B4-BE49-F238E27FC236}">
                    <a16:creationId xmlns:a16="http://schemas.microsoft.com/office/drawing/2014/main" id="{74FCB4F6-7F64-4E50-A469-0647CEF9F632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8" name="手繪多邊形: 圖案 467">
                <a:extLst>
                  <a:ext uri="{FF2B5EF4-FFF2-40B4-BE49-F238E27FC236}">
                    <a16:creationId xmlns:a16="http://schemas.microsoft.com/office/drawing/2014/main" id="{10AE6A52-A6B2-48F9-A948-B776B5A6902B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9" name="手繪多邊形: 圖案 468">
                <a:extLst>
                  <a:ext uri="{FF2B5EF4-FFF2-40B4-BE49-F238E27FC236}">
                    <a16:creationId xmlns:a16="http://schemas.microsoft.com/office/drawing/2014/main" id="{F9F75627-6A13-430D-9D41-18FF0C02AD14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0" name="手繪多邊形: 圖案 469">
                <a:extLst>
                  <a:ext uri="{FF2B5EF4-FFF2-40B4-BE49-F238E27FC236}">
                    <a16:creationId xmlns:a16="http://schemas.microsoft.com/office/drawing/2014/main" id="{C4C41375-6B78-4E87-AF58-40616519DDDC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1" name="橢圓 470">
                <a:extLst>
                  <a:ext uri="{FF2B5EF4-FFF2-40B4-BE49-F238E27FC236}">
                    <a16:creationId xmlns:a16="http://schemas.microsoft.com/office/drawing/2014/main" id="{19AFA744-6111-43A4-9F8B-8358B944C88B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2" name="橢圓 471">
                <a:extLst>
                  <a:ext uri="{FF2B5EF4-FFF2-40B4-BE49-F238E27FC236}">
                    <a16:creationId xmlns:a16="http://schemas.microsoft.com/office/drawing/2014/main" id="{417E0809-8371-4C34-95A7-1E162F4A1DFF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3" name="橢圓 472">
                <a:extLst>
                  <a:ext uri="{FF2B5EF4-FFF2-40B4-BE49-F238E27FC236}">
                    <a16:creationId xmlns:a16="http://schemas.microsoft.com/office/drawing/2014/main" id="{7CFE3B0B-555A-4E0A-BCBF-466F87BD6DD1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4" name="橢圓 473">
                <a:extLst>
                  <a:ext uri="{FF2B5EF4-FFF2-40B4-BE49-F238E27FC236}">
                    <a16:creationId xmlns:a16="http://schemas.microsoft.com/office/drawing/2014/main" id="{7405322B-4DF3-457E-9F0B-B1FE354B4689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28" name="群組 427">
              <a:extLst>
                <a:ext uri="{FF2B5EF4-FFF2-40B4-BE49-F238E27FC236}">
                  <a16:creationId xmlns:a16="http://schemas.microsoft.com/office/drawing/2014/main" id="{79796A06-004D-46F3-952F-5ACE09FCD7AA}"/>
                </a:ext>
              </a:extLst>
            </p:cNvPr>
            <p:cNvGrpSpPr/>
            <p:nvPr/>
          </p:nvGrpSpPr>
          <p:grpSpPr>
            <a:xfrm>
              <a:off x="8616899" y="2554050"/>
              <a:ext cx="647999" cy="648000"/>
              <a:chOff x="114655" y="3347955"/>
              <a:chExt cx="950122" cy="950122"/>
            </a:xfrm>
          </p:grpSpPr>
          <p:sp>
            <p:nvSpPr>
              <p:cNvPr id="445" name="橢圓 444">
                <a:extLst>
                  <a:ext uri="{FF2B5EF4-FFF2-40B4-BE49-F238E27FC236}">
                    <a16:creationId xmlns:a16="http://schemas.microsoft.com/office/drawing/2014/main" id="{5ABF748A-6F01-4D6E-8DD9-5E51D86360F6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6" name="橢圓 445">
                <a:extLst>
                  <a:ext uri="{FF2B5EF4-FFF2-40B4-BE49-F238E27FC236}">
                    <a16:creationId xmlns:a16="http://schemas.microsoft.com/office/drawing/2014/main" id="{A9FED990-0492-4904-A58B-3B8D9179D913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7" name="橢圓 446">
                <a:extLst>
                  <a:ext uri="{FF2B5EF4-FFF2-40B4-BE49-F238E27FC236}">
                    <a16:creationId xmlns:a16="http://schemas.microsoft.com/office/drawing/2014/main" id="{68860110-0AE9-45D8-A7F3-A6953AC503B0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8" name="手繪多邊形: 圖案 447">
                <a:extLst>
                  <a:ext uri="{FF2B5EF4-FFF2-40B4-BE49-F238E27FC236}">
                    <a16:creationId xmlns:a16="http://schemas.microsoft.com/office/drawing/2014/main" id="{72A2A58E-D77A-4B3E-9E72-02496AEA9A10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9" name="手繪多邊形: 圖案 448">
                <a:extLst>
                  <a:ext uri="{FF2B5EF4-FFF2-40B4-BE49-F238E27FC236}">
                    <a16:creationId xmlns:a16="http://schemas.microsoft.com/office/drawing/2014/main" id="{45CD45CB-29C5-4D76-8EA6-EA7CBF654CD1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0" name="手繪多邊形: 圖案 449">
                <a:extLst>
                  <a:ext uri="{FF2B5EF4-FFF2-40B4-BE49-F238E27FC236}">
                    <a16:creationId xmlns:a16="http://schemas.microsoft.com/office/drawing/2014/main" id="{B1A045C4-0397-49D9-B786-2993DBB44827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1" name="手繪多邊形: 圖案 450">
                <a:extLst>
                  <a:ext uri="{FF2B5EF4-FFF2-40B4-BE49-F238E27FC236}">
                    <a16:creationId xmlns:a16="http://schemas.microsoft.com/office/drawing/2014/main" id="{28466D74-4EF1-4A54-A18A-E6F46F5E5C00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2" name="手繪多邊形: 圖案 451">
                <a:extLst>
                  <a:ext uri="{FF2B5EF4-FFF2-40B4-BE49-F238E27FC236}">
                    <a16:creationId xmlns:a16="http://schemas.microsoft.com/office/drawing/2014/main" id="{3DB89ECF-FEAD-42C3-8AC2-4105B0BF8A38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3" name="手繪多邊形: 圖案 452">
                <a:extLst>
                  <a:ext uri="{FF2B5EF4-FFF2-40B4-BE49-F238E27FC236}">
                    <a16:creationId xmlns:a16="http://schemas.microsoft.com/office/drawing/2014/main" id="{FCB0E68F-80F9-4763-BE35-4516D8A8845F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4" name="手繪多邊形: 圖案 453">
                <a:extLst>
                  <a:ext uri="{FF2B5EF4-FFF2-40B4-BE49-F238E27FC236}">
                    <a16:creationId xmlns:a16="http://schemas.microsoft.com/office/drawing/2014/main" id="{5F053B50-75BE-430A-894D-333994EAC2D9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5" name="手繪多邊形: 圖案 454">
                <a:extLst>
                  <a:ext uri="{FF2B5EF4-FFF2-40B4-BE49-F238E27FC236}">
                    <a16:creationId xmlns:a16="http://schemas.microsoft.com/office/drawing/2014/main" id="{87508083-923D-405A-9F2F-07C19E002076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6" name="橢圓 455">
                <a:extLst>
                  <a:ext uri="{FF2B5EF4-FFF2-40B4-BE49-F238E27FC236}">
                    <a16:creationId xmlns:a16="http://schemas.microsoft.com/office/drawing/2014/main" id="{E6CEA34C-344D-40F1-A03D-B51E5B4A7D37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7" name="橢圓 456">
                <a:extLst>
                  <a:ext uri="{FF2B5EF4-FFF2-40B4-BE49-F238E27FC236}">
                    <a16:creationId xmlns:a16="http://schemas.microsoft.com/office/drawing/2014/main" id="{3D271802-E3B8-4F71-9CF9-BAE1591082E0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8" name="橢圓 457">
                <a:extLst>
                  <a:ext uri="{FF2B5EF4-FFF2-40B4-BE49-F238E27FC236}">
                    <a16:creationId xmlns:a16="http://schemas.microsoft.com/office/drawing/2014/main" id="{291B9637-F5CC-4EAF-A4C8-05393AA95B65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9" name="橢圓 458">
                <a:extLst>
                  <a:ext uri="{FF2B5EF4-FFF2-40B4-BE49-F238E27FC236}">
                    <a16:creationId xmlns:a16="http://schemas.microsoft.com/office/drawing/2014/main" id="{DEFE6AA2-411E-450E-89BC-A3A218AB17B1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29" name="群組 428">
              <a:extLst>
                <a:ext uri="{FF2B5EF4-FFF2-40B4-BE49-F238E27FC236}">
                  <a16:creationId xmlns:a16="http://schemas.microsoft.com/office/drawing/2014/main" id="{C10A0904-4822-4294-AD39-830A59B10365}"/>
                </a:ext>
              </a:extLst>
            </p:cNvPr>
            <p:cNvGrpSpPr/>
            <p:nvPr/>
          </p:nvGrpSpPr>
          <p:grpSpPr>
            <a:xfrm>
              <a:off x="8258763" y="1960219"/>
              <a:ext cx="647999" cy="648000"/>
              <a:chOff x="114655" y="3347955"/>
              <a:chExt cx="950122" cy="950122"/>
            </a:xfrm>
          </p:grpSpPr>
          <p:sp>
            <p:nvSpPr>
              <p:cNvPr id="430" name="橢圓 429">
                <a:extLst>
                  <a:ext uri="{FF2B5EF4-FFF2-40B4-BE49-F238E27FC236}">
                    <a16:creationId xmlns:a16="http://schemas.microsoft.com/office/drawing/2014/main" id="{647D2293-9F50-4237-99DC-1A35A132CFA2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1" name="橢圓 430">
                <a:extLst>
                  <a:ext uri="{FF2B5EF4-FFF2-40B4-BE49-F238E27FC236}">
                    <a16:creationId xmlns:a16="http://schemas.microsoft.com/office/drawing/2014/main" id="{44C20506-F3CD-4C43-B428-BAEC9AAD8B2E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2" name="橢圓 431">
                <a:extLst>
                  <a:ext uri="{FF2B5EF4-FFF2-40B4-BE49-F238E27FC236}">
                    <a16:creationId xmlns:a16="http://schemas.microsoft.com/office/drawing/2014/main" id="{7285F9B1-1471-4E63-BA30-BED1D1118264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3" name="手繪多邊形: 圖案 432">
                <a:extLst>
                  <a:ext uri="{FF2B5EF4-FFF2-40B4-BE49-F238E27FC236}">
                    <a16:creationId xmlns:a16="http://schemas.microsoft.com/office/drawing/2014/main" id="{099FC728-7E81-4CE5-999B-364285EBAAAF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4" name="手繪多邊形: 圖案 433">
                <a:extLst>
                  <a:ext uri="{FF2B5EF4-FFF2-40B4-BE49-F238E27FC236}">
                    <a16:creationId xmlns:a16="http://schemas.microsoft.com/office/drawing/2014/main" id="{CBB2D6DD-AB1B-4168-B919-2AE278AA1661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5" name="手繪多邊形: 圖案 434">
                <a:extLst>
                  <a:ext uri="{FF2B5EF4-FFF2-40B4-BE49-F238E27FC236}">
                    <a16:creationId xmlns:a16="http://schemas.microsoft.com/office/drawing/2014/main" id="{D5445D41-9BD4-48B4-8629-AC66670B9FF3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6" name="手繪多邊形: 圖案 435">
                <a:extLst>
                  <a:ext uri="{FF2B5EF4-FFF2-40B4-BE49-F238E27FC236}">
                    <a16:creationId xmlns:a16="http://schemas.microsoft.com/office/drawing/2014/main" id="{883B2301-B8E9-45D5-A1A8-9C2DC00B5E98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7" name="手繪多邊形: 圖案 436">
                <a:extLst>
                  <a:ext uri="{FF2B5EF4-FFF2-40B4-BE49-F238E27FC236}">
                    <a16:creationId xmlns:a16="http://schemas.microsoft.com/office/drawing/2014/main" id="{9980CABE-ED28-4913-B60A-EB62D75C8FC9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8" name="手繪多邊形: 圖案 437">
                <a:extLst>
                  <a:ext uri="{FF2B5EF4-FFF2-40B4-BE49-F238E27FC236}">
                    <a16:creationId xmlns:a16="http://schemas.microsoft.com/office/drawing/2014/main" id="{91BAA80A-7D64-4FFE-87CA-298A73C0F5A0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9" name="手繪多邊形: 圖案 438">
                <a:extLst>
                  <a:ext uri="{FF2B5EF4-FFF2-40B4-BE49-F238E27FC236}">
                    <a16:creationId xmlns:a16="http://schemas.microsoft.com/office/drawing/2014/main" id="{E76CE4F1-BC20-406B-AEA8-67427BEBF78E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0" name="手繪多邊形: 圖案 439">
                <a:extLst>
                  <a:ext uri="{FF2B5EF4-FFF2-40B4-BE49-F238E27FC236}">
                    <a16:creationId xmlns:a16="http://schemas.microsoft.com/office/drawing/2014/main" id="{CFB2EC28-18FC-4A5A-B11C-CA5D683EE258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1" name="橢圓 440">
                <a:extLst>
                  <a:ext uri="{FF2B5EF4-FFF2-40B4-BE49-F238E27FC236}">
                    <a16:creationId xmlns:a16="http://schemas.microsoft.com/office/drawing/2014/main" id="{42E3F3DF-57A7-4FA2-8105-CE9F31EFD666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2" name="橢圓 441">
                <a:extLst>
                  <a:ext uri="{FF2B5EF4-FFF2-40B4-BE49-F238E27FC236}">
                    <a16:creationId xmlns:a16="http://schemas.microsoft.com/office/drawing/2014/main" id="{A4C72ED8-3935-49D4-8BEA-07F14F527564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3" name="橢圓 442">
                <a:extLst>
                  <a:ext uri="{FF2B5EF4-FFF2-40B4-BE49-F238E27FC236}">
                    <a16:creationId xmlns:a16="http://schemas.microsoft.com/office/drawing/2014/main" id="{3CDAFC84-D6E9-4938-AFC6-C323202568F9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4" name="橢圓 443">
                <a:extLst>
                  <a:ext uri="{FF2B5EF4-FFF2-40B4-BE49-F238E27FC236}">
                    <a16:creationId xmlns:a16="http://schemas.microsoft.com/office/drawing/2014/main" id="{C9539F8C-9446-42EB-82EA-B241341FA568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1158" name="文字方塊 1157">
            <a:extLst>
              <a:ext uri="{FF2B5EF4-FFF2-40B4-BE49-F238E27FC236}">
                <a16:creationId xmlns:a16="http://schemas.microsoft.com/office/drawing/2014/main" id="{C0DA8BB3-AFD9-42FF-8B46-9315AE40E749}"/>
              </a:ext>
            </a:extLst>
          </p:cNvPr>
          <p:cNvSpPr txBox="1"/>
          <p:nvPr/>
        </p:nvSpPr>
        <p:spPr>
          <a:xfrm>
            <a:off x="207240" y="572326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Normal cells</a:t>
            </a:r>
          </a:p>
        </p:txBody>
      </p:sp>
      <p:sp>
        <p:nvSpPr>
          <p:cNvPr id="422" name="箭號: 向右 421">
            <a:extLst>
              <a:ext uri="{FF2B5EF4-FFF2-40B4-BE49-F238E27FC236}">
                <a16:creationId xmlns:a16="http://schemas.microsoft.com/office/drawing/2014/main" id="{BAF51E76-3F16-4C09-A5EA-58302315FAA0}"/>
              </a:ext>
            </a:extLst>
          </p:cNvPr>
          <p:cNvSpPr/>
          <p:nvPr/>
        </p:nvSpPr>
        <p:spPr>
          <a:xfrm>
            <a:off x="1818259" y="5228691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6" name="箭號: 向右 475">
            <a:extLst>
              <a:ext uri="{FF2B5EF4-FFF2-40B4-BE49-F238E27FC236}">
                <a16:creationId xmlns:a16="http://schemas.microsoft.com/office/drawing/2014/main" id="{5FF906AF-183B-4D83-B519-CFF573086B51}"/>
              </a:ext>
            </a:extLst>
          </p:cNvPr>
          <p:cNvSpPr/>
          <p:nvPr/>
        </p:nvSpPr>
        <p:spPr>
          <a:xfrm>
            <a:off x="1818259" y="2977323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AAC44AD2-8CDA-43A3-B011-7D9C4F94CDC3}"/>
              </a:ext>
            </a:extLst>
          </p:cNvPr>
          <p:cNvGrpSpPr/>
          <p:nvPr/>
        </p:nvGrpSpPr>
        <p:grpSpPr>
          <a:xfrm>
            <a:off x="4342549" y="1722864"/>
            <a:ext cx="2340000" cy="369332"/>
            <a:chOff x="7284574" y="1646867"/>
            <a:chExt cx="2340000" cy="369332"/>
          </a:xfrm>
        </p:grpSpPr>
        <p:sp>
          <p:nvSpPr>
            <p:cNvPr id="631" name="矩形: 圓角 630">
              <a:extLst>
                <a:ext uri="{FF2B5EF4-FFF2-40B4-BE49-F238E27FC236}">
                  <a16:creationId xmlns:a16="http://schemas.microsoft.com/office/drawing/2014/main" id="{538D7FE5-4DA6-4B59-8A39-6EF0A9015CD1}"/>
                </a:ext>
              </a:extLst>
            </p:cNvPr>
            <p:cNvSpPr/>
            <p:nvPr/>
          </p:nvSpPr>
          <p:spPr>
            <a:xfrm>
              <a:off x="7284574" y="1698120"/>
              <a:ext cx="2340000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632" name="文字方塊 631">
              <a:extLst>
                <a:ext uri="{FF2B5EF4-FFF2-40B4-BE49-F238E27FC236}">
                  <a16:creationId xmlns:a16="http://schemas.microsoft.com/office/drawing/2014/main" id="{CE5808BF-D45C-49C1-9685-AD889FFBE6B0}"/>
                </a:ext>
              </a:extLst>
            </p:cNvPr>
            <p:cNvSpPr txBox="1"/>
            <p:nvPr/>
          </p:nvSpPr>
          <p:spPr>
            <a:xfrm>
              <a:off x="7689237" y="1646867"/>
              <a:ext cx="1530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Variant Calling</a:t>
              </a: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AB590F33-6134-47A9-AE39-0215EB21EE1A}"/>
              </a:ext>
            </a:extLst>
          </p:cNvPr>
          <p:cNvGrpSpPr/>
          <p:nvPr/>
        </p:nvGrpSpPr>
        <p:grpSpPr>
          <a:xfrm>
            <a:off x="9595822" y="1706703"/>
            <a:ext cx="2340000" cy="369332"/>
            <a:chOff x="9729437" y="1621241"/>
            <a:chExt cx="2340000" cy="369332"/>
          </a:xfrm>
        </p:grpSpPr>
        <p:sp>
          <p:nvSpPr>
            <p:cNvPr id="623" name="矩形: 圓角 622">
              <a:extLst>
                <a:ext uri="{FF2B5EF4-FFF2-40B4-BE49-F238E27FC236}">
                  <a16:creationId xmlns:a16="http://schemas.microsoft.com/office/drawing/2014/main" id="{DD0638A2-0BB9-48A8-A979-12787B40453D}"/>
                </a:ext>
              </a:extLst>
            </p:cNvPr>
            <p:cNvSpPr/>
            <p:nvPr/>
          </p:nvSpPr>
          <p:spPr>
            <a:xfrm>
              <a:off x="9789648" y="1672494"/>
              <a:ext cx="221957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5" name="文字方塊 624">
              <a:extLst>
                <a:ext uri="{FF2B5EF4-FFF2-40B4-BE49-F238E27FC236}">
                  <a16:creationId xmlns:a16="http://schemas.microsoft.com/office/drawing/2014/main" id="{B79729ED-AEF9-4290-AB75-85D597317525}"/>
                </a:ext>
              </a:extLst>
            </p:cNvPr>
            <p:cNvSpPr txBox="1"/>
            <p:nvPr/>
          </p:nvSpPr>
          <p:spPr>
            <a:xfrm>
              <a:off x="9729437" y="1621241"/>
              <a:ext cx="23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Somatic Variant Calling</a:t>
              </a:r>
            </a:p>
          </p:txBody>
        </p: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8DE34CB9-58E0-4F3C-AC33-EA7092673668}"/>
              </a:ext>
            </a:extLst>
          </p:cNvPr>
          <p:cNvGrpSpPr/>
          <p:nvPr/>
        </p:nvGrpSpPr>
        <p:grpSpPr>
          <a:xfrm>
            <a:off x="1735854" y="1722864"/>
            <a:ext cx="2320059" cy="369332"/>
            <a:chOff x="1972972" y="1595615"/>
            <a:chExt cx="2320059" cy="369332"/>
          </a:xfrm>
        </p:grpSpPr>
        <p:sp>
          <p:nvSpPr>
            <p:cNvPr id="620" name="矩形: 圓角 619">
              <a:extLst>
                <a:ext uri="{FF2B5EF4-FFF2-40B4-BE49-F238E27FC236}">
                  <a16:creationId xmlns:a16="http://schemas.microsoft.com/office/drawing/2014/main" id="{2CCC4867-086E-41D7-9DB8-2DF65F327D82}"/>
                </a:ext>
              </a:extLst>
            </p:cNvPr>
            <p:cNvSpPr/>
            <p:nvPr/>
          </p:nvSpPr>
          <p:spPr>
            <a:xfrm>
              <a:off x="1972972" y="1646868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1267" name="文字方塊 1266">
              <a:extLst>
                <a:ext uri="{FF2B5EF4-FFF2-40B4-BE49-F238E27FC236}">
                  <a16:creationId xmlns:a16="http://schemas.microsoft.com/office/drawing/2014/main" id="{8320B729-4DF9-493B-B927-1623C42233ED}"/>
                </a:ext>
              </a:extLst>
            </p:cNvPr>
            <p:cNvSpPr txBox="1"/>
            <p:nvPr/>
          </p:nvSpPr>
          <p:spPr>
            <a:xfrm>
              <a:off x="1972972" y="1595615"/>
              <a:ext cx="2267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Long-read Sequencing</a:t>
              </a:r>
              <a:endParaRPr lang="zh-TW" altLang="en-US" dirty="0"/>
            </a:p>
          </p:txBody>
        </p:sp>
      </p:grpSp>
      <p:grpSp>
        <p:nvGrpSpPr>
          <p:cNvPr id="1271" name="群組 1270">
            <a:extLst>
              <a:ext uri="{FF2B5EF4-FFF2-40B4-BE49-F238E27FC236}">
                <a16:creationId xmlns:a16="http://schemas.microsoft.com/office/drawing/2014/main" id="{6EEB3267-1246-42A3-9B2D-42B1579CE0DD}"/>
              </a:ext>
            </a:extLst>
          </p:cNvPr>
          <p:cNvGrpSpPr/>
          <p:nvPr/>
        </p:nvGrpSpPr>
        <p:grpSpPr>
          <a:xfrm>
            <a:off x="3284850" y="2094028"/>
            <a:ext cx="602355" cy="246221"/>
            <a:chOff x="204219" y="6028647"/>
            <a:chExt cx="602355" cy="246221"/>
          </a:xfrm>
        </p:grpSpPr>
        <p:sp>
          <p:nvSpPr>
            <p:cNvPr id="1275" name="矩形 1274">
              <a:extLst>
                <a:ext uri="{FF2B5EF4-FFF2-40B4-BE49-F238E27FC236}">
                  <a16:creationId xmlns:a16="http://schemas.microsoft.com/office/drawing/2014/main" id="{CD05E2ED-6A58-4CD6-AF45-3C3DFF13988A}"/>
                </a:ext>
              </a:extLst>
            </p:cNvPr>
            <p:cNvSpPr/>
            <p:nvPr/>
          </p:nvSpPr>
          <p:spPr>
            <a:xfrm>
              <a:off x="204219" y="6071493"/>
              <a:ext cx="162000" cy="160529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6" name="文字方塊 1275">
              <a:extLst>
                <a:ext uri="{FF2B5EF4-FFF2-40B4-BE49-F238E27FC236}">
                  <a16:creationId xmlns:a16="http://schemas.microsoft.com/office/drawing/2014/main" id="{C61CAF97-4E94-4FA4-9EDD-A9F15A380AD5}"/>
                </a:ext>
              </a:extLst>
            </p:cNvPr>
            <p:cNvSpPr txBox="1"/>
            <p:nvPr/>
          </p:nvSpPr>
          <p:spPr>
            <a:xfrm>
              <a:off x="357412" y="6028647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Error</a:t>
              </a:r>
              <a:endParaRPr lang="zh-TW" altLang="en-US" sz="1000" dirty="0"/>
            </a:p>
          </p:txBody>
        </p:sp>
      </p:grpSp>
      <p:grpSp>
        <p:nvGrpSpPr>
          <p:cNvPr id="950" name="群組 949">
            <a:extLst>
              <a:ext uri="{FF2B5EF4-FFF2-40B4-BE49-F238E27FC236}">
                <a16:creationId xmlns:a16="http://schemas.microsoft.com/office/drawing/2014/main" id="{E3F1388F-235E-4835-B777-E41BB1190414}"/>
              </a:ext>
            </a:extLst>
          </p:cNvPr>
          <p:cNvGrpSpPr/>
          <p:nvPr/>
        </p:nvGrpSpPr>
        <p:grpSpPr>
          <a:xfrm>
            <a:off x="2476482" y="2094028"/>
            <a:ext cx="818760" cy="246221"/>
            <a:chOff x="204219" y="5843928"/>
            <a:chExt cx="818760" cy="246221"/>
          </a:xfrm>
        </p:grpSpPr>
        <p:sp>
          <p:nvSpPr>
            <p:cNvPr id="951" name="矩形 950">
              <a:extLst>
                <a:ext uri="{FF2B5EF4-FFF2-40B4-BE49-F238E27FC236}">
                  <a16:creationId xmlns:a16="http://schemas.microsoft.com/office/drawing/2014/main" id="{0CE57259-1AB9-448E-B5BF-E5344E472A2E}"/>
                </a:ext>
              </a:extLst>
            </p:cNvPr>
            <p:cNvSpPr/>
            <p:nvPr/>
          </p:nvSpPr>
          <p:spPr>
            <a:xfrm>
              <a:off x="204219" y="5886774"/>
              <a:ext cx="162000" cy="16052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2" name="文字方塊 951">
              <a:extLst>
                <a:ext uri="{FF2B5EF4-FFF2-40B4-BE49-F238E27FC236}">
                  <a16:creationId xmlns:a16="http://schemas.microsoft.com/office/drawing/2014/main" id="{4734FBF2-7D6C-4D06-9D3D-7C045944E4BE}"/>
                </a:ext>
              </a:extLst>
            </p:cNvPr>
            <p:cNvSpPr txBox="1"/>
            <p:nvPr/>
          </p:nvSpPr>
          <p:spPr>
            <a:xfrm>
              <a:off x="357412" y="5843928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Germline</a:t>
              </a:r>
              <a:endParaRPr lang="zh-TW" altLang="en-US" sz="1000" dirty="0"/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7F27CAB8-5601-44FA-ADD6-DB040B943928}"/>
              </a:ext>
            </a:extLst>
          </p:cNvPr>
          <p:cNvGrpSpPr/>
          <p:nvPr/>
        </p:nvGrpSpPr>
        <p:grpSpPr>
          <a:xfrm>
            <a:off x="7055207" y="2507362"/>
            <a:ext cx="2167957" cy="1087745"/>
            <a:chOff x="7055207" y="2507362"/>
            <a:chExt cx="2167957" cy="1087745"/>
          </a:xfrm>
        </p:grpSpPr>
        <p:sp>
          <p:nvSpPr>
            <p:cNvPr id="381" name="箭號: 五邊形 380">
              <a:extLst>
                <a:ext uri="{FF2B5EF4-FFF2-40B4-BE49-F238E27FC236}">
                  <a16:creationId xmlns:a16="http://schemas.microsoft.com/office/drawing/2014/main" id="{C47F1867-5411-415E-BDF2-4BB98808F9A7}"/>
                </a:ext>
              </a:extLst>
            </p:cNvPr>
            <p:cNvSpPr/>
            <p:nvPr/>
          </p:nvSpPr>
          <p:spPr>
            <a:xfrm>
              <a:off x="7458069" y="2511072"/>
              <a:ext cx="1209600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82" name="矩形 178">
              <a:extLst>
                <a:ext uri="{FF2B5EF4-FFF2-40B4-BE49-F238E27FC236}">
                  <a16:creationId xmlns:a16="http://schemas.microsoft.com/office/drawing/2014/main" id="{1B5B5A1C-685B-4043-8F49-91638F98DD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50736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3" name="矩形 178">
              <a:extLst>
                <a:ext uri="{FF2B5EF4-FFF2-40B4-BE49-F238E27FC236}">
                  <a16:creationId xmlns:a16="http://schemas.microsoft.com/office/drawing/2014/main" id="{1E3E9C59-7B2B-4C83-A946-ADDB4F00C5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507362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4" name="矩形 178">
              <a:extLst>
                <a:ext uri="{FF2B5EF4-FFF2-40B4-BE49-F238E27FC236}">
                  <a16:creationId xmlns:a16="http://schemas.microsoft.com/office/drawing/2014/main" id="{241E9C0F-FC5D-49DF-889D-3C9522FA95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50736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5" name="矩形 178">
              <a:extLst>
                <a:ext uri="{FF2B5EF4-FFF2-40B4-BE49-F238E27FC236}">
                  <a16:creationId xmlns:a16="http://schemas.microsoft.com/office/drawing/2014/main" id="{A70837D7-92DF-4878-A243-8CD80C91D6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50736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" name="箭號: 五邊形 385">
              <a:extLst>
                <a:ext uri="{FF2B5EF4-FFF2-40B4-BE49-F238E27FC236}">
                  <a16:creationId xmlns:a16="http://schemas.microsoft.com/office/drawing/2014/main" id="{8FE8C84F-23C0-4ECA-B096-B577B1D1C579}"/>
                </a:ext>
              </a:extLst>
            </p:cNvPr>
            <p:cNvSpPr/>
            <p:nvPr/>
          </p:nvSpPr>
          <p:spPr>
            <a:xfrm>
              <a:off x="7658167" y="3294017"/>
              <a:ext cx="1209600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87" name="矩形 178">
              <a:extLst>
                <a:ext uri="{FF2B5EF4-FFF2-40B4-BE49-F238E27FC236}">
                  <a16:creationId xmlns:a16="http://schemas.microsoft.com/office/drawing/2014/main" id="{980B1240-B2BC-4060-901C-A1689E95EF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2903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8" name="矩形 178">
              <a:extLst>
                <a:ext uri="{FF2B5EF4-FFF2-40B4-BE49-F238E27FC236}">
                  <a16:creationId xmlns:a16="http://schemas.microsoft.com/office/drawing/2014/main" id="{0410E9AD-3066-4AD2-B605-35E28ADF76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29030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9" name="矩形 178">
              <a:extLst>
                <a:ext uri="{FF2B5EF4-FFF2-40B4-BE49-F238E27FC236}">
                  <a16:creationId xmlns:a16="http://schemas.microsoft.com/office/drawing/2014/main" id="{0D9FB286-25F4-4869-96DE-1FDFA62595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290307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0" name="矩形 178">
              <a:extLst>
                <a:ext uri="{FF2B5EF4-FFF2-40B4-BE49-F238E27FC236}">
                  <a16:creationId xmlns:a16="http://schemas.microsoft.com/office/drawing/2014/main" id="{B3C3F743-A5BA-4917-9CBF-2EF370E149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2903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1" name="箭號: 五邊形 390">
              <a:extLst>
                <a:ext uri="{FF2B5EF4-FFF2-40B4-BE49-F238E27FC236}">
                  <a16:creationId xmlns:a16="http://schemas.microsoft.com/office/drawing/2014/main" id="{FE2DACEB-29B4-42F8-AC4B-2737A692FBD9}"/>
                </a:ext>
              </a:extLst>
            </p:cNvPr>
            <p:cNvSpPr/>
            <p:nvPr/>
          </p:nvSpPr>
          <p:spPr>
            <a:xfrm>
              <a:off x="7858259" y="2839207"/>
              <a:ext cx="1211178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92" name="矩形 178">
              <a:extLst>
                <a:ext uri="{FF2B5EF4-FFF2-40B4-BE49-F238E27FC236}">
                  <a16:creationId xmlns:a16="http://schemas.microsoft.com/office/drawing/2014/main" id="{4395C4D2-6495-46AF-B37A-28097BDB01F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83549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3" name="矩形 178">
              <a:extLst>
                <a:ext uri="{FF2B5EF4-FFF2-40B4-BE49-F238E27FC236}">
                  <a16:creationId xmlns:a16="http://schemas.microsoft.com/office/drawing/2014/main" id="{7341ED3F-1272-40CB-894E-0955145434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835497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4" name="矩形 178">
              <a:extLst>
                <a:ext uri="{FF2B5EF4-FFF2-40B4-BE49-F238E27FC236}">
                  <a16:creationId xmlns:a16="http://schemas.microsoft.com/office/drawing/2014/main" id="{394C28A2-CACE-48BF-B952-036D13C19E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83549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5" name="矩形 178">
              <a:extLst>
                <a:ext uri="{FF2B5EF4-FFF2-40B4-BE49-F238E27FC236}">
                  <a16:creationId xmlns:a16="http://schemas.microsoft.com/office/drawing/2014/main" id="{200427B9-9ABC-4F78-B7DE-15F659A484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83549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6" name="箭號: 五邊形 395">
              <a:extLst>
                <a:ext uri="{FF2B5EF4-FFF2-40B4-BE49-F238E27FC236}">
                  <a16:creationId xmlns:a16="http://schemas.microsoft.com/office/drawing/2014/main" id="{3E20BF0F-C778-42EF-B91D-08697511325C}"/>
                </a:ext>
              </a:extLst>
            </p:cNvPr>
            <p:cNvSpPr/>
            <p:nvPr/>
          </p:nvSpPr>
          <p:spPr>
            <a:xfrm>
              <a:off x="7658167" y="2675139"/>
              <a:ext cx="1209600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97" name="矩形 178">
              <a:extLst>
                <a:ext uri="{FF2B5EF4-FFF2-40B4-BE49-F238E27FC236}">
                  <a16:creationId xmlns:a16="http://schemas.microsoft.com/office/drawing/2014/main" id="{F18FDB5F-8B54-4898-A936-87F89922CF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671429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8" name="矩形 178">
              <a:extLst>
                <a:ext uri="{FF2B5EF4-FFF2-40B4-BE49-F238E27FC236}">
                  <a16:creationId xmlns:a16="http://schemas.microsoft.com/office/drawing/2014/main" id="{C3C847D1-B586-42A6-ABD7-280C317A3A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" name="矩形 178">
              <a:extLst>
                <a:ext uri="{FF2B5EF4-FFF2-40B4-BE49-F238E27FC236}">
                  <a16:creationId xmlns:a16="http://schemas.microsoft.com/office/drawing/2014/main" id="{AC80D368-4A76-4E54-AAB3-C92915FBF4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0" name="矩形 178">
              <a:extLst>
                <a:ext uri="{FF2B5EF4-FFF2-40B4-BE49-F238E27FC236}">
                  <a16:creationId xmlns:a16="http://schemas.microsoft.com/office/drawing/2014/main" id="{A80E698A-5373-491D-8C34-021336391F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1" name="箭號: 五邊形 400">
              <a:extLst>
                <a:ext uri="{FF2B5EF4-FFF2-40B4-BE49-F238E27FC236}">
                  <a16:creationId xmlns:a16="http://schemas.microsoft.com/office/drawing/2014/main" id="{A2CDEECC-D547-4FD2-9B25-9B7C020C3E45}"/>
                </a:ext>
              </a:extLst>
            </p:cNvPr>
            <p:cNvSpPr/>
            <p:nvPr/>
          </p:nvSpPr>
          <p:spPr>
            <a:xfrm>
              <a:off x="7458069" y="3126238"/>
              <a:ext cx="1209600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02" name="矩形 178">
              <a:extLst>
                <a:ext uri="{FF2B5EF4-FFF2-40B4-BE49-F238E27FC236}">
                  <a16:creationId xmlns:a16="http://schemas.microsoft.com/office/drawing/2014/main" id="{37C1D6BA-E24D-4543-870E-1300E61EC5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12252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3" name="矩形 178">
              <a:extLst>
                <a:ext uri="{FF2B5EF4-FFF2-40B4-BE49-F238E27FC236}">
                  <a16:creationId xmlns:a16="http://schemas.microsoft.com/office/drawing/2014/main" id="{0B548910-5B98-4A31-94EA-C6F299BB3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122528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4" name="矩形 178">
              <a:extLst>
                <a:ext uri="{FF2B5EF4-FFF2-40B4-BE49-F238E27FC236}">
                  <a16:creationId xmlns:a16="http://schemas.microsoft.com/office/drawing/2014/main" id="{FDC0E8AF-CC5D-43CB-8CBB-BCEDAFCD19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122528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5" name="矩形 178">
              <a:extLst>
                <a:ext uri="{FF2B5EF4-FFF2-40B4-BE49-F238E27FC236}">
                  <a16:creationId xmlns:a16="http://schemas.microsoft.com/office/drawing/2014/main" id="{6435CAA4-B5B6-450A-A451-43AE26105F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12252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6" name="箭號: 五邊形 405">
              <a:extLst>
                <a:ext uri="{FF2B5EF4-FFF2-40B4-BE49-F238E27FC236}">
                  <a16:creationId xmlns:a16="http://schemas.microsoft.com/office/drawing/2014/main" id="{699F4FB7-C1EA-4817-9ECA-EDEC98087927}"/>
                </a:ext>
              </a:extLst>
            </p:cNvPr>
            <p:cNvSpPr/>
            <p:nvPr/>
          </p:nvSpPr>
          <p:spPr>
            <a:xfrm>
              <a:off x="7658168" y="3461796"/>
              <a:ext cx="1410626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07" name="矩形 178">
              <a:extLst>
                <a:ext uri="{FF2B5EF4-FFF2-40B4-BE49-F238E27FC236}">
                  <a16:creationId xmlns:a16="http://schemas.microsoft.com/office/drawing/2014/main" id="{BC15FEC6-D414-4225-B57C-9FC28B2D5E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458086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8" name="矩形 178">
              <a:extLst>
                <a:ext uri="{FF2B5EF4-FFF2-40B4-BE49-F238E27FC236}">
                  <a16:creationId xmlns:a16="http://schemas.microsoft.com/office/drawing/2014/main" id="{83C3E452-936D-4618-962B-4D3C3270A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458086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9" name="矩形 178">
              <a:extLst>
                <a:ext uri="{FF2B5EF4-FFF2-40B4-BE49-F238E27FC236}">
                  <a16:creationId xmlns:a16="http://schemas.microsoft.com/office/drawing/2014/main" id="{9F1A40A4-8F80-49E5-8A18-A437B1FDA2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45808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0" name="矩形 178">
              <a:extLst>
                <a:ext uri="{FF2B5EF4-FFF2-40B4-BE49-F238E27FC236}">
                  <a16:creationId xmlns:a16="http://schemas.microsoft.com/office/drawing/2014/main" id="{4A373136-6DEE-4D37-BCC3-D00CCD46C7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45808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11" name="直線接點 410">
              <a:extLst>
                <a:ext uri="{FF2B5EF4-FFF2-40B4-BE49-F238E27FC236}">
                  <a16:creationId xmlns:a16="http://schemas.microsoft.com/office/drawing/2014/main" id="{1E64E0C7-155B-4147-BCD6-C90D60DCDB13}"/>
                </a:ext>
              </a:extLst>
            </p:cNvPr>
            <p:cNvCxnSpPr>
              <a:cxnSpLocks/>
            </p:cNvCxnSpPr>
            <p:nvPr/>
          </p:nvCxnSpPr>
          <p:spPr>
            <a:xfrm>
              <a:off x="7055207" y="3043813"/>
              <a:ext cx="2167957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2" name="圖形 411" descr="女性形象 以實心填滿">
              <a:extLst>
                <a:ext uri="{FF2B5EF4-FFF2-40B4-BE49-F238E27FC236}">
                  <a16:creationId xmlns:a16="http://schemas.microsoft.com/office/drawing/2014/main" id="{B9165876-6F4E-4B51-AC81-803D3CD40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56945" y="3192289"/>
              <a:ext cx="325637" cy="325637"/>
            </a:xfrm>
            <a:prstGeom prst="rect">
              <a:avLst/>
            </a:prstGeom>
          </p:spPr>
        </p:pic>
        <p:pic>
          <p:nvPicPr>
            <p:cNvPr id="413" name="圖形 412" descr="男性形象 以實心填滿">
              <a:extLst>
                <a:ext uri="{FF2B5EF4-FFF2-40B4-BE49-F238E27FC236}">
                  <a16:creationId xmlns:a16="http://schemas.microsoft.com/office/drawing/2014/main" id="{91D3936E-B12A-409F-AFEF-5D475B57F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055207" y="2573412"/>
              <a:ext cx="325637" cy="325637"/>
            </a:xfrm>
            <a:prstGeom prst="rect">
              <a:avLst/>
            </a:prstGeom>
          </p:spPr>
        </p:pic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2C3C2F8-29A1-4D18-8020-C9313492AE44}"/>
              </a:ext>
            </a:extLst>
          </p:cNvPr>
          <p:cNvGrpSpPr/>
          <p:nvPr/>
        </p:nvGrpSpPr>
        <p:grpSpPr>
          <a:xfrm>
            <a:off x="9695176" y="2678191"/>
            <a:ext cx="2141292" cy="738664"/>
            <a:chOff x="9734138" y="2612333"/>
            <a:chExt cx="2141292" cy="738664"/>
          </a:xfrm>
        </p:grpSpPr>
        <p:sp>
          <p:nvSpPr>
            <p:cNvPr id="1268" name="文字方塊 1267">
              <a:extLst>
                <a:ext uri="{FF2B5EF4-FFF2-40B4-BE49-F238E27FC236}">
                  <a16:creationId xmlns:a16="http://schemas.microsoft.com/office/drawing/2014/main" id="{D985AA43-7A9E-4EE5-B5A8-893F138CFE43}"/>
                </a:ext>
              </a:extLst>
            </p:cNvPr>
            <p:cNvSpPr txBox="1"/>
            <p:nvPr/>
          </p:nvSpPr>
          <p:spPr>
            <a:xfrm>
              <a:off x="10435677" y="2612333"/>
              <a:ext cx="143975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marL="285750" indent="-285750">
                <a:buFont typeface="Arial" panose="020B0604020202020204" pitchFamily="34" charset="0"/>
                <a:buChar char="•"/>
                <a:defRPr sz="14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DeepSomatic</a:t>
              </a:r>
            </a:p>
            <a:p>
              <a:r>
                <a:rPr lang="en-US" altLang="zh-TW" dirty="0"/>
                <a:t>ClairS</a:t>
              </a:r>
            </a:p>
            <a:p>
              <a:r>
                <a:rPr lang="en-US" altLang="zh-TW" dirty="0"/>
                <a:t>Severus</a:t>
              </a:r>
              <a:endParaRPr lang="zh-TW" altLang="en-US" dirty="0"/>
            </a:p>
          </p:txBody>
        </p:sp>
        <p:grpSp>
          <p:nvGrpSpPr>
            <p:cNvPr id="527" name="群組 526">
              <a:extLst>
                <a:ext uri="{FF2B5EF4-FFF2-40B4-BE49-F238E27FC236}">
                  <a16:creationId xmlns:a16="http://schemas.microsoft.com/office/drawing/2014/main" id="{D73FCC9B-1F12-4FD6-928B-05200319E7C9}"/>
                </a:ext>
              </a:extLst>
            </p:cNvPr>
            <p:cNvGrpSpPr/>
            <p:nvPr/>
          </p:nvGrpSpPr>
          <p:grpSpPr>
            <a:xfrm>
              <a:off x="9734138" y="2701666"/>
              <a:ext cx="539926" cy="559998"/>
              <a:chOff x="7886533" y="5352793"/>
              <a:chExt cx="1181108" cy="1225016"/>
            </a:xfrm>
          </p:grpSpPr>
          <p:grpSp>
            <p:nvGrpSpPr>
              <p:cNvPr id="528" name="群組 527">
                <a:extLst>
                  <a:ext uri="{FF2B5EF4-FFF2-40B4-BE49-F238E27FC236}">
                    <a16:creationId xmlns:a16="http://schemas.microsoft.com/office/drawing/2014/main" id="{F321BDA5-AAF1-4CD7-9376-2DA5979AE6B8}"/>
                  </a:ext>
                </a:extLst>
              </p:cNvPr>
              <p:cNvGrpSpPr/>
              <p:nvPr/>
            </p:nvGrpSpPr>
            <p:grpSpPr>
              <a:xfrm>
                <a:off x="8408577" y="5352793"/>
                <a:ext cx="137021" cy="1225016"/>
                <a:chOff x="8482543" y="5352793"/>
                <a:chExt cx="137021" cy="1225016"/>
              </a:xfrm>
            </p:grpSpPr>
            <p:sp>
              <p:nvSpPr>
                <p:cNvPr id="562" name="橢圓 561">
                  <a:extLst>
                    <a:ext uri="{FF2B5EF4-FFF2-40B4-BE49-F238E27FC236}">
                      <a16:creationId xmlns:a16="http://schemas.microsoft.com/office/drawing/2014/main" id="{2C98BE42-55AF-42DF-B068-43963F12ACF5}"/>
                    </a:ext>
                  </a:extLst>
                </p:cNvPr>
                <p:cNvSpPr/>
                <p:nvPr/>
              </p:nvSpPr>
              <p:spPr>
                <a:xfrm>
                  <a:off x="8482543" y="5352793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3" name="橢圓 562">
                  <a:extLst>
                    <a:ext uri="{FF2B5EF4-FFF2-40B4-BE49-F238E27FC236}">
                      <a16:creationId xmlns:a16="http://schemas.microsoft.com/office/drawing/2014/main" id="{16562EDC-0B1E-4F3B-8935-FF448672D170}"/>
                    </a:ext>
                  </a:extLst>
                </p:cNvPr>
                <p:cNvSpPr/>
                <p:nvPr/>
              </p:nvSpPr>
              <p:spPr>
                <a:xfrm>
                  <a:off x="8482543" y="5715458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4" name="橢圓 563">
                  <a:extLst>
                    <a:ext uri="{FF2B5EF4-FFF2-40B4-BE49-F238E27FC236}">
                      <a16:creationId xmlns:a16="http://schemas.microsoft.com/office/drawing/2014/main" id="{42D6455A-929A-4362-AEFE-BDE18A460E7A}"/>
                    </a:ext>
                  </a:extLst>
                </p:cNvPr>
                <p:cNvSpPr/>
                <p:nvPr/>
              </p:nvSpPr>
              <p:spPr>
                <a:xfrm>
                  <a:off x="8482543" y="6078123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08" name="橢圓 607">
                  <a:extLst>
                    <a:ext uri="{FF2B5EF4-FFF2-40B4-BE49-F238E27FC236}">
                      <a16:creationId xmlns:a16="http://schemas.microsoft.com/office/drawing/2014/main" id="{F0720FBD-0BB4-416C-A889-CE234114A292}"/>
                    </a:ext>
                  </a:extLst>
                </p:cNvPr>
                <p:cNvSpPr/>
                <p:nvPr/>
              </p:nvSpPr>
              <p:spPr>
                <a:xfrm>
                  <a:off x="8482543" y="6440788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29" name="群組 528">
                <a:extLst>
                  <a:ext uri="{FF2B5EF4-FFF2-40B4-BE49-F238E27FC236}">
                    <a16:creationId xmlns:a16="http://schemas.microsoft.com/office/drawing/2014/main" id="{B1FC2E84-EAD6-4BD8-B796-CD10ECCF9612}"/>
                  </a:ext>
                </a:extLst>
              </p:cNvPr>
              <p:cNvGrpSpPr/>
              <p:nvPr/>
            </p:nvGrpSpPr>
            <p:grpSpPr>
              <a:xfrm>
                <a:off x="7886533" y="5534126"/>
                <a:ext cx="1181108" cy="137021"/>
                <a:chOff x="7886533" y="5502287"/>
                <a:chExt cx="1181108" cy="137021"/>
              </a:xfrm>
            </p:grpSpPr>
            <p:sp>
              <p:nvSpPr>
                <p:cNvPr id="560" name="橢圓 559">
                  <a:extLst>
                    <a:ext uri="{FF2B5EF4-FFF2-40B4-BE49-F238E27FC236}">
                      <a16:creationId xmlns:a16="http://schemas.microsoft.com/office/drawing/2014/main" id="{ADDD24DD-D7CE-41D8-9019-F6A05DC887EA}"/>
                    </a:ext>
                  </a:extLst>
                </p:cNvPr>
                <p:cNvSpPr/>
                <p:nvPr/>
              </p:nvSpPr>
              <p:spPr>
                <a:xfrm>
                  <a:off x="7886533" y="5502287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1" name="橢圓 560">
                  <a:extLst>
                    <a:ext uri="{FF2B5EF4-FFF2-40B4-BE49-F238E27FC236}">
                      <a16:creationId xmlns:a16="http://schemas.microsoft.com/office/drawing/2014/main" id="{343E4262-43A3-4E50-9350-D485987A457E}"/>
                    </a:ext>
                  </a:extLst>
                </p:cNvPr>
                <p:cNvSpPr/>
                <p:nvPr/>
              </p:nvSpPr>
              <p:spPr>
                <a:xfrm>
                  <a:off x="8930620" y="5502287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30" name="群組 529">
                <a:extLst>
                  <a:ext uri="{FF2B5EF4-FFF2-40B4-BE49-F238E27FC236}">
                    <a16:creationId xmlns:a16="http://schemas.microsoft.com/office/drawing/2014/main" id="{F516B91E-FD07-4FF4-9D3C-AC47E0A22BC9}"/>
                  </a:ext>
                </a:extLst>
              </p:cNvPr>
              <p:cNvGrpSpPr/>
              <p:nvPr/>
            </p:nvGrpSpPr>
            <p:grpSpPr>
              <a:xfrm>
                <a:off x="7886533" y="6259456"/>
                <a:ext cx="1181108" cy="137021"/>
                <a:chOff x="7886533" y="6120529"/>
                <a:chExt cx="1181108" cy="137021"/>
              </a:xfrm>
            </p:grpSpPr>
            <p:sp>
              <p:nvSpPr>
                <p:cNvPr id="558" name="橢圓 557">
                  <a:extLst>
                    <a:ext uri="{FF2B5EF4-FFF2-40B4-BE49-F238E27FC236}">
                      <a16:creationId xmlns:a16="http://schemas.microsoft.com/office/drawing/2014/main" id="{60010B79-7632-4F3B-9F76-98AC81EFE758}"/>
                    </a:ext>
                  </a:extLst>
                </p:cNvPr>
                <p:cNvSpPr/>
                <p:nvPr/>
              </p:nvSpPr>
              <p:spPr>
                <a:xfrm>
                  <a:off x="7886533" y="6120529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9" name="橢圓 558">
                  <a:extLst>
                    <a:ext uri="{FF2B5EF4-FFF2-40B4-BE49-F238E27FC236}">
                      <a16:creationId xmlns:a16="http://schemas.microsoft.com/office/drawing/2014/main" id="{A1B26EF1-F953-479B-AF99-AF258BACFB25}"/>
                    </a:ext>
                  </a:extLst>
                </p:cNvPr>
                <p:cNvSpPr/>
                <p:nvPr/>
              </p:nvSpPr>
              <p:spPr>
                <a:xfrm>
                  <a:off x="8930620" y="6120529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31" name="群組 530">
                <a:extLst>
                  <a:ext uri="{FF2B5EF4-FFF2-40B4-BE49-F238E27FC236}">
                    <a16:creationId xmlns:a16="http://schemas.microsoft.com/office/drawing/2014/main" id="{C020EB47-A2B7-4147-B38D-0455E2E42B5F}"/>
                  </a:ext>
                </a:extLst>
              </p:cNvPr>
              <p:cNvGrpSpPr/>
              <p:nvPr/>
            </p:nvGrpSpPr>
            <p:grpSpPr>
              <a:xfrm>
                <a:off x="7886533" y="5896791"/>
                <a:ext cx="1181108" cy="137021"/>
                <a:chOff x="7886533" y="5820982"/>
                <a:chExt cx="1181108" cy="137021"/>
              </a:xfrm>
            </p:grpSpPr>
            <p:sp>
              <p:nvSpPr>
                <p:cNvPr id="556" name="橢圓 555">
                  <a:extLst>
                    <a:ext uri="{FF2B5EF4-FFF2-40B4-BE49-F238E27FC236}">
                      <a16:creationId xmlns:a16="http://schemas.microsoft.com/office/drawing/2014/main" id="{C7F86B7B-6B7E-4232-97DA-778CA3E3EC41}"/>
                    </a:ext>
                  </a:extLst>
                </p:cNvPr>
                <p:cNvSpPr/>
                <p:nvPr/>
              </p:nvSpPr>
              <p:spPr>
                <a:xfrm>
                  <a:off x="7886533" y="5820982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7" name="橢圓 556">
                  <a:extLst>
                    <a:ext uri="{FF2B5EF4-FFF2-40B4-BE49-F238E27FC236}">
                      <a16:creationId xmlns:a16="http://schemas.microsoft.com/office/drawing/2014/main" id="{1EC03318-CB3F-4EF3-9C30-7428A222EFCA}"/>
                    </a:ext>
                  </a:extLst>
                </p:cNvPr>
                <p:cNvSpPr/>
                <p:nvPr/>
              </p:nvSpPr>
              <p:spPr>
                <a:xfrm>
                  <a:off x="8930620" y="5820982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532" name="直線接點 531">
                <a:extLst>
                  <a:ext uri="{FF2B5EF4-FFF2-40B4-BE49-F238E27FC236}">
                    <a16:creationId xmlns:a16="http://schemas.microsoft.com/office/drawing/2014/main" id="{F008F097-C1A4-4D93-A2A1-AC6689C6B1F6}"/>
                  </a:ext>
                </a:extLst>
              </p:cNvPr>
              <p:cNvCxnSpPr>
                <a:cxnSpLocks/>
                <a:stCxn id="560" idx="7"/>
                <a:endCxn id="562" idx="2"/>
              </p:cNvCxnSpPr>
              <p:nvPr/>
            </p:nvCxnSpPr>
            <p:spPr>
              <a:xfrm flipV="1">
                <a:off x="8003488" y="5421304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3" name="直線接點 532">
                <a:extLst>
                  <a:ext uri="{FF2B5EF4-FFF2-40B4-BE49-F238E27FC236}">
                    <a16:creationId xmlns:a16="http://schemas.microsoft.com/office/drawing/2014/main" id="{97595724-D39C-4D15-A568-D7BC9552D0D8}"/>
                  </a:ext>
                </a:extLst>
              </p:cNvPr>
              <p:cNvCxnSpPr>
                <a:cxnSpLocks/>
                <a:stCxn id="560" idx="6"/>
                <a:endCxn id="563" idx="1"/>
              </p:cNvCxnSpPr>
              <p:nvPr/>
            </p:nvCxnSpPr>
            <p:spPr>
              <a:xfrm>
                <a:off x="8023554" y="5602637"/>
                <a:ext cx="405089" cy="1328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>
                <a:extLst>
                  <a:ext uri="{FF2B5EF4-FFF2-40B4-BE49-F238E27FC236}">
                    <a16:creationId xmlns:a16="http://schemas.microsoft.com/office/drawing/2014/main" id="{1192C689-3CCC-477F-ADFA-C94DBC0699A6}"/>
                  </a:ext>
                </a:extLst>
              </p:cNvPr>
              <p:cNvCxnSpPr>
                <a:cxnSpLocks/>
                <a:stCxn id="560" idx="5"/>
                <a:endCxn id="564" idx="1"/>
              </p:cNvCxnSpPr>
              <p:nvPr/>
            </p:nvCxnSpPr>
            <p:spPr>
              <a:xfrm>
                <a:off x="8003488" y="5651081"/>
                <a:ext cx="425155" cy="447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5" name="直線接點 534">
                <a:extLst>
                  <a:ext uri="{FF2B5EF4-FFF2-40B4-BE49-F238E27FC236}">
                    <a16:creationId xmlns:a16="http://schemas.microsoft.com/office/drawing/2014/main" id="{269EECC7-D60E-4673-B5DB-4904E8BDFBC9}"/>
                  </a:ext>
                </a:extLst>
              </p:cNvPr>
              <p:cNvCxnSpPr>
                <a:cxnSpLocks/>
                <a:stCxn id="560" idx="4"/>
                <a:endCxn id="608" idx="0"/>
              </p:cNvCxnSpPr>
              <p:nvPr/>
            </p:nvCxnSpPr>
            <p:spPr>
              <a:xfrm>
                <a:off x="7955044" y="5671147"/>
                <a:ext cx="522044" cy="7696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6" name="直線接點 535">
                <a:extLst>
                  <a:ext uri="{FF2B5EF4-FFF2-40B4-BE49-F238E27FC236}">
                    <a16:creationId xmlns:a16="http://schemas.microsoft.com/office/drawing/2014/main" id="{C86721BC-9291-4DE3-B5AD-BBA06136FA17}"/>
                  </a:ext>
                </a:extLst>
              </p:cNvPr>
              <p:cNvCxnSpPr>
                <a:cxnSpLocks/>
                <a:stCxn id="556" idx="0"/>
                <a:endCxn id="562" idx="3"/>
              </p:cNvCxnSpPr>
              <p:nvPr/>
            </p:nvCxnSpPr>
            <p:spPr>
              <a:xfrm flipV="1">
                <a:off x="7955044" y="5469748"/>
                <a:ext cx="473599" cy="4270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7" name="直線接點 536">
                <a:extLst>
                  <a:ext uri="{FF2B5EF4-FFF2-40B4-BE49-F238E27FC236}">
                    <a16:creationId xmlns:a16="http://schemas.microsoft.com/office/drawing/2014/main" id="{B3A667C3-1115-4F22-B869-7B0B0D5D074B}"/>
                  </a:ext>
                </a:extLst>
              </p:cNvPr>
              <p:cNvCxnSpPr>
                <a:cxnSpLocks/>
                <a:stCxn id="558" idx="0"/>
                <a:endCxn id="562" idx="4"/>
              </p:cNvCxnSpPr>
              <p:nvPr/>
            </p:nvCxnSpPr>
            <p:spPr>
              <a:xfrm flipV="1">
                <a:off x="7955044" y="5489814"/>
                <a:ext cx="522044" cy="7696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8" name="直線接點 537">
                <a:extLst>
                  <a:ext uri="{FF2B5EF4-FFF2-40B4-BE49-F238E27FC236}">
                    <a16:creationId xmlns:a16="http://schemas.microsoft.com/office/drawing/2014/main" id="{8258AF58-53EF-42EB-A2F9-A1F7C7E5904A}"/>
                  </a:ext>
                </a:extLst>
              </p:cNvPr>
              <p:cNvCxnSpPr>
                <a:cxnSpLocks/>
                <a:stCxn id="558" idx="7"/>
                <a:endCxn id="563" idx="3"/>
              </p:cNvCxnSpPr>
              <p:nvPr/>
            </p:nvCxnSpPr>
            <p:spPr>
              <a:xfrm flipV="1">
                <a:off x="8003488" y="5832413"/>
                <a:ext cx="425155" cy="44710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9" name="直線接點 538">
                <a:extLst>
                  <a:ext uri="{FF2B5EF4-FFF2-40B4-BE49-F238E27FC236}">
                    <a16:creationId xmlns:a16="http://schemas.microsoft.com/office/drawing/2014/main" id="{2ACFC715-1804-45CB-8223-981EACDC4305}"/>
                  </a:ext>
                </a:extLst>
              </p:cNvPr>
              <p:cNvCxnSpPr>
                <a:cxnSpLocks/>
                <a:stCxn id="556" idx="7"/>
                <a:endCxn id="563" idx="2"/>
              </p:cNvCxnSpPr>
              <p:nvPr/>
            </p:nvCxnSpPr>
            <p:spPr>
              <a:xfrm flipV="1">
                <a:off x="8003488" y="5783969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0" name="直線接點 539">
                <a:extLst>
                  <a:ext uri="{FF2B5EF4-FFF2-40B4-BE49-F238E27FC236}">
                    <a16:creationId xmlns:a16="http://schemas.microsoft.com/office/drawing/2014/main" id="{C8AD9E60-5AAA-4233-B93C-8D804DC93C6F}"/>
                  </a:ext>
                </a:extLst>
              </p:cNvPr>
              <p:cNvCxnSpPr>
                <a:cxnSpLocks/>
                <a:stCxn id="556" idx="5"/>
                <a:endCxn id="564" idx="2"/>
              </p:cNvCxnSpPr>
              <p:nvPr/>
            </p:nvCxnSpPr>
            <p:spPr>
              <a:xfrm>
                <a:off x="8003488" y="6013746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1" name="直線接點 540">
                <a:extLst>
                  <a:ext uri="{FF2B5EF4-FFF2-40B4-BE49-F238E27FC236}">
                    <a16:creationId xmlns:a16="http://schemas.microsoft.com/office/drawing/2014/main" id="{07F1E815-A739-4A68-B1DB-5BA5519B6B8A}"/>
                  </a:ext>
                </a:extLst>
              </p:cNvPr>
              <p:cNvCxnSpPr>
                <a:cxnSpLocks/>
                <a:stCxn id="556" idx="4"/>
                <a:endCxn id="608" idx="1"/>
              </p:cNvCxnSpPr>
              <p:nvPr/>
            </p:nvCxnSpPr>
            <p:spPr>
              <a:xfrm>
                <a:off x="7955044" y="6033812"/>
                <a:ext cx="473599" cy="4270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2" name="直線接點 541">
                <a:extLst>
                  <a:ext uri="{FF2B5EF4-FFF2-40B4-BE49-F238E27FC236}">
                    <a16:creationId xmlns:a16="http://schemas.microsoft.com/office/drawing/2014/main" id="{2FEF5E91-98A1-4FCE-99E4-81088822A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6056" y="6374344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3" name="直線接點 542">
                <a:extLst>
                  <a:ext uri="{FF2B5EF4-FFF2-40B4-BE49-F238E27FC236}">
                    <a16:creationId xmlns:a16="http://schemas.microsoft.com/office/drawing/2014/main" id="{3DC9E172-5656-4005-980D-2A17CA864840}"/>
                  </a:ext>
                </a:extLst>
              </p:cNvPr>
              <p:cNvCxnSpPr>
                <a:cxnSpLocks/>
                <a:stCxn id="558" idx="6"/>
                <a:endCxn id="564" idx="3"/>
              </p:cNvCxnSpPr>
              <p:nvPr/>
            </p:nvCxnSpPr>
            <p:spPr>
              <a:xfrm flipV="1">
                <a:off x="8023554" y="6195078"/>
                <a:ext cx="405089" cy="13288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4" name="直線接點 543">
                <a:extLst>
                  <a:ext uri="{FF2B5EF4-FFF2-40B4-BE49-F238E27FC236}">
                    <a16:creationId xmlns:a16="http://schemas.microsoft.com/office/drawing/2014/main" id="{5D3494E1-58B9-4F10-93B7-8BC3DF56F4EA}"/>
                  </a:ext>
                </a:extLst>
              </p:cNvPr>
              <p:cNvCxnSpPr>
                <a:cxnSpLocks/>
                <a:stCxn id="557" idx="3"/>
                <a:endCxn id="564" idx="6"/>
              </p:cNvCxnSpPr>
              <p:nvPr/>
            </p:nvCxnSpPr>
            <p:spPr>
              <a:xfrm flipH="1">
                <a:off x="8545598" y="6013746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5" name="直線接點 544">
                <a:extLst>
                  <a:ext uri="{FF2B5EF4-FFF2-40B4-BE49-F238E27FC236}">
                    <a16:creationId xmlns:a16="http://schemas.microsoft.com/office/drawing/2014/main" id="{3ECDBECD-FB49-45AD-9744-C6A69D46E0B9}"/>
                  </a:ext>
                </a:extLst>
              </p:cNvPr>
              <p:cNvCxnSpPr>
                <a:cxnSpLocks/>
                <a:stCxn id="561" idx="4"/>
                <a:endCxn id="608" idx="0"/>
              </p:cNvCxnSpPr>
              <p:nvPr/>
            </p:nvCxnSpPr>
            <p:spPr>
              <a:xfrm flipH="1">
                <a:off x="8477088" y="5671147"/>
                <a:ext cx="522043" cy="7696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6" name="直線接點 545">
                <a:extLst>
                  <a:ext uri="{FF2B5EF4-FFF2-40B4-BE49-F238E27FC236}">
                    <a16:creationId xmlns:a16="http://schemas.microsoft.com/office/drawing/2014/main" id="{0985EBF6-35F2-4486-8064-330A39EC4A60}"/>
                  </a:ext>
                </a:extLst>
              </p:cNvPr>
              <p:cNvCxnSpPr>
                <a:cxnSpLocks/>
                <a:stCxn id="557" idx="4"/>
                <a:endCxn id="608" idx="7"/>
              </p:cNvCxnSpPr>
              <p:nvPr/>
            </p:nvCxnSpPr>
            <p:spPr>
              <a:xfrm flipH="1">
                <a:off x="8525532" y="6033812"/>
                <a:ext cx="473599" cy="4270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7" name="直線接點 546">
                <a:extLst>
                  <a:ext uri="{FF2B5EF4-FFF2-40B4-BE49-F238E27FC236}">
                    <a16:creationId xmlns:a16="http://schemas.microsoft.com/office/drawing/2014/main" id="{5C2032D9-B1BF-4D56-A6F0-C7ECFED2D578}"/>
                  </a:ext>
                </a:extLst>
              </p:cNvPr>
              <p:cNvCxnSpPr>
                <a:cxnSpLocks/>
                <a:stCxn id="559" idx="3"/>
                <a:endCxn id="608" idx="6"/>
              </p:cNvCxnSpPr>
              <p:nvPr/>
            </p:nvCxnSpPr>
            <p:spPr>
              <a:xfrm flipH="1">
                <a:off x="8545598" y="6376411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8" name="直線接點 547">
                <a:extLst>
                  <a:ext uri="{FF2B5EF4-FFF2-40B4-BE49-F238E27FC236}">
                    <a16:creationId xmlns:a16="http://schemas.microsoft.com/office/drawing/2014/main" id="{CCE4CD02-3D8F-49AE-80B8-AD07E466A30D}"/>
                  </a:ext>
                </a:extLst>
              </p:cNvPr>
              <p:cNvCxnSpPr>
                <a:cxnSpLocks/>
                <a:stCxn id="559" idx="2"/>
                <a:endCxn id="564" idx="5"/>
              </p:cNvCxnSpPr>
              <p:nvPr/>
            </p:nvCxnSpPr>
            <p:spPr>
              <a:xfrm flipH="1" flipV="1">
                <a:off x="8525532" y="6195078"/>
                <a:ext cx="405088" cy="13288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9" name="直線接點 548">
                <a:extLst>
                  <a:ext uri="{FF2B5EF4-FFF2-40B4-BE49-F238E27FC236}">
                    <a16:creationId xmlns:a16="http://schemas.microsoft.com/office/drawing/2014/main" id="{0845865F-C675-4C55-91BC-F814924F7276}"/>
                  </a:ext>
                </a:extLst>
              </p:cNvPr>
              <p:cNvCxnSpPr>
                <a:cxnSpLocks/>
                <a:stCxn id="561" idx="3"/>
                <a:endCxn id="564" idx="7"/>
              </p:cNvCxnSpPr>
              <p:nvPr/>
            </p:nvCxnSpPr>
            <p:spPr>
              <a:xfrm flipH="1">
                <a:off x="8525532" y="5651081"/>
                <a:ext cx="425154" cy="447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0" name="直線接點 549">
                <a:extLst>
                  <a:ext uri="{FF2B5EF4-FFF2-40B4-BE49-F238E27FC236}">
                    <a16:creationId xmlns:a16="http://schemas.microsoft.com/office/drawing/2014/main" id="{4847BAAA-2827-4345-BE5D-CDE41F986DD5}"/>
                  </a:ext>
                </a:extLst>
              </p:cNvPr>
              <p:cNvCxnSpPr>
                <a:cxnSpLocks/>
                <a:stCxn id="559" idx="1"/>
                <a:endCxn id="563" idx="5"/>
              </p:cNvCxnSpPr>
              <p:nvPr/>
            </p:nvCxnSpPr>
            <p:spPr>
              <a:xfrm flipH="1" flipV="1">
                <a:off x="8525532" y="5832413"/>
                <a:ext cx="425154" cy="44710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1" name="直線接點 550">
                <a:extLst>
                  <a:ext uri="{FF2B5EF4-FFF2-40B4-BE49-F238E27FC236}">
                    <a16:creationId xmlns:a16="http://schemas.microsoft.com/office/drawing/2014/main" id="{0A6DCF42-660D-4FDD-A1CE-9CA2D9AAF69F}"/>
                  </a:ext>
                </a:extLst>
              </p:cNvPr>
              <p:cNvCxnSpPr>
                <a:cxnSpLocks/>
                <a:stCxn id="559" idx="0"/>
                <a:endCxn id="562" idx="4"/>
              </p:cNvCxnSpPr>
              <p:nvPr/>
            </p:nvCxnSpPr>
            <p:spPr>
              <a:xfrm flipH="1" flipV="1">
                <a:off x="8477088" y="5489814"/>
                <a:ext cx="522043" cy="7696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2" name="直線接點 551">
                <a:extLst>
                  <a:ext uri="{FF2B5EF4-FFF2-40B4-BE49-F238E27FC236}">
                    <a16:creationId xmlns:a16="http://schemas.microsoft.com/office/drawing/2014/main" id="{9DF66727-4E4C-46E8-8DC2-798C068A59D2}"/>
                  </a:ext>
                </a:extLst>
              </p:cNvPr>
              <p:cNvCxnSpPr>
                <a:cxnSpLocks/>
                <a:stCxn id="557" idx="0"/>
                <a:endCxn id="562" idx="5"/>
              </p:cNvCxnSpPr>
              <p:nvPr/>
            </p:nvCxnSpPr>
            <p:spPr>
              <a:xfrm flipH="1" flipV="1">
                <a:off x="8525532" y="5469748"/>
                <a:ext cx="473599" cy="4270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3" name="直線接點 552">
                <a:extLst>
                  <a:ext uri="{FF2B5EF4-FFF2-40B4-BE49-F238E27FC236}">
                    <a16:creationId xmlns:a16="http://schemas.microsoft.com/office/drawing/2014/main" id="{E85D7EC0-38E4-404B-A1B0-1EBDB06BDEFA}"/>
                  </a:ext>
                </a:extLst>
              </p:cNvPr>
              <p:cNvCxnSpPr>
                <a:cxnSpLocks/>
                <a:stCxn id="557" idx="1"/>
                <a:endCxn id="563" idx="6"/>
              </p:cNvCxnSpPr>
              <p:nvPr/>
            </p:nvCxnSpPr>
            <p:spPr>
              <a:xfrm flipH="1" flipV="1">
                <a:off x="8545598" y="5783969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4" name="直線接點 553">
                <a:extLst>
                  <a:ext uri="{FF2B5EF4-FFF2-40B4-BE49-F238E27FC236}">
                    <a16:creationId xmlns:a16="http://schemas.microsoft.com/office/drawing/2014/main" id="{E1DB1952-2D31-4467-8646-FB4284831053}"/>
                  </a:ext>
                </a:extLst>
              </p:cNvPr>
              <p:cNvCxnSpPr>
                <a:cxnSpLocks/>
                <a:stCxn id="561" idx="2"/>
                <a:endCxn id="563" idx="7"/>
              </p:cNvCxnSpPr>
              <p:nvPr/>
            </p:nvCxnSpPr>
            <p:spPr>
              <a:xfrm flipH="1">
                <a:off x="8525532" y="5602637"/>
                <a:ext cx="405088" cy="1328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5" name="直線接點 554">
                <a:extLst>
                  <a:ext uri="{FF2B5EF4-FFF2-40B4-BE49-F238E27FC236}">
                    <a16:creationId xmlns:a16="http://schemas.microsoft.com/office/drawing/2014/main" id="{93425B04-0413-4D8B-B266-BF6D65A3AA4C}"/>
                  </a:ext>
                </a:extLst>
              </p:cNvPr>
              <p:cNvCxnSpPr>
                <a:cxnSpLocks/>
                <a:stCxn id="561" idx="1"/>
                <a:endCxn id="562" idx="6"/>
              </p:cNvCxnSpPr>
              <p:nvPr/>
            </p:nvCxnSpPr>
            <p:spPr>
              <a:xfrm flipH="1" flipV="1">
                <a:off x="8545598" y="5421304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621" name="矩形 178">
            <a:extLst>
              <a:ext uri="{FF2B5EF4-FFF2-40B4-BE49-F238E27FC236}">
                <a16:creationId xmlns:a16="http://schemas.microsoft.com/office/drawing/2014/main" id="{1A19CCD6-D89C-4165-B519-6CF4F48DBF15}"/>
              </a:ext>
            </a:extLst>
          </p:cNvPr>
          <p:cNvSpPr>
            <a:spLocks noChangeAspect="1"/>
          </p:cNvSpPr>
          <p:nvPr/>
        </p:nvSpPr>
        <p:spPr>
          <a:xfrm>
            <a:off x="8577025" y="3944394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4" name="矩形 178">
            <a:extLst>
              <a:ext uri="{FF2B5EF4-FFF2-40B4-BE49-F238E27FC236}">
                <a16:creationId xmlns:a16="http://schemas.microsoft.com/office/drawing/2014/main" id="{53DD2D66-2A40-423E-9108-C07ABC6005F6}"/>
              </a:ext>
            </a:extLst>
          </p:cNvPr>
          <p:cNvSpPr>
            <a:spLocks noChangeAspect="1"/>
          </p:cNvSpPr>
          <p:nvPr/>
        </p:nvSpPr>
        <p:spPr>
          <a:xfrm>
            <a:off x="8577025" y="4186020"/>
            <a:ext cx="216000" cy="216000"/>
          </a:xfrm>
          <a:prstGeom prst="rect">
            <a:avLst/>
          </a:prstGeom>
          <a:solidFill>
            <a:srgbClr val="C55A1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48" name="群組 647">
            <a:extLst>
              <a:ext uri="{FF2B5EF4-FFF2-40B4-BE49-F238E27FC236}">
                <a16:creationId xmlns:a16="http://schemas.microsoft.com/office/drawing/2014/main" id="{78AD099F-958D-450C-B58A-BAAF16EE0684}"/>
              </a:ext>
            </a:extLst>
          </p:cNvPr>
          <p:cNvGrpSpPr/>
          <p:nvPr/>
        </p:nvGrpSpPr>
        <p:grpSpPr>
          <a:xfrm>
            <a:off x="7965055" y="3944394"/>
            <a:ext cx="216000" cy="457626"/>
            <a:chOff x="7339679" y="4614569"/>
            <a:chExt cx="216000" cy="457626"/>
          </a:xfrm>
        </p:grpSpPr>
        <p:sp>
          <p:nvSpPr>
            <p:cNvPr id="649" name="矩形 178">
              <a:extLst>
                <a:ext uri="{FF2B5EF4-FFF2-40B4-BE49-F238E27FC236}">
                  <a16:creationId xmlns:a16="http://schemas.microsoft.com/office/drawing/2014/main" id="{1B48A9AC-1552-47E3-8847-71385E853935}"/>
                </a:ext>
              </a:extLst>
            </p:cNvPr>
            <p:cNvSpPr>
              <a:spLocks/>
            </p:cNvSpPr>
            <p:nvPr/>
          </p:nvSpPr>
          <p:spPr>
            <a:xfrm>
              <a:off x="7339679" y="4614569"/>
              <a:ext cx="216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0" name="矩形 178">
              <a:extLst>
                <a:ext uri="{FF2B5EF4-FFF2-40B4-BE49-F238E27FC236}">
                  <a16:creationId xmlns:a16="http://schemas.microsoft.com/office/drawing/2014/main" id="{3ADDE076-CE8A-4F34-BB99-410CF32000F5}"/>
                </a:ext>
              </a:extLst>
            </p:cNvPr>
            <p:cNvSpPr>
              <a:spLocks/>
            </p:cNvSpPr>
            <p:nvPr/>
          </p:nvSpPr>
          <p:spPr>
            <a:xfrm>
              <a:off x="7339679" y="4856195"/>
              <a:ext cx="216000" cy="2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27" name="直線接點 626">
            <a:extLst>
              <a:ext uri="{FF2B5EF4-FFF2-40B4-BE49-F238E27FC236}">
                <a16:creationId xmlns:a16="http://schemas.microsoft.com/office/drawing/2014/main" id="{522942CD-DDA5-4186-8842-C9FBA8421953}"/>
              </a:ext>
            </a:extLst>
          </p:cNvPr>
          <p:cNvCxnSpPr>
            <a:cxnSpLocks/>
          </p:cNvCxnSpPr>
          <p:nvPr/>
        </p:nvCxnSpPr>
        <p:spPr>
          <a:xfrm>
            <a:off x="7186046" y="4170555"/>
            <a:ext cx="1906278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E21FCA9-7646-4873-905D-9A1619343399}"/>
              </a:ext>
            </a:extLst>
          </p:cNvPr>
          <p:cNvGrpSpPr/>
          <p:nvPr/>
        </p:nvGrpSpPr>
        <p:grpSpPr>
          <a:xfrm>
            <a:off x="9812683" y="3944394"/>
            <a:ext cx="1906278" cy="457626"/>
            <a:chOff x="9941786" y="3718864"/>
            <a:chExt cx="1906278" cy="457626"/>
          </a:xfrm>
        </p:grpSpPr>
        <p:sp>
          <p:nvSpPr>
            <p:cNvPr id="660" name="矩形 178">
              <a:extLst>
                <a:ext uri="{FF2B5EF4-FFF2-40B4-BE49-F238E27FC236}">
                  <a16:creationId xmlns:a16="http://schemas.microsoft.com/office/drawing/2014/main" id="{7CD8D55D-B220-47BC-B3BC-FBE62666DD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2765" y="3718864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1" name="矩形 178">
              <a:extLst>
                <a:ext uri="{FF2B5EF4-FFF2-40B4-BE49-F238E27FC236}">
                  <a16:creationId xmlns:a16="http://schemas.microsoft.com/office/drawing/2014/main" id="{05261747-FBDE-49A6-BCF0-EAD5AE327F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2765" y="3960490"/>
              <a:ext cx="216000" cy="216000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62" name="直線接點 661">
              <a:extLst>
                <a:ext uri="{FF2B5EF4-FFF2-40B4-BE49-F238E27FC236}">
                  <a16:creationId xmlns:a16="http://schemas.microsoft.com/office/drawing/2014/main" id="{B6445C51-E6AA-40E1-B67B-3C73C8FF4357}"/>
                </a:ext>
              </a:extLst>
            </p:cNvPr>
            <p:cNvCxnSpPr>
              <a:cxnSpLocks/>
            </p:cNvCxnSpPr>
            <p:nvPr/>
          </p:nvCxnSpPr>
          <p:spPr>
            <a:xfrm>
              <a:off x="9941786" y="3945025"/>
              <a:ext cx="1906278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0" name="右中括弧 669">
            <a:extLst>
              <a:ext uri="{FF2B5EF4-FFF2-40B4-BE49-F238E27FC236}">
                <a16:creationId xmlns:a16="http://schemas.microsoft.com/office/drawing/2014/main" id="{6C5AA811-A9DA-4A53-939A-9529263947F5}"/>
              </a:ext>
            </a:extLst>
          </p:cNvPr>
          <p:cNvSpPr/>
          <p:nvPr/>
        </p:nvSpPr>
        <p:spPr>
          <a:xfrm>
            <a:off x="4105132" y="3043813"/>
            <a:ext cx="166195" cy="2252536"/>
          </a:xfrm>
          <a:prstGeom prst="rightBracket">
            <a:avLst/>
          </a:prstGeom>
          <a:noFill/>
          <a:ln w="381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1" name="直線單箭頭接點 670">
            <a:extLst>
              <a:ext uri="{FF2B5EF4-FFF2-40B4-BE49-F238E27FC236}">
                <a16:creationId xmlns:a16="http://schemas.microsoft.com/office/drawing/2014/main" id="{CE071553-DF2B-429D-B315-33E9C0861DF2}"/>
              </a:ext>
            </a:extLst>
          </p:cNvPr>
          <p:cNvCxnSpPr>
            <a:cxnSpLocks/>
          </p:cNvCxnSpPr>
          <p:nvPr/>
        </p:nvCxnSpPr>
        <p:spPr>
          <a:xfrm>
            <a:off x="4262953" y="4173207"/>
            <a:ext cx="199510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3" name="群組 672">
            <a:extLst>
              <a:ext uri="{FF2B5EF4-FFF2-40B4-BE49-F238E27FC236}">
                <a16:creationId xmlns:a16="http://schemas.microsoft.com/office/drawing/2014/main" id="{FED83D35-377E-47EE-9C74-9E8C2562C7B9}"/>
              </a:ext>
            </a:extLst>
          </p:cNvPr>
          <p:cNvGrpSpPr/>
          <p:nvPr/>
        </p:nvGrpSpPr>
        <p:grpSpPr>
          <a:xfrm>
            <a:off x="6969185" y="1706703"/>
            <a:ext cx="2340000" cy="369332"/>
            <a:chOff x="9729437" y="1621241"/>
            <a:chExt cx="2340000" cy="369332"/>
          </a:xfrm>
        </p:grpSpPr>
        <p:sp>
          <p:nvSpPr>
            <p:cNvPr id="674" name="矩形: 圓角 673">
              <a:extLst>
                <a:ext uri="{FF2B5EF4-FFF2-40B4-BE49-F238E27FC236}">
                  <a16:creationId xmlns:a16="http://schemas.microsoft.com/office/drawing/2014/main" id="{872BCB93-02EC-4CFA-A8A1-52EC386D7D23}"/>
                </a:ext>
              </a:extLst>
            </p:cNvPr>
            <p:cNvSpPr/>
            <p:nvPr/>
          </p:nvSpPr>
          <p:spPr>
            <a:xfrm>
              <a:off x="9789648" y="1672494"/>
              <a:ext cx="221957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75" name="文字方塊 674">
              <a:extLst>
                <a:ext uri="{FF2B5EF4-FFF2-40B4-BE49-F238E27FC236}">
                  <a16:creationId xmlns:a16="http://schemas.microsoft.com/office/drawing/2014/main" id="{07C39EDC-B77D-47E4-A66E-9D1818950905}"/>
                </a:ext>
              </a:extLst>
            </p:cNvPr>
            <p:cNvSpPr txBox="1"/>
            <p:nvPr/>
          </p:nvSpPr>
          <p:spPr>
            <a:xfrm>
              <a:off x="9729437" y="1621241"/>
              <a:ext cx="23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Phasing</a:t>
              </a:r>
            </a:p>
          </p:txBody>
        </p:sp>
      </p:grpSp>
      <p:grpSp>
        <p:nvGrpSpPr>
          <p:cNvPr id="656" name="群組 655">
            <a:extLst>
              <a:ext uri="{FF2B5EF4-FFF2-40B4-BE49-F238E27FC236}">
                <a16:creationId xmlns:a16="http://schemas.microsoft.com/office/drawing/2014/main" id="{88C46A87-1DF6-41DA-8C20-0BF01A920741}"/>
              </a:ext>
            </a:extLst>
          </p:cNvPr>
          <p:cNvGrpSpPr/>
          <p:nvPr/>
        </p:nvGrpSpPr>
        <p:grpSpPr>
          <a:xfrm>
            <a:off x="7956905" y="3967162"/>
            <a:ext cx="224150" cy="412091"/>
            <a:chOff x="6636870" y="2600085"/>
            <a:chExt cx="275037" cy="610530"/>
          </a:xfrm>
        </p:grpSpPr>
        <p:cxnSp>
          <p:nvCxnSpPr>
            <p:cNvPr id="657" name="直線接點 656">
              <a:extLst>
                <a:ext uri="{FF2B5EF4-FFF2-40B4-BE49-F238E27FC236}">
                  <a16:creationId xmlns:a16="http://schemas.microsoft.com/office/drawing/2014/main" id="{1A5E1616-255F-475E-A95B-9DD25240C516}"/>
                </a:ext>
              </a:extLst>
            </p:cNvPr>
            <p:cNvCxnSpPr>
              <a:cxnSpLocks/>
            </p:cNvCxnSpPr>
            <p:nvPr/>
          </p:nvCxnSpPr>
          <p:spPr>
            <a:xfrm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58" name="直線接點 657">
              <a:extLst>
                <a:ext uri="{FF2B5EF4-FFF2-40B4-BE49-F238E27FC236}">
                  <a16:creationId xmlns:a16="http://schemas.microsoft.com/office/drawing/2014/main" id="{5057124E-B4AA-403E-82FD-072347ABD0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2" name="群組 1111">
            <a:extLst>
              <a:ext uri="{FF2B5EF4-FFF2-40B4-BE49-F238E27FC236}">
                <a16:creationId xmlns:a16="http://schemas.microsoft.com/office/drawing/2014/main" id="{26532FE9-14B7-4F49-A5B5-CC265B38974A}"/>
              </a:ext>
            </a:extLst>
          </p:cNvPr>
          <p:cNvGrpSpPr/>
          <p:nvPr/>
        </p:nvGrpSpPr>
        <p:grpSpPr>
          <a:xfrm>
            <a:off x="5032433" y="5069969"/>
            <a:ext cx="216000" cy="457626"/>
            <a:chOff x="10252858" y="2493612"/>
            <a:chExt cx="216000" cy="457626"/>
          </a:xfrm>
        </p:grpSpPr>
        <p:sp>
          <p:nvSpPr>
            <p:cNvPr id="1113" name="矩形 178">
              <a:extLst>
                <a:ext uri="{FF2B5EF4-FFF2-40B4-BE49-F238E27FC236}">
                  <a16:creationId xmlns:a16="http://schemas.microsoft.com/office/drawing/2014/main" id="{8E1F6369-7462-4BB8-AF4C-B8778F788A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493612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4" name="矩形 178">
              <a:extLst>
                <a:ext uri="{FF2B5EF4-FFF2-40B4-BE49-F238E27FC236}">
                  <a16:creationId xmlns:a16="http://schemas.microsoft.com/office/drawing/2014/main" id="{17937A5C-356D-490B-9E46-3AD01D01E5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735238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122" name="群組 1121">
            <a:extLst>
              <a:ext uri="{FF2B5EF4-FFF2-40B4-BE49-F238E27FC236}">
                <a16:creationId xmlns:a16="http://schemas.microsoft.com/office/drawing/2014/main" id="{BB3CDE2A-CBF2-477A-9BF9-5767BF25155D}"/>
              </a:ext>
            </a:extLst>
          </p:cNvPr>
          <p:cNvGrpSpPr/>
          <p:nvPr/>
        </p:nvGrpSpPr>
        <p:grpSpPr>
          <a:xfrm>
            <a:off x="5644404" y="5069969"/>
            <a:ext cx="216000" cy="457626"/>
            <a:chOff x="10252858" y="2493612"/>
            <a:chExt cx="216000" cy="457626"/>
          </a:xfrm>
        </p:grpSpPr>
        <p:sp>
          <p:nvSpPr>
            <p:cNvPr id="1123" name="矩形 178">
              <a:extLst>
                <a:ext uri="{FF2B5EF4-FFF2-40B4-BE49-F238E27FC236}">
                  <a16:creationId xmlns:a16="http://schemas.microsoft.com/office/drawing/2014/main" id="{9CA9ECEF-2BFB-42EC-B4AB-4DDFAD9DFA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493612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4" name="矩形 178">
              <a:extLst>
                <a:ext uri="{FF2B5EF4-FFF2-40B4-BE49-F238E27FC236}">
                  <a16:creationId xmlns:a16="http://schemas.microsoft.com/office/drawing/2014/main" id="{1568DDA4-E42B-404D-AD27-072F7E3C82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735238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29" name="矩形 178">
            <a:extLst>
              <a:ext uri="{FF2B5EF4-FFF2-40B4-BE49-F238E27FC236}">
                <a16:creationId xmlns:a16="http://schemas.microsoft.com/office/drawing/2014/main" id="{D47E35C5-02B6-4FE0-91C7-7EF6C3D613B5}"/>
              </a:ext>
            </a:extLst>
          </p:cNvPr>
          <p:cNvSpPr>
            <a:spLocks noChangeAspect="1"/>
          </p:cNvSpPr>
          <p:nvPr/>
        </p:nvSpPr>
        <p:spPr>
          <a:xfrm>
            <a:off x="5032433" y="2818601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0" name="矩形 178">
            <a:extLst>
              <a:ext uri="{FF2B5EF4-FFF2-40B4-BE49-F238E27FC236}">
                <a16:creationId xmlns:a16="http://schemas.microsoft.com/office/drawing/2014/main" id="{A8095F45-20F4-4A58-AC0E-7F642376587D}"/>
              </a:ext>
            </a:extLst>
          </p:cNvPr>
          <p:cNvSpPr>
            <a:spLocks noChangeAspect="1"/>
          </p:cNvSpPr>
          <p:nvPr/>
        </p:nvSpPr>
        <p:spPr>
          <a:xfrm>
            <a:off x="5032433" y="3060227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CD76DF6F-E5E3-4A25-95F2-402C80C06F34}"/>
              </a:ext>
            </a:extLst>
          </p:cNvPr>
          <p:cNvGrpSpPr/>
          <p:nvPr/>
        </p:nvGrpSpPr>
        <p:grpSpPr>
          <a:xfrm>
            <a:off x="5338419" y="2818820"/>
            <a:ext cx="216000" cy="457626"/>
            <a:chOff x="7339679" y="4614569"/>
            <a:chExt cx="216000" cy="457626"/>
          </a:xfrm>
        </p:grpSpPr>
        <p:sp>
          <p:nvSpPr>
            <p:cNvPr id="1132" name="矩形 178">
              <a:extLst>
                <a:ext uri="{FF2B5EF4-FFF2-40B4-BE49-F238E27FC236}">
                  <a16:creationId xmlns:a16="http://schemas.microsoft.com/office/drawing/2014/main" id="{F4860B0B-2AB9-4480-806D-C2964D3CF292}"/>
                </a:ext>
              </a:extLst>
            </p:cNvPr>
            <p:cNvSpPr>
              <a:spLocks/>
            </p:cNvSpPr>
            <p:nvPr/>
          </p:nvSpPr>
          <p:spPr>
            <a:xfrm>
              <a:off x="7339679" y="4614569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3" name="矩形 178">
              <a:extLst>
                <a:ext uri="{FF2B5EF4-FFF2-40B4-BE49-F238E27FC236}">
                  <a16:creationId xmlns:a16="http://schemas.microsoft.com/office/drawing/2014/main" id="{EEA4F4BA-A1C6-4775-A6D1-CB543F17C896}"/>
                </a:ext>
              </a:extLst>
            </p:cNvPr>
            <p:cNvSpPr>
              <a:spLocks/>
            </p:cNvSpPr>
            <p:nvPr/>
          </p:nvSpPr>
          <p:spPr>
            <a:xfrm>
              <a:off x="7339679" y="4856195"/>
              <a:ext cx="216000" cy="216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135" name="矩形 178">
            <a:extLst>
              <a:ext uri="{FF2B5EF4-FFF2-40B4-BE49-F238E27FC236}">
                <a16:creationId xmlns:a16="http://schemas.microsoft.com/office/drawing/2014/main" id="{63990558-0062-4EE5-A31B-78CD38B7B8F2}"/>
              </a:ext>
            </a:extLst>
          </p:cNvPr>
          <p:cNvSpPr>
            <a:spLocks noChangeAspect="1"/>
          </p:cNvSpPr>
          <p:nvPr/>
        </p:nvSpPr>
        <p:spPr>
          <a:xfrm>
            <a:off x="5950389" y="2818820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6" name="矩形 178">
            <a:extLst>
              <a:ext uri="{FF2B5EF4-FFF2-40B4-BE49-F238E27FC236}">
                <a16:creationId xmlns:a16="http://schemas.microsoft.com/office/drawing/2014/main" id="{28D4D79E-0BDA-422C-87F0-0AECDD8694D6}"/>
              </a:ext>
            </a:extLst>
          </p:cNvPr>
          <p:cNvSpPr>
            <a:spLocks noChangeAspect="1"/>
          </p:cNvSpPr>
          <p:nvPr/>
        </p:nvSpPr>
        <p:spPr>
          <a:xfrm>
            <a:off x="5950389" y="3060446"/>
            <a:ext cx="216000" cy="216000"/>
          </a:xfrm>
          <a:prstGeom prst="rect">
            <a:avLst/>
          </a:prstGeom>
          <a:solidFill>
            <a:srgbClr val="C55A1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9" name="矩形 178">
            <a:extLst>
              <a:ext uri="{FF2B5EF4-FFF2-40B4-BE49-F238E27FC236}">
                <a16:creationId xmlns:a16="http://schemas.microsoft.com/office/drawing/2014/main" id="{F46357A8-279D-4516-8E2B-6C231A83FDA1}"/>
              </a:ext>
            </a:extLst>
          </p:cNvPr>
          <p:cNvSpPr>
            <a:spLocks noChangeAspect="1"/>
          </p:cNvSpPr>
          <p:nvPr/>
        </p:nvSpPr>
        <p:spPr>
          <a:xfrm>
            <a:off x="5644404" y="2818601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0" name="矩形 178">
            <a:extLst>
              <a:ext uri="{FF2B5EF4-FFF2-40B4-BE49-F238E27FC236}">
                <a16:creationId xmlns:a16="http://schemas.microsoft.com/office/drawing/2014/main" id="{7DF54ECE-B3E3-436A-9BAF-D230FBCD6719}"/>
              </a:ext>
            </a:extLst>
          </p:cNvPr>
          <p:cNvSpPr>
            <a:spLocks noChangeAspect="1"/>
          </p:cNvSpPr>
          <p:nvPr/>
        </p:nvSpPr>
        <p:spPr>
          <a:xfrm>
            <a:off x="5644404" y="3060227"/>
            <a:ext cx="216000" cy="2160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11" name="群組 610">
            <a:extLst>
              <a:ext uri="{FF2B5EF4-FFF2-40B4-BE49-F238E27FC236}">
                <a16:creationId xmlns:a16="http://schemas.microsoft.com/office/drawing/2014/main" id="{D4065FCE-B09C-46D0-A9C2-29BE311DF1F2}"/>
              </a:ext>
            </a:extLst>
          </p:cNvPr>
          <p:cNvGrpSpPr/>
          <p:nvPr/>
        </p:nvGrpSpPr>
        <p:grpSpPr>
          <a:xfrm>
            <a:off x="5332286" y="3944504"/>
            <a:ext cx="216000" cy="457626"/>
            <a:chOff x="7339679" y="4614569"/>
            <a:chExt cx="216000" cy="457626"/>
          </a:xfrm>
        </p:grpSpPr>
        <p:sp>
          <p:nvSpPr>
            <p:cNvPr id="645" name="矩形 178">
              <a:extLst>
                <a:ext uri="{FF2B5EF4-FFF2-40B4-BE49-F238E27FC236}">
                  <a16:creationId xmlns:a16="http://schemas.microsoft.com/office/drawing/2014/main" id="{657B7342-B4A2-4525-BF9A-6D2A35ACB40C}"/>
                </a:ext>
              </a:extLst>
            </p:cNvPr>
            <p:cNvSpPr>
              <a:spLocks/>
            </p:cNvSpPr>
            <p:nvPr/>
          </p:nvSpPr>
          <p:spPr>
            <a:xfrm>
              <a:off x="7339679" y="4614569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6" name="矩形 178">
              <a:extLst>
                <a:ext uri="{FF2B5EF4-FFF2-40B4-BE49-F238E27FC236}">
                  <a16:creationId xmlns:a16="http://schemas.microsoft.com/office/drawing/2014/main" id="{6E300508-D5C5-4B1F-BBA2-36C8137407BA}"/>
                </a:ext>
              </a:extLst>
            </p:cNvPr>
            <p:cNvSpPr>
              <a:spLocks/>
            </p:cNvSpPr>
            <p:nvPr/>
          </p:nvSpPr>
          <p:spPr>
            <a:xfrm>
              <a:off x="7339679" y="4856195"/>
              <a:ext cx="216000" cy="216000"/>
            </a:xfrm>
            <a:prstGeom prst="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15" name="群組 614">
            <a:extLst>
              <a:ext uri="{FF2B5EF4-FFF2-40B4-BE49-F238E27FC236}">
                <a16:creationId xmlns:a16="http://schemas.microsoft.com/office/drawing/2014/main" id="{6FE6CCB5-BBEF-40E7-9B0A-DCBF54FA466C}"/>
              </a:ext>
            </a:extLst>
          </p:cNvPr>
          <p:cNvGrpSpPr/>
          <p:nvPr/>
        </p:nvGrpSpPr>
        <p:grpSpPr>
          <a:xfrm>
            <a:off x="5032433" y="3944285"/>
            <a:ext cx="216000" cy="457626"/>
            <a:chOff x="10126822" y="3634805"/>
            <a:chExt cx="216000" cy="457626"/>
          </a:xfrm>
        </p:grpSpPr>
        <p:sp>
          <p:nvSpPr>
            <p:cNvPr id="641" name="矩形 178">
              <a:extLst>
                <a:ext uri="{FF2B5EF4-FFF2-40B4-BE49-F238E27FC236}">
                  <a16:creationId xmlns:a16="http://schemas.microsoft.com/office/drawing/2014/main" id="{FEDCDE5B-08AD-4DAA-8066-50B9164E4AC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26822" y="3634805"/>
              <a:ext cx="216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2" name="矩形 178">
              <a:extLst>
                <a:ext uri="{FF2B5EF4-FFF2-40B4-BE49-F238E27FC236}">
                  <a16:creationId xmlns:a16="http://schemas.microsoft.com/office/drawing/2014/main" id="{25A97EF3-681D-4958-8843-8B093CAED0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26822" y="3876431"/>
              <a:ext cx="216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16" name="矩形 178">
            <a:extLst>
              <a:ext uri="{FF2B5EF4-FFF2-40B4-BE49-F238E27FC236}">
                <a16:creationId xmlns:a16="http://schemas.microsoft.com/office/drawing/2014/main" id="{1FF6B339-E57F-43AD-89EA-719358B17B85}"/>
              </a:ext>
            </a:extLst>
          </p:cNvPr>
          <p:cNvSpPr>
            <a:spLocks noChangeAspect="1"/>
          </p:cNvSpPr>
          <p:nvPr/>
        </p:nvSpPr>
        <p:spPr>
          <a:xfrm>
            <a:off x="5950389" y="3944504"/>
            <a:ext cx="216000" cy="216000"/>
          </a:xfrm>
          <a:prstGeom prst="rect">
            <a:avLst/>
          </a:prstGeom>
          <a:solidFill>
            <a:srgbClr val="C9C9C9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7" name="矩形 178">
            <a:extLst>
              <a:ext uri="{FF2B5EF4-FFF2-40B4-BE49-F238E27FC236}">
                <a16:creationId xmlns:a16="http://schemas.microsoft.com/office/drawing/2014/main" id="{D2F3FD49-E2D8-46D8-9E21-BEFDD82B40C3}"/>
              </a:ext>
            </a:extLst>
          </p:cNvPr>
          <p:cNvSpPr>
            <a:spLocks noChangeAspect="1"/>
          </p:cNvSpPr>
          <p:nvPr/>
        </p:nvSpPr>
        <p:spPr>
          <a:xfrm>
            <a:off x="5950389" y="4186130"/>
            <a:ext cx="216000" cy="216000"/>
          </a:xfrm>
          <a:prstGeom prst="rect">
            <a:avLst/>
          </a:prstGeom>
          <a:solidFill>
            <a:srgbClr val="C55A1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19" name="群組 618">
            <a:extLst>
              <a:ext uri="{FF2B5EF4-FFF2-40B4-BE49-F238E27FC236}">
                <a16:creationId xmlns:a16="http://schemas.microsoft.com/office/drawing/2014/main" id="{9E977651-0704-4494-BB47-EC37FA6DAA3D}"/>
              </a:ext>
            </a:extLst>
          </p:cNvPr>
          <p:cNvGrpSpPr/>
          <p:nvPr/>
        </p:nvGrpSpPr>
        <p:grpSpPr>
          <a:xfrm>
            <a:off x="5644404" y="3944285"/>
            <a:ext cx="216000" cy="457626"/>
            <a:chOff x="10738793" y="3634805"/>
            <a:chExt cx="216000" cy="457626"/>
          </a:xfrm>
        </p:grpSpPr>
        <p:sp>
          <p:nvSpPr>
            <p:cNvPr id="639" name="矩形 178">
              <a:extLst>
                <a:ext uri="{FF2B5EF4-FFF2-40B4-BE49-F238E27FC236}">
                  <a16:creationId xmlns:a16="http://schemas.microsoft.com/office/drawing/2014/main" id="{C4DAC13C-15FF-4B5D-A071-AC6F02F306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38793" y="3634805"/>
              <a:ext cx="216000" cy="21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0" name="矩形 178">
              <a:extLst>
                <a:ext uri="{FF2B5EF4-FFF2-40B4-BE49-F238E27FC236}">
                  <a16:creationId xmlns:a16="http://schemas.microsoft.com/office/drawing/2014/main" id="{83DE2280-8AE0-4A0A-BDF2-62D3A4AA37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38793" y="3876431"/>
              <a:ext cx="216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52" name="直線單箭頭接點 651">
            <a:extLst>
              <a:ext uri="{FF2B5EF4-FFF2-40B4-BE49-F238E27FC236}">
                <a16:creationId xmlns:a16="http://schemas.microsoft.com/office/drawing/2014/main" id="{1E69E5D9-8B9E-4D05-91FB-187B29F99BD7}"/>
              </a:ext>
            </a:extLst>
          </p:cNvPr>
          <p:cNvCxnSpPr>
            <a:cxnSpLocks/>
            <a:stCxn id="1113" idx="0"/>
            <a:endCxn id="642" idx="2"/>
          </p:cNvCxnSpPr>
          <p:nvPr/>
        </p:nvCxnSpPr>
        <p:spPr>
          <a:xfrm flipV="1">
            <a:off x="5140433" y="4542063"/>
            <a:ext cx="0" cy="4119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5" name="直線單箭頭接點 654">
            <a:extLst>
              <a:ext uri="{FF2B5EF4-FFF2-40B4-BE49-F238E27FC236}">
                <a16:creationId xmlns:a16="http://schemas.microsoft.com/office/drawing/2014/main" id="{0DE4B6D2-DD6E-4AE1-B6C0-C766B152F89E}"/>
              </a:ext>
            </a:extLst>
          </p:cNvPr>
          <p:cNvCxnSpPr>
            <a:cxnSpLocks/>
            <a:stCxn id="1123" idx="0"/>
            <a:endCxn id="640" idx="2"/>
          </p:cNvCxnSpPr>
          <p:nvPr/>
        </p:nvCxnSpPr>
        <p:spPr>
          <a:xfrm flipV="1">
            <a:off x="5752404" y="4542063"/>
            <a:ext cx="0" cy="4119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1" name="直線單箭頭接點 650">
            <a:extLst>
              <a:ext uri="{FF2B5EF4-FFF2-40B4-BE49-F238E27FC236}">
                <a16:creationId xmlns:a16="http://schemas.microsoft.com/office/drawing/2014/main" id="{603ECE70-3ECF-47A9-88B6-27C0A030B9C6}"/>
              </a:ext>
            </a:extLst>
          </p:cNvPr>
          <p:cNvCxnSpPr>
            <a:cxnSpLocks/>
            <a:stCxn id="1130" idx="2"/>
            <a:endCxn id="641" idx="0"/>
          </p:cNvCxnSpPr>
          <p:nvPr/>
        </p:nvCxnSpPr>
        <p:spPr>
          <a:xfrm>
            <a:off x="5140433" y="3371878"/>
            <a:ext cx="0" cy="440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3" name="直線單箭頭接點 652">
            <a:extLst>
              <a:ext uri="{FF2B5EF4-FFF2-40B4-BE49-F238E27FC236}">
                <a16:creationId xmlns:a16="http://schemas.microsoft.com/office/drawing/2014/main" id="{8CA1DF02-7E38-485F-B708-637F33C8305F}"/>
              </a:ext>
            </a:extLst>
          </p:cNvPr>
          <p:cNvCxnSpPr>
            <a:cxnSpLocks/>
            <a:stCxn id="1133" idx="2"/>
            <a:endCxn id="645" idx="0"/>
          </p:cNvCxnSpPr>
          <p:nvPr/>
        </p:nvCxnSpPr>
        <p:spPr>
          <a:xfrm flipH="1">
            <a:off x="5440286" y="3372022"/>
            <a:ext cx="6133" cy="440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4" name="直線單箭頭接點 653">
            <a:extLst>
              <a:ext uri="{FF2B5EF4-FFF2-40B4-BE49-F238E27FC236}">
                <a16:creationId xmlns:a16="http://schemas.microsoft.com/office/drawing/2014/main" id="{8B56BB2C-2726-4A7F-B1D1-31A1E359219F}"/>
              </a:ext>
            </a:extLst>
          </p:cNvPr>
          <p:cNvCxnSpPr>
            <a:cxnSpLocks/>
            <a:stCxn id="1140" idx="2"/>
            <a:endCxn id="639" idx="0"/>
          </p:cNvCxnSpPr>
          <p:nvPr/>
        </p:nvCxnSpPr>
        <p:spPr>
          <a:xfrm>
            <a:off x="5752404" y="3371878"/>
            <a:ext cx="0" cy="440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2" name="直線單箭頭接點 671">
            <a:extLst>
              <a:ext uri="{FF2B5EF4-FFF2-40B4-BE49-F238E27FC236}">
                <a16:creationId xmlns:a16="http://schemas.microsoft.com/office/drawing/2014/main" id="{127A66E1-C9AB-4EDD-A5E9-5F5A5BFEF9F9}"/>
              </a:ext>
            </a:extLst>
          </p:cNvPr>
          <p:cNvCxnSpPr>
            <a:cxnSpLocks/>
            <a:stCxn id="1136" idx="2"/>
            <a:endCxn id="616" idx="0"/>
          </p:cNvCxnSpPr>
          <p:nvPr/>
        </p:nvCxnSpPr>
        <p:spPr>
          <a:xfrm>
            <a:off x="6058389" y="3372022"/>
            <a:ext cx="0" cy="440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1" name="直線接點 1120">
            <a:extLst>
              <a:ext uri="{FF2B5EF4-FFF2-40B4-BE49-F238E27FC236}">
                <a16:creationId xmlns:a16="http://schemas.microsoft.com/office/drawing/2014/main" id="{E5F6C36A-C08B-4A15-8EBF-A8FA50079D6D}"/>
              </a:ext>
            </a:extLst>
          </p:cNvPr>
          <p:cNvCxnSpPr>
            <a:cxnSpLocks/>
          </p:cNvCxnSpPr>
          <p:nvPr/>
        </p:nvCxnSpPr>
        <p:spPr>
          <a:xfrm>
            <a:off x="4559410" y="5296349"/>
            <a:ext cx="1906278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" name="直線接點 1136">
            <a:extLst>
              <a:ext uri="{FF2B5EF4-FFF2-40B4-BE49-F238E27FC236}">
                <a16:creationId xmlns:a16="http://schemas.microsoft.com/office/drawing/2014/main" id="{DCE6AD01-56D0-4377-9E77-4250800F21E3}"/>
              </a:ext>
            </a:extLst>
          </p:cNvPr>
          <p:cNvCxnSpPr>
            <a:cxnSpLocks/>
          </p:cNvCxnSpPr>
          <p:nvPr/>
        </p:nvCxnSpPr>
        <p:spPr>
          <a:xfrm>
            <a:off x="4559410" y="3044981"/>
            <a:ext cx="1906278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直線單箭頭接點 912">
            <a:extLst>
              <a:ext uri="{FF2B5EF4-FFF2-40B4-BE49-F238E27FC236}">
                <a16:creationId xmlns:a16="http://schemas.microsoft.com/office/drawing/2014/main" id="{903DA918-D533-48E8-A0C1-796E079B5596}"/>
              </a:ext>
            </a:extLst>
          </p:cNvPr>
          <p:cNvCxnSpPr>
            <a:cxnSpLocks/>
            <a:stCxn id="407" idx="2"/>
            <a:endCxn id="649" idx="0"/>
          </p:cNvCxnSpPr>
          <p:nvPr/>
        </p:nvCxnSpPr>
        <p:spPr>
          <a:xfrm flipH="1">
            <a:off x="8073055" y="3595107"/>
            <a:ext cx="59882" cy="3492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8" name="直線接點 617">
            <a:extLst>
              <a:ext uri="{FF2B5EF4-FFF2-40B4-BE49-F238E27FC236}">
                <a16:creationId xmlns:a16="http://schemas.microsoft.com/office/drawing/2014/main" id="{4B62C3F6-2D6F-4D77-818B-B4081150E2CE}"/>
              </a:ext>
            </a:extLst>
          </p:cNvPr>
          <p:cNvCxnSpPr>
            <a:cxnSpLocks/>
          </p:cNvCxnSpPr>
          <p:nvPr/>
        </p:nvCxnSpPr>
        <p:spPr>
          <a:xfrm>
            <a:off x="4559410" y="4170665"/>
            <a:ext cx="1906278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8" name="群組 627">
            <a:extLst>
              <a:ext uri="{FF2B5EF4-FFF2-40B4-BE49-F238E27FC236}">
                <a16:creationId xmlns:a16="http://schemas.microsoft.com/office/drawing/2014/main" id="{DCBF72E3-51AD-4667-A1A8-2AA1A2FF35E7}"/>
              </a:ext>
            </a:extLst>
          </p:cNvPr>
          <p:cNvGrpSpPr/>
          <p:nvPr/>
        </p:nvGrpSpPr>
        <p:grpSpPr>
          <a:xfrm>
            <a:off x="5032433" y="3967053"/>
            <a:ext cx="224150" cy="412091"/>
            <a:chOff x="6636870" y="2600085"/>
            <a:chExt cx="275037" cy="610530"/>
          </a:xfrm>
        </p:grpSpPr>
        <p:cxnSp>
          <p:nvCxnSpPr>
            <p:cNvPr id="637" name="直線接點 636">
              <a:extLst>
                <a:ext uri="{FF2B5EF4-FFF2-40B4-BE49-F238E27FC236}">
                  <a16:creationId xmlns:a16="http://schemas.microsoft.com/office/drawing/2014/main" id="{EEC1FA9F-49EF-45A4-9D6D-9F77F79DC528}"/>
                </a:ext>
              </a:extLst>
            </p:cNvPr>
            <p:cNvCxnSpPr>
              <a:cxnSpLocks/>
            </p:cNvCxnSpPr>
            <p:nvPr/>
          </p:nvCxnSpPr>
          <p:spPr>
            <a:xfrm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8" name="直線接點 637">
              <a:extLst>
                <a:ext uri="{FF2B5EF4-FFF2-40B4-BE49-F238E27FC236}">
                  <a16:creationId xmlns:a16="http://schemas.microsoft.com/office/drawing/2014/main" id="{DAC99194-1C56-480A-85DE-BD63C74385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29" name="群組 628">
            <a:extLst>
              <a:ext uri="{FF2B5EF4-FFF2-40B4-BE49-F238E27FC236}">
                <a16:creationId xmlns:a16="http://schemas.microsoft.com/office/drawing/2014/main" id="{DE984650-83DC-4C18-B3E6-C3507D56E03B}"/>
              </a:ext>
            </a:extLst>
          </p:cNvPr>
          <p:cNvGrpSpPr/>
          <p:nvPr/>
        </p:nvGrpSpPr>
        <p:grpSpPr>
          <a:xfrm>
            <a:off x="5644404" y="3967053"/>
            <a:ext cx="224150" cy="412091"/>
            <a:chOff x="6636870" y="2600085"/>
            <a:chExt cx="275037" cy="610530"/>
          </a:xfrm>
        </p:grpSpPr>
        <p:cxnSp>
          <p:nvCxnSpPr>
            <p:cNvPr id="635" name="直線接點 634">
              <a:extLst>
                <a:ext uri="{FF2B5EF4-FFF2-40B4-BE49-F238E27FC236}">
                  <a16:creationId xmlns:a16="http://schemas.microsoft.com/office/drawing/2014/main" id="{C73CBF25-B4A5-47E9-A726-63645CCC9188}"/>
                </a:ext>
              </a:extLst>
            </p:cNvPr>
            <p:cNvCxnSpPr>
              <a:cxnSpLocks/>
            </p:cNvCxnSpPr>
            <p:nvPr/>
          </p:nvCxnSpPr>
          <p:spPr>
            <a:xfrm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6" name="直線接點 635">
              <a:extLst>
                <a:ext uri="{FF2B5EF4-FFF2-40B4-BE49-F238E27FC236}">
                  <a16:creationId xmlns:a16="http://schemas.microsoft.com/office/drawing/2014/main" id="{2851A7B4-ABA1-4E34-9D0C-C84E6F9148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6870" y="2600085"/>
              <a:ext cx="275037" cy="61053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53" name="箭號: 向右 352">
            <a:extLst>
              <a:ext uri="{FF2B5EF4-FFF2-40B4-BE49-F238E27FC236}">
                <a16:creationId xmlns:a16="http://schemas.microsoft.com/office/drawing/2014/main" id="{11FF6818-60E3-43D5-BE52-43385EB1A38F}"/>
              </a:ext>
            </a:extLst>
          </p:cNvPr>
          <p:cNvSpPr/>
          <p:nvPr/>
        </p:nvSpPr>
        <p:spPr>
          <a:xfrm>
            <a:off x="6740914" y="4103007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4" name="箭號: 向右 353">
            <a:extLst>
              <a:ext uri="{FF2B5EF4-FFF2-40B4-BE49-F238E27FC236}">
                <a16:creationId xmlns:a16="http://schemas.microsoft.com/office/drawing/2014/main" id="{1A83EE68-7CEA-40FA-B6BF-B4592253913A}"/>
              </a:ext>
            </a:extLst>
          </p:cNvPr>
          <p:cNvSpPr/>
          <p:nvPr/>
        </p:nvSpPr>
        <p:spPr>
          <a:xfrm>
            <a:off x="9367550" y="4103007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55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" name="直線接點 568">
            <a:extLst>
              <a:ext uri="{FF2B5EF4-FFF2-40B4-BE49-F238E27FC236}">
                <a16:creationId xmlns:a16="http://schemas.microsoft.com/office/drawing/2014/main" id="{5AE278DF-7EB7-471F-9C63-03A28CFF90A3}"/>
              </a:ext>
            </a:extLst>
          </p:cNvPr>
          <p:cNvCxnSpPr>
            <a:cxnSpLocks/>
          </p:cNvCxnSpPr>
          <p:nvPr/>
        </p:nvCxnSpPr>
        <p:spPr>
          <a:xfrm flipH="1">
            <a:off x="1338070" y="4800489"/>
            <a:ext cx="143358" cy="290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9" name="群組 8">
            <a:extLst>
              <a:ext uri="{FF2B5EF4-FFF2-40B4-BE49-F238E27FC236}">
                <a16:creationId xmlns:a16="http://schemas.microsoft.com/office/drawing/2014/main" id="{2605E4FF-3919-4020-B913-51D7A5A3D30B}"/>
              </a:ext>
            </a:extLst>
          </p:cNvPr>
          <p:cNvGrpSpPr/>
          <p:nvPr/>
        </p:nvGrpSpPr>
        <p:grpSpPr>
          <a:xfrm>
            <a:off x="4559410" y="2818601"/>
            <a:ext cx="1906278" cy="457845"/>
            <a:chOff x="4711810" y="2971001"/>
            <a:chExt cx="1906278" cy="457845"/>
          </a:xfrm>
        </p:grpSpPr>
        <p:sp>
          <p:nvSpPr>
            <p:cNvPr id="473" name="矩形 178">
              <a:extLst>
                <a:ext uri="{FF2B5EF4-FFF2-40B4-BE49-F238E27FC236}">
                  <a16:creationId xmlns:a16="http://schemas.microsoft.com/office/drawing/2014/main" id="{3EF855AB-B3C5-436B-9CF7-7EFEE9CA10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4833" y="2971001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4" name="矩形 178">
              <a:extLst>
                <a:ext uri="{FF2B5EF4-FFF2-40B4-BE49-F238E27FC236}">
                  <a16:creationId xmlns:a16="http://schemas.microsoft.com/office/drawing/2014/main" id="{58175319-EDE7-4B01-BFDC-6FB3CCCAD8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4833" y="3212627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78" name="群組 477">
              <a:extLst>
                <a:ext uri="{FF2B5EF4-FFF2-40B4-BE49-F238E27FC236}">
                  <a16:creationId xmlns:a16="http://schemas.microsoft.com/office/drawing/2014/main" id="{21B8E70E-1E4A-419A-A251-04F5AA4CAD0E}"/>
                </a:ext>
              </a:extLst>
            </p:cNvPr>
            <p:cNvGrpSpPr/>
            <p:nvPr/>
          </p:nvGrpSpPr>
          <p:grpSpPr>
            <a:xfrm>
              <a:off x="5490819" y="2971220"/>
              <a:ext cx="216000" cy="457626"/>
              <a:chOff x="7339679" y="4614569"/>
              <a:chExt cx="216000" cy="457626"/>
            </a:xfrm>
          </p:grpSpPr>
          <p:sp>
            <p:nvSpPr>
              <p:cNvPr id="479" name="矩形 178">
                <a:extLst>
                  <a:ext uri="{FF2B5EF4-FFF2-40B4-BE49-F238E27FC236}">
                    <a16:creationId xmlns:a16="http://schemas.microsoft.com/office/drawing/2014/main" id="{65E2CAFE-3ADB-4DC0-941D-7508C49D5D8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614569"/>
                <a:ext cx="216000" cy="216000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1" name="矩形 178">
                <a:extLst>
                  <a:ext uri="{FF2B5EF4-FFF2-40B4-BE49-F238E27FC236}">
                    <a16:creationId xmlns:a16="http://schemas.microsoft.com/office/drawing/2014/main" id="{58C674CF-E55E-4CE4-A768-E89F11E3DE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856195"/>
                <a:ext cx="216000" cy="216000"/>
              </a:xfrm>
              <a:prstGeom prst="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82" name="矩形 178">
              <a:extLst>
                <a:ext uri="{FF2B5EF4-FFF2-40B4-BE49-F238E27FC236}">
                  <a16:creationId xmlns:a16="http://schemas.microsoft.com/office/drawing/2014/main" id="{6F3DC892-90BA-4FBA-896D-C7BFF02781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2789" y="2971220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3" name="矩形 178">
              <a:extLst>
                <a:ext uri="{FF2B5EF4-FFF2-40B4-BE49-F238E27FC236}">
                  <a16:creationId xmlns:a16="http://schemas.microsoft.com/office/drawing/2014/main" id="{5C300A6E-3BAA-456F-9115-73A8683B7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02789" y="3212846"/>
              <a:ext cx="216000" cy="216000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4" name="矩形 178">
              <a:extLst>
                <a:ext uri="{FF2B5EF4-FFF2-40B4-BE49-F238E27FC236}">
                  <a16:creationId xmlns:a16="http://schemas.microsoft.com/office/drawing/2014/main" id="{B48B7675-1369-4D76-9FFA-879421BA35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6804" y="2971001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5" name="矩形 178">
              <a:extLst>
                <a:ext uri="{FF2B5EF4-FFF2-40B4-BE49-F238E27FC236}">
                  <a16:creationId xmlns:a16="http://schemas.microsoft.com/office/drawing/2014/main" id="{944BABFB-6EF7-47F9-9BD5-FA6F71163B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6804" y="3212627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86" name="直線接點 485">
              <a:extLst>
                <a:ext uri="{FF2B5EF4-FFF2-40B4-BE49-F238E27FC236}">
                  <a16:creationId xmlns:a16="http://schemas.microsoft.com/office/drawing/2014/main" id="{1DB1B4E1-B784-411A-A7A7-107EF82872E5}"/>
                </a:ext>
              </a:extLst>
            </p:cNvPr>
            <p:cNvCxnSpPr>
              <a:cxnSpLocks/>
            </p:cNvCxnSpPr>
            <p:nvPr/>
          </p:nvCxnSpPr>
          <p:spPr>
            <a:xfrm>
              <a:off x="4711810" y="3197381"/>
              <a:ext cx="1906278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9" name="群組 428">
            <a:extLst>
              <a:ext uri="{FF2B5EF4-FFF2-40B4-BE49-F238E27FC236}">
                <a16:creationId xmlns:a16="http://schemas.microsoft.com/office/drawing/2014/main" id="{D99A3DAD-D8DB-4C4B-8579-6BE6E6DAEA7B}"/>
              </a:ext>
            </a:extLst>
          </p:cNvPr>
          <p:cNvGrpSpPr/>
          <p:nvPr/>
        </p:nvGrpSpPr>
        <p:grpSpPr>
          <a:xfrm>
            <a:off x="2090199" y="2546420"/>
            <a:ext cx="1611368" cy="1002206"/>
            <a:chOff x="2444545" y="2546420"/>
            <a:chExt cx="1611368" cy="1002206"/>
          </a:xfrm>
        </p:grpSpPr>
        <p:sp>
          <p:nvSpPr>
            <p:cNvPr id="430" name="箭號: 五邊形 429">
              <a:extLst>
                <a:ext uri="{FF2B5EF4-FFF2-40B4-BE49-F238E27FC236}">
                  <a16:creationId xmlns:a16="http://schemas.microsoft.com/office/drawing/2014/main" id="{6FC706A4-D05A-450C-B0E7-0806E2409C14}"/>
                </a:ext>
              </a:extLst>
            </p:cNvPr>
            <p:cNvSpPr/>
            <p:nvPr/>
          </p:nvSpPr>
          <p:spPr>
            <a:xfrm>
              <a:off x="2444545" y="2723167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31" name="矩形 178">
              <a:extLst>
                <a:ext uri="{FF2B5EF4-FFF2-40B4-BE49-F238E27FC236}">
                  <a16:creationId xmlns:a16="http://schemas.microsoft.com/office/drawing/2014/main" id="{691AED76-139B-49E7-BB93-1D27A34134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71945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2" name="矩形 178">
              <a:extLst>
                <a:ext uri="{FF2B5EF4-FFF2-40B4-BE49-F238E27FC236}">
                  <a16:creationId xmlns:a16="http://schemas.microsoft.com/office/drawing/2014/main" id="{70360610-4EEE-4A25-B265-C1EDFA07F5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3" name="矩形 178">
              <a:extLst>
                <a:ext uri="{FF2B5EF4-FFF2-40B4-BE49-F238E27FC236}">
                  <a16:creationId xmlns:a16="http://schemas.microsoft.com/office/drawing/2014/main" id="{098142E6-C923-496C-9F78-867D658285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4" name="矩形 178">
              <a:extLst>
                <a:ext uri="{FF2B5EF4-FFF2-40B4-BE49-F238E27FC236}">
                  <a16:creationId xmlns:a16="http://schemas.microsoft.com/office/drawing/2014/main" id="{955DF0A5-8241-481D-955B-F05020CE10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719457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5" name="矩形 178">
              <a:extLst>
                <a:ext uri="{FF2B5EF4-FFF2-40B4-BE49-F238E27FC236}">
                  <a16:creationId xmlns:a16="http://schemas.microsoft.com/office/drawing/2014/main" id="{1409B5E6-FB02-4C02-964A-94D30627D8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6" name="矩形 178">
              <a:extLst>
                <a:ext uri="{FF2B5EF4-FFF2-40B4-BE49-F238E27FC236}">
                  <a16:creationId xmlns:a16="http://schemas.microsoft.com/office/drawing/2014/main" id="{25FD0764-9A18-4EED-8938-94EE337FB3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71945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7" name="箭號: 五邊形 436">
              <a:extLst>
                <a:ext uri="{FF2B5EF4-FFF2-40B4-BE49-F238E27FC236}">
                  <a16:creationId xmlns:a16="http://schemas.microsoft.com/office/drawing/2014/main" id="{4922BEB3-7933-4D16-971F-C753B620FB20}"/>
                </a:ext>
              </a:extLst>
            </p:cNvPr>
            <p:cNvSpPr/>
            <p:nvPr/>
          </p:nvSpPr>
          <p:spPr>
            <a:xfrm>
              <a:off x="2644643" y="3069241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38" name="矩形 178">
              <a:extLst>
                <a:ext uri="{FF2B5EF4-FFF2-40B4-BE49-F238E27FC236}">
                  <a16:creationId xmlns:a16="http://schemas.microsoft.com/office/drawing/2014/main" id="{1B54BB1A-4D65-4AF1-961A-0D6B2A8DC0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9" name="矩形 178">
              <a:extLst>
                <a:ext uri="{FF2B5EF4-FFF2-40B4-BE49-F238E27FC236}">
                  <a16:creationId xmlns:a16="http://schemas.microsoft.com/office/drawing/2014/main" id="{C8EC74BB-DEB5-42FD-9319-15362A7772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" name="矩形 178">
              <a:extLst>
                <a:ext uri="{FF2B5EF4-FFF2-40B4-BE49-F238E27FC236}">
                  <a16:creationId xmlns:a16="http://schemas.microsoft.com/office/drawing/2014/main" id="{998E0BC1-FFEE-4875-A99C-E85B5BF679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065531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1" name="矩形 178">
              <a:extLst>
                <a:ext uri="{FF2B5EF4-FFF2-40B4-BE49-F238E27FC236}">
                  <a16:creationId xmlns:a16="http://schemas.microsoft.com/office/drawing/2014/main" id="{BE3B2969-B5B3-4C64-93CD-1907F34877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065531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2" name="矩形 178">
              <a:extLst>
                <a:ext uri="{FF2B5EF4-FFF2-40B4-BE49-F238E27FC236}">
                  <a16:creationId xmlns:a16="http://schemas.microsoft.com/office/drawing/2014/main" id="{AC18B2F6-655A-499B-AA53-D0C9CB9CCE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3" name="矩形 178">
              <a:extLst>
                <a:ext uri="{FF2B5EF4-FFF2-40B4-BE49-F238E27FC236}">
                  <a16:creationId xmlns:a16="http://schemas.microsoft.com/office/drawing/2014/main" id="{4A9A7057-1987-44BA-AC57-FB99108D70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06553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4" name="箭號: 五邊形 443">
              <a:extLst>
                <a:ext uri="{FF2B5EF4-FFF2-40B4-BE49-F238E27FC236}">
                  <a16:creationId xmlns:a16="http://schemas.microsoft.com/office/drawing/2014/main" id="{14FEDF96-69AF-449C-8419-BDF80C9E6FF5}"/>
                </a:ext>
              </a:extLst>
            </p:cNvPr>
            <p:cNvSpPr/>
            <p:nvPr/>
          </p:nvSpPr>
          <p:spPr>
            <a:xfrm>
              <a:off x="2844735" y="3415315"/>
              <a:ext cx="1211178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45" name="矩形 178">
              <a:extLst>
                <a:ext uri="{FF2B5EF4-FFF2-40B4-BE49-F238E27FC236}">
                  <a16:creationId xmlns:a16="http://schemas.microsoft.com/office/drawing/2014/main" id="{59B4440E-AF02-4DA5-8EFF-E2101A1BED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411605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6" name="矩形 178">
              <a:extLst>
                <a:ext uri="{FF2B5EF4-FFF2-40B4-BE49-F238E27FC236}">
                  <a16:creationId xmlns:a16="http://schemas.microsoft.com/office/drawing/2014/main" id="{176518CA-DC2F-4F38-B848-EB27C422E9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411605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7" name="矩形 178">
              <a:extLst>
                <a:ext uri="{FF2B5EF4-FFF2-40B4-BE49-F238E27FC236}">
                  <a16:creationId xmlns:a16="http://schemas.microsoft.com/office/drawing/2014/main" id="{ED46BA8D-6DDD-46E1-A24A-53196CC4CC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8" name="矩形 178">
              <a:extLst>
                <a:ext uri="{FF2B5EF4-FFF2-40B4-BE49-F238E27FC236}">
                  <a16:creationId xmlns:a16="http://schemas.microsoft.com/office/drawing/2014/main" id="{D42358F8-587D-4A48-936D-F094BB5B11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9" name="矩形 178">
              <a:extLst>
                <a:ext uri="{FF2B5EF4-FFF2-40B4-BE49-F238E27FC236}">
                  <a16:creationId xmlns:a16="http://schemas.microsoft.com/office/drawing/2014/main" id="{2F61E3FD-ED63-47CB-ABA2-067B665E36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41160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0" name="矩形 178">
              <a:extLst>
                <a:ext uri="{FF2B5EF4-FFF2-40B4-BE49-F238E27FC236}">
                  <a16:creationId xmlns:a16="http://schemas.microsoft.com/office/drawing/2014/main" id="{B9EFDF41-5DF9-42E7-B77C-10D4F2A6C5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3411605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1" name="箭號: 五邊形 450">
              <a:extLst>
                <a:ext uri="{FF2B5EF4-FFF2-40B4-BE49-F238E27FC236}">
                  <a16:creationId xmlns:a16="http://schemas.microsoft.com/office/drawing/2014/main" id="{9AB214F8-16D9-47F5-846F-8A04BF4C3D5E}"/>
                </a:ext>
              </a:extLst>
            </p:cNvPr>
            <p:cNvSpPr/>
            <p:nvPr/>
          </p:nvSpPr>
          <p:spPr>
            <a:xfrm>
              <a:off x="2644643" y="2896204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52" name="矩形 178">
              <a:extLst>
                <a:ext uri="{FF2B5EF4-FFF2-40B4-BE49-F238E27FC236}">
                  <a16:creationId xmlns:a16="http://schemas.microsoft.com/office/drawing/2014/main" id="{FB2C9CC9-2E45-45EB-8405-1F67EE8330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892494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3" name="矩形 178">
              <a:extLst>
                <a:ext uri="{FF2B5EF4-FFF2-40B4-BE49-F238E27FC236}">
                  <a16:creationId xmlns:a16="http://schemas.microsoft.com/office/drawing/2014/main" id="{F9906B63-38A7-4933-8B22-98FCE2B9A7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4" name="矩形 178">
              <a:extLst>
                <a:ext uri="{FF2B5EF4-FFF2-40B4-BE49-F238E27FC236}">
                  <a16:creationId xmlns:a16="http://schemas.microsoft.com/office/drawing/2014/main" id="{91F39C4D-E86E-47D7-B641-6C907F0531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5" name="矩形 178">
              <a:extLst>
                <a:ext uri="{FF2B5EF4-FFF2-40B4-BE49-F238E27FC236}">
                  <a16:creationId xmlns:a16="http://schemas.microsoft.com/office/drawing/2014/main" id="{E2774BCD-BFF2-4A5C-AAA4-1F93CF4E75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6" name="矩形 178">
              <a:extLst>
                <a:ext uri="{FF2B5EF4-FFF2-40B4-BE49-F238E27FC236}">
                  <a16:creationId xmlns:a16="http://schemas.microsoft.com/office/drawing/2014/main" id="{D04FB3FC-C16D-4BFA-828A-BEB922BC5E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7" name="矩形 178">
              <a:extLst>
                <a:ext uri="{FF2B5EF4-FFF2-40B4-BE49-F238E27FC236}">
                  <a16:creationId xmlns:a16="http://schemas.microsoft.com/office/drawing/2014/main" id="{DF84CC5D-17A4-49DB-BA03-A1D2BC9390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289249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8" name="箭號: 五邊形 457">
              <a:extLst>
                <a:ext uri="{FF2B5EF4-FFF2-40B4-BE49-F238E27FC236}">
                  <a16:creationId xmlns:a16="http://schemas.microsoft.com/office/drawing/2014/main" id="{8310FADA-54E1-4662-9C1B-596F03C18CEE}"/>
                </a:ext>
              </a:extLst>
            </p:cNvPr>
            <p:cNvSpPr/>
            <p:nvPr/>
          </p:nvSpPr>
          <p:spPr>
            <a:xfrm>
              <a:off x="2444545" y="2550130"/>
              <a:ext cx="120960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59" name="矩形 178">
              <a:extLst>
                <a:ext uri="{FF2B5EF4-FFF2-40B4-BE49-F238E27FC236}">
                  <a16:creationId xmlns:a16="http://schemas.microsoft.com/office/drawing/2014/main" id="{AC7272C5-970B-4249-ABCD-CA0528FB4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545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0" name="矩形 178">
              <a:extLst>
                <a:ext uri="{FF2B5EF4-FFF2-40B4-BE49-F238E27FC236}">
                  <a16:creationId xmlns:a16="http://schemas.microsoft.com/office/drawing/2014/main" id="{DAD1DFC0-FF24-4394-823E-797E0DBC6C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1" name="矩形 178">
              <a:extLst>
                <a:ext uri="{FF2B5EF4-FFF2-40B4-BE49-F238E27FC236}">
                  <a16:creationId xmlns:a16="http://schemas.microsoft.com/office/drawing/2014/main" id="{2AD38562-0A40-4115-990B-EE9C5FDE1F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2" name="矩形 178">
              <a:extLst>
                <a:ext uri="{FF2B5EF4-FFF2-40B4-BE49-F238E27FC236}">
                  <a16:creationId xmlns:a16="http://schemas.microsoft.com/office/drawing/2014/main" id="{47AB411B-3CE4-4455-86AC-FD0F128199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2546420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3" name="矩形 178">
              <a:extLst>
                <a:ext uri="{FF2B5EF4-FFF2-40B4-BE49-F238E27FC236}">
                  <a16:creationId xmlns:a16="http://schemas.microsoft.com/office/drawing/2014/main" id="{5B66C004-2A26-41E5-BFE5-273F5A3D3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2546420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4" name="矩形 178">
              <a:extLst>
                <a:ext uri="{FF2B5EF4-FFF2-40B4-BE49-F238E27FC236}">
                  <a16:creationId xmlns:a16="http://schemas.microsoft.com/office/drawing/2014/main" id="{F7C1ED62-0217-4AA6-9B3F-E1FC4ABEFC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254642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5" name="箭號: 五邊形 464">
              <a:extLst>
                <a:ext uri="{FF2B5EF4-FFF2-40B4-BE49-F238E27FC236}">
                  <a16:creationId xmlns:a16="http://schemas.microsoft.com/office/drawing/2014/main" id="{022B1B90-4874-4E95-9799-7007833A15C3}"/>
                </a:ext>
              </a:extLst>
            </p:cNvPr>
            <p:cNvSpPr/>
            <p:nvPr/>
          </p:nvSpPr>
          <p:spPr>
            <a:xfrm>
              <a:off x="2644644" y="3242278"/>
              <a:ext cx="141062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66" name="矩形 178">
              <a:extLst>
                <a:ext uri="{FF2B5EF4-FFF2-40B4-BE49-F238E27FC236}">
                  <a16:creationId xmlns:a16="http://schemas.microsoft.com/office/drawing/2014/main" id="{DB4A5CD5-3544-4E6D-ACD6-D9C4C410C1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44834" y="3238568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7" name="矩形 178">
              <a:extLst>
                <a:ext uri="{FF2B5EF4-FFF2-40B4-BE49-F238E27FC236}">
                  <a16:creationId xmlns:a16="http://schemas.microsoft.com/office/drawing/2014/main" id="{15B04748-BEC3-4EB2-BB0F-31E86AB5A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44931" y="3238568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8" name="矩形 178">
              <a:extLst>
                <a:ext uri="{FF2B5EF4-FFF2-40B4-BE49-F238E27FC236}">
                  <a16:creationId xmlns:a16="http://schemas.microsoft.com/office/drawing/2014/main" id="{2008BF0D-9FAC-4F79-B274-4EFB628130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5032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9" name="矩形 178">
              <a:extLst>
                <a:ext uri="{FF2B5EF4-FFF2-40B4-BE49-F238E27FC236}">
                  <a16:creationId xmlns:a16="http://schemas.microsoft.com/office/drawing/2014/main" id="{E53CC62C-E4A2-425B-8B34-9EBBB1EB2B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45113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0" name="矩形 178">
              <a:extLst>
                <a:ext uri="{FF2B5EF4-FFF2-40B4-BE49-F238E27FC236}">
                  <a16:creationId xmlns:a16="http://schemas.microsoft.com/office/drawing/2014/main" id="{6E65D357-6632-4ABB-9EA1-8DB8629D40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45211" y="3238568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" name="矩形 178">
              <a:extLst>
                <a:ext uri="{FF2B5EF4-FFF2-40B4-BE49-F238E27FC236}">
                  <a16:creationId xmlns:a16="http://schemas.microsoft.com/office/drawing/2014/main" id="{8DC27537-2B66-4AE7-94AC-8B8A0E27BE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4736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2" name="矩形 178">
              <a:extLst>
                <a:ext uri="{FF2B5EF4-FFF2-40B4-BE49-F238E27FC236}">
                  <a16:creationId xmlns:a16="http://schemas.microsoft.com/office/drawing/2014/main" id="{02CEEE1A-9D15-42BF-910A-4BD673E20B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44643" y="323856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80" name="群組 479">
            <a:extLst>
              <a:ext uri="{FF2B5EF4-FFF2-40B4-BE49-F238E27FC236}">
                <a16:creationId xmlns:a16="http://schemas.microsoft.com/office/drawing/2014/main" id="{44EFFBBD-DB56-477C-88FF-88CF1BF605BA}"/>
              </a:ext>
            </a:extLst>
          </p:cNvPr>
          <p:cNvGrpSpPr/>
          <p:nvPr/>
        </p:nvGrpSpPr>
        <p:grpSpPr>
          <a:xfrm>
            <a:off x="10285706" y="3944394"/>
            <a:ext cx="216000" cy="457626"/>
            <a:chOff x="5032433" y="2818601"/>
            <a:chExt cx="216000" cy="457626"/>
          </a:xfrm>
        </p:grpSpPr>
        <p:sp>
          <p:nvSpPr>
            <p:cNvPr id="493" name="矩形 178">
              <a:extLst>
                <a:ext uri="{FF2B5EF4-FFF2-40B4-BE49-F238E27FC236}">
                  <a16:creationId xmlns:a16="http://schemas.microsoft.com/office/drawing/2014/main" id="{2605CB64-9EF2-4A1E-B2A4-251B2FB031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32433" y="2818601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4" name="矩形 178">
              <a:extLst>
                <a:ext uri="{FF2B5EF4-FFF2-40B4-BE49-F238E27FC236}">
                  <a16:creationId xmlns:a16="http://schemas.microsoft.com/office/drawing/2014/main" id="{89484033-A95A-437B-B437-DAFC6F374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32433" y="3060227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72" name="群組 1271">
            <a:extLst>
              <a:ext uri="{FF2B5EF4-FFF2-40B4-BE49-F238E27FC236}">
                <a16:creationId xmlns:a16="http://schemas.microsoft.com/office/drawing/2014/main" id="{010DD6F7-40D1-418A-90CE-E39E99AD8E3F}"/>
              </a:ext>
            </a:extLst>
          </p:cNvPr>
          <p:cNvGrpSpPr/>
          <p:nvPr/>
        </p:nvGrpSpPr>
        <p:grpSpPr>
          <a:xfrm>
            <a:off x="1757711" y="2094028"/>
            <a:ext cx="754640" cy="246221"/>
            <a:chOff x="204219" y="6028647"/>
            <a:chExt cx="754640" cy="246221"/>
          </a:xfrm>
        </p:grpSpPr>
        <p:sp>
          <p:nvSpPr>
            <p:cNvPr id="1273" name="矩形 1272">
              <a:extLst>
                <a:ext uri="{FF2B5EF4-FFF2-40B4-BE49-F238E27FC236}">
                  <a16:creationId xmlns:a16="http://schemas.microsoft.com/office/drawing/2014/main" id="{3D3AF69F-F442-4D53-A21F-B7C7AAC8E203}"/>
                </a:ext>
              </a:extLst>
            </p:cNvPr>
            <p:cNvSpPr/>
            <p:nvPr/>
          </p:nvSpPr>
          <p:spPr>
            <a:xfrm>
              <a:off x="204219" y="6071493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4" name="文字方塊 1273">
              <a:extLst>
                <a:ext uri="{FF2B5EF4-FFF2-40B4-BE49-F238E27FC236}">
                  <a16:creationId xmlns:a16="http://schemas.microsoft.com/office/drawing/2014/main" id="{0D065A5F-4D1B-4AA7-AB3B-93D686A1574D}"/>
                </a:ext>
              </a:extLst>
            </p:cNvPr>
            <p:cNvSpPr txBox="1"/>
            <p:nvPr/>
          </p:nvSpPr>
          <p:spPr>
            <a:xfrm>
              <a:off x="357412" y="6028647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Somatic</a:t>
              </a:r>
              <a:endParaRPr lang="zh-TW" altLang="en-US" sz="1000" dirty="0"/>
            </a:p>
          </p:txBody>
        </p:sp>
      </p:grpSp>
      <p:sp>
        <p:nvSpPr>
          <p:cNvPr id="4" name="標題 3">
            <a:extLst>
              <a:ext uri="{FF2B5EF4-FFF2-40B4-BE49-F238E27FC236}">
                <a16:creationId xmlns:a16="http://schemas.microsoft.com/office/drawing/2014/main" id="{2AE49F74-6715-4E7D-B484-7BB0C23C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work </a:t>
            </a:r>
            <a:r>
              <a:rPr lang="en-US" altLang="zh-TW" sz="1800" b="0" dirty="0">
                <a:solidFill>
                  <a:prstClr val="black"/>
                </a:solidFill>
                <a:ea typeface="微軟正黑體 Light"/>
              </a:rPr>
              <a:t>: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 Somatic</a:t>
            </a:r>
            <a:r>
              <a:rPr lang="en-US" altLang="zh-TW" sz="1800" b="0" dirty="0"/>
              <a:t> Variant Calling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微軟正黑體 Light"/>
                <a:cs typeface="+mj-cs"/>
              </a:rPr>
              <a:t>in Tumor-Only Samples</a:t>
            </a:r>
            <a:endParaRPr lang="zh-TW" altLang="en-US" sz="1800" b="0" dirty="0"/>
          </a:p>
        </p:txBody>
      </p:sp>
      <p:sp>
        <p:nvSpPr>
          <p:cNvPr id="292" name="文字方塊 291">
            <a:extLst>
              <a:ext uri="{FF2B5EF4-FFF2-40B4-BE49-F238E27FC236}">
                <a16:creationId xmlns:a16="http://schemas.microsoft.com/office/drawing/2014/main" id="{45415B57-DBD4-4ACB-A555-E70170EFAEE5}"/>
              </a:ext>
            </a:extLst>
          </p:cNvPr>
          <p:cNvSpPr txBox="1"/>
          <p:nvPr/>
        </p:nvSpPr>
        <p:spPr>
          <a:xfrm>
            <a:off x="253663" y="2308065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Tumor cells</a:t>
            </a:r>
          </a:p>
        </p:txBody>
      </p:sp>
      <p:grpSp>
        <p:nvGrpSpPr>
          <p:cNvPr id="293" name="群組 292">
            <a:extLst>
              <a:ext uri="{FF2B5EF4-FFF2-40B4-BE49-F238E27FC236}">
                <a16:creationId xmlns:a16="http://schemas.microsoft.com/office/drawing/2014/main" id="{C8FE793E-A7E9-4840-ABBC-7671FADF0AE7}"/>
              </a:ext>
            </a:extLst>
          </p:cNvPr>
          <p:cNvGrpSpPr/>
          <p:nvPr/>
        </p:nvGrpSpPr>
        <p:grpSpPr>
          <a:xfrm>
            <a:off x="487460" y="2689323"/>
            <a:ext cx="784800" cy="716400"/>
            <a:chOff x="7903546" y="3416043"/>
            <a:chExt cx="1361356" cy="1241829"/>
          </a:xfrm>
        </p:grpSpPr>
        <p:grpSp>
          <p:nvGrpSpPr>
            <p:cNvPr id="294" name="群組 293">
              <a:extLst>
                <a:ext uri="{FF2B5EF4-FFF2-40B4-BE49-F238E27FC236}">
                  <a16:creationId xmlns:a16="http://schemas.microsoft.com/office/drawing/2014/main" id="{7F641B6A-4AB0-4E52-A6EF-ABFEF6673A67}"/>
                </a:ext>
              </a:extLst>
            </p:cNvPr>
            <p:cNvGrpSpPr/>
            <p:nvPr/>
          </p:nvGrpSpPr>
          <p:grpSpPr>
            <a:xfrm>
              <a:off x="7903546" y="4009872"/>
              <a:ext cx="648000" cy="648000"/>
              <a:chOff x="-1123212" y="3002191"/>
              <a:chExt cx="950810" cy="950810"/>
            </a:xfrm>
          </p:grpSpPr>
          <p:sp>
            <p:nvSpPr>
              <p:cNvPr id="331" name="橢圓 330">
                <a:extLst>
                  <a:ext uri="{FF2B5EF4-FFF2-40B4-BE49-F238E27FC236}">
                    <a16:creationId xmlns:a16="http://schemas.microsoft.com/office/drawing/2014/main" id="{CB96156B-654C-40A2-B85B-793A264922E5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橢圓 331">
                <a:extLst>
                  <a:ext uri="{FF2B5EF4-FFF2-40B4-BE49-F238E27FC236}">
                    <a16:creationId xmlns:a16="http://schemas.microsoft.com/office/drawing/2014/main" id="{C9892D83-C88E-473A-B3E4-56428F59D682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橢圓 332">
                <a:extLst>
                  <a:ext uri="{FF2B5EF4-FFF2-40B4-BE49-F238E27FC236}">
                    <a16:creationId xmlns:a16="http://schemas.microsoft.com/office/drawing/2014/main" id="{357BDE53-4FFA-4A8A-86D3-DB205BDFC749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手繪多邊形: 圖案 333">
                <a:extLst>
                  <a:ext uri="{FF2B5EF4-FFF2-40B4-BE49-F238E27FC236}">
                    <a16:creationId xmlns:a16="http://schemas.microsoft.com/office/drawing/2014/main" id="{27C64DF7-361E-4146-A30A-3598284457DA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5" name="手繪多邊形: 圖案 334">
                <a:extLst>
                  <a:ext uri="{FF2B5EF4-FFF2-40B4-BE49-F238E27FC236}">
                    <a16:creationId xmlns:a16="http://schemas.microsoft.com/office/drawing/2014/main" id="{796F0038-A544-4D21-895E-C07FB4ED9C04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36" name="手繪多邊形: 圖案 335">
                <a:extLst>
                  <a:ext uri="{FF2B5EF4-FFF2-40B4-BE49-F238E27FC236}">
                    <a16:creationId xmlns:a16="http://schemas.microsoft.com/office/drawing/2014/main" id="{B477521A-418A-4307-B845-7114FB9C471C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手繪多邊形: 圖案 336">
                <a:extLst>
                  <a:ext uri="{FF2B5EF4-FFF2-40B4-BE49-F238E27FC236}">
                    <a16:creationId xmlns:a16="http://schemas.microsoft.com/office/drawing/2014/main" id="{7A76813C-56DE-4CFE-B4F7-5D2F187788E9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手繪多邊形: 圖案 337">
                <a:extLst>
                  <a:ext uri="{FF2B5EF4-FFF2-40B4-BE49-F238E27FC236}">
                    <a16:creationId xmlns:a16="http://schemas.microsoft.com/office/drawing/2014/main" id="{64193477-5FEC-4328-8170-A408291B4761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39" name="手繪多邊形: 圖案 338">
                <a:extLst>
                  <a:ext uri="{FF2B5EF4-FFF2-40B4-BE49-F238E27FC236}">
                    <a16:creationId xmlns:a16="http://schemas.microsoft.com/office/drawing/2014/main" id="{8252C1B3-8EB6-4F97-BAEF-5D8DE1A061C9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0" name="手繪多邊形: 圖案 339">
                <a:extLst>
                  <a:ext uri="{FF2B5EF4-FFF2-40B4-BE49-F238E27FC236}">
                    <a16:creationId xmlns:a16="http://schemas.microsoft.com/office/drawing/2014/main" id="{D1A9FFEE-5D8A-40DB-AC5C-03B40A227461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1" name="手繪多邊形: 圖案 340">
                <a:extLst>
                  <a:ext uri="{FF2B5EF4-FFF2-40B4-BE49-F238E27FC236}">
                    <a16:creationId xmlns:a16="http://schemas.microsoft.com/office/drawing/2014/main" id="{E6E2CF6B-BB15-4D2E-B84E-61A6EEDA190E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2" name="橢圓 341">
                <a:extLst>
                  <a:ext uri="{FF2B5EF4-FFF2-40B4-BE49-F238E27FC236}">
                    <a16:creationId xmlns:a16="http://schemas.microsoft.com/office/drawing/2014/main" id="{1B3AD3B8-9E69-4BC5-99EF-E1BD2AB4A080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3" name="橢圓 342">
                <a:extLst>
                  <a:ext uri="{FF2B5EF4-FFF2-40B4-BE49-F238E27FC236}">
                    <a16:creationId xmlns:a16="http://schemas.microsoft.com/office/drawing/2014/main" id="{F972C63E-AA0F-49AF-A994-FAE9EE9AC806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4" name="橢圓 343">
                <a:extLst>
                  <a:ext uri="{FF2B5EF4-FFF2-40B4-BE49-F238E27FC236}">
                    <a16:creationId xmlns:a16="http://schemas.microsoft.com/office/drawing/2014/main" id="{0935906D-920C-408A-88FC-134DCF5E7998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5" name="手繪多邊形: 圖案 344">
                <a:extLst>
                  <a:ext uri="{FF2B5EF4-FFF2-40B4-BE49-F238E27FC236}">
                    <a16:creationId xmlns:a16="http://schemas.microsoft.com/office/drawing/2014/main" id="{45D993F1-982F-4CE2-A956-569A0DB55A15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46" name="橢圓 345">
                <a:extLst>
                  <a:ext uri="{FF2B5EF4-FFF2-40B4-BE49-F238E27FC236}">
                    <a16:creationId xmlns:a16="http://schemas.microsoft.com/office/drawing/2014/main" id="{163F5539-7FC6-480A-9DA5-6A2851621700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7" name="橢圓 346">
                <a:extLst>
                  <a:ext uri="{FF2B5EF4-FFF2-40B4-BE49-F238E27FC236}">
                    <a16:creationId xmlns:a16="http://schemas.microsoft.com/office/drawing/2014/main" id="{B65CA4CC-98FE-45E1-891A-5BFC58A571D5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5" name="群組 294">
              <a:extLst>
                <a:ext uri="{FF2B5EF4-FFF2-40B4-BE49-F238E27FC236}">
                  <a16:creationId xmlns:a16="http://schemas.microsoft.com/office/drawing/2014/main" id="{5766F48D-B31C-40AC-8F0C-76D9E078F7FD}"/>
                </a:ext>
              </a:extLst>
            </p:cNvPr>
            <p:cNvGrpSpPr/>
            <p:nvPr/>
          </p:nvGrpSpPr>
          <p:grpSpPr>
            <a:xfrm>
              <a:off x="8616902" y="4008067"/>
              <a:ext cx="648000" cy="648000"/>
              <a:chOff x="-1123212" y="3002191"/>
              <a:chExt cx="950810" cy="950810"/>
            </a:xfrm>
          </p:grpSpPr>
          <p:sp>
            <p:nvSpPr>
              <p:cNvPr id="314" name="橢圓 313">
                <a:extLst>
                  <a:ext uri="{FF2B5EF4-FFF2-40B4-BE49-F238E27FC236}">
                    <a16:creationId xmlns:a16="http://schemas.microsoft.com/office/drawing/2014/main" id="{8D893DEA-BC28-4B4A-B90B-A08F7FC980D1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5" name="橢圓 314">
                <a:extLst>
                  <a:ext uri="{FF2B5EF4-FFF2-40B4-BE49-F238E27FC236}">
                    <a16:creationId xmlns:a16="http://schemas.microsoft.com/office/drawing/2014/main" id="{925D1CA0-D04D-4B4D-91DE-DDCB4B1AE47F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6" name="橢圓 315">
                <a:extLst>
                  <a:ext uri="{FF2B5EF4-FFF2-40B4-BE49-F238E27FC236}">
                    <a16:creationId xmlns:a16="http://schemas.microsoft.com/office/drawing/2014/main" id="{4AC06E0A-ED0C-4A71-95A0-D4E0AD7A680F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7" name="手繪多邊形: 圖案 316">
                <a:extLst>
                  <a:ext uri="{FF2B5EF4-FFF2-40B4-BE49-F238E27FC236}">
                    <a16:creationId xmlns:a16="http://schemas.microsoft.com/office/drawing/2014/main" id="{357B86B0-1942-4B24-BCF2-B889B1142729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手繪多邊形: 圖案 317">
                <a:extLst>
                  <a:ext uri="{FF2B5EF4-FFF2-40B4-BE49-F238E27FC236}">
                    <a16:creationId xmlns:a16="http://schemas.microsoft.com/office/drawing/2014/main" id="{3D5F9EA1-0707-4CC3-B6FF-FC7C35B3E162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19" name="手繪多邊形: 圖案 318">
                <a:extLst>
                  <a:ext uri="{FF2B5EF4-FFF2-40B4-BE49-F238E27FC236}">
                    <a16:creationId xmlns:a16="http://schemas.microsoft.com/office/drawing/2014/main" id="{26F24727-9D55-4C97-AE07-6FD2F7A8BBBB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0" name="手繪多邊形: 圖案 319">
                <a:extLst>
                  <a:ext uri="{FF2B5EF4-FFF2-40B4-BE49-F238E27FC236}">
                    <a16:creationId xmlns:a16="http://schemas.microsoft.com/office/drawing/2014/main" id="{27A320DF-5BE3-4700-BDF3-5160B39E62B0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手繪多邊形: 圖案 320">
                <a:extLst>
                  <a:ext uri="{FF2B5EF4-FFF2-40B4-BE49-F238E27FC236}">
                    <a16:creationId xmlns:a16="http://schemas.microsoft.com/office/drawing/2014/main" id="{322D89E7-A78A-4AE8-B863-DB011B8DC2E5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22" name="手繪多邊形: 圖案 321">
                <a:extLst>
                  <a:ext uri="{FF2B5EF4-FFF2-40B4-BE49-F238E27FC236}">
                    <a16:creationId xmlns:a16="http://schemas.microsoft.com/office/drawing/2014/main" id="{716E3435-7B5F-4ED2-9392-44334A912047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23" name="手繪多邊形: 圖案 322">
                <a:extLst>
                  <a:ext uri="{FF2B5EF4-FFF2-40B4-BE49-F238E27FC236}">
                    <a16:creationId xmlns:a16="http://schemas.microsoft.com/office/drawing/2014/main" id="{1F278A63-03B7-4F84-8F90-08BF3AC2F75B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47350894-8146-45CB-BD1F-FD27DB0FEDDA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橢圓 324">
                <a:extLst>
                  <a:ext uri="{FF2B5EF4-FFF2-40B4-BE49-F238E27FC236}">
                    <a16:creationId xmlns:a16="http://schemas.microsoft.com/office/drawing/2014/main" id="{53B54AF5-DE47-475D-839D-8B6F87E67CA5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橢圓 325">
                <a:extLst>
                  <a:ext uri="{FF2B5EF4-FFF2-40B4-BE49-F238E27FC236}">
                    <a16:creationId xmlns:a16="http://schemas.microsoft.com/office/drawing/2014/main" id="{9EADE0E0-565A-4583-BC97-A77BC89695D5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橢圓 326">
                <a:extLst>
                  <a:ext uri="{FF2B5EF4-FFF2-40B4-BE49-F238E27FC236}">
                    <a16:creationId xmlns:a16="http://schemas.microsoft.com/office/drawing/2014/main" id="{97FFFA5C-4213-4962-BC40-5D0FE33EDC9B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66CF5BB4-3A88-4195-91A1-68BF21CA411E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29" name="橢圓 328">
                <a:extLst>
                  <a:ext uri="{FF2B5EF4-FFF2-40B4-BE49-F238E27FC236}">
                    <a16:creationId xmlns:a16="http://schemas.microsoft.com/office/drawing/2014/main" id="{517EE901-C7C2-4B43-A6A2-03E96ED35429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0" name="橢圓 329">
                <a:extLst>
                  <a:ext uri="{FF2B5EF4-FFF2-40B4-BE49-F238E27FC236}">
                    <a16:creationId xmlns:a16="http://schemas.microsoft.com/office/drawing/2014/main" id="{7E0F104E-C701-41B0-9E42-27C28C9AD637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6" name="群組 295">
              <a:extLst>
                <a:ext uri="{FF2B5EF4-FFF2-40B4-BE49-F238E27FC236}">
                  <a16:creationId xmlns:a16="http://schemas.microsoft.com/office/drawing/2014/main" id="{661B20F4-34BD-4B68-812F-0C0CD8704D54}"/>
                </a:ext>
              </a:extLst>
            </p:cNvPr>
            <p:cNvGrpSpPr/>
            <p:nvPr/>
          </p:nvGrpSpPr>
          <p:grpSpPr>
            <a:xfrm>
              <a:off x="8258763" y="3416043"/>
              <a:ext cx="648000" cy="648000"/>
              <a:chOff x="-1123212" y="3002191"/>
              <a:chExt cx="950810" cy="950810"/>
            </a:xfrm>
          </p:grpSpPr>
          <p:sp>
            <p:nvSpPr>
              <p:cNvPr id="297" name="橢圓 296">
                <a:extLst>
                  <a:ext uri="{FF2B5EF4-FFF2-40B4-BE49-F238E27FC236}">
                    <a16:creationId xmlns:a16="http://schemas.microsoft.com/office/drawing/2014/main" id="{F18EC3C7-06A8-4660-8839-8A87CD4F4DB6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8" name="橢圓 297">
                <a:extLst>
                  <a:ext uri="{FF2B5EF4-FFF2-40B4-BE49-F238E27FC236}">
                    <a16:creationId xmlns:a16="http://schemas.microsoft.com/office/drawing/2014/main" id="{B5748D8B-360E-4BC1-9EB2-9F7D2F2AA6C3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9" name="橢圓 298">
                <a:extLst>
                  <a:ext uri="{FF2B5EF4-FFF2-40B4-BE49-F238E27FC236}">
                    <a16:creationId xmlns:a16="http://schemas.microsoft.com/office/drawing/2014/main" id="{8B12F74B-3D31-4245-BF66-1CCE9BECD2E8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C2E0FBA8-85B8-4240-BE0A-FFBF0AB9E7D2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F701C6A9-8207-46F9-A299-C9DB431C6E58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990701EB-61A3-42F7-AB5F-0DB89DF602FB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3" name="手繪多邊形: 圖案 302">
                <a:extLst>
                  <a:ext uri="{FF2B5EF4-FFF2-40B4-BE49-F238E27FC236}">
                    <a16:creationId xmlns:a16="http://schemas.microsoft.com/office/drawing/2014/main" id="{B3F009C7-61C4-4CE3-AD60-82627CFB2E3E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4" name="手繪多邊形: 圖案 303">
                <a:extLst>
                  <a:ext uri="{FF2B5EF4-FFF2-40B4-BE49-F238E27FC236}">
                    <a16:creationId xmlns:a16="http://schemas.microsoft.com/office/drawing/2014/main" id="{651D6824-BCBD-46A4-9060-9067F59A1B8F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C441A02F-F3A4-4EA5-A1C3-C14D5741CBD5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6" name="手繪多邊形: 圖案 305">
                <a:extLst>
                  <a:ext uri="{FF2B5EF4-FFF2-40B4-BE49-F238E27FC236}">
                    <a16:creationId xmlns:a16="http://schemas.microsoft.com/office/drawing/2014/main" id="{D13D8693-62B4-4550-9B8C-23B766C500AC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7" name="手繪多邊形: 圖案 306">
                <a:extLst>
                  <a:ext uri="{FF2B5EF4-FFF2-40B4-BE49-F238E27FC236}">
                    <a16:creationId xmlns:a16="http://schemas.microsoft.com/office/drawing/2014/main" id="{2C1F34BA-9677-4B85-96FB-89E33BD13B5D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8" name="橢圓 307">
                <a:extLst>
                  <a:ext uri="{FF2B5EF4-FFF2-40B4-BE49-F238E27FC236}">
                    <a16:creationId xmlns:a16="http://schemas.microsoft.com/office/drawing/2014/main" id="{A8D68D2C-018A-4A2D-8716-A916FD421BE9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9" name="橢圓 308">
                <a:extLst>
                  <a:ext uri="{FF2B5EF4-FFF2-40B4-BE49-F238E27FC236}">
                    <a16:creationId xmlns:a16="http://schemas.microsoft.com/office/drawing/2014/main" id="{0C826C3F-A02B-4841-8F00-BDACDD40DF57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橢圓 309">
                <a:extLst>
                  <a:ext uri="{FF2B5EF4-FFF2-40B4-BE49-F238E27FC236}">
                    <a16:creationId xmlns:a16="http://schemas.microsoft.com/office/drawing/2014/main" id="{B678BFE3-4BF7-4F1D-99AD-C278573BFDF9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手繪多邊形: 圖案 310">
                <a:extLst>
                  <a:ext uri="{FF2B5EF4-FFF2-40B4-BE49-F238E27FC236}">
                    <a16:creationId xmlns:a16="http://schemas.microsoft.com/office/drawing/2014/main" id="{5A3A46F6-A31F-4F7C-B8C7-ACACBC2C45EB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12" name="橢圓 311">
                <a:extLst>
                  <a:ext uri="{FF2B5EF4-FFF2-40B4-BE49-F238E27FC236}">
                    <a16:creationId xmlns:a16="http://schemas.microsoft.com/office/drawing/2014/main" id="{9EE4CFB9-4AD4-4B4C-B95E-9FB2958862B6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3" name="橢圓 312">
                <a:extLst>
                  <a:ext uri="{FF2B5EF4-FFF2-40B4-BE49-F238E27FC236}">
                    <a16:creationId xmlns:a16="http://schemas.microsoft.com/office/drawing/2014/main" id="{F2EF1B63-170A-401F-B2C6-58979DD7CE5A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476" name="箭號: 向右 475">
            <a:extLst>
              <a:ext uri="{FF2B5EF4-FFF2-40B4-BE49-F238E27FC236}">
                <a16:creationId xmlns:a16="http://schemas.microsoft.com/office/drawing/2014/main" id="{5FF906AF-183B-4D83-B519-CFF573086B51}"/>
              </a:ext>
            </a:extLst>
          </p:cNvPr>
          <p:cNvSpPr/>
          <p:nvPr/>
        </p:nvSpPr>
        <p:spPr>
          <a:xfrm>
            <a:off x="1818259" y="2977323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AAC44AD2-8CDA-43A3-B011-7D9C4F94CDC3}"/>
              </a:ext>
            </a:extLst>
          </p:cNvPr>
          <p:cNvGrpSpPr/>
          <p:nvPr/>
        </p:nvGrpSpPr>
        <p:grpSpPr>
          <a:xfrm>
            <a:off x="4342549" y="1722864"/>
            <a:ext cx="2340000" cy="369332"/>
            <a:chOff x="7284574" y="1646867"/>
            <a:chExt cx="2340000" cy="369332"/>
          </a:xfrm>
        </p:grpSpPr>
        <p:sp>
          <p:nvSpPr>
            <p:cNvPr id="631" name="矩形: 圓角 630">
              <a:extLst>
                <a:ext uri="{FF2B5EF4-FFF2-40B4-BE49-F238E27FC236}">
                  <a16:creationId xmlns:a16="http://schemas.microsoft.com/office/drawing/2014/main" id="{538D7FE5-4DA6-4B59-8A39-6EF0A9015CD1}"/>
                </a:ext>
              </a:extLst>
            </p:cNvPr>
            <p:cNvSpPr/>
            <p:nvPr/>
          </p:nvSpPr>
          <p:spPr>
            <a:xfrm>
              <a:off x="7284574" y="1698120"/>
              <a:ext cx="2340000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632" name="文字方塊 631">
              <a:extLst>
                <a:ext uri="{FF2B5EF4-FFF2-40B4-BE49-F238E27FC236}">
                  <a16:creationId xmlns:a16="http://schemas.microsoft.com/office/drawing/2014/main" id="{CE5808BF-D45C-49C1-9685-AD889FFBE6B0}"/>
                </a:ext>
              </a:extLst>
            </p:cNvPr>
            <p:cNvSpPr txBox="1"/>
            <p:nvPr/>
          </p:nvSpPr>
          <p:spPr>
            <a:xfrm>
              <a:off x="7689237" y="1646867"/>
              <a:ext cx="15306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Variant Calling</a:t>
              </a: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AB590F33-6134-47A9-AE39-0215EB21EE1A}"/>
              </a:ext>
            </a:extLst>
          </p:cNvPr>
          <p:cNvGrpSpPr/>
          <p:nvPr/>
        </p:nvGrpSpPr>
        <p:grpSpPr>
          <a:xfrm>
            <a:off x="9595822" y="1706703"/>
            <a:ext cx="2340000" cy="369332"/>
            <a:chOff x="9729437" y="1621241"/>
            <a:chExt cx="2340000" cy="369332"/>
          </a:xfrm>
        </p:grpSpPr>
        <p:sp>
          <p:nvSpPr>
            <p:cNvPr id="623" name="矩形: 圓角 622">
              <a:extLst>
                <a:ext uri="{FF2B5EF4-FFF2-40B4-BE49-F238E27FC236}">
                  <a16:creationId xmlns:a16="http://schemas.microsoft.com/office/drawing/2014/main" id="{DD0638A2-0BB9-48A8-A979-12787B40453D}"/>
                </a:ext>
              </a:extLst>
            </p:cNvPr>
            <p:cNvSpPr/>
            <p:nvPr/>
          </p:nvSpPr>
          <p:spPr>
            <a:xfrm>
              <a:off x="9789648" y="1672494"/>
              <a:ext cx="221957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5" name="文字方塊 624">
              <a:extLst>
                <a:ext uri="{FF2B5EF4-FFF2-40B4-BE49-F238E27FC236}">
                  <a16:creationId xmlns:a16="http://schemas.microsoft.com/office/drawing/2014/main" id="{B79729ED-AEF9-4290-AB75-85D597317525}"/>
                </a:ext>
              </a:extLst>
            </p:cNvPr>
            <p:cNvSpPr txBox="1"/>
            <p:nvPr/>
          </p:nvSpPr>
          <p:spPr>
            <a:xfrm>
              <a:off x="9729437" y="1621241"/>
              <a:ext cx="23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Somatic Variant Calling</a:t>
              </a:r>
            </a:p>
          </p:txBody>
        </p: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8DE34CB9-58E0-4F3C-AC33-EA7092673668}"/>
              </a:ext>
            </a:extLst>
          </p:cNvPr>
          <p:cNvGrpSpPr/>
          <p:nvPr/>
        </p:nvGrpSpPr>
        <p:grpSpPr>
          <a:xfrm>
            <a:off x="1735854" y="1722864"/>
            <a:ext cx="2320059" cy="369332"/>
            <a:chOff x="1972972" y="1595615"/>
            <a:chExt cx="2320059" cy="369332"/>
          </a:xfrm>
        </p:grpSpPr>
        <p:sp>
          <p:nvSpPr>
            <p:cNvPr id="620" name="矩形: 圓角 619">
              <a:extLst>
                <a:ext uri="{FF2B5EF4-FFF2-40B4-BE49-F238E27FC236}">
                  <a16:creationId xmlns:a16="http://schemas.microsoft.com/office/drawing/2014/main" id="{2CCC4867-086E-41D7-9DB8-2DF65F327D82}"/>
                </a:ext>
              </a:extLst>
            </p:cNvPr>
            <p:cNvSpPr/>
            <p:nvPr/>
          </p:nvSpPr>
          <p:spPr>
            <a:xfrm>
              <a:off x="1972972" y="1646868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1267" name="文字方塊 1266">
              <a:extLst>
                <a:ext uri="{FF2B5EF4-FFF2-40B4-BE49-F238E27FC236}">
                  <a16:creationId xmlns:a16="http://schemas.microsoft.com/office/drawing/2014/main" id="{8320B729-4DF9-493B-B927-1623C42233ED}"/>
                </a:ext>
              </a:extLst>
            </p:cNvPr>
            <p:cNvSpPr txBox="1"/>
            <p:nvPr/>
          </p:nvSpPr>
          <p:spPr>
            <a:xfrm>
              <a:off x="1972972" y="1595615"/>
              <a:ext cx="2267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Long-read Sequencing</a:t>
              </a:r>
              <a:endParaRPr lang="zh-TW" altLang="en-US" dirty="0"/>
            </a:p>
          </p:txBody>
        </p:sp>
      </p:grpSp>
      <p:grpSp>
        <p:nvGrpSpPr>
          <p:cNvPr id="1271" name="群組 1270">
            <a:extLst>
              <a:ext uri="{FF2B5EF4-FFF2-40B4-BE49-F238E27FC236}">
                <a16:creationId xmlns:a16="http://schemas.microsoft.com/office/drawing/2014/main" id="{6EEB3267-1246-42A3-9B2D-42B1579CE0DD}"/>
              </a:ext>
            </a:extLst>
          </p:cNvPr>
          <p:cNvGrpSpPr/>
          <p:nvPr/>
        </p:nvGrpSpPr>
        <p:grpSpPr>
          <a:xfrm>
            <a:off x="3284850" y="2094028"/>
            <a:ext cx="602355" cy="246221"/>
            <a:chOff x="204219" y="6028647"/>
            <a:chExt cx="602355" cy="246221"/>
          </a:xfrm>
        </p:grpSpPr>
        <p:sp>
          <p:nvSpPr>
            <p:cNvPr id="1275" name="矩形 1274">
              <a:extLst>
                <a:ext uri="{FF2B5EF4-FFF2-40B4-BE49-F238E27FC236}">
                  <a16:creationId xmlns:a16="http://schemas.microsoft.com/office/drawing/2014/main" id="{CD05E2ED-6A58-4CD6-AF45-3C3DFF13988A}"/>
                </a:ext>
              </a:extLst>
            </p:cNvPr>
            <p:cNvSpPr/>
            <p:nvPr/>
          </p:nvSpPr>
          <p:spPr>
            <a:xfrm>
              <a:off x="204219" y="6071493"/>
              <a:ext cx="162000" cy="160529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76" name="文字方塊 1275">
              <a:extLst>
                <a:ext uri="{FF2B5EF4-FFF2-40B4-BE49-F238E27FC236}">
                  <a16:creationId xmlns:a16="http://schemas.microsoft.com/office/drawing/2014/main" id="{C61CAF97-4E94-4FA4-9EDD-A9F15A380AD5}"/>
                </a:ext>
              </a:extLst>
            </p:cNvPr>
            <p:cNvSpPr txBox="1"/>
            <p:nvPr/>
          </p:nvSpPr>
          <p:spPr>
            <a:xfrm>
              <a:off x="357412" y="6028647"/>
              <a:ext cx="4491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Error</a:t>
              </a:r>
              <a:endParaRPr lang="zh-TW" altLang="en-US" sz="1000" dirty="0"/>
            </a:p>
          </p:txBody>
        </p:sp>
      </p:grpSp>
      <p:grpSp>
        <p:nvGrpSpPr>
          <p:cNvPr id="950" name="群組 949">
            <a:extLst>
              <a:ext uri="{FF2B5EF4-FFF2-40B4-BE49-F238E27FC236}">
                <a16:creationId xmlns:a16="http://schemas.microsoft.com/office/drawing/2014/main" id="{E3F1388F-235E-4835-B777-E41BB1190414}"/>
              </a:ext>
            </a:extLst>
          </p:cNvPr>
          <p:cNvGrpSpPr/>
          <p:nvPr/>
        </p:nvGrpSpPr>
        <p:grpSpPr>
          <a:xfrm>
            <a:off x="2476482" y="2094028"/>
            <a:ext cx="818760" cy="246221"/>
            <a:chOff x="204219" y="5843928"/>
            <a:chExt cx="818760" cy="246221"/>
          </a:xfrm>
        </p:grpSpPr>
        <p:sp>
          <p:nvSpPr>
            <p:cNvPr id="951" name="矩形 950">
              <a:extLst>
                <a:ext uri="{FF2B5EF4-FFF2-40B4-BE49-F238E27FC236}">
                  <a16:creationId xmlns:a16="http://schemas.microsoft.com/office/drawing/2014/main" id="{0CE57259-1AB9-448E-B5BF-E5344E472A2E}"/>
                </a:ext>
              </a:extLst>
            </p:cNvPr>
            <p:cNvSpPr/>
            <p:nvPr/>
          </p:nvSpPr>
          <p:spPr>
            <a:xfrm>
              <a:off x="204219" y="5886774"/>
              <a:ext cx="162000" cy="16052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2" name="文字方塊 951">
              <a:extLst>
                <a:ext uri="{FF2B5EF4-FFF2-40B4-BE49-F238E27FC236}">
                  <a16:creationId xmlns:a16="http://schemas.microsoft.com/office/drawing/2014/main" id="{4734FBF2-7D6C-4D06-9D3D-7C045944E4BE}"/>
                </a:ext>
              </a:extLst>
            </p:cNvPr>
            <p:cNvSpPr txBox="1"/>
            <p:nvPr/>
          </p:nvSpPr>
          <p:spPr>
            <a:xfrm>
              <a:off x="357412" y="5843928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Germline</a:t>
              </a:r>
              <a:endParaRPr lang="zh-TW" altLang="en-US" sz="1000" dirty="0"/>
            </a:p>
          </p:txBody>
        </p: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2C3C2F8-29A1-4D18-8020-C9313492AE44}"/>
              </a:ext>
            </a:extLst>
          </p:cNvPr>
          <p:cNvGrpSpPr/>
          <p:nvPr/>
        </p:nvGrpSpPr>
        <p:grpSpPr>
          <a:xfrm>
            <a:off x="9695176" y="2678191"/>
            <a:ext cx="2452018" cy="738664"/>
            <a:chOff x="9734138" y="2612333"/>
            <a:chExt cx="2452018" cy="738664"/>
          </a:xfrm>
        </p:grpSpPr>
        <p:sp>
          <p:nvSpPr>
            <p:cNvPr id="1268" name="文字方塊 1267">
              <a:extLst>
                <a:ext uri="{FF2B5EF4-FFF2-40B4-BE49-F238E27FC236}">
                  <a16:creationId xmlns:a16="http://schemas.microsoft.com/office/drawing/2014/main" id="{D985AA43-7A9E-4EE5-B5A8-893F138CFE43}"/>
                </a:ext>
              </a:extLst>
            </p:cNvPr>
            <p:cNvSpPr txBox="1"/>
            <p:nvPr/>
          </p:nvSpPr>
          <p:spPr>
            <a:xfrm>
              <a:off x="10435677" y="2612333"/>
              <a:ext cx="1750479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 marL="285750" indent="-285750">
                <a:buFont typeface="Arial" panose="020B0604020202020204" pitchFamily="34" charset="0"/>
                <a:buChar char="•"/>
                <a:defRPr sz="14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DeepSomatic(TO)</a:t>
              </a:r>
            </a:p>
            <a:p>
              <a:r>
                <a:rPr lang="en-US" altLang="zh-TW" dirty="0"/>
                <a:t>ClairS-TO</a:t>
              </a:r>
            </a:p>
            <a:p>
              <a:r>
                <a:rPr lang="en-US" altLang="zh-TW" dirty="0"/>
                <a:t>Severus(TO)</a:t>
              </a:r>
              <a:endParaRPr lang="zh-TW" altLang="en-US" dirty="0"/>
            </a:p>
          </p:txBody>
        </p:sp>
        <p:grpSp>
          <p:nvGrpSpPr>
            <p:cNvPr id="527" name="群組 526">
              <a:extLst>
                <a:ext uri="{FF2B5EF4-FFF2-40B4-BE49-F238E27FC236}">
                  <a16:creationId xmlns:a16="http://schemas.microsoft.com/office/drawing/2014/main" id="{D73FCC9B-1F12-4FD6-928B-05200319E7C9}"/>
                </a:ext>
              </a:extLst>
            </p:cNvPr>
            <p:cNvGrpSpPr/>
            <p:nvPr/>
          </p:nvGrpSpPr>
          <p:grpSpPr>
            <a:xfrm>
              <a:off x="9734138" y="2701666"/>
              <a:ext cx="539926" cy="559998"/>
              <a:chOff x="7886533" y="5352793"/>
              <a:chExt cx="1181108" cy="1225016"/>
            </a:xfrm>
          </p:grpSpPr>
          <p:grpSp>
            <p:nvGrpSpPr>
              <p:cNvPr id="528" name="群組 527">
                <a:extLst>
                  <a:ext uri="{FF2B5EF4-FFF2-40B4-BE49-F238E27FC236}">
                    <a16:creationId xmlns:a16="http://schemas.microsoft.com/office/drawing/2014/main" id="{F321BDA5-AAF1-4CD7-9376-2DA5979AE6B8}"/>
                  </a:ext>
                </a:extLst>
              </p:cNvPr>
              <p:cNvGrpSpPr/>
              <p:nvPr/>
            </p:nvGrpSpPr>
            <p:grpSpPr>
              <a:xfrm>
                <a:off x="8408577" y="5352793"/>
                <a:ext cx="137021" cy="1225016"/>
                <a:chOff x="8482543" y="5352793"/>
                <a:chExt cx="137021" cy="1225016"/>
              </a:xfrm>
            </p:grpSpPr>
            <p:sp>
              <p:nvSpPr>
                <p:cNvPr id="562" name="橢圓 561">
                  <a:extLst>
                    <a:ext uri="{FF2B5EF4-FFF2-40B4-BE49-F238E27FC236}">
                      <a16:creationId xmlns:a16="http://schemas.microsoft.com/office/drawing/2014/main" id="{2C98BE42-55AF-42DF-B068-43963F12ACF5}"/>
                    </a:ext>
                  </a:extLst>
                </p:cNvPr>
                <p:cNvSpPr/>
                <p:nvPr/>
              </p:nvSpPr>
              <p:spPr>
                <a:xfrm>
                  <a:off x="8482543" y="5352793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3" name="橢圓 562">
                  <a:extLst>
                    <a:ext uri="{FF2B5EF4-FFF2-40B4-BE49-F238E27FC236}">
                      <a16:creationId xmlns:a16="http://schemas.microsoft.com/office/drawing/2014/main" id="{16562EDC-0B1E-4F3B-8935-FF448672D170}"/>
                    </a:ext>
                  </a:extLst>
                </p:cNvPr>
                <p:cNvSpPr/>
                <p:nvPr/>
              </p:nvSpPr>
              <p:spPr>
                <a:xfrm>
                  <a:off x="8482543" y="5715458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4" name="橢圓 563">
                  <a:extLst>
                    <a:ext uri="{FF2B5EF4-FFF2-40B4-BE49-F238E27FC236}">
                      <a16:creationId xmlns:a16="http://schemas.microsoft.com/office/drawing/2014/main" id="{42D6455A-929A-4362-AEFE-BDE18A460E7A}"/>
                    </a:ext>
                  </a:extLst>
                </p:cNvPr>
                <p:cNvSpPr/>
                <p:nvPr/>
              </p:nvSpPr>
              <p:spPr>
                <a:xfrm>
                  <a:off x="8482543" y="6078123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08" name="橢圓 607">
                  <a:extLst>
                    <a:ext uri="{FF2B5EF4-FFF2-40B4-BE49-F238E27FC236}">
                      <a16:creationId xmlns:a16="http://schemas.microsoft.com/office/drawing/2014/main" id="{F0720FBD-0BB4-416C-A889-CE234114A292}"/>
                    </a:ext>
                  </a:extLst>
                </p:cNvPr>
                <p:cNvSpPr/>
                <p:nvPr/>
              </p:nvSpPr>
              <p:spPr>
                <a:xfrm>
                  <a:off x="8482543" y="6440788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29" name="群組 528">
                <a:extLst>
                  <a:ext uri="{FF2B5EF4-FFF2-40B4-BE49-F238E27FC236}">
                    <a16:creationId xmlns:a16="http://schemas.microsoft.com/office/drawing/2014/main" id="{B1FC2E84-EAD6-4BD8-B796-CD10ECCF9612}"/>
                  </a:ext>
                </a:extLst>
              </p:cNvPr>
              <p:cNvGrpSpPr/>
              <p:nvPr/>
            </p:nvGrpSpPr>
            <p:grpSpPr>
              <a:xfrm>
                <a:off x="7886533" y="5534126"/>
                <a:ext cx="1181108" cy="137021"/>
                <a:chOff x="7886533" y="5502287"/>
                <a:chExt cx="1181108" cy="137021"/>
              </a:xfrm>
            </p:grpSpPr>
            <p:sp>
              <p:nvSpPr>
                <p:cNvPr id="560" name="橢圓 559">
                  <a:extLst>
                    <a:ext uri="{FF2B5EF4-FFF2-40B4-BE49-F238E27FC236}">
                      <a16:creationId xmlns:a16="http://schemas.microsoft.com/office/drawing/2014/main" id="{ADDD24DD-D7CE-41D8-9019-F6A05DC887EA}"/>
                    </a:ext>
                  </a:extLst>
                </p:cNvPr>
                <p:cNvSpPr/>
                <p:nvPr/>
              </p:nvSpPr>
              <p:spPr>
                <a:xfrm>
                  <a:off x="7886533" y="5502287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61" name="橢圓 560">
                  <a:extLst>
                    <a:ext uri="{FF2B5EF4-FFF2-40B4-BE49-F238E27FC236}">
                      <a16:creationId xmlns:a16="http://schemas.microsoft.com/office/drawing/2014/main" id="{343E4262-43A3-4E50-9350-D485987A457E}"/>
                    </a:ext>
                  </a:extLst>
                </p:cNvPr>
                <p:cNvSpPr/>
                <p:nvPr/>
              </p:nvSpPr>
              <p:spPr>
                <a:xfrm>
                  <a:off x="8930620" y="5502287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30" name="群組 529">
                <a:extLst>
                  <a:ext uri="{FF2B5EF4-FFF2-40B4-BE49-F238E27FC236}">
                    <a16:creationId xmlns:a16="http://schemas.microsoft.com/office/drawing/2014/main" id="{F516B91E-FD07-4FF4-9D3C-AC47E0A22BC9}"/>
                  </a:ext>
                </a:extLst>
              </p:cNvPr>
              <p:cNvGrpSpPr/>
              <p:nvPr/>
            </p:nvGrpSpPr>
            <p:grpSpPr>
              <a:xfrm>
                <a:off x="7886533" y="6259456"/>
                <a:ext cx="1181108" cy="137021"/>
                <a:chOff x="7886533" y="6120529"/>
                <a:chExt cx="1181108" cy="137021"/>
              </a:xfrm>
            </p:grpSpPr>
            <p:sp>
              <p:nvSpPr>
                <p:cNvPr id="558" name="橢圓 557">
                  <a:extLst>
                    <a:ext uri="{FF2B5EF4-FFF2-40B4-BE49-F238E27FC236}">
                      <a16:creationId xmlns:a16="http://schemas.microsoft.com/office/drawing/2014/main" id="{60010B79-7632-4F3B-9F76-98AC81EFE758}"/>
                    </a:ext>
                  </a:extLst>
                </p:cNvPr>
                <p:cNvSpPr/>
                <p:nvPr/>
              </p:nvSpPr>
              <p:spPr>
                <a:xfrm>
                  <a:off x="7886533" y="6120529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9" name="橢圓 558">
                  <a:extLst>
                    <a:ext uri="{FF2B5EF4-FFF2-40B4-BE49-F238E27FC236}">
                      <a16:creationId xmlns:a16="http://schemas.microsoft.com/office/drawing/2014/main" id="{A1B26EF1-F953-479B-AF99-AF258BACFB25}"/>
                    </a:ext>
                  </a:extLst>
                </p:cNvPr>
                <p:cNvSpPr/>
                <p:nvPr/>
              </p:nvSpPr>
              <p:spPr>
                <a:xfrm>
                  <a:off x="8930620" y="6120529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31" name="群組 530">
                <a:extLst>
                  <a:ext uri="{FF2B5EF4-FFF2-40B4-BE49-F238E27FC236}">
                    <a16:creationId xmlns:a16="http://schemas.microsoft.com/office/drawing/2014/main" id="{C020EB47-A2B7-4147-B38D-0455E2E42B5F}"/>
                  </a:ext>
                </a:extLst>
              </p:cNvPr>
              <p:cNvGrpSpPr/>
              <p:nvPr/>
            </p:nvGrpSpPr>
            <p:grpSpPr>
              <a:xfrm>
                <a:off x="7886533" y="5896791"/>
                <a:ext cx="1181108" cy="137021"/>
                <a:chOff x="7886533" y="5820982"/>
                <a:chExt cx="1181108" cy="137021"/>
              </a:xfrm>
            </p:grpSpPr>
            <p:sp>
              <p:nvSpPr>
                <p:cNvPr id="556" name="橢圓 555">
                  <a:extLst>
                    <a:ext uri="{FF2B5EF4-FFF2-40B4-BE49-F238E27FC236}">
                      <a16:creationId xmlns:a16="http://schemas.microsoft.com/office/drawing/2014/main" id="{C7F86B7B-6B7E-4232-97DA-778CA3E3EC41}"/>
                    </a:ext>
                  </a:extLst>
                </p:cNvPr>
                <p:cNvSpPr/>
                <p:nvPr/>
              </p:nvSpPr>
              <p:spPr>
                <a:xfrm>
                  <a:off x="7886533" y="5820982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7" name="橢圓 556">
                  <a:extLst>
                    <a:ext uri="{FF2B5EF4-FFF2-40B4-BE49-F238E27FC236}">
                      <a16:creationId xmlns:a16="http://schemas.microsoft.com/office/drawing/2014/main" id="{1EC03318-CB3F-4EF3-9C30-7428A222EFCA}"/>
                    </a:ext>
                  </a:extLst>
                </p:cNvPr>
                <p:cNvSpPr/>
                <p:nvPr/>
              </p:nvSpPr>
              <p:spPr>
                <a:xfrm>
                  <a:off x="8930620" y="5820982"/>
                  <a:ext cx="137021" cy="13702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532" name="直線接點 531">
                <a:extLst>
                  <a:ext uri="{FF2B5EF4-FFF2-40B4-BE49-F238E27FC236}">
                    <a16:creationId xmlns:a16="http://schemas.microsoft.com/office/drawing/2014/main" id="{F008F097-C1A4-4D93-A2A1-AC6689C6B1F6}"/>
                  </a:ext>
                </a:extLst>
              </p:cNvPr>
              <p:cNvCxnSpPr>
                <a:cxnSpLocks/>
                <a:stCxn id="560" idx="7"/>
                <a:endCxn id="562" idx="2"/>
              </p:cNvCxnSpPr>
              <p:nvPr/>
            </p:nvCxnSpPr>
            <p:spPr>
              <a:xfrm flipV="1">
                <a:off x="8003488" y="5421304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3" name="直線接點 532">
                <a:extLst>
                  <a:ext uri="{FF2B5EF4-FFF2-40B4-BE49-F238E27FC236}">
                    <a16:creationId xmlns:a16="http://schemas.microsoft.com/office/drawing/2014/main" id="{97595724-D39C-4D15-A568-D7BC9552D0D8}"/>
                  </a:ext>
                </a:extLst>
              </p:cNvPr>
              <p:cNvCxnSpPr>
                <a:cxnSpLocks/>
                <a:stCxn id="560" idx="6"/>
                <a:endCxn id="563" idx="1"/>
              </p:cNvCxnSpPr>
              <p:nvPr/>
            </p:nvCxnSpPr>
            <p:spPr>
              <a:xfrm>
                <a:off x="8023554" y="5602637"/>
                <a:ext cx="405089" cy="1328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>
                <a:extLst>
                  <a:ext uri="{FF2B5EF4-FFF2-40B4-BE49-F238E27FC236}">
                    <a16:creationId xmlns:a16="http://schemas.microsoft.com/office/drawing/2014/main" id="{1192C689-3CCC-477F-ADFA-C94DBC0699A6}"/>
                  </a:ext>
                </a:extLst>
              </p:cNvPr>
              <p:cNvCxnSpPr>
                <a:cxnSpLocks/>
                <a:stCxn id="560" idx="5"/>
                <a:endCxn id="564" idx="1"/>
              </p:cNvCxnSpPr>
              <p:nvPr/>
            </p:nvCxnSpPr>
            <p:spPr>
              <a:xfrm>
                <a:off x="8003488" y="5651081"/>
                <a:ext cx="425155" cy="447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5" name="直線接點 534">
                <a:extLst>
                  <a:ext uri="{FF2B5EF4-FFF2-40B4-BE49-F238E27FC236}">
                    <a16:creationId xmlns:a16="http://schemas.microsoft.com/office/drawing/2014/main" id="{269EECC7-D60E-4673-B5DB-4904E8BDFBC9}"/>
                  </a:ext>
                </a:extLst>
              </p:cNvPr>
              <p:cNvCxnSpPr>
                <a:cxnSpLocks/>
                <a:stCxn id="560" idx="4"/>
                <a:endCxn id="608" idx="0"/>
              </p:cNvCxnSpPr>
              <p:nvPr/>
            </p:nvCxnSpPr>
            <p:spPr>
              <a:xfrm>
                <a:off x="7955044" y="5671147"/>
                <a:ext cx="522044" cy="7696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6" name="直線接點 535">
                <a:extLst>
                  <a:ext uri="{FF2B5EF4-FFF2-40B4-BE49-F238E27FC236}">
                    <a16:creationId xmlns:a16="http://schemas.microsoft.com/office/drawing/2014/main" id="{C86721BC-9291-4DE3-B5AD-BBA06136FA17}"/>
                  </a:ext>
                </a:extLst>
              </p:cNvPr>
              <p:cNvCxnSpPr>
                <a:cxnSpLocks/>
                <a:stCxn id="556" idx="0"/>
                <a:endCxn id="562" idx="3"/>
              </p:cNvCxnSpPr>
              <p:nvPr/>
            </p:nvCxnSpPr>
            <p:spPr>
              <a:xfrm flipV="1">
                <a:off x="7955044" y="5469748"/>
                <a:ext cx="473599" cy="4270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7" name="直線接點 536">
                <a:extLst>
                  <a:ext uri="{FF2B5EF4-FFF2-40B4-BE49-F238E27FC236}">
                    <a16:creationId xmlns:a16="http://schemas.microsoft.com/office/drawing/2014/main" id="{B3A667C3-1115-4F22-B869-7B0B0D5D074B}"/>
                  </a:ext>
                </a:extLst>
              </p:cNvPr>
              <p:cNvCxnSpPr>
                <a:cxnSpLocks/>
                <a:stCxn id="558" idx="0"/>
                <a:endCxn id="562" idx="4"/>
              </p:cNvCxnSpPr>
              <p:nvPr/>
            </p:nvCxnSpPr>
            <p:spPr>
              <a:xfrm flipV="1">
                <a:off x="7955044" y="5489814"/>
                <a:ext cx="522044" cy="7696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8" name="直線接點 537">
                <a:extLst>
                  <a:ext uri="{FF2B5EF4-FFF2-40B4-BE49-F238E27FC236}">
                    <a16:creationId xmlns:a16="http://schemas.microsoft.com/office/drawing/2014/main" id="{8258AF58-53EF-42EB-A2F9-A1F7C7E5904A}"/>
                  </a:ext>
                </a:extLst>
              </p:cNvPr>
              <p:cNvCxnSpPr>
                <a:cxnSpLocks/>
                <a:stCxn id="558" idx="7"/>
                <a:endCxn id="563" idx="3"/>
              </p:cNvCxnSpPr>
              <p:nvPr/>
            </p:nvCxnSpPr>
            <p:spPr>
              <a:xfrm flipV="1">
                <a:off x="8003488" y="5832413"/>
                <a:ext cx="425155" cy="44710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9" name="直線接點 538">
                <a:extLst>
                  <a:ext uri="{FF2B5EF4-FFF2-40B4-BE49-F238E27FC236}">
                    <a16:creationId xmlns:a16="http://schemas.microsoft.com/office/drawing/2014/main" id="{2ACFC715-1804-45CB-8223-981EACDC4305}"/>
                  </a:ext>
                </a:extLst>
              </p:cNvPr>
              <p:cNvCxnSpPr>
                <a:cxnSpLocks/>
                <a:stCxn id="556" idx="7"/>
                <a:endCxn id="563" idx="2"/>
              </p:cNvCxnSpPr>
              <p:nvPr/>
            </p:nvCxnSpPr>
            <p:spPr>
              <a:xfrm flipV="1">
                <a:off x="8003488" y="5783969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0" name="直線接點 539">
                <a:extLst>
                  <a:ext uri="{FF2B5EF4-FFF2-40B4-BE49-F238E27FC236}">
                    <a16:creationId xmlns:a16="http://schemas.microsoft.com/office/drawing/2014/main" id="{C8AD9E60-5AAA-4233-B93C-8D804DC93C6F}"/>
                  </a:ext>
                </a:extLst>
              </p:cNvPr>
              <p:cNvCxnSpPr>
                <a:cxnSpLocks/>
                <a:stCxn id="556" idx="5"/>
                <a:endCxn id="564" idx="2"/>
              </p:cNvCxnSpPr>
              <p:nvPr/>
            </p:nvCxnSpPr>
            <p:spPr>
              <a:xfrm>
                <a:off x="8003488" y="6013746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1" name="直線接點 540">
                <a:extLst>
                  <a:ext uri="{FF2B5EF4-FFF2-40B4-BE49-F238E27FC236}">
                    <a16:creationId xmlns:a16="http://schemas.microsoft.com/office/drawing/2014/main" id="{07F1E815-A739-4A68-B1DB-5BA5519B6B8A}"/>
                  </a:ext>
                </a:extLst>
              </p:cNvPr>
              <p:cNvCxnSpPr>
                <a:cxnSpLocks/>
                <a:stCxn id="556" idx="4"/>
                <a:endCxn id="608" idx="1"/>
              </p:cNvCxnSpPr>
              <p:nvPr/>
            </p:nvCxnSpPr>
            <p:spPr>
              <a:xfrm>
                <a:off x="7955044" y="6033812"/>
                <a:ext cx="473599" cy="4270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2" name="直線接點 541">
                <a:extLst>
                  <a:ext uri="{FF2B5EF4-FFF2-40B4-BE49-F238E27FC236}">
                    <a16:creationId xmlns:a16="http://schemas.microsoft.com/office/drawing/2014/main" id="{2FEF5E91-98A1-4FCE-99E4-81088822A3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6056" y="6374344"/>
                <a:ext cx="405089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3" name="直線接點 542">
                <a:extLst>
                  <a:ext uri="{FF2B5EF4-FFF2-40B4-BE49-F238E27FC236}">
                    <a16:creationId xmlns:a16="http://schemas.microsoft.com/office/drawing/2014/main" id="{3DC9E172-5656-4005-980D-2A17CA864840}"/>
                  </a:ext>
                </a:extLst>
              </p:cNvPr>
              <p:cNvCxnSpPr>
                <a:cxnSpLocks/>
                <a:stCxn id="558" idx="6"/>
                <a:endCxn id="564" idx="3"/>
              </p:cNvCxnSpPr>
              <p:nvPr/>
            </p:nvCxnSpPr>
            <p:spPr>
              <a:xfrm flipV="1">
                <a:off x="8023554" y="6195078"/>
                <a:ext cx="405089" cy="13288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4" name="直線接點 543">
                <a:extLst>
                  <a:ext uri="{FF2B5EF4-FFF2-40B4-BE49-F238E27FC236}">
                    <a16:creationId xmlns:a16="http://schemas.microsoft.com/office/drawing/2014/main" id="{5D3494E1-58B9-4F10-93B7-8BC3DF56F4EA}"/>
                  </a:ext>
                </a:extLst>
              </p:cNvPr>
              <p:cNvCxnSpPr>
                <a:cxnSpLocks/>
                <a:stCxn id="557" idx="3"/>
                <a:endCxn id="564" idx="6"/>
              </p:cNvCxnSpPr>
              <p:nvPr/>
            </p:nvCxnSpPr>
            <p:spPr>
              <a:xfrm flipH="1">
                <a:off x="8545598" y="6013746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5" name="直線接點 544">
                <a:extLst>
                  <a:ext uri="{FF2B5EF4-FFF2-40B4-BE49-F238E27FC236}">
                    <a16:creationId xmlns:a16="http://schemas.microsoft.com/office/drawing/2014/main" id="{3ECDBECD-FB49-45AD-9744-C6A69D46E0B9}"/>
                  </a:ext>
                </a:extLst>
              </p:cNvPr>
              <p:cNvCxnSpPr>
                <a:cxnSpLocks/>
                <a:stCxn id="561" idx="4"/>
                <a:endCxn id="608" idx="0"/>
              </p:cNvCxnSpPr>
              <p:nvPr/>
            </p:nvCxnSpPr>
            <p:spPr>
              <a:xfrm flipH="1">
                <a:off x="8477088" y="5671147"/>
                <a:ext cx="522043" cy="76964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6" name="直線接點 545">
                <a:extLst>
                  <a:ext uri="{FF2B5EF4-FFF2-40B4-BE49-F238E27FC236}">
                    <a16:creationId xmlns:a16="http://schemas.microsoft.com/office/drawing/2014/main" id="{0985EBF6-35F2-4486-8064-330A39EC4A60}"/>
                  </a:ext>
                </a:extLst>
              </p:cNvPr>
              <p:cNvCxnSpPr>
                <a:cxnSpLocks/>
                <a:stCxn id="557" idx="4"/>
                <a:endCxn id="608" idx="7"/>
              </p:cNvCxnSpPr>
              <p:nvPr/>
            </p:nvCxnSpPr>
            <p:spPr>
              <a:xfrm flipH="1">
                <a:off x="8525532" y="6033812"/>
                <a:ext cx="473599" cy="4270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7" name="直線接點 546">
                <a:extLst>
                  <a:ext uri="{FF2B5EF4-FFF2-40B4-BE49-F238E27FC236}">
                    <a16:creationId xmlns:a16="http://schemas.microsoft.com/office/drawing/2014/main" id="{5C2032D9-B1BF-4D56-A6F0-C7ECFED2D578}"/>
                  </a:ext>
                </a:extLst>
              </p:cNvPr>
              <p:cNvCxnSpPr>
                <a:cxnSpLocks/>
                <a:stCxn id="559" idx="3"/>
                <a:endCxn id="608" idx="6"/>
              </p:cNvCxnSpPr>
              <p:nvPr/>
            </p:nvCxnSpPr>
            <p:spPr>
              <a:xfrm flipH="1">
                <a:off x="8545598" y="6376411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8" name="直線接點 547">
                <a:extLst>
                  <a:ext uri="{FF2B5EF4-FFF2-40B4-BE49-F238E27FC236}">
                    <a16:creationId xmlns:a16="http://schemas.microsoft.com/office/drawing/2014/main" id="{CCE4CD02-3D8F-49AE-80B8-AD07E466A30D}"/>
                  </a:ext>
                </a:extLst>
              </p:cNvPr>
              <p:cNvCxnSpPr>
                <a:cxnSpLocks/>
                <a:stCxn id="559" idx="2"/>
                <a:endCxn id="564" idx="5"/>
              </p:cNvCxnSpPr>
              <p:nvPr/>
            </p:nvCxnSpPr>
            <p:spPr>
              <a:xfrm flipH="1" flipV="1">
                <a:off x="8525532" y="6195078"/>
                <a:ext cx="405088" cy="13288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9" name="直線接點 548">
                <a:extLst>
                  <a:ext uri="{FF2B5EF4-FFF2-40B4-BE49-F238E27FC236}">
                    <a16:creationId xmlns:a16="http://schemas.microsoft.com/office/drawing/2014/main" id="{0845865F-C675-4C55-91BC-F814924F7276}"/>
                  </a:ext>
                </a:extLst>
              </p:cNvPr>
              <p:cNvCxnSpPr>
                <a:cxnSpLocks/>
                <a:stCxn id="561" idx="3"/>
                <a:endCxn id="564" idx="7"/>
              </p:cNvCxnSpPr>
              <p:nvPr/>
            </p:nvCxnSpPr>
            <p:spPr>
              <a:xfrm flipH="1">
                <a:off x="8525532" y="5651081"/>
                <a:ext cx="425154" cy="447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0" name="直線接點 549">
                <a:extLst>
                  <a:ext uri="{FF2B5EF4-FFF2-40B4-BE49-F238E27FC236}">
                    <a16:creationId xmlns:a16="http://schemas.microsoft.com/office/drawing/2014/main" id="{4847BAAA-2827-4345-BE5D-CDE41F986DD5}"/>
                  </a:ext>
                </a:extLst>
              </p:cNvPr>
              <p:cNvCxnSpPr>
                <a:cxnSpLocks/>
                <a:stCxn id="559" idx="1"/>
                <a:endCxn id="563" idx="5"/>
              </p:cNvCxnSpPr>
              <p:nvPr/>
            </p:nvCxnSpPr>
            <p:spPr>
              <a:xfrm flipH="1" flipV="1">
                <a:off x="8525532" y="5832413"/>
                <a:ext cx="425154" cy="447109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1" name="直線接點 550">
                <a:extLst>
                  <a:ext uri="{FF2B5EF4-FFF2-40B4-BE49-F238E27FC236}">
                    <a16:creationId xmlns:a16="http://schemas.microsoft.com/office/drawing/2014/main" id="{0A6DCF42-660D-4FDD-A1CE-9CA2D9AAF69F}"/>
                  </a:ext>
                </a:extLst>
              </p:cNvPr>
              <p:cNvCxnSpPr>
                <a:cxnSpLocks/>
                <a:stCxn id="559" idx="0"/>
                <a:endCxn id="562" idx="4"/>
              </p:cNvCxnSpPr>
              <p:nvPr/>
            </p:nvCxnSpPr>
            <p:spPr>
              <a:xfrm flipH="1" flipV="1">
                <a:off x="8477088" y="5489814"/>
                <a:ext cx="522043" cy="76964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2" name="直線接點 551">
                <a:extLst>
                  <a:ext uri="{FF2B5EF4-FFF2-40B4-BE49-F238E27FC236}">
                    <a16:creationId xmlns:a16="http://schemas.microsoft.com/office/drawing/2014/main" id="{9DF66727-4E4C-46E8-8DC2-798C068A59D2}"/>
                  </a:ext>
                </a:extLst>
              </p:cNvPr>
              <p:cNvCxnSpPr>
                <a:cxnSpLocks/>
                <a:stCxn id="557" idx="0"/>
                <a:endCxn id="562" idx="5"/>
              </p:cNvCxnSpPr>
              <p:nvPr/>
            </p:nvCxnSpPr>
            <p:spPr>
              <a:xfrm flipH="1" flipV="1">
                <a:off x="8525532" y="5469748"/>
                <a:ext cx="473599" cy="42704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3" name="直線接點 552">
                <a:extLst>
                  <a:ext uri="{FF2B5EF4-FFF2-40B4-BE49-F238E27FC236}">
                    <a16:creationId xmlns:a16="http://schemas.microsoft.com/office/drawing/2014/main" id="{E85D7EC0-38E4-404B-A1B0-1EBDB06BDEFA}"/>
                  </a:ext>
                </a:extLst>
              </p:cNvPr>
              <p:cNvCxnSpPr>
                <a:cxnSpLocks/>
                <a:stCxn id="557" idx="1"/>
                <a:endCxn id="563" idx="6"/>
              </p:cNvCxnSpPr>
              <p:nvPr/>
            </p:nvCxnSpPr>
            <p:spPr>
              <a:xfrm flipH="1" flipV="1">
                <a:off x="8545598" y="5783969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4" name="直線接點 553">
                <a:extLst>
                  <a:ext uri="{FF2B5EF4-FFF2-40B4-BE49-F238E27FC236}">
                    <a16:creationId xmlns:a16="http://schemas.microsoft.com/office/drawing/2014/main" id="{E1DB1952-2D31-4467-8646-FB4284831053}"/>
                  </a:ext>
                </a:extLst>
              </p:cNvPr>
              <p:cNvCxnSpPr>
                <a:cxnSpLocks/>
                <a:stCxn id="561" idx="2"/>
                <a:endCxn id="563" idx="7"/>
              </p:cNvCxnSpPr>
              <p:nvPr/>
            </p:nvCxnSpPr>
            <p:spPr>
              <a:xfrm flipH="1">
                <a:off x="8525532" y="5602637"/>
                <a:ext cx="405088" cy="1328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5" name="直線接點 554">
                <a:extLst>
                  <a:ext uri="{FF2B5EF4-FFF2-40B4-BE49-F238E27FC236}">
                    <a16:creationId xmlns:a16="http://schemas.microsoft.com/office/drawing/2014/main" id="{93425B04-0413-4D8B-B266-BF6D65A3AA4C}"/>
                  </a:ext>
                </a:extLst>
              </p:cNvPr>
              <p:cNvCxnSpPr>
                <a:cxnSpLocks/>
                <a:stCxn id="561" idx="1"/>
                <a:endCxn id="562" idx="6"/>
              </p:cNvCxnSpPr>
              <p:nvPr/>
            </p:nvCxnSpPr>
            <p:spPr>
              <a:xfrm flipH="1" flipV="1">
                <a:off x="8545598" y="5421304"/>
                <a:ext cx="405088" cy="1328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475" name="箭號: 向右 474">
            <a:extLst>
              <a:ext uri="{FF2B5EF4-FFF2-40B4-BE49-F238E27FC236}">
                <a16:creationId xmlns:a16="http://schemas.microsoft.com/office/drawing/2014/main" id="{62B3951C-84E1-4D03-AE1A-2817D6D5E2B9}"/>
              </a:ext>
            </a:extLst>
          </p:cNvPr>
          <p:cNvSpPr/>
          <p:nvPr/>
        </p:nvSpPr>
        <p:spPr>
          <a:xfrm>
            <a:off x="6740914" y="4103007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E21FCA9-7646-4873-905D-9A1619343399}"/>
              </a:ext>
            </a:extLst>
          </p:cNvPr>
          <p:cNvGrpSpPr/>
          <p:nvPr/>
        </p:nvGrpSpPr>
        <p:grpSpPr>
          <a:xfrm>
            <a:off x="9812683" y="3944394"/>
            <a:ext cx="1906278" cy="457626"/>
            <a:chOff x="9941786" y="3718864"/>
            <a:chExt cx="1906278" cy="457626"/>
          </a:xfrm>
        </p:grpSpPr>
        <p:sp>
          <p:nvSpPr>
            <p:cNvPr id="660" name="矩形 178">
              <a:extLst>
                <a:ext uri="{FF2B5EF4-FFF2-40B4-BE49-F238E27FC236}">
                  <a16:creationId xmlns:a16="http://schemas.microsoft.com/office/drawing/2014/main" id="{7CD8D55D-B220-47BC-B3BC-FBE62666DD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2765" y="3718864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1" name="矩形 178">
              <a:extLst>
                <a:ext uri="{FF2B5EF4-FFF2-40B4-BE49-F238E27FC236}">
                  <a16:creationId xmlns:a16="http://schemas.microsoft.com/office/drawing/2014/main" id="{05261747-FBDE-49A6-BCF0-EAD5AE327F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2765" y="3960490"/>
              <a:ext cx="216000" cy="216000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62" name="直線接點 661">
              <a:extLst>
                <a:ext uri="{FF2B5EF4-FFF2-40B4-BE49-F238E27FC236}">
                  <a16:creationId xmlns:a16="http://schemas.microsoft.com/office/drawing/2014/main" id="{B6445C51-E6AA-40E1-B67B-3C73C8FF4357}"/>
                </a:ext>
              </a:extLst>
            </p:cNvPr>
            <p:cNvCxnSpPr>
              <a:cxnSpLocks/>
            </p:cNvCxnSpPr>
            <p:nvPr/>
          </p:nvCxnSpPr>
          <p:spPr>
            <a:xfrm>
              <a:off x="9941786" y="3945025"/>
              <a:ext cx="1906278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9" name="箭號: 向右 668">
            <a:extLst>
              <a:ext uri="{FF2B5EF4-FFF2-40B4-BE49-F238E27FC236}">
                <a16:creationId xmlns:a16="http://schemas.microsoft.com/office/drawing/2014/main" id="{D70379F2-A0AA-4D6B-AEC9-F07ADEDAF4A9}"/>
              </a:ext>
            </a:extLst>
          </p:cNvPr>
          <p:cNvSpPr/>
          <p:nvPr/>
        </p:nvSpPr>
        <p:spPr>
          <a:xfrm>
            <a:off x="9367550" y="4103007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73" name="群組 672">
            <a:extLst>
              <a:ext uri="{FF2B5EF4-FFF2-40B4-BE49-F238E27FC236}">
                <a16:creationId xmlns:a16="http://schemas.microsoft.com/office/drawing/2014/main" id="{FED83D35-377E-47EE-9C74-9E8C2562C7B9}"/>
              </a:ext>
            </a:extLst>
          </p:cNvPr>
          <p:cNvGrpSpPr/>
          <p:nvPr/>
        </p:nvGrpSpPr>
        <p:grpSpPr>
          <a:xfrm>
            <a:off x="6969185" y="1706703"/>
            <a:ext cx="2340000" cy="369332"/>
            <a:chOff x="9729437" y="1621241"/>
            <a:chExt cx="2340000" cy="369332"/>
          </a:xfrm>
        </p:grpSpPr>
        <p:sp>
          <p:nvSpPr>
            <p:cNvPr id="674" name="矩形: 圓角 673">
              <a:extLst>
                <a:ext uri="{FF2B5EF4-FFF2-40B4-BE49-F238E27FC236}">
                  <a16:creationId xmlns:a16="http://schemas.microsoft.com/office/drawing/2014/main" id="{872BCB93-02EC-4CFA-A8A1-52EC386D7D23}"/>
                </a:ext>
              </a:extLst>
            </p:cNvPr>
            <p:cNvSpPr/>
            <p:nvPr/>
          </p:nvSpPr>
          <p:spPr>
            <a:xfrm>
              <a:off x="9789648" y="1672494"/>
              <a:ext cx="221957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75" name="文字方塊 674">
              <a:extLst>
                <a:ext uri="{FF2B5EF4-FFF2-40B4-BE49-F238E27FC236}">
                  <a16:creationId xmlns:a16="http://schemas.microsoft.com/office/drawing/2014/main" id="{07C39EDC-B77D-47E4-A66E-9D1818950905}"/>
                </a:ext>
              </a:extLst>
            </p:cNvPr>
            <p:cNvSpPr txBox="1"/>
            <p:nvPr/>
          </p:nvSpPr>
          <p:spPr>
            <a:xfrm>
              <a:off x="9729437" y="1621241"/>
              <a:ext cx="23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Phasing</a:t>
              </a: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78DE9B85-970E-441A-B201-FB79F89060AB}"/>
              </a:ext>
            </a:extLst>
          </p:cNvPr>
          <p:cNvGrpSpPr/>
          <p:nvPr/>
        </p:nvGrpSpPr>
        <p:grpSpPr>
          <a:xfrm>
            <a:off x="7186046" y="3944394"/>
            <a:ext cx="1906278" cy="457626"/>
            <a:chOff x="7186046" y="3944394"/>
            <a:chExt cx="1906278" cy="457626"/>
          </a:xfrm>
        </p:grpSpPr>
        <p:grpSp>
          <p:nvGrpSpPr>
            <p:cNvPr id="374" name="群組 373">
              <a:extLst>
                <a:ext uri="{FF2B5EF4-FFF2-40B4-BE49-F238E27FC236}">
                  <a16:creationId xmlns:a16="http://schemas.microsoft.com/office/drawing/2014/main" id="{6D0D2224-E459-43AA-9A5A-8690F60671E1}"/>
                </a:ext>
              </a:extLst>
            </p:cNvPr>
            <p:cNvGrpSpPr/>
            <p:nvPr/>
          </p:nvGrpSpPr>
          <p:grpSpPr>
            <a:xfrm>
              <a:off x="7659069" y="3944394"/>
              <a:ext cx="216000" cy="457626"/>
              <a:chOff x="5032433" y="2818601"/>
              <a:chExt cx="216000" cy="457626"/>
            </a:xfrm>
          </p:grpSpPr>
          <p:sp>
            <p:nvSpPr>
              <p:cNvPr id="420" name="矩形 178">
                <a:extLst>
                  <a:ext uri="{FF2B5EF4-FFF2-40B4-BE49-F238E27FC236}">
                    <a16:creationId xmlns:a16="http://schemas.microsoft.com/office/drawing/2014/main" id="{D726CD1C-5CA1-4704-A6AE-5E8EF73A00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32433" y="2818601"/>
                <a:ext cx="216000" cy="216000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3" name="矩形 178">
                <a:extLst>
                  <a:ext uri="{FF2B5EF4-FFF2-40B4-BE49-F238E27FC236}">
                    <a16:creationId xmlns:a16="http://schemas.microsoft.com/office/drawing/2014/main" id="{E6634369-AA49-4074-B98F-08F6DC7729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32433" y="3060227"/>
                <a:ext cx="216000" cy="2160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21" name="矩形 178">
              <a:extLst>
                <a:ext uri="{FF2B5EF4-FFF2-40B4-BE49-F238E27FC236}">
                  <a16:creationId xmlns:a16="http://schemas.microsoft.com/office/drawing/2014/main" id="{1A19CCD6-D89C-4165-B519-6CF4F48DBF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77025" y="3944394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4" name="矩形 178">
              <a:extLst>
                <a:ext uri="{FF2B5EF4-FFF2-40B4-BE49-F238E27FC236}">
                  <a16:creationId xmlns:a16="http://schemas.microsoft.com/office/drawing/2014/main" id="{53DD2D66-2A40-423E-9108-C07ABC600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77025" y="4186020"/>
              <a:ext cx="216000" cy="216000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48" name="群組 647">
              <a:extLst>
                <a:ext uri="{FF2B5EF4-FFF2-40B4-BE49-F238E27FC236}">
                  <a16:creationId xmlns:a16="http://schemas.microsoft.com/office/drawing/2014/main" id="{78AD099F-958D-450C-B58A-BAAF16EE0684}"/>
                </a:ext>
              </a:extLst>
            </p:cNvPr>
            <p:cNvGrpSpPr/>
            <p:nvPr/>
          </p:nvGrpSpPr>
          <p:grpSpPr>
            <a:xfrm>
              <a:off x="7965055" y="3944394"/>
              <a:ext cx="216000" cy="457626"/>
              <a:chOff x="7339679" y="4614569"/>
              <a:chExt cx="216000" cy="457626"/>
            </a:xfrm>
          </p:grpSpPr>
          <p:sp>
            <p:nvSpPr>
              <p:cNvPr id="649" name="矩形 178">
                <a:extLst>
                  <a:ext uri="{FF2B5EF4-FFF2-40B4-BE49-F238E27FC236}">
                    <a16:creationId xmlns:a16="http://schemas.microsoft.com/office/drawing/2014/main" id="{1B48A9AC-1552-47E3-8847-71385E8539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614569"/>
                <a:ext cx="216000" cy="21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0" name="矩形 178">
                <a:extLst>
                  <a:ext uri="{FF2B5EF4-FFF2-40B4-BE49-F238E27FC236}">
                    <a16:creationId xmlns:a16="http://schemas.microsoft.com/office/drawing/2014/main" id="{3ADDE076-CE8A-4F34-BB99-410CF32000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856195"/>
                <a:ext cx="216000" cy="21600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627" name="直線接點 626">
              <a:extLst>
                <a:ext uri="{FF2B5EF4-FFF2-40B4-BE49-F238E27FC236}">
                  <a16:creationId xmlns:a16="http://schemas.microsoft.com/office/drawing/2014/main" id="{522942CD-DDA5-4186-8842-C9FBA8421953}"/>
                </a:ext>
              </a:extLst>
            </p:cNvPr>
            <p:cNvCxnSpPr>
              <a:cxnSpLocks/>
            </p:cNvCxnSpPr>
            <p:nvPr/>
          </p:nvCxnSpPr>
          <p:spPr>
            <a:xfrm>
              <a:off x="7186046" y="4170555"/>
              <a:ext cx="1906278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6" name="群組 655">
              <a:extLst>
                <a:ext uri="{FF2B5EF4-FFF2-40B4-BE49-F238E27FC236}">
                  <a16:creationId xmlns:a16="http://schemas.microsoft.com/office/drawing/2014/main" id="{88C46A87-1DF6-41DA-8C20-0BF01A920741}"/>
                </a:ext>
              </a:extLst>
            </p:cNvPr>
            <p:cNvGrpSpPr/>
            <p:nvPr/>
          </p:nvGrpSpPr>
          <p:grpSpPr>
            <a:xfrm>
              <a:off x="7956905" y="3967162"/>
              <a:ext cx="224150" cy="412091"/>
              <a:chOff x="6636870" y="2600085"/>
              <a:chExt cx="275037" cy="610530"/>
            </a:xfrm>
          </p:grpSpPr>
          <p:cxnSp>
            <p:nvCxnSpPr>
              <p:cNvPr id="657" name="直線接點 656">
                <a:extLst>
                  <a:ext uri="{FF2B5EF4-FFF2-40B4-BE49-F238E27FC236}">
                    <a16:creationId xmlns:a16="http://schemas.microsoft.com/office/drawing/2014/main" id="{1A5E1616-255F-475E-A95B-9DD25240C5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8" name="直線接點 657">
                <a:extLst>
                  <a:ext uri="{FF2B5EF4-FFF2-40B4-BE49-F238E27FC236}">
                    <a16:creationId xmlns:a16="http://schemas.microsoft.com/office/drawing/2014/main" id="{5057124E-B4AA-403E-82FD-072347ABD0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52" name="直線單箭頭接點 651">
            <a:extLst>
              <a:ext uri="{FF2B5EF4-FFF2-40B4-BE49-F238E27FC236}">
                <a16:creationId xmlns:a16="http://schemas.microsoft.com/office/drawing/2014/main" id="{1E69E5D9-8B9E-4D05-91FB-187B29F99BD7}"/>
              </a:ext>
            </a:extLst>
          </p:cNvPr>
          <p:cNvCxnSpPr>
            <a:cxnSpLocks/>
          </p:cNvCxnSpPr>
          <p:nvPr/>
        </p:nvCxnSpPr>
        <p:spPr>
          <a:xfrm flipV="1">
            <a:off x="4812569" y="4542063"/>
            <a:ext cx="0" cy="4119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5" name="直線單箭頭接點 654">
            <a:extLst>
              <a:ext uri="{FF2B5EF4-FFF2-40B4-BE49-F238E27FC236}">
                <a16:creationId xmlns:a16="http://schemas.microsoft.com/office/drawing/2014/main" id="{0DE4B6D2-DD6E-4AE1-B6C0-C766B152F89E}"/>
              </a:ext>
            </a:extLst>
          </p:cNvPr>
          <p:cNvCxnSpPr>
            <a:cxnSpLocks/>
            <a:endCxn id="640" idx="2"/>
          </p:cNvCxnSpPr>
          <p:nvPr/>
        </p:nvCxnSpPr>
        <p:spPr>
          <a:xfrm flipV="1">
            <a:off x="5752404" y="4542063"/>
            <a:ext cx="0" cy="41195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3" name="直線單箭頭接點 652">
            <a:extLst>
              <a:ext uri="{FF2B5EF4-FFF2-40B4-BE49-F238E27FC236}">
                <a16:creationId xmlns:a16="http://schemas.microsoft.com/office/drawing/2014/main" id="{8CA1DF02-7E38-485F-B708-637F33C8305F}"/>
              </a:ext>
            </a:extLst>
          </p:cNvPr>
          <p:cNvCxnSpPr>
            <a:cxnSpLocks/>
            <a:endCxn id="645" idx="0"/>
          </p:cNvCxnSpPr>
          <p:nvPr/>
        </p:nvCxnSpPr>
        <p:spPr>
          <a:xfrm flipH="1">
            <a:off x="5440286" y="3276446"/>
            <a:ext cx="6133" cy="6680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4" name="直線單箭頭接點 653">
            <a:extLst>
              <a:ext uri="{FF2B5EF4-FFF2-40B4-BE49-F238E27FC236}">
                <a16:creationId xmlns:a16="http://schemas.microsoft.com/office/drawing/2014/main" id="{8B56BB2C-2726-4A7F-B1D1-31A1E359219F}"/>
              </a:ext>
            </a:extLst>
          </p:cNvPr>
          <p:cNvCxnSpPr>
            <a:cxnSpLocks/>
            <a:endCxn id="639" idx="0"/>
          </p:cNvCxnSpPr>
          <p:nvPr/>
        </p:nvCxnSpPr>
        <p:spPr>
          <a:xfrm>
            <a:off x="5752404" y="3276227"/>
            <a:ext cx="0" cy="6680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2" name="直線單箭頭接點 671">
            <a:extLst>
              <a:ext uri="{FF2B5EF4-FFF2-40B4-BE49-F238E27FC236}">
                <a16:creationId xmlns:a16="http://schemas.microsoft.com/office/drawing/2014/main" id="{127A66E1-C9AB-4EDD-A5E9-5F5A5BFEF9F9}"/>
              </a:ext>
            </a:extLst>
          </p:cNvPr>
          <p:cNvCxnSpPr>
            <a:cxnSpLocks/>
            <a:endCxn id="616" idx="0"/>
          </p:cNvCxnSpPr>
          <p:nvPr/>
        </p:nvCxnSpPr>
        <p:spPr>
          <a:xfrm>
            <a:off x="6058389" y="3276446"/>
            <a:ext cx="0" cy="668058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3" name="直線單箭頭接點 912">
            <a:extLst>
              <a:ext uri="{FF2B5EF4-FFF2-40B4-BE49-F238E27FC236}">
                <a16:creationId xmlns:a16="http://schemas.microsoft.com/office/drawing/2014/main" id="{903DA918-D533-48E8-A0C1-796E079B5596}"/>
              </a:ext>
            </a:extLst>
          </p:cNvPr>
          <p:cNvCxnSpPr>
            <a:cxnSpLocks/>
            <a:endCxn id="649" idx="0"/>
          </p:cNvCxnSpPr>
          <p:nvPr/>
        </p:nvCxnSpPr>
        <p:spPr>
          <a:xfrm flipH="1">
            <a:off x="8073055" y="3595107"/>
            <a:ext cx="59882" cy="349287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" name="群組 2">
            <a:extLst>
              <a:ext uri="{FF2B5EF4-FFF2-40B4-BE49-F238E27FC236}">
                <a16:creationId xmlns:a16="http://schemas.microsoft.com/office/drawing/2014/main" id="{BD218BF7-A084-459E-BCF1-EC50DD8FA2DD}"/>
              </a:ext>
            </a:extLst>
          </p:cNvPr>
          <p:cNvGrpSpPr/>
          <p:nvPr/>
        </p:nvGrpSpPr>
        <p:grpSpPr>
          <a:xfrm>
            <a:off x="4559410" y="3944285"/>
            <a:ext cx="1906278" cy="457845"/>
            <a:chOff x="4559410" y="3944285"/>
            <a:chExt cx="1906278" cy="457845"/>
          </a:xfrm>
        </p:grpSpPr>
        <p:grpSp>
          <p:nvGrpSpPr>
            <p:cNvPr id="368" name="群組 367">
              <a:extLst>
                <a:ext uri="{FF2B5EF4-FFF2-40B4-BE49-F238E27FC236}">
                  <a16:creationId xmlns:a16="http://schemas.microsoft.com/office/drawing/2014/main" id="{4A2E806E-2A6A-4C43-AC7D-B598D184ED3A}"/>
                </a:ext>
              </a:extLst>
            </p:cNvPr>
            <p:cNvGrpSpPr/>
            <p:nvPr/>
          </p:nvGrpSpPr>
          <p:grpSpPr>
            <a:xfrm>
              <a:off x="5032433" y="3944285"/>
              <a:ext cx="216000" cy="457626"/>
              <a:chOff x="5032433" y="2818601"/>
              <a:chExt cx="216000" cy="457626"/>
            </a:xfrm>
          </p:grpSpPr>
          <p:sp>
            <p:nvSpPr>
              <p:cNvPr id="369" name="矩形 178">
                <a:extLst>
                  <a:ext uri="{FF2B5EF4-FFF2-40B4-BE49-F238E27FC236}">
                    <a16:creationId xmlns:a16="http://schemas.microsoft.com/office/drawing/2014/main" id="{67E800DD-B4C6-46F6-92C8-438A1E644A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32433" y="2818601"/>
                <a:ext cx="216000" cy="216000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0" name="矩形 178">
                <a:extLst>
                  <a:ext uri="{FF2B5EF4-FFF2-40B4-BE49-F238E27FC236}">
                    <a16:creationId xmlns:a16="http://schemas.microsoft.com/office/drawing/2014/main" id="{AA6EF440-929C-4715-B24A-C07D08FFFD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32433" y="3060227"/>
                <a:ext cx="216000" cy="2160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11" name="群組 610">
              <a:extLst>
                <a:ext uri="{FF2B5EF4-FFF2-40B4-BE49-F238E27FC236}">
                  <a16:creationId xmlns:a16="http://schemas.microsoft.com/office/drawing/2014/main" id="{D4065FCE-B09C-46D0-A9C2-29BE311DF1F2}"/>
                </a:ext>
              </a:extLst>
            </p:cNvPr>
            <p:cNvGrpSpPr/>
            <p:nvPr/>
          </p:nvGrpSpPr>
          <p:grpSpPr>
            <a:xfrm>
              <a:off x="5332286" y="3944504"/>
              <a:ext cx="216000" cy="457626"/>
              <a:chOff x="7339679" y="4614569"/>
              <a:chExt cx="216000" cy="457626"/>
            </a:xfrm>
          </p:grpSpPr>
          <p:sp>
            <p:nvSpPr>
              <p:cNvPr id="645" name="矩形 178">
                <a:extLst>
                  <a:ext uri="{FF2B5EF4-FFF2-40B4-BE49-F238E27FC236}">
                    <a16:creationId xmlns:a16="http://schemas.microsoft.com/office/drawing/2014/main" id="{657B7342-B4A2-4525-BF9A-6D2A35ACB4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614569"/>
                <a:ext cx="216000" cy="216000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6" name="矩形 178">
                <a:extLst>
                  <a:ext uri="{FF2B5EF4-FFF2-40B4-BE49-F238E27FC236}">
                    <a16:creationId xmlns:a16="http://schemas.microsoft.com/office/drawing/2014/main" id="{6E300508-D5C5-4B1F-BBA2-36C8137407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39679" y="4856195"/>
                <a:ext cx="216000" cy="216000"/>
              </a:xfrm>
              <a:prstGeom prst="rect">
                <a:avLst/>
              </a:prstGeom>
              <a:solidFill>
                <a:srgbClr val="FFC00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16" name="矩形 178">
              <a:extLst>
                <a:ext uri="{FF2B5EF4-FFF2-40B4-BE49-F238E27FC236}">
                  <a16:creationId xmlns:a16="http://schemas.microsoft.com/office/drawing/2014/main" id="{1FF6B339-E57F-43AD-89EA-719358B17B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0389" y="3944504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7" name="矩形 178">
              <a:extLst>
                <a:ext uri="{FF2B5EF4-FFF2-40B4-BE49-F238E27FC236}">
                  <a16:creationId xmlns:a16="http://schemas.microsoft.com/office/drawing/2014/main" id="{D2F3FD49-E2D8-46D8-9E21-BEFDD82B40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50389" y="4186130"/>
              <a:ext cx="216000" cy="216000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19" name="群組 618">
              <a:extLst>
                <a:ext uri="{FF2B5EF4-FFF2-40B4-BE49-F238E27FC236}">
                  <a16:creationId xmlns:a16="http://schemas.microsoft.com/office/drawing/2014/main" id="{9E977651-0704-4494-BB47-EC37FA6DAA3D}"/>
                </a:ext>
              </a:extLst>
            </p:cNvPr>
            <p:cNvGrpSpPr/>
            <p:nvPr/>
          </p:nvGrpSpPr>
          <p:grpSpPr>
            <a:xfrm>
              <a:off x="5644404" y="3944285"/>
              <a:ext cx="216000" cy="457626"/>
              <a:chOff x="10738793" y="3634805"/>
              <a:chExt cx="216000" cy="457626"/>
            </a:xfrm>
          </p:grpSpPr>
          <p:sp>
            <p:nvSpPr>
              <p:cNvPr id="639" name="矩形 178">
                <a:extLst>
                  <a:ext uri="{FF2B5EF4-FFF2-40B4-BE49-F238E27FC236}">
                    <a16:creationId xmlns:a16="http://schemas.microsoft.com/office/drawing/2014/main" id="{C4DAC13C-15FF-4B5D-A071-AC6F02F306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38793" y="3634805"/>
                <a:ext cx="216000" cy="2160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schemeClr val="bg1">
                        <a:lumMod val="9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b="1" dirty="0">
                  <a:solidFill>
                    <a:schemeClr val="bg1">
                      <a:lumMod val="9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0" name="矩形 178">
                <a:extLst>
                  <a:ext uri="{FF2B5EF4-FFF2-40B4-BE49-F238E27FC236}">
                    <a16:creationId xmlns:a16="http://schemas.microsoft.com/office/drawing/2014/main" id="{83DE2280-8AE0-4A0A-BDF2-62D3A4AA37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738793" y="3876431"/>
                <a:ext cx="216000" cy="216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618" name="直線接點 617">
              <a:extLst>
                <a:ext uri="{FF2B5EF4-FFF2-40B4-BE49-F238E27FC236}">
                  <a16:creationId xmlns:a16="http://schemas.microsoft.com/office/drawing/2014/main" id="{4B62C3F6-2D6F-4D77-818B-B4081150E2CE}"/>
                </a:ext>
              </a:extLst>
            </p:cNvPr>
            <p:cNvCxnSpPr>
              <a:cxnSpLocks/>
            </p:cNvCxnSpPr>
            <p:nvPr/>
          </p:nvCxnSpPr>
          <p:spPr>
            <a:xfrm>
              <a:off x="4559410" y="4170665"/>
              <a:ext cx="1906278" cy="0"/>
            </a:xfrm>
            <a:prstGeom prst="line">
              <a:avLst/>
            </a:prstGeom>
            <a:ln w="57150">
              <a:solidFill>
                <a:schemeClr val="bg1">
                  <a:lumMod val="85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9" name="群組 628">
              <a:extLst>
                <a:ext uri="{FF2B5EF4-FFF2-40B4-BE49-F238E27FC236}">
                  <a16:creationId xmlns:a16="http://schemas.microsoft.com/office/drawing/2014/main" id="{DE984650-83DC-4C18-B3E6-C3507D56E03B}"/>
                </a:ext>
              </a:extLst>
            </p:cNvPr>
            <p:cNvGrpSpPr/>
            <p:nvPr/>
          </p:nvGrpSpPr>
          <p:grpSpPr>
            <a:xfrm>
              <a:off x="5644404" y="3967053"/>
              <a:ext cx="224150" cy="412091"/>
              <a:chOff x="6636870" y="2600085"/>
              <a:chExt cx="275037" cy="610530"/>
            </a:xfrm>
          </p:grpSpPr>
          <p:cxnSp>
            <p:nvCxnSpPr>
              <p:cNvPr id="635" name="直線接點 634">
                <a:extLst>
                  <a:ext uri="{FF2B5EF4-FFF2-40B4-BE49-F238E27FC236}">
                    <a16:creationId xmlns:a16="http://schemas.microsoft.com/office/drawing/2014/main" id="{C73CBF25-B4A5-47E9-A726-63645CCC9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6" name="直線接點 635">
                <a:extLst>
                  <a:ext uri="{FF2B5EF4-FFF2-40B4-BE49-F238E27FC236}">
                    <a16:creationId xmlns:a16="http://schemas.microsoft.com/office/drawing/2014/main" id="{2851A7B4-ABA1-4E34-9D0C-C84E6F9148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36870" y="2600085"/>
                <a:ext cx="275037" cy="61053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51" name="右中括弧 669">
            <a:extLst>
              <a:ext uri="{FF2B5EF4-FFF2-40B4-BE49-F238E27FC236}">
                <a16:creationId xmlns:a16="http://schemas.microsoft.com/office/drawing/2014/main" id="{ABA69877-3962-449D-8B87-8792CBA339C0}"/>
              </a:ext>
            </a:extLst>
          </p:cNvPr>
          <p:cNvSpPr/>
          <p:nvPr/>
        </p:nvSpPr>
        <p:spPr>
          <a:xfrm>
            <a:off x="3292435" y="3043813"/>
            <a:ext cx="978892" cy="2254123"/>
          </a:xfrm>
          <a:custGeom>
            <a:avLst/>
            <a:gdLst>
              <a:gd name="connsiteX0" fmla="*/ 0 w 166195"/>
              <a:gd name="connsiteY0" fmla="*/ 0 h 2252536"/>
              <a:gd name="connsiteX1" fmla="*/ 166195 w 166195"/>
              <a:gd name="connsiteY1" fmla="*/ 13849 h 2252536"/>
              <a:gd name="connsiteX2" fmla="*/ 166195 w 166195"/>
              <a:gd name="connsiteY2" fmla="*/ 2238687 h 2252536"/>
              <a:gd name="connsiteX3" fmla="*/ 0 w 166195"/>
              <a:gd name="connsiteY3" fmla="*/ 2252536 h 2252536"/>
              <a:gd name="connsiteX4" fmla="*/ 0 w 166195"/>
              <a:gd name="connsiteY4" fmla="*/ 0 h 2252536"/>
              <a:gd name="connsiteX0" fmla="*/ 0 w 166195"/>
              <a:gd name="connsiteY0" fmla="*/ 0 h 2252536"/>
              <a:gd name="connsiteX1" fmla="*/ 166195 w 166195"/>
              <a:gd name="connsiteY1" fmla="*/ 13849 h 2252536"/>
              <a:gd name="connsiteX2" fmla="*/ 166195 w 166195"/>
              <a:gd name="connsiteY2" fmla="*/ 2238687 h 2252536"/>
              <a:gd name="connsiteX3" fmla="*/ 0 w 166195"/>
              <a:gd name="connsiteY3" fmla="*/ 2252536 h 2252536"/>
              <a:gd name="connsiteX0" fmla="*/ 2614613 w 2780808"/>
              <a:gd name="connsiteY0" fmla="*/ 0 h 2266823"/>
              <a:gd name="connsiteX1" fmla="*/ 2780808 w 2780808"/>
              <a:gd name="connsiteY1" fmla="*/ 13849 h 2266823"/>
              <a:gd name="connsiteX2" fmla="*/ 2780808 w 2780808"/>
              <a:gd name="connsiteY2" fmla="*/ 2238687 h 2266823"/>
              <a:gd name="connsiteX3" fmla="*/ 2614613 w 2780808"/>
              <a:gd name="connsiteY3" fmla="*/ 2252536 h 2266823"/>
              <a:gd name="connsiteX4" fmla="*/ 2614613 w 2780808"/>
              <a:gd name="connsiteY4" fmla="*/ 0 h 2266823"/>
              <a:gd name="connsiteX0" fmla="*/ 2614613 w 2780808"/>
              <a:gd name="connsiteY0" fmla="*/ 0 h 2266823"/>
              <a:gd name="connsiteX1" fmla="*/ 2780808 w 2780808"/>
              <a:gd name="connsiteY1" fmla="*/ 13849 h 2266823"/>
              <a:gd name="connsiteX2" fmla="*/ 2780808 w 2780808"/>
              <a:gd name="connsiteY2" fmla="*/ 2238687 h 2266823"/>
              <a:gd name="connsiteX3" fmla="*/ 0 w 2780808"/>
              <a:gd name="connsiteY3" fmla="*/ 2266823 h 2266823"/>
              <a:gd name="connsiteX0" fmla="*/ 2614613 w 2780808"/>
              <a:gd name="connsiteY0" fmla="*/ 0 h 2252536"/>
              <a:gd name="connsiteX1" fmla="*/ 2780808 w 2780808"/>
              <a:gd name="connsiteY1" fmla="*/ 13849 h 2252536"/>
              <a:gd name="connsiteX2" fmla="*/ 2780808 w 2780808"/>
              <a:gd name="connsiteY2" fmla="*/ 2238687 h 2252536"/>
              <a:gd name="connsiteX3" fmla="*/ 2614613 w 2780808"/>
              <a:gd name="connsiteY3" fmla="*/ 2252536 h 2252536"/>
              <a:gd name="connsiteX4" fmla="*/ 2614613 w 2780808"/>
              <a:gd name="connsiteY4" fmla="*/ 0 h 2252536"/>
              <a:gd name="connsiteX0" fmla="*/ 2614613 w 2780808"/>
              <a:gd name="connsiteY0" fmla="*/ 0 h 2252536"/>
              <a:gd name="connsiteX1" fmla="*/ 2780808 w 2780808"/>
              <a:gd name="connsiteY1" fmla="*/ 13849 h 2252536"/>
              <a:gd name="connsiteX2" fmla="*/ 2780808 w 2780808"/>
              <a:gd name="connsiteY2" fmla="*/ 2238687 h 2252536"/>
              <a:gd name="connsiteX3" fmla="*/ 0 w 2780808"/>
              <a:gd name="connsiteY3" fmla="*/ 2228723 h 2252536"/>
              <a:gd name="connsiteX0" fmla="*/ 2614613 w 2780808"/>
              <a:gd name="connsiteY0" fmla="*/ 0 h 2254123"/>
              <a:gd name="connsiteX1" fmla="*/ 2780808 w 2780808"/>
              <a:gd name="connsiteY1" fmla="*/ 13849 h 2254123"/>
              <a:gd name="connsiteX2" fmla="*/ 2780808 w 2780808"/>
              <a:gd name="connsiteY2" fmla="*/ 2238687 h 2254123"/>
              <a:gd name="connsiteX3" fmla="*/ 2614613 w 2780808"/>
              <a:gd name="connsiteY3" fmla="*/ 2252536 h 2254123"/>
              <a:gd name="connsiteX4" fmla="*/ 2614613 w 2780808"/>
              <a:gd name="connsiteY4" fmla="*/ 0 h 2254123"/>
              <a:gd name="connsiteX0" fmla="*/ 2614613 w 2780808"/>
              <a:gd name="connsiteY0" fmla="*/ 0 h 2254123"/>
              <a:gd name="connsiteX1" fmla="*/ 2780808 w 2780808"/>
              <a:gd name="connsiteY1" fmla="*/ 13849 h 2254123"/>
              <a:gd name="connsiteX2" fmla="*/ 2780808 w 2780808"/>
              <a:gd name="connsiteY2" fmla="*/ 2238687 h 2254123"/>
              <a:gd name="connsiteX3" fmla="*/ 0 w 2780808"/>
              <a:gd name="connsiteY3" fmla="*/ 2254123 h 2254123"/>
              <a:gd name="connsiteX0" fmla="*/ 1978014 w 2144209"/>
              <a:gd name="connsiteY0" fmla="*/ 0 h 2254123"/>
              <a:gd name="connsiteX1" fmla="*/ 2144209 w 2144209"/>
              <a:gd name="connsiteY1" fmla="*/ 13849 h 2254123"/>
              <a:gd name="connsiteX2" fmla="*/ 2144209 w 2144209"/>
              <a:gd name="connsiteY2" fmla="*/ 2238687 h 2254123"/>
              <a:gd name="connsiteX3" fmla="*/ 1978014 w 2144209"/>
              <a:gd name="connsiteY3" fmla="*/ 2252536 h 2254123"/>
              <a:gd name="connsiteX4" fmla="*/ 1978014 w 2144209"/>
              <a:gd name="connsiteY4" fmla="*/ 0 h 2254123"/>
              <a:gd name="connsiteX0" fmla="*/ 1978014 w 2144209"/>
              <a:gd name="connsiteY0" fmla="*/ 0 h 2254123"/>
              <a:gd name="connsiteX1" fmla="*/ 2144209 w 2144209"/>
              <a:gd name="connsiteY1" fmla="*/ 13849 h 2254123"/>
              <a:gd name="connsiteX2" fmla="*/ 2144209 w 2144209"/>
              <a:gd name="connsiteY2" fmla="*/ 2238687 h 2254123"/>
              <a:gd name="connsiteX3" fmla="*/ 0 w 2144209"/>
              <a:gd name="connsiteY3" fmla="*/ 2254123 h 2254123"/>
              <a:gd name="connsiteX0" fmla="*/ 908529 w 1074724"/>
              <a:gd name="connsiteY0" fmla="*/ 0 h 2262589"/>
              <a:gd name="connsiteX1" fmla="*/ 1074724 w 1074724"/>
              <a:gd name="connsiteY1" fmla="*/ 13849 h 2262589"/>
              <a:gd name="connsiteX2" fmla="*/ 1074724 w 1074724"/>
              <a:gd name="connsiteY2" fmla="*/ 2238687 h 2262589"/>
              <a:gd name="connsiteX3" fmla="*/ 908529 w 1074724"/>
              <a:gd name="connsiteY3" fmla="*/ 2252536 h 2262589"/>
              <a:gd name="connsiteX4" fmla="*/ 908529 w 1074724"/>
              <a:gd name="connsiteY4" fmla="*/ 0 h 2262589"/>
              <a:gd name="connsiteX0" fmla="*/ 908529 w 1074724"/>
              <a:gd name="connsiteY0" fmla="*/ 0 h 2262589"/>
              <a:gd name="connsiteX1" fmla="*/ 1074724 w 1074724"/>
              <a:gd name="connsiteY1" fmla="*/ 13849 h 2262589"/>
              <a:gd name="connsiteX2" fmla="*/ 1074724 w 1074724"/>
              <a:gd name="connsiteY2" fmla="*/ 2238687 h 2262589"/>
              <a:gd name="connsiteX3" fmla="*/ 0 w 1074724"/>
              <a:gd name="connsiteY3" fmla="*/ 2262589 h 2262589"/>
              <a:gd name="connsiteX0" fmla="*/ 866089 w 1032284"/>
              <a:gd name="connsiteY0" fmla="*/ 0 h 2262589"/>
              <a:gd name="connsiteX1" fmla="*/ 1032284 w 1032284"/>
              <a:gd name="connsiteY1" fmla="*/ 13849 h 2262589"/>
              <a:gd name="connsiteX2" fmla="*/ 1032284 w 1032284"/>
              <a:gd name="connsiteY2" fmla="*/ 2238687 h 2262589"/>
              <a:gd name="connsiteX3" fmla="*/ 866089 w 1032284"/>
              <a:gd name="connsiteY3" fmla="*/ 2252536 h 2262589"/>
              <a:gd name="connsiteX4" fmla="*/ 866089 w 1032284"/>
              <a:gd name="connsiteY4" fmla="*/ 0 h 2262589"/>
              <a:gd name="connsiteX0" fmla="*/ 866089 w 1032284"/>
              <a:gd name="connsiteY0" fmla="*/ 0 h 2262589"/>
              <a:gd name="connsiteX1" fmla="*/ 1032284 w 1032284"/>
              <a:gd name="connsiteY1" fmla="*/ 13849 h 2262589"/>
              <a:gd name="connsiteX2" fmla="*/ 1032284 w 1032284"/>
              <a:gd name="connsiteY2" fmla="*/ 2238687 h 2262589"/>
              <a:gd name="connsiteX3" fmla="*/ 0 w 1032284"/>
              <a:gd name="connsiteY3" fmla="*/ 2262589 h 2262589"/>
              <a:gd name="connsiteX0" fmla="*/ 815161 w 981356"/>
              <a:gd name="connsiteY0" fmla="*/ 0 h 2254123"/>
              <a:gd name="connsiteX1" fmla="*/ 981356 w 981356"/>
              <a:gd name="connsiteY1" fmla="*/ 13849 h 2254123"/>
              <a:gd name="connsiteX2" fmla="*/ 981356 w 981356"/>
              <a:gd name="connsiteY2" fmla="*/ 2238687 h 2254123"/>
              <a:gd name="connsiteX3" fmla="*/ 815161 w 981356"/>
              <a:gd name="connsiteY3" fmla="*/ 2252536 h 2254123"/>
              <a:gd name="connsiteX4" fmla="*/ 815161 w 981356"/>
              <a:gd name="connsiteY4" fmla="*/ 0 h 2254123"/>
              <a:gd name="connsiteX0" fmla="*/ 815161 w 981356"/>
              <a:gd name="connsiteY0" fmla="*/ 0 h 2254123"/>
              <a:gd name="connsiteX1" fmla="*/ 981356 w 981356"/>
              <a:gd name="connsiteY1" fmla="*/ 13849 h 2254123"/>
              <a:gd name="connsiteX2" fmla="*/ 981356 w 981356"/>
              <a:gd name="connsiteY2" fmla="*/ 2238687 h 2254123"/>
              <a:gd name="connsiteX3" fmla="*/ 0 w 981356"/>
              <a:gd name="connsiteY3" fmla="*/ 2254123 h 225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1356" h="2254123" stroke="0" extrusionOk="0">
                <a:moveTo>
                  <a:pt x="815161" y="0"/>
                </a:moveTo>
                <a:cubicBezTo>
                  <a:pt x="906948" y="0"/>
                  <a:pt x="981356" y="6200"/>
                  <a:pt x="981356" y="13849"/>
                </a:cubicBezTo>
                <a:lnTo>
                  <a:pt x="981356" y="2238687"/>
                </a:lnTo>
                <a:cubicBezTo>
                  <a:pt x="981356" y="2246336"/>
                  <a:pt x="906948" y="2252536"/>
                  <a:pt x="815161" y="2252536"/>
                </a:cubicBezTo>
                <a:lnTo>
                  <a:pt x="815161" y="0"/>
                </a:lnTo>
                <a:close/>
              </a:path>
              <a:path w="981356" h="2254123" fill="none">
                <a:moveTo>
                  <a:pt x="815161" y="0"/>
                </a:moveTo>
                <a:cubicBezTo>
                  <a:pt x="906948" y="0"/>
                  <a:pt x="981356" y="6200"/>
                  <a:pt x="981356" y="13849"/>
                </a:cubicBezTo>
                <a:lnTo>
                  <a:pt x="981356" y="2238687"/>
                </a:lnTo>
                <a:cubicBezTo>
                  <a:pt x="981356" y="2246336"/>
                  <a:pt x="91787" y="2254123"/>
                  <a:pt x="0" y="2254123"/>
                </a:cubicBezTo>
              </a:path>
            </a:pathLst>
          </a:custGeom>
          <a:noFill/>
          <a:ln w="38100">
            <a:solidFill>
              <a:srgbClr val="A6A6A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60" name="群組 359">
            <a:extLst>
              <a:ext uri="{FF2B5EF4-FFF2-40B4-BE49-F238E27FC236}">
                <a16:creationId xmlns:a16="http://schemas.microsoft.com/office/drawing/2014/main" id="{89592401-E086-4676-8982-A88490AB2DBE}"/>
              </a:ext>
            </a:extLst>
          </p:cNvPr>
          <p:cNvGrpSpPr/>
          <p:nvPr/>
        </p:nvGrpSpPr>
        <p:grpSpPr>
          <a:xfrm>
            <a:off x="4704569" y="5069969"/>
            <a:ext cx="216000" cy="457626"/>
            <a:chOff x="4704569" y="5642411"/>
            <a:chExt cx="216000" cy="457626"/>
          </a:xfrm>
        </p:grpSpPr>
        <p:sp>
          <p:nvSpPr>
            <p:cNvPr id="361" name="矩形 178">
              <a:extLst>
                <a:ext uri="{FF2B5EF4-FFF2-40B4-BE49-F238E27FC236}">
                  <a16:creationId xmlns:a16="http://schemas.microsoft.com/office/drawing/2014/main" id="{0E277599-5FA2-4C3E-9839-3996E17128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04569" y="5642411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2" name="矩形 178">
              <a:extLst>
                <a:ext uri="{FF2B5EF4-FFF2-40B4-BE49-F238E27FC236}">
                  <a16:creationId xmlns:a16="http://schemas.microsoft.com/office/drawing/2014/main" id="{195150E5-1DA6-48ED-80BD-230D275C63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04569" y="5884037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63" name="直線接點 362">
            <a:extLst>
              <a:ext uri="{FF2B5EF4-FFF2-40B4-BE49-F238E27FC236}">
                <a16:creationId xmlns:a16="http://schemas.microsoft.com/office/drawing/2014/main" id="{F9946521-9C57-49EC-A3D8-B605229ED187}"/>
              </a:ext>
            </a:extLst>
          </p:cNvPr>
          <p:cNvCxnSpPr>
            <a:cxnSpLocks/>
          </p:cNvCxnSpPr>
          <p:nvPr/>
        </p:nvCxnSpPr>
        <p:spPr>
          <a:xfrm>
            <a:off x="4559410" y="5296349"/>
            <a:ext cx="1906278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4" name="群組 363">
            <a:extLst>
              <a:ext uri="{FF2B5EF4-FFF2-40B4-BE49-F238E27FC236}">
                <a16:creationId xmlns:a16="http://schemas.microsoft.com/office/drawing/2014/main" id="{6017DBF3-0CC4-42A3-98E9-87AAA3ABFC53}"/>
              </a:ext>
            </a:extLst>
          </p:cNvPr>
          <p:cNvGrpSpPr/>
          <p:nvPr/>
        </p:nvGrpSpPr>
        <p:grpSpPr>
          <a:xfrm>
            <a:off x="5644404" y="5069969"/>
            <a:ext cx="216000" cy="457626"/>
            <a:chOff x="10252858" y="2493612"/>
            <a:chExt cx="216000" cy="457626"/>
          </a:xfrm>
        </p:grpSpPr>
        <p:sp>
          <p:nvSpPr>
            <p:cNvPr id="365" name="矩形 178">
              <a:extLst>
                <a:ext uri="{FF2B5EF4-FFF2-40B4-BE49-F238E27FC236}">
                  <a16:creationId xmlns:a16="http://schemas.microsoft.com/office/drawing/2014/main" id="{101F6C46-0765-4622-9893-6DCB3C35B8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493612"/>
              <a:ext cx="216000" cy="216000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6" name="矩形 178">
              <a:extLst>
                <a:ext uri="{FF2B5EF4-FFF2-40B4-BE49-F238E27FC236}">
                  <a16:creationId xmlns:a16="http://schemas.microsoft.com/office/drawing/2014/main" id="{158043BF-1EF4-4CEE-9E95-FB017E51E3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2858" y="2735238"/>
              <a:ext cx="216000" cy="2160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71" name="直線單箭頭接點 370">
            <a:extLst>
              <a:ext uri="{FF2B5EF4-FFF2-40B4-BE49-F238E27FC236}">
                <a16:creationId xmlns:a16="http://schemas.microsoft.com/office/drawing/2014/main" id="{7045675C-CCF9-48DE-BB56-52809BE30122}"/>
              </a:ext>
            </a:extLst>
          </p:cNvPr>
          <p:cNvCxnSpPr>
            <a:cxnSpLocks/>
          </p:cNvCxnSpPr>
          <p:nvPr/>
        </p:nvCxnSpPr>
        <p:spPr>
          <a:xfrm>
            <a:off x="5140433" y="3371878"/>
            <a:ext cx="0" cy="44045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5" name="直線單箭頭接點 494">
            <a:extLst>
              <a:ext uri="{FF2B5EF4-FFF2-40B4-BE49-F238E27FC236}">
                <a16:creationId xmlns:a16="http://schemas.microsoft.com/office/drawing/2014/main" id="{CB29A0C1-241E-4AAE-8DB2-AE491E86F06B}"/>
              </a:ext>
            </a:extLst>
          </p:cNvPr>
          <p:cNvCxnSpPr>
            <a:cxnSpLocks/>
          </p:cNvCxnSpPr>
          <p:nvPr/>
        </p:nvCxnSpPr>
        <p:spPr>
          <a:xfrm>
            <a:off x="4262953" y="4173207"/>
            <a:ext cx="199510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221FC77-8F70-4D0E-AA96-B599A9EF56DF}"/>
              </a:ext>
            </a:extLst>
          </p:cNvPr>
          <p:cNvGrpSpPr/>
          <p:nvPr/>
        </p:nvGrpSpPr>
        <p:grpSpPr>
          <a:xfrm>
            <a:off x="1606681" y="4534320"/>
            <a:ext cx="2346989" cy="1110043"/>
            <a:chOff x="1732330" y="4534320"/>
            <a:chExt cx="2346989" cy="1110043"/>
          </a:xfrm>
        </p:grpSpPr>
        <p:grpSp>
          <p:nvGrpSpPr>
            <p:cNvPr id="354" name="群組 353">
              <a:extLst>
                <a:ext uri="{FF2B5EF4-FFF2-40B4-BE49-F238E27FC236}">
                  <a16:creationId xmlns:a16="http://schemas.microsoft.com/office/drawing/2014/main" id="{688A2405-48BD-40F3-9154-15692D365E67}"/>
                </a:ext>
              </a:extLst>
            </p:cNvPr>
            <p:cNvGrpSpPr/>
            <p:nvPr/>
          </p:nvGrpSpPr>
          <p:grpSpPr>
            <a:xfrm>
              <a:off x="2497195" y="4995562"/>
              <a:ext cx="817258" cy="648801"/>
              <a:chOff x="2486258" y="5590784"/>
              <a:chExt cx="1056610" cy="838817"/>
            </a:xfrm>
          </p:grpSpPr>
          <p:sp>
            <p:nvSpPr>
              <p:cNvPr id="355" name="Magnetic Disk 351">
                <a:extLst>
                  <a:ext uri="{FF2B5EF4-FFF2-40B4-BE49-F238E27FC236}">
                    <a16:creationId xmlns:a16="http://schemas.microsoft.com/office/drawing/2014/main" id="{647DEB0B-A473-432E-ACF5-C1F04D9D5349}"/>
                  </a:ext>
                </a:extLst>
              </p:cNvPr>
              <p:cNvSpPr/>
              <p:nvPr/>
            </p:nvSpPr>
            <p:spPr>
              <a:xfrm>
                <a:off x="2569392" y="5590784"/>
                <a:ext cx="900792" cy="838817"/>
              </a:xfrm>
              <a:prstGeom prst="flowChartMagneticDisk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W"/>
              </a:p>
            </p:txBody>
          </p:sp>
          <p:pic>
            <p:nvPicPr>
              <p:cNvPr id="356" name="圖形 355" descr="男人 以實心填滿">
                <a:extLst>
                  <a:ext uri="{FF2B5EF4-FFF2-40B4-BE49-F238E27FC236}">
                    <a16:creationId xmlns:a16="http://schemas.microsoft.com/office/drawing/2014/main" id="{2C0DB9F6-A4A0-456A-AFAF-7F503463A7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486258" y="5913515"/>
                <a:ext cx="414839" cy="414839"/>
              </a:xfrm>
              <a:prstGeom prst="rect">
                <a:avLst/>
              </a:prstGeom>
            </p:spPr>
          </p:pic>
          <p:pic>
            <p:nvPicPr>
              <p:cNvPr id="357" name="圖形 356" descr="男人 以實心填滿">
                <a:extLst>
                  <a:ext uri="{FF2B5EF4-FFF2-40B4-BE49-F238E27FC236}">
                    <a16:creationId xmlns:a16="http://schemas.microsoft.com/office/drawing/2014/main" id="{24C44AA4-9B2E-4DB5-A5B8-30E7F62A83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700182" y="5913515"/>
                <a:ext cx="414839" cy="414839"/>
              </a:xfrm>
              <a:prstGeom prst="rect">
                <a:avLst/>
              </a:prstGeom>
            </p:spPr>
          </p:pic>
          <p:pic>
            <p:nvPicPr>
              <p:cNvPr id="358" name="圖形 357" descr="男人 以實心填滿">
                <a:extLst>
                  <a:ext uri="{FF2B5EF4-FFF2-40B4-BE49-F238E27FC236}">
                    <a16:creationId xmlns:a16="http://schemas.microsoft.com/office/drawing/2014/main" id="{EAF37A3D-BC54-4D6D-8413-C19F8E9F38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914106" y="5913515"/>
                <a:ext cx="414839" cy="414839"/>
              </a:xfrm>
              <a:prstGeom prst="rect">
                <a:avLst/>
              </a:prstGeom>
            </p:spPr>
          </p:pic>
          <p:pic>
            <p:nvPicPr>
              <p:cNvPr id="359" name="圖形 358" descr="男人 以實心填滿">
                <a:extLst>
                  <a:ext uri="{FF2B5EF4-FFF2-40B4-BE49-F238E27FC236}">
                    <a16:creationId xmlns:a16="http://schemas.microsoft.com/office/drawing/2014/main" id="{52DCAC87-0E17-4EF4-A4F9-405170CCA7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128029" y="5913515"/>
                <a:ext cx="414839" cy="414839"/>
              </a:xfrm>
              <a:prstGeom prst="rect">
                <a:avLst/>
              </a:prstGeom>
            </p:spPr>
          </p:pic>
        </p:grp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C818C619-631B-4CA9-BE04-C240CCCFC42A}"/>
                </a:ext>
              </a:extLst>
            </p:cNvPr>
            <p:cNvSpPr txBox="1"/>
            <p:nvPr/>
          </p:nvSpPr>
          <p:spPr>
            <a:xfrm>
              <a:off x="1732330" y="4534320"/>
              <a:ext cx="23469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 dirty="0"/>
                <a:t>Panel of Normals(PON)</a:t>
              </a:r>
            </a:p>
          </p:txBody>
        </p:sp>
      </p:grpSp>
      <p:grpSp>
        <p:nvGrpSpPr>
          <p:cNvPr id="487" name="群組 486">
            <a:extLst>
              <a:ext uri="{FF2B5EF4-FFF2-40B4-BE49-F238E27FC236}">
                <a16:creationId xmlns:a16="http://schemas.microsoft.com/office/drawing/2014/main" id="{C01EA1BC-37CF-4E7F-8097-3F91548D2E20}"/>
              </a:ext>
            </a:extLst>
          </p:cNvPr>
          <p:cNvGrpSpPr/>
          <p:nvPr/>
        </p:nvGrpSpPr>
        <p:grpSpPr>
          <a:xfrm>
            <a:off x="7055207" y="2507362"/>
            <a:ext cx="2167957" cy="1087745"/>
            <a:chOff x="7055207" y="2507362"/>
            <a:chExt cx="2167957" cy="1087745"/>
          </a:xfrm>
        </p:grpSpPr>
        <p:sp>
          <p:nvSpPr>
            <p:cNvPr id="488" name="箭號: 五邊形 487">
              <a:extLst>
                <a:ext uri="{FF2B5EF4-FFF2-40B4-BE49-F238E27FC236}">
                  <a16:creationId xmlns:a16="http://schemas.microsoft.com/office/drawing/2014/main" id="{60E6218B-417D-4A04-A153-1170D55D2247}"/>
                </a:ext>
              </a:extLst>
            </p:cNvPr>
            <p:cNvSpPr/>
            <p:nvPr/>
          </p:nvSpPr>
          <p:spPr>
            <a:xfrm>
              <a:off x="7458069" y="2511072"/>
              <a:ext cx="1209600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89" name="矩形 178">
              <a:extLst>
                <a:ext uri="{FF2B5EF4-FFF2-40B4-BE49-F238E27FC236}">
                  <a16:creationId xmlns:a16="http://schemas.microsoft.com/office/drawing/2014/main" id="{BDB63BF0-75D9-4BD5-ACEF-742F3F0AE4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50736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0" name="矩形 178">
              <a:extLst>
                <a:ext uri="{FF2B5EF4-FFF2-40B4-BE49-F238E27FC236}">
                  <a16:creationId xmlns:a16="http://schemas.microsoft.com/office/drawing/2014/main" id="{0BCC997A-2DFA-4C9A-B1FF-A6456E6C01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507362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1" name="矩形 178">
              <a:extLst>
                <a:ext uri="{FF2B5EF4-FFF2-40B4-BE49-F238E27FC236}">
                  <a16:creationId xmlns:a16="http://schemas.microsoft.com/office/drawing/2014/main" id="{9AF877CE-70CD-45D7-AD7B-1A3393CEA4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50736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2" name="矩形 178">
              <a:extLst>
                <a:ext uri="{FF2B5EF4-FFF2-40B4-BE49-F238E27FC236}">
                  <a16:creationId xmlns:a16="http://schemas.microsoft.com/office/drawing/2014/main" id="{C81E2ED3-7B78-4945-B071-C68A7F8BF0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50736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6" name="箭號: 五邊形 495">
              <a:extLst>
                <a:ext uri="{FF2B5EF4-FFF2-40B4-BE49-F238E27FC236}">
                  <a16:creationId xmlns:a16="http://schemas.microsoft.com/office/drawing/2014/main" id="{77131D79-1A50-4DC3-9BA7-32E919C52530}"/>
                </a:ext>
              </a:extLst>
            </p:cNvPr>
            <p:cNvSpPr/>
            <p:nvPr/>
          </p:nvSpPr>
          <p:spPr>
            <a:xfrm>
              <a:off x="7658167" y="3294017"/>
              <a:ext cx="1209600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97" name="矩形 178">
              <a:extLst>
                <a:ext uri="{FF2B5EF4-FFF2-40B4-BE49-F238E27FC236}">
                  <a16:creationId xmlns:a16="http://schemas.microsoft.com/office/drawing/2014/main" id="{7E98B4D1-6076-448A-B93C-0DA716232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2903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8" name="矩形 178">
              <a:extLst>
                <a:ext uri="{FF2B5EF4-FFF2-40B4-BE49-F238E27FC236}">
                  <a16:creationId xmlns:a16="http://schemas.microsoft.com/office/drawing/2014/main" id="{84CC6643-ED65-4420-8680-6900A85F42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29030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9" name="矩形 178">
              <a:extLst>
                <a:ext uri="{FF2B5EF4-FFF2-40B4-BE49-F238E27FC236}">
                  <a16:creationId xmlns:a16="http://schemas.microsoft.com/office/drawing/2014/main" id="{EA596508-57AC-4ECB-AB1F-843853746F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290307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0" name="矩形 178">
              <a:extLst>
                <a:ext uri="{FF2B5EF4-FFF2-40B4-BE49-F238E27FC236}">
                  <a16:creationId xmlns:a16="http://schemas.microsoft.com/office/drawing/2014/main" id="{5DD42CB6-C275-40CB-950C-9ECC4BA84B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2903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1" name="箭號: 五邊形 500">
              <a:extLst>
                <a:ext uri="{FF2B5EF4-FFF2-40B4-BE49-F238E27FC236}">
                  <a16:creationId xmlns:a16="http://schemas.microsoft.com/office/drawing/2014/main" id="{41DD42B2-A08F-4187-AA42-A2AC4BEC4530}"/>
                </a:ext>
              </a:extLst>
            </p:cNvPr>
            <p:cNvSpPr/>
            <p:nvPr/>
          </p:nvSpPr>
          <p:spPr>
            <a:xfrm>
              <a:off x="7858259" y="2839207"/>
              <a:ext cx="1211178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3" name="矩形 178">
              <a:extLst>
                <a:ext uri="{FF2B5EF4-FFF2-40B4-BE49-F238E27FC236}">
                  <a16:creationId xmlns:a16="http://schemas.microsoft.com/office/drawing/2014/main" id="{F05522E3-45C3-43DB-B45E-A025AA3A67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835497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4" name="矩形 178">
              <a:extLst>
                <a:ext uri="{FF2B5EF4-FFF2-40B4-BE49-F238E27FC236}">
                  <a16:creationId xmlns:a16="http://schemas.microsoft.com/office/drawing/2014/main" id="{789C0853-4973-44CA-B828-8272860EFE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835497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5" name="矩形 178">
              <a:extLst>
                <a:ext uri="{FF2B5EF4-FFF2-40B4-BE49-F238E27FC236}">
                  <a16:creationId xmlns:a16="http://schemas.microsoft.com/office/drawing/2014/main" id="{F19935BE-D83B-4995-B93C-C6176376BB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83549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6" name="矩形 178">
              <a:extLst>
                <a:ext uri="{FF2B5EF4-FFF2-40B4-BE49-F238E27FC236}">
                  <a16:creationId xmlns:a16="http://schemas.microsoft.com/office/drawing/2014/main" id="{26E87734-D9AF-4A08-8C8C-0E86ABEA5B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83549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7" name="箭號: 五邊形 506">
              <a:extLst>
                <a:ext uri="{FF2B5EF4-FFF2-40B4-BE49-F238E27FC236}">
                  <a16:creationId xmlns:a16="http://schemas.microsoft.com/office/drawing/2014/main" id="{8F759007-74EF-472D-9A5B-AC964942DD28}"/>
                </a:ext>
              </a:extLst>
            </p:cNvPr>
            <p:cNvSpPr/>
            <p:nvPr/>
          </p:nvSpPr>
          <p:spPr>
            <a:xfrm>
              <a:off x="7658167" y="2675139"/>
              <a:ext cx="1209600" cy="129600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8" name="矩形 178">
              <a:extLst>
                <a:ext uri="{FF2B5EF4-FFF2-40B4-BE49-F238E27FC236}">
                  <a16:creationId xmlns:a16="http://schemas.microsoft.com/office/drawing/2014/main" id="{98E9697C-BF98-47F0-9E93-79BE147ED5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2671429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0" name="矩形 178">
              <a:extLst>
                <a:ext uri="{FF2B5EF4-FFF2-40B4-BE49-F238E27FC236}">
                  <a16:creationId xmlns:a16="http://schemas.microsoft.com/office/drawing/2014/main" id="{E84352D3-33E7-40C2-9444-82797DB7E6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1" name="矩形 178">
              <a:extLst>
                <a:ext uri="{FF2B5EF4-FFF2-40B4-BE49-F238E27FC236}">
                  <a16:creationId xmlns:a16="http://schemas.microsoft.com/office/drawing/2014/main" id="{51395F32-814F-4237-8D60-D496975D2F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2" name="矩形 178">
              <a:extLst>
                <a:ext uri="{FF2B5EF4-FFF2-40B4-BE49-F238E27FC236}">
                  <a16:creationId xmlns:a16="http://schemas.microsoft.com/office/drawing/2014/main" id="{C4117B7C-874A-45D9-BAC6-E60C25D4E3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26714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3" name="箭號: 五邊形 512">
              <a:extLst>
                <a:ext uri="{FF2B5EF4-FFF2-40B4-BE49-F238E27FC236}">
                  <a16:creationId xmlns:a16="http://schemas.microsoft.com/office/drawing/2014/main" id="{DEA1DFD9-81CC-4E12-ACC9-8DB4BB2CF97E}"/>
                </a:ext>
              </a:extLst>
            </p:cNvPr>
            <p:cNvSpPr/>
            <p:nvPr/>
          </p:nvSpPr>
          <p:spPr>
            <a:xfrm>
              <a:off x="7458069" y="3126238"/>
              <a:ext cx="1209600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4" name="矩形 178">
              <a:extLst>
                <a:ext uri="{FF2B5EF4-FFF2-40B4-BE49-F238E27FC236}">
                  <a16:creationId xmlns:a16="http://schemas.microsoft.com/office/drawing/2014/main" id="{22817EEF-7E43-42DD-B146-BD0046B6CB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12252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5" name="矩形 178">
              <a:extLst>
                <a:ext uri="{FF2B5EF4-FFF2-40B4-BE49-F238E27FC236}">
                  <a16:creationId xmlns:a16="http://schemas.microsoft.com/office/drawing/2014/main" id="{7B8C58BE-DB07-4444-87D4-4F7A82304B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122528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6" name="矩形 178">
              <a:extLst>
                <a:ext uri="{FF2B5EF4-FFF2-40B4-BE49-F238E27FC236}">
                  <a16:creationId xmlns:a16="http://schemas.microsoft.com/office/drawing/2014/main" id="{357ADBE3-27FB-47D4-BBC3-D947FA42AF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122528"/>
              <a:ext cx="149158" cy="137021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7" name="矩形 178">
              <a:extLst>
                <a:ext uri="{FF2B5EF4-FFF2-40B4-BE49-F238E27FC236}">
                  <a16:creationId xmlns:a16="http://schemas.microsoft.com/office/drawing/2014/main" id="{F534345D-F8CA-4516-B1E2-820D4CE518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122528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8" name="箭號: 五邊形 517">
              <a:extLst>
                <a:ext uri="{FF2B5EF4-FFF2-40B4-BE49-F238E27FC236}">
                  <a16:creationId xmlns:a16="http://schemas.microsoft.com/office/drawing/2014/main" id="{7A06CB29-E293-42E7-B135-A415D397949B}"/>
                </a:ext>
              </a:extLst>
            </p:cNvPr>
            <p:cNvSpPr/>
            <p:nvPr/>
          </p:nvSpPr>
          <p:spPr>
            <a:xfrm>
              <a:off x="7658168" y="3461796"/>
              <a:ext cx="1410626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9" name="矩形 178">
              <a:extLst>
                <a:ext uri="{FF2B5EF4-FFF2-40B4-BE49-F238E27FC236}">
                  <a16:creationId xmlns:a16="http://schemas.microsoft.com/office/drawing/2014/main" id="{4F43F181-B72A-422F-8855-D2AE286ED2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58358" y="3458086"/>
              <a:ext cx="149158" cy="137021"/>
            </a:xfrm>
            <a:prstGeom prst="rect">
              <a:avLst/>
            </a:prstGeom>
            <a:solidFill>
              <a:schemeClr val="accent4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0" name="矩形 178">
              <a:extLst>
                <a:ext uri="{FF2B5EF4-FFF2-40B4-BE49-F238E27FC236}">
                  <a16:creationId xmlns:a16="http://schemas.microsoft.com/office/drawing/2014/main" id="{133A07E5-7951-40F2-BE93-F2799C2D3F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58455" y="3458086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1" name="矩形 178">
              <a:extLst>
                <a:ext uri="{FF2B5EF4-FFF2-40B4-BE49-F238E27FC236}">
                  <a16:creationId xmlns:a16="http://schemas.microsoft.com/office/drawing/2014/main" id="{388906B8-91DF-43DC-AA5E-052D49DF3A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58556" y="345808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5" name="矩形 178">
              <a:extLst>
                <a:ext uri="{FF2B5EF4-FFF2-40B4-BE49-F238E27FC236}">
                  <a16:creationId xmlns:a16="http://schemas.microsoft.com/office/drawing/2014/main" id="{F5489531-2ED8-4F25-A463-2E12A2B7D2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58260" y="345808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566" name="直線接點 565">
              <a:extLst>
                <a:ext uri="{FF2B5EF4-FFF2-40B4-BE49-F238E27FC236}">
                  <a16:creationId xmlns:a16="http://schemas.microsoft.com/office/drawing/2014/main" id="{9B2A4592-75E6-4269-9E28-1822424E31CF}"/>
                </a:ext>
              </a:extLst>
            </p:cNvPr>
            <p:cNvCxnSpPr>
              <a:cxnSpLocks/>
            </p:cNvCxnSpPr>
            <p:nvPr/>
          </p:nvCxnSpPr>
          <p:spPr>
            <a:xfrm>
              <a:off x="7055207" y="3043813"/>
              <a:ext cx="2167957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67" name="圖形 566" descr="女性形象 以實心填滿">
              <a:extLst>
                <a:ext uri="{FF2B5EF4-FFF2-40B4-BE49-F238E27FC236}">
                  <a16:creationId xmlns:a16="http://schemas.microsoft.com/office/drawing/2014/main" id="{7A146720-48F4-46DC-9BF6-010975810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056945" y="3192289"/>
              <a:ext cx="325637" cy="325637"/>
            </a:xfrm>
            <a:prstGeom prst="rect">
              <a:avLst/>
            </a:prstGeom>
          </p:spPr>
        </p:pic>
        <p:pic>
          <p:nvPicPr>
            <p:cNvPr id="568" name="圖形 567" descr="男性形象 以實心填滿">
              <a:extLst>
                <a:ext uri="{FF2B5EF4-FFF2-40B4-BE49-F238E27FC236}">
                  <a16:creationId xmlns:a16="http://schemas.microsoft.com/office/drawing/2014/main" id="{3A927F2B-A09C-4634-9EFE-BC2CA87DD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55207" y="2573412"/>
              <a:ext cx="325637" cy="325637"/>
            </a:xfrm>
            <a:prstGeom prst="rect">
              <a:avLst/>
            </a:prstGeom>
          </p:spPr>
        </p:pic>
      </p:grpSp>
      <p:grpSp>
        <p:nvGrpSpPr>
          <p:cNvPr id="272" name="群組 271">
            <a:extLst>
              <a:ext uri="{FF2B5EF4-FFF2-40B4-BE49-F238E27FC236}">
                <a16:creationId xmlns:a16="http://schemas.microsoft.com/office/drawing/2014/main" id="{4B7A02FE-D633-445C-93D9-3134AB2D786F}"/>
              </a:ext>
            </a:extLst>
          </p:cNvPr>
          <p:cNvGrpSpPr/>
          <p:nvPr/>
        </p:nvGrpSpPr>
        <p:grpSpPr>
          <a:xfrm>
            <a:off x="487351" y="4940845"/>
            <a:ext cx="785018" cy="716093"/>
            <a:chOff x="7903544" y="1960219"/>
            <a:chExt cx="1361354" cy="1241831"/>
          </a:xfrm>
        </p:grpSpPr>
        <p:grpSp>
          <p:nvGrpSpPr>
            <p:cNvPr id="273" name="群組 272">
              <a:extLst>
                <a:ext uri="{FF2B5EF4-FFF2-40B4-BE49-F238E27FC236}">
                  <a16:creationId xmlns:a16="http://schemas.microsoft.com/office/drawing/2014/main" id="{F3B613A5-16BD-4409-9599-6AF3D884BB00}"/>
                </a:ext>
              </a:extLst>
            </p:cNvPr>
            <p:cNvGrpSpPr/>
            <p:nvPr/>
          </p:nvGrpSpPr>
          <p:grpSpPr>
            <a:xfrm>
              <a:off x="7903544" y="2554050"/>
              <a:ext cx="647999" cy="648000"/>
              <a:chOff x="114655" y="3347955"/>
              <a:chExt cx="950122" cy="950122"/>
            </a:xfrm>
          </p:grpSpPr>
          <p:sp>
            <p:nvSpPr>
              <p:cNvPr id="381" name="橢圓 380">
                <a:extLst>
                  <a:ext uri="{FF2B5EF4-FFF2-40B4-BE49-F238E27FC236}">
                    <a16:creationId xmlns:a16="http://schemas.microsoft.com/office/drawing/2014/main" id="{2995DAB9-13E6-4680-ABDC-C273DBA5E7D1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2" name="橢圓 381">
                <a:extLst>
                  <a:ext uri="{FF2B5EF4-FFF2-40B4-BE49-F238E27FC236}">
                    <a16:creationId xmlns:a16="http://schemas.microsoft.com/office/drawing/2014/main" id="{2222639F-F1EE-4CD9-8188-7A98D2CC5DF0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3" name="橢圓 382">
                <a:extLst>
                  <a:ext uri="{FF2B5EF4-FFF2-40B4-BE49-F238E27FC236}">
                    <a16:creationId xmlns:a16="http://schemas.microsoft.com/office/drawing/2014/main" id="{244A779F-30B8-44B1-9720-012F1F4A9001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4" name="手繪多邊形: 圖案 383">
                <a:extLst>
                  <a:ext uri="{FF2B5EF4-FFF2-40B4-BE49-F238E27FC236}">
                    <a16:creationId xmlns:a16="http://schemas.microsoft.com/office/drawing/2014/main" id="{15E632AE-F9A1-4521-975B-DE28984F0628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5" name="手繪多邊形: 圖案 384">
                <a:extLst>
                  <a:ext uri="{FF2B5EF4-FFF2-40B4-BE49-F238E27FC236}">
                    <a16:creationId xmlns:a16="http://schemas.microsoft.com/office/drawing/2014/main" id="{DF105CFF-60A6-4F66-A3ED-7907B941CD1E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6" name="手繪多邊形: 圖案 385">
                <a:extLst>
                  <a:ext uri="{FF2B5EF4-FFF2-40B4-BE49-F238E27FC236}">
                    <a16:creationId xmlns:a16="http://schemas.microsoft.com/office/drawing/2014/main" id="{800BC2AB-6FD7-4007-ABAC-090B52D6D046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7" name="手繪多邊形: 圖案 386">
                <a:extLst>
                  <a:ext uri="{FF2B5EF4-FFF2-40B4-BE49-F238E27FC236}">
                    <a16:creationId xmlns:a16="http://schemas.microsoft.com/office/drawing/2014/main" id="{AFC4F394-6D50-4A19-B533-717C21C387DD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8" name="手繪多邊形: 圖案 387">
                <a:extLst>
                  <a:ext uri="{FF2B5EF4-FFF2-40B4-BE49-F238E27FC236}">
                    <a16:creationId xmlns:a16="http://schemas.microsoft.com/office/drawing/2014/main" id="{BED2C388-EA66-4A9F-9303-90FC34EA1025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9" name="手繪多邊形: 圖案 388">
                <a:extLst>
                  <a:ext uri="{FF2B5EF4-FFF2-40B4-BE49-F238E27FC236}">
                    <a16:creationId xmlns:a16="http://schemas.microsoft.com/office/drawing/2014/main" id="{5609DFAF-EB88-4AF5-B0FA-8B1056209DD7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0" name="手繪多邊形: 圖案 389">
                <a:extLst>
                  <a:ext uri="{FF2B5EF4-FFF2-40B4-BE49-F238E27FC236}">
                    <a16:creationId xmlns:a16="http://schemas.microsoft.com/office/drawing/2014/main" id="{D458207C-AE7F-4BBC-9DAC-5D3CDCCAB8BB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1" name="手繪多邊形: 圖案 390">
                <a:extLst>
                  <a:ext uri="{FF2B5EF4-FFF2-40B4-BE49-F238E27FC236}">
                    <a16:creationId xmlns:a16="http://schemas.microsoft.com/office/drawing/2014/main" id="{B5B60353-27B9-48FF-923C-8AF3F7B72BDB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2" name="橢圓 391">
                <a:extLst>
                  <a:ext uri="{FF2B5EF4-FFF2-40B4-BE49-F238E27FC236}">
                    <a16:creationId xmlns:a16="http://schemas.microsoft.com/office/drawing/2014/main" id="{A44C5614-B57E-4CAC-895E-9DACC1A69243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3" name="橢圓 392">
                <a:extLst>
                  <a:ext uri="{FF2B5EF4-FFF2-40B4-BE49-F238E27FC236}">
                    <a16:creationId xmlns:a16="http://schemas.microsoft.com/office/drawing/2014/main" id="{C4406017-3C45-43D6-8211-D4ADD9FF1FEC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4" name="橢圓 393">
                <a:extLst>
                  <a:ext uri="{FF2B5EF4-FFF2-40B4-BE49-F238E27FC236}">
                    <a16:creationId xmlns:a16="http://schemas.microsoft.com/office/drawing/2014/main" id="{FA3062BE-5DE3-4710-9CBE-B02FC2B6B345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5" name="橢圓 394">
                <a:extLst>
                  <a:ext uri="{FF2B5EF4-FFF2-40B4-BE49-F238E27FC236}">
                    <a16:creationId xmlns:a16="http://schemas.microsoft.com/office/drawing/2014/main" id="{7839351F-7A65-4CFD-8F96-61292E84757C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4" name="群組 273">
              <a:extLst>
                <a:ext uri="{FF2B5EF4-FFF2-40B4-BE49-F238E27FC236}">
                  <a16:creationId xmlns:a16="http://schemas.microsoft.com/office/drawing/2014/main" id="{6F72FDE4-8A37-43CC-808C-054F728C00E2}"/>
                </a:ext>
              </a:extLst>
            </p:cNvPr>
            <p:cNvGrpSpPr/>
            <p:nvPr/>
          </p:nvGrpSpPr>
          <p:grpSpPr>
            <a:xfrm>
              <a:off x="8616899" y="2554050"/>
              <a:ext cx="647999" cy="648000"/>
              <a:chOff x="114655" y="3347955"/>
              <a:chExt cx="950122" cy="950122"/>
            </a:xfrm>
          </p:grpSpPr>
          <p:sp>
            <p:nvSpPr>
              <p:cNvPr id="291" name="橢圓 290">
                <a:extLst>
                  <a:ext uri="{FF2B5EF4-FFF2-40B4-BE49-F238E27FC236}">
                    <a16:creationId xmlns:a16="http://schemas.microsoft.com/office/drawing/2014/main" id="{F51B1031-8F11-4849-A82B-C864434C7CE8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8" name="橢圓 347">
                <a:extLst>
                  <a:ext uri="{FF2B5EF4-FFF2-40B4-BE49-F238E27FC236}">
                    <a16:creationId xmlns:a16="http://schemas.microsoft.com/office/drawing/2014/main" id="{8148B601-6D20-4BE5-A8AC-BD2B40B17E1A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9" name="橢圓 348">
                <a:extLst>
                  <a:ext uri="{FF2B5EF4-FFF2-40B4-BE49-F238E27FC236}">
                    <a16:creationId xmlns:a16="http://schemas.microsoft.com/office/drawing/2014/main" id="{AA4A61EA-E57C-4866-99EF-26988B4BCA7C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0" name="手繪多邊形: 圖案 349">
                <a:extLst>
                  <a:ext uri="{FF2B5EF4-FFF2-40B4-BE49-F238E27FC236}">
                    <a16:creationId xmlns:a16="http://schemas.microsoft.com/office/drawing/2014/main" id="{49C1E754-CC87-4C94-A0A0-DB6AE55AAB96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2" name="手繪多邊形: 圖案 351">
                <a:extLst>
                  <a:ext uri="{FF2B5EF4-FFF2-40B4-BE49-F238E27FC236}">
                    <a16:creationId xmlns:a16="http://schemas.microsoft.com/office/drawing/2014/main" id="{B73BDE30-CFEB-4C9E-8B39-6941AF69CAD3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3" name="手繪多邊形: 圖案 352">
                <a:extLst>
                  <a:ext uri="{FF2B5EF4-FFF2-40B4-BE49-F238E27FC236}">
                    <a16:creationId xmlns:a16="http://schemas.microsoft.com/office/drawing/2014/main" id="{3EE567D6-989F-4016-B7B6-31901912ACBE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7" name="手繪多邊形: 圖案 366">
                <a:extLst>
                  <a:ext uri="{FF2B5EF4-FFF2-40B4-BE49-F238E27FC236}">
                    <a16:creationId xmlns:a16="http://schemas.microsoft.com/office/drawing/2014/main" id="{2ACC86B1-5589-4D22-99E4-5A790EC20ED2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2" name="手繪多邊形: 圖案 371">
                <a:extLst>
                  <a:ext uri="{FF2B5EF4-FFF2-40B4-BE49-F238E27FC236}">
                    <a16:creationId xmlns:a16="http://schemas.microsoft.com/office/drawing/2014/main" id="{EC107A55-CC88-490A-98AE-3A1D24969F94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3" name="手繪多邊形: 圖案 372">
                <a:extLst>
                  <a:ext uri="{FF2B5EF4-FFF2-40B4-BE49-F238E27FC236}">
                    <a16:creationId xmlns:a16="http://schemas.microsoft.com/office/drawing/2014/main" id="{79FA87FA-5592-4625-8C61-65D8994E0DFE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5" name="手繪多邊形: 圖案 374">
                <a:extLst>
                  <a:ext uri="{FF2B5EF4-FFF2-40B4-BE49-F238E27FC236}">
                    <a16:creationId xmlns:a16="http://schemas.microsoft.com/office/drawing/2014/main" id="{54F76158-0159-43E2-B642-235CC9DF425D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6" name="手繪多邊形: 圖案 375">
                <a:extLst>
                  <a:ext uri="{FF2B5EF4-FFF2-40B4-BE49-F238E27FC236}">
                    <a16:creationId xmlns:a16="http://schemas.microsoft.com/office/drawing/2014/main" id="{AF177DED-BB54-4379-B2A5-A0DFD6C90F7F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7" name="橢圓 376">
                <a:extLst>
                  <a:ext uri="{FF2B5EF4-FFF2-40B4-BE49-F238E27FC236}">
                    <a16:creationId xmlns:a16="http://schemas.microsoft.com/office/drawing/2014/main" id="{88E3DA17-E7B7-4046-BAE3-395E75FAF5EF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8" name="橢圓 377">
                <a:extLst>
                  <a:ext uri="{FF2B5EF4-FFF2-40B4-BE49-F238E27FC236}">
                    <a16:creationId xmlns:a16="http://schemas.microsoft.com/office/drawing/2014/main" id="{42B8A5FA-CA6D-4946-8C69-F1E9B48205A9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9" name="橢圓 378">
                <a:extLst>
                  <a:ext uri="{FF2B5EF4-FFF2-40B4-BE49-F238E27FC236}">
                    <a16:creationId xmlns:a16="http://schemas.microsoft.com/office/drawing/2014/main" id="{FBCE1140-9BAC-456E-80F6-24EAD2EACFC3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0" name="橢圓 379">
                <a:extLst>
                  <a:ext uri="{FF2B5EF4-FFF2-40B4-BE49-F238E27FC236}">
                    <a16:creationId xmlns:a16="http://schemas.microsoft.com/office/drawing/2014/main" id="{B81871EE-332B-4C79-B5BD-0CF3CECE4E23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5" name="群組 274">
              <a:extLst>
                <a:ext uri="{FF2B5EF4-FFF2-40B4-BE49-F238E27FC236}">
                  <a16:creationId xmlns:a16="http://schemas.microsoft.com/office/drawing/2014/main" id="{B12C00B8-0342-497B-86EF-DE9858B1A47E}"/>
                </a:ext>
              </a:extLst>
            </p:cNvPr>
            <p:cNvGrpSpPr/>
            <p:nvPr/>
          </p:nvGrpSpPr>
          <p:grpSpPr>
            <a:xfrm>
              <a:off x="8258763" y="1960219"/>
              <a:ext cx="647999" cy="648000"/>
              <a:chOff x="114655" y="3347955"/>
              <a:chExt cx="950122" cy="950122"/>
            </a:xfrm>
          </p:grpSpPr>
          <p:sp>
            <p:nvSpPr>
              <p:cNvPr id="276" name="橢圓 275">
                <a:extLst>
                  <a:ext uri="{FF2B5EF4-FFF2-40B4-BE49-F238E27FC236}">
                    <a16:creationId xmlns:a16="http://schemas.microsoft.com/office/drawing/2014/main" id="{C4023FC9-EE14-4D71-B1E6-38B083196832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7" name="橢圓 276">
                <a:extLst>
                  <a:ext uri="{FF2B5EF4-FFF2-40B4-BE49-F238E27FC236}">
                    <a16:creationId xmlns:a16="http://schemas.microsoft.com/office/drawing/2014/main" id="{78812B1F-73D2-49AE-92D1-FBAF113B3AC0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8" name="橢圓 277">
                <a:extLst>
                  <a:ext uri="{FF2B5EF4-FFF2-40B4-BE49-F238E27FC236}">
                    <a16:creationId xmlns:a16="http://schemas.microsoft.com/office/drawing/2014/main" id="{F8AC7470-34F9-4C2C-A07F-C1468FEFADC4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9" name="手繪多邊形: 圖案 278">
                <a:extLst>
                  <a:ext uri="{FF2B5EF4-FFF2-40B4-BE49-F238E27FC236}">
                    <a16:creationId xmlns:a16="http://schemas.microsoft.com/office/drawing/2014/main" id="{E674DA4C-A7DE-4775-8144-8D7286883D81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0" name="手繪多邊形: 圖案 279">
                <a:extLst>
                  <a:ext uri="{FF2B5EF4-FFF2-40B4-BE49-F238E27FC236}">
                    <a16:creationId xmlns:a16="http://schemas.microsoft.com/office/drawing/2014/main" id="{F8F3B8EB-EA21-4499-9A98-8C58AA194F75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1" name="手繪多邊形: 圖案 280">
                <a:extLst>
                  <a:ext uri="{FF2B5EF4-FFF2-40B4-BE49-F238E27FC236}">
                    <a16:creationId xmlns:a16="http://schemas.microsoft.com/office/drawing/2014/main" id="{2FC42EF8-C797-4C19-9A46-C0550A0E0D4E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2" name="手繪多邊形: 圖案 281">
                <a:extLst>
                  <a:ext uri="{FF2B5EF4-FFF2-40B4-BE49-F238E27FC236}">
                    <a16:creationId xmlns:a16="http://schemas.microsoft.com/office/drawing/2014/main" id="{0F4F3328-C067-42EE-8ADA-80044392E177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手繪多邊形: 圖案 282">
                <a:extLst>
                  <a:ext uri="{FF2B5EF4-FFF2-40B4-BE49-F238E27FC236}">
                    <a16:creationId xmlns:a16="http://schemas.microsoft.com/office/drawing/2014/main" id="{296729E4-6D73-4EA2-9AA7-BBAF7983D495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4" name="手繪多邊形: 圖案 283">
                <a:extLst>
                  <a:ext uri="{FF2B5EF4-FFF2-40B4-BE49-F238E27FC236}">
                    <a16:creationId xmlns:a16="http://schemas.microsoft.com/office/drawing/2014/main" id="{369BE485-605F-4467-B0A8-1A1327262B75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手繪多邊形: 圖案 284">
                <a:extLst>
                  <a:ext uri="{FF2B5EF4-FFF2-40B4-BE49-F238E27FC236}">
                    <a16:creationId xmlns:a16="http://schemas.microsoft.com/office/drawing/2014/main" id="{37328723-4F53-4497-9701-3F4FA89EC72B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手繪多邊形: 圖案 285">
                <a:extLst>
                  <a:ext uri="{FF2B5EF4-FFF2-40B4-BE49-F238E27FC236}">
                    <a16:creationId xmlns:a16="http://schemas.microsoft.com/office/drawing/2014/main" id="{A0188BF0-B54F-40CF-A29D-C179C8EC03CA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橢圓 286">
                <a:extLst>
                  <a:ext uri="{FF2B5EF4-FFF2-40B4-BE49-F238E27FC236}">
                    <a16:creationId xmlns:a16="http://schemas.microsoft.com/office/drawing/2014/main" id="{A9822230-B012-4DFE-B1CE-C3505521C212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橢圓 287">
                <a:extLst>
                  <a:ext uri="{FF2B5EF4-FFF2-40B4-BE49-F238E27FC236}">
                    <a16:creationId xmlns:a16="http://schemas.microsoft.com/office/drawing/2014/main" id="{AD24040A-D19E-44F0-AB0F-1AA4F0FB6278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9" name="橢圓 288">
                <a:extLst>
                  <a:ext uri="{FF2B5EF4-FFF2-40B4-BE49-F238E27FC236}">
                    <a16:creationId xmlns:a16="http://schemas.microsoft.com/office/drawing/2014/main" id="{CF2EA5FD-A7EC-4FA7-8017-4FAD558DBF6B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橢圓 289">
                <a:extLst>
                  <a:ext uri="{FF2B5EF4-FFF2-40B4-BE49-F238E27FC236}">
                    <a16:creationId xmlns:a16="http://schemas.microsoft.com/office/drawing/2014/main" id="{CBA823F3-4ECA-4CEB-AFB1-48A72357F95C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396" name="文字方塊 395">
            <a:extLst>
              <a:ext uri="{FF2B5EF4-FFF2-40B4-BE49-F238E27FC236}">
                <a16:creationId xmlns:a16="http://schemas.microsoft.com/office/drawing/2014/main" id="{8C6AC27D-0889-4839-A03F-3B17FD021746}"/>
              </a:ext>
            </a:extLst>
          </p:cNvPr>
          <p:cNvSpPr txBox="1"/>
          <p:nvPr/>
        </p:nvSpPr>
        <p:spPr>
          <a:xfrm>
            <a:off x="207240" y="572326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Normal cells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B2976C3-560F-4936-95AE-C3B092506467}"/>
              </a:ext>
            </a:extLst>
          </p:cNvPr>
          <p:cNvGrpSpPr/>
          <p:nvPr/>
        </p:nvGrpSpPr>
        <p:grpSpPr>
          <a:xfrm>
            <a:off x="619160" y="5081039"/>
            <a:ext cx="534950" cy="393990"/>
            <a:chOff x="770829" y="4878325"/>
            <a:chExt cx="1099657" cy="809896"/>
          </a:xfrm>
        </p:grpSpPr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747E1691-0EBD-43E7-AC50-A38E3419D421}"/>
                </a:ext>
              </a:extLst>
            </p:cNvPr>
            <p:cNvCxnSpPr>
              <a:cxnSpLocks/>
            </p:cNvCxnSpPr>
            <p:nvPr/>
          </p:nvCxnSpPr>
          <p:spPr>
            <a:xfrm>
              <a:off x="770829" y="4878325"/>
              <a:ext cx="1099657" cy="809896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7" name="直線接點 396">
              <a:extLst>
                <a:ext uri="{FF2B5EF4-FFF2-40B4-BE49-F238E27FC236}">
                  <a16:creationId xmlns:a16="http://schemas.microsoft.com/office/drawing/2014/main" id="{FE89DA97-A2A4-4B07-B5D0-8C02CB8A30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0829" y="4878325"/>
              <a:ext cx="1099657" cy="809896"/>
            </a:xfrm>
            <a:prstGeom prst="line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A0E5413-86C8-4416-83F9-3083B1F91729}"/>
              </a:ext>
            </a:extLst>
          </p:cNvPr>
          <p:cNvGrpSpPr/>
          <p:nvPr/>
        </p:nvGrpSpPr>
        <p:grpSpPr>
          <a:xfrm>
            <a:off x="207032" y="4211335"/>
            <a:ext cx="1345240" cy="596980"/>
            <a:chOff x="253663" y="4087067"/>
            <a:chExt cx="1345240" cy="596980"/>
          </a:xfrm>
        </p:grpSpPr>
        <p:sp>
          <p:nvSpPr>
            <p:cNvPr id="16" name="矩形: 圓角 15">
              <a:extLst>
                <a:ext uri="{FF2B5EF4-FFF2-40B4-BE49-F238E27FC236}">
                  <a16:creationId xmlns:a16="http://schemas.microsoft.com/office/drawing/2014/main" id="{9802CECB-61DF-4BE6-8A3D-94567ABD129B}"/>
                </a:ext>
              </a:extLst>
            </p:cNvPr>
            <p:cNvSpPr/>
            <p:nvPr/>
          </p:nvSpPr>
          <p:spPr>
            <a:xfrm>
              <a:off x="253663" y="4087067"/>
              <a:ext cx="1345240" cy="59698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3DF5FE99-528F-47F2-BD47-3664B1CCD217}"/>
                </a:ext>
              </a:extLst>
            </p:cNvPr>
            <p:cNvGrpSpPr/>
            <p:nvPr/>
          </p:nvGrpSpPr>
          <p:grpSpPr>
            <a:xfrm>
              <a:off x="273340" y="4132478"/>
              <a:ext cx="1186534" cy="523220"/>
              <a:chOff x="273340" y="4132478"/>
              <a:chExt cx="1186534" cy="523220"/>
            </a:xfrm>
          </p:grpSpPr>
          <p:sp>
            <p:nvSpPr>
              <p:cNvPr id="409" name="文字方塊 408">
                <a:extLst>
                  <a:ext uri="{FF2B5EF4-FFF2-40B4-BE49-F238E27FC236}">
                    <a16:creationId xmlns:a16="http://schemas.microsoft.com/office/drawing/2014/main" id="{C926BFBD-1E00-402E-B6A9-C026387F1A6E}"/>
                  </a:ext>
                </a:extLst>
              </p:cNvPr>
              <p:cNvSpPr txBox="1"/>
              <p:nvPr/>
            </p:nvSpPr>
            <p:spPr>
              <a:xfrm>
                <a:off x="273340" y="4132478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800" dirty="0">
                    <a:latin typeface="+mj-ea"/>
                    <a:ea typeface="+mj-ea"/>
                  </a:rPr>
                  <a:t>$</a:t>
                </a:r>
                <a:endParaRPr lang="zh-TW" altLang="en-US" sz="2800" dirty="0">
                  <a:latin typeface="+mj-ea"/>
                  <a:ea typeface="+mj-ea"/>
                </a:endParaRPr>
              </a:p>
            </p:txBody>
          </p:sp>
          <p:pic>
            <p:nvPicPr>
              <p:cNvPr id="477" name="圖片 476">
                <a:extLst>
                  <a:ext uri="{FF2B5EF4-FFF2-40B4-BE49-F238E27FC236}">
                    <a16:creationId xmlns:a16="http://schemas.microsoft.com/office/drawing/2014/main" id="{AAADF8F4-855C-4E05-A86C-6FFB7810F2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861"/>
              <a:stretch/>
            </p:blipFill>
            <p:spPr>
              <a:xfrm>
                <a:off x="779857" y="4175952"/>
                <a:ext cx="680017" cy="436272"/>
              </a:xfrm>
              <a:prstGeom prst="rect">
                <a:avLst/>
              </a:prstGeom>
            </p:spPr>
          </p:pic>
        </p:grpSp>
      </p:grpSp>
      <p:cxnSp>
        <p:nvCxnSpPr>
          <p:cNvPr id="570" name="直線接點 569">
            <a:extLst>
              <a:ext uri="{FF2B5EF4-FFF2-40B4-BE49-F238E27FC236}">
                <a16:creationId xmlns:a16="http://schemas.microsoft.com/office/drawing/2014/main" id="{44478EEE-92FD-4E36-A0F9-C073FAB68166}"/>
              </a:ext>
            </a:extLst>
          </p:cNvPr>
          <p:cNvCxnSpPr>
            <a:cxnSpLocks/>
          </p:cNvCxnSpPr>
          <p:nvPr/>
        </p:nvCxnSpPr>
        <p:spPr>
          <a:xfrm>
            <a:off x="268069" y="4800489"/>
            <a:ext cx="143358" cy="29066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5B06D2E1-A461-4D9B-8AD6-7B769E5A004F}"/>
              </a:ext>
            </a:extLst>
          </p:cNvPr>
          <p:cNvCxnSpPr>
            <a:cxnSpLocks/>
          </p:cNvCxnSpPr>
          <p:nvPr/>
        </p:nvCxnSpPr>
        <p:spPr>
          <a:xfrm>
            <a:off x="1552272" y="5297936"/>
            <a:ext cx="659355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16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圖形 39" descr="男人 以實心填滿">
            <a:extLst>
              <a:ext uri="{FF2B5EF4-FFF2-40B4-BE49-F238E27FC236}">
                <a16:creationId xmlns:a16="http://schemas.microsoft.com/office/drawing/2014/main" id="{72B0721D-C461-40DB-9229-73576AEE0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1287" y="2673265"/>
            <a:ext cx="1373381" cy="1373381"/>
          </a:xfrm>
          <a:prstGeom prst="rect">
            <a:avLst/>
          </a:prstGeom>
        </p:spPr>
      </p:pic>
      <p:grpSp>
        <p:nvGrpSpPr>
          <p:cNvPr id="3" name="群組 2">
            <a:extLst>
              <a:ext uri="{FF2B5EF4-FFF2-40B4-BE49-F238E27FC236}">
                <a16:creationId xmlns:a16="http://schemas.microsoft.com/office/drawing/2014/main" id="{3A7006E6-F5C2-4AC9-8FB1-EC1333811D58}"/>
              </a:ext>
            </a:extLst>
          </p:cNvPr>
          <p:cNvGrpSpPr/>
          <p:nvPr/>
        </p:nvGrpSpPr>
        <p:grpSpPr>
          <a:xfrm>
            <a:off x="523326" y="2765044"/>
            <a:ext cx="3425761" cy="1140082"/>
            <a:chOff x="523326" y="2765044"/>
            <a:chExt cx="3425761" cy="1140082"/>
          </a:xfrm>
        </p:grpSpPr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812EBFD0-12B0-46EF-ACE9-612E01AAFED4}"/>
                </a:ext>
              </a:extLst>
            </p:cNvPr>
            <p:cNvGrpSpPr/>
            <p:nvPr/>
          </p:nvGrpSpPr>
          <p:grpSpPr>
            <a:xfrm>
              <a:off x="523326" y="3246725"/>
              <a:ext cx="160792" cy="191999"/>
              <a:chOff x="5285971" y="3380993"/>
              <a:chExt cx="160792" cy="191999"/>
            </a:xfrm>
          </p:grpSpPr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2C2F5DAA-1079-4C59-A1F3-D87C51FA3F49}"/>
                  </a:ext>
                </a:extLst>
              </p:cNvPr>
              <p:cNvSpPr/>
              <p:nvPr/>
            </p:nvSpPr>
            <p:spPr>
              <a:xfrm>
                <a:off x="5285971" y="3380993"/>
                <a:ext cx="160792" cy="191999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橢圓 42">
                <a:extLst>
                  <a:ext uri="{FF2B5EF4-FFF2-40B4-BE49-F238E27FC236}">
                    <a16:creationId xmlns:a16="http://schemas.microsoft.com/office/drawing/2014/main" id="{472FB3B2-4236-4C1D-853B-16932255AE7C}"/>
                  </a:ext>
                </a:extLst>
              </p:cNvPr>
              <p:cNvSpPr/>
              <p:nvPr/>
            </p:nvSpPr>
            <p:spPr>
              <a:xfrm>
                <a:off x="5346157" y="3459518"/>
                <a:ext cx="94664" cy="113036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42BF5E96-05FE-4549-8E94-7AAB0450EEB0}"/>
                  </a:ext>
                </a:extLst>
              </p:cNvPr>
              <p:cNvSpPr/>
              <p:nvPr/>
            </p:nvSpPr>
            <p:spPr>
              <a:xfrm>
                <a:off x="5345713" y="3407058"/>
                <a:ext cx="94664" cy="113037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5" name="圖形 97" descr="水 以實心填滿">
              <a:extLst>
                <a:ext uri="{FF2B5EF4-FFF2-40B4-BE49-F238E27FC236}">
                  <a16:creationId xmlns:a16="http://schemas.microsoft.com/office/drawing/2014/main" id="{2EAB3B9C-17FC-4AD9-9714-1E4511B0C793}"/>
                </a:ext>
              </a:extLst>
            </p:cNvPr>
            <p:cNvSpPr/>
            <p:nvPr/>
          </p:nvSpPr>
          <p:spPr>
            <a:xfrm rot="16200000">
              <a:off x="1779198" y="1735236"/>
              <a:ext cx="1140082" cy="3199697"/>
            </a:xfrm>
            <a:custGeom>
              <a:avLst/>
              <a:gdLst>
                <a:gd name="connsiteX0" fmla="*/ 413694 w 827386"/>
                <a:gd name="connsiteY0" fmla="*/ 0 h 2086071"/>
                <a:gd name="connsiteX1" fmla="*/ 0 w 827386"/>
                <a:gd name="connsiteY1" fmla="*/ 1399864 h 2086071"/>
                <a:gd name="connsiteX2" fmla="*/ 413694 w 827386"/>
                <a:gd name="connsiteY2" fmla="*/ 2086072 h 2086071"/>
                <a:gd name="connsiteX3" fmla="*/ 827387 w 827386"/>
                <a:gd name="connsiteY3" fmla="*/ 1399864 h 2086071"/>
                <a:gd name="connsiteX4" fmla="*/ 413694 w 827386"/>
                <a:gd name="connsiteY4" fmla="*/ 0 h 208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386" h="2086071">
                  <a:moveTo>
                    <a:pt x="413694" y="0"/>
                  </a:moveTo>
                  <a:cubicBezTo>
                    <a:pt x="413694" y="0"/>
                    <a:pt x="0" y="966181"/>
                    <a:pt x="0" y="1399864"/>
                  </a:cubicBezTo>
                  <a:cubicBezTo>
                    <a:pt x="0" y="1778651"/>
                    <a:pt x="185335" y="2086072"/>
                    <a:pt x="413694" y="2086072"/>
                  </a:cubicBezTo>
                  <a:cubicBezTo>
                    <a:pt x="642052" y="2086072"/>
                    <a:pt x="827387" y="1778651"/>
                    <a:pt x="827387" y="1399864"/>
                  </a:cubicBezTo>
                  <a:cubicBezTo>
                    <a:pt x="827387" y="963436"/>
                    <a:pt x="413694" y="0"/>
                    <a:pt x="413694" y="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DC181E48-9A17-4518-B756-A0C0490B7D9B}"/>
                </a:ext>
              </a:extLst>
            </p:cNvPr>
            <p:cNvSpPr/>
            <p:nvPr/>
          </p:nvSpPr>
          <p:spPr>
            <a:xfrm>
              <a:off x="659008" y="3297167"/>
              <a:ext cx="88698" cy="8869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圖形 97" descr="水 以實心填滿">
              <a:extLst>
                <a:ext uri="{FF2B5EF4-FFF2-40B4-BE49-F238E27FC236}">
                  <a16:creationId xmlns:a16="http://schemas.microsoft.com/office/drawing/2014/main" id="{70675334-9259-4E33-956A-1C26677EC453}"/>
                </a:ext>
              </a:extLst>
            </p:cNvPr>
            <p:cNvSpPr/>
            <p:nvPr/>
          </p:nvSpPr>
          <p:spPr>
            <a:xfrm rot="16200000">
              <a:off x="2315729" y="2234689"/>
              <a:ext cx="844210" cy="2147853"/>
            </a:xfrm>
            <a:custGeom>
              <a:avLst/>
              <a:gdLst>
                <a:gd name="connsiteX0" fmla="*/ 413694 w 827386"/>
                <a:gd name="connsiteY0" fmla="*/ 0 h 2086071"/>
                <a:gd name="connsiteX1" fmla="*/ 0 w 827386"/>
                <a:gd name="connsiteY1" fmla="*/ 1399864 h 2086071"/>
                <a:gd name="connsiteX2" fmla="*/ 413694 w 827386"/>
                <a:gd name="connsiteY2" fmla="*/ 2086072 h 2086071"/>
                <a:gd name="connsiteX3" fmla="*/ 827387 w 827386"/>
                <a:gd name="connsiteY3" fmla="*/ 1399864 h 2086071"/>
                <a:gd name="connsiteX4" fmla="*/ 413694 w 827386"/>
                <a:gd name="connsiteY4" fmla="*/ 0 h 2086071"/>
                <a:gd name="connsiteX0" fmla="*/ 264081 w 677774"/>
                <a:gd name="connsiteY0" fmla="*/ 1 h 2086073"/>
                <a:gd name="connsiteX1" fmla="*/ 0 w 677774"/>
                <a:gd name="connsiteY1" fmla="*/ 1407266 h 2086073"/>
                <a:gd name="connsiteX2" fmla="*/ 264081 w 677774"/>
                <a:gd name="connsiteY2" fmla="*/ 2086073 h 2086073"/>
                <a:gd name="connsiteX3" fmla="*/ 677774 w 677774"/>
                <a:gd name="connsiteY3" fmla="*/ 1399865 h 2086073"/>
                <a:gd name="connsiteX4" fmla="*/ 264081 w 677774"/>
                <a:gd name="connsiteY4" fmla="*/ 1 h 208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7774" h="2086073">
                  <a:moveTo>
                    <a:pt x="264081" y="1"/>
                  </a:moveTo>
                  <a:cubicBezTo>
                    <a:pt x="151119" y="1235"/>
                    <a:pt x="0" y="973583"/>
                    <a:pt x="0" y="1407266"/>
                  </a:cubicBezTo>
                  <a:cubicBezTo>
                    <a:pt x="0" y="1786053"/>
                    <a:pt x="35722" y="2086073"/>
                    <a:pt x="264081" y="2086073"/>
                  </a:cubicBezTo>
                  <a:cubicBezTo>
                    <a:pt x="492439" y="2086073"/>
                    <a:pt x="677774" y="1778652"/>
                    <a:pt x="677774" y="1399865"/>
                  </a:cubicBezTo>
                  <a:cubicBezTo>
                    <a:pt x="677774" y="963437"/>
                    <a:pt x="377043" y="-1233"/>
                    <a:pt x="264081" y="1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F7DADDCE-CBBC-491E-A5D5-C78BFB8D2346}"/>
                </a:ext>
              </a:extLst>
            </p:cNvPr>
            <p:cNvSpPr/>
            <p:nvPr/>
          </p:nvSpPr>
          <p:spPr>
            <a:xfrm>
              <a:off x="1619558" y="3368185"/>
              <a:ext cx="88698" cy="8869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圖形 97" descr="水 以實心填滿">
              <a:extLst>
                <a:ext uri="{FF2B5EF4-FFF2-40B4-BE49-F238E27FC236}">
                  <a16:creationId xmlns:a16="http://schemas.microsoft.com/office/drawing/2014/main" id="{88328D80-CF6C-471B-9A24-DA6B19EEFC2F}"/>
                </a:ext>
              </a:extLst>
            </p:cNvPr>
            <p:cNvSpPr/>
            <p:nvPr/>
          </p:nvSpPr>
          <p:spPr>
            <a:xfrm rot="16200000">
              <a:off x="3073066" y="2703981"/>
              <a:ext cx="327563" cy="1014196"/>
            </a:xfrm>
            <a:custGeom>
              <a:avLst/>
              <a:gdLst>
                <a:gd name="connsiteX0" fmla="*/ 413694 w 827386"/>
                <a:gd name="connsiteY0" fmla="*/ 0 h 2086071"/>
                <a:gd name="connsiteX1" fmla="*/ 0 w 827386"/>
                <a:gd name="connsiteY1" fmla="*/ 1399864 h 2086071"/>
                <a:gd name="connsiteX2" fmla="*/ 413694 w 827386"/>
                <a:gd name="connsiteY2" fmla="*/ 2086072 h 2086071"/>
                <a:gd name="connsiteX3" fmla="*/ 827387 w 827386"/>
                <a:gd name="connsiteY3" fmla="*/ 1399864 h 2086071"/>
                <a:gd name="connsiteX4" fmla="*/ 413694 w 827386"/>
                <a:gd name="connsiteY4" fmla="*/ 0 h 2086071"/>
                <a:gd name="connsiteX0" fmla="*/ 228284 w 641976"/>
                <a:gd name="connsiteY0" fmla="*/ 0 h 2086071"/>
                <a:gd name="connsiteX1" fmla="*/ 0 w 641976"/>
                <a:gd name="connsiteY1" fmla="*/ 1399864 h 2086071"/>
                <a:gd name="connsiteX2" fmla="*/ 228284 w 641976"/>
                <a:gd name="connsiteY2" fmla="*/ 2086072 h 2086071"/>
                <a:gd name="connsiteX3" fmla="*/ 641977 w 641976"/>
                <a:gd name="connsiteY3" fmla="*/ 1399864 h 2086071"/>
                <a:gd name="connsiteX4" fmla="*/ 228284 w 641976"/>
                <a:gd name="connsiteY4" fmla="*/ 0 h 2086071"/>
                <a:gd name="connsiteX0" fmla="*/ 526264 w 939956"/>
                <a:gd name="connsiteY0" fmla="*/ 0 h 2086071"/>
                <a:gd name="connsiteX1" fmla="*/ 0 w 939956"/>
                <a:gd name="connsiteY1" fmla="*/ 1399864 h 2086071"/>
                <a:gd name="connsiteX2" fmla="*/ 526264 w 939956"/>
                <a:gd name="connsiteY2" fmla="*/ 2086072 h 2086071"/>
                <a:gd name="connsiteX3" fmla="*/ 939957 w 939956"/>
                <a:gd name="connsiteY3" fmla="*/ 1399864 h 2086071"/>
                <a:gd name="connsiteX4" fmla="*/ 526264 w 939956"/>
                <a:gd name="connsiteY4" fmla="*/ 0 h 2086071"/>
                <a:gd name="connsiteX0" fmla="*/ 526264 w 1138609"/>
                <a:gd name="connsiteY0" fmla="*/ 0 h 2086071"/>
                <a:gd name="connsiteX1" fmla="*/ 0 w 1138609"/>
                <a:gd name="connsiteY1" fmla="*/ 1399864 h 2086071"/>
                <a:gd name="connsiteX2" fmla="*/ 526264 w 1138609"/>
                <a:gd name="connsiteY2" fmla="*/ 2086072 h 2086071"/>
                <a:gd name="connsiteX3" fmla="*/ 1138608 w 1138609"/>
                <a:gd name="connsiteY3" fmla="*/ 1399869 h 2086071"/>
                <a:gd name="connsiteX4" fmla="*/ 526264 w 1138609"/>
                <a:gd name="connsiteY4" fmla="*/ 0 h 2086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8609" h="2086071">
                  <a:moveTo>
                    <a:pt x="526264" y="0"/>
                  </a:moveTo>
                  <a:cubicBezTo>
                    <a:pt x="336496" y="-1"/>
                    <a:pt x="0" y="966181"/>
                    <a:pt x="0" y="1399864"/>
                  </a:cubicBezTo>
                  <a:cubicBezTo>
                    <a:pt x="0" y="1778651"/>
                    <a:pt x="297905" y="2086072"/>
                    <a:pt x="526264" y="2086072"/>
                  </a:cubicBezTo>
                  <a:cubicBezTo>
                    <a:pt x="754622" y="2086072"/>
                    <a:pt x="1138608" y="1778656"/>
                    <a:pt x="1138608" y="1399869"/>
                  </a:cubicBezTo>
                  <a:cubicBezTo>
                    <a:pt x="1138608" y="963441"/>
                    <a:pt x="716032" y="1"/>
                    <a:pt x="526264" y="0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87A15F2-3689-4A51-B5F2-B985E8F315B9}"/>
                </a:ext>
              </a:extLst>
            </p:cNvPr>
            <p:cNvSpPr/>
            <p:nvPr/>
          </p:nvSpPr>
          <p:spPr>
            <a:xfrm>
              <a:off x="2671405" y="3171671"/>
              <a:ext cx="88698" cy="8869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圖形 97" descr="水 以實心填滿">
              <a:extLst>
                <a:ext uri="{FF2B5EF4-FFF2-40B4-BE49-F238E27FC236}">
                  <a16:creationId xmlns:a16="http://schemas.microsoft.com/office/drawing/2014/main" id="{877FABC0-4A8D-40A9-93ED-BCA4172A83D3}"/>
                </a:ext>
              </a:extLst>
            </p:cNvPr>
            <p:cNvSpPr/>
            <p:nvPr/>
          </p:nvSpPr>
          <p:spPr>
            <a:xfrm rot="16200000">
              <a:off x="2660729" y="2887956"/>
              <a:ext cx="363676" cy="1298673"/>
            </a:xfrm>
            <a:custGeom>
              <a:avLst/>
              <a:gdLst>
                <a:gd name="connsiteX0" fmla="*/ 413694 w 827386"/>
                <a:gd name="connsiteY0" fmla="*/ 0 h 2086071"/>
                <a:gd name="connsiteX1" fmla="*/ 0 w 827386"/>
                <a:gd name="connsiteY1" fmla="*/ 1399864 h 2086071"/>
                <a:gd name="connsiteX2" fmla="*/ 413694 w 827386"/>
                <a:gd name="connsiteY2" fmla="*/ 2086072 h 2086071"/>
                <a:gd name="connsiteX3" fmla="*/ 827387 w 827386"/>
                <a:gd name="connsiteY3" fmla="*/ 1399864 h 2086071"/>
                <a:gd name="connsiteX4" fmla="*/ 413694 w 827386"/>
                <a:gd name="connsiteY4" fmla="*/ 0 h 2086071"/>
                <a:gd name="connsiteX0" fmla="*/ 413694 w 1171719"/>
                <a:gd name="connsiteY0" fmla="*/ 21 h 2086092"/>
                <a:gd name="connsiteX1" fmla="*/ 0 w 1171719"/>
                <a:gd name="connsiteY1" fmla="*/ 1399885 h 2086092"/>
                <a:gd name="connsiteX2" fmla="*/ 413694 w 1171719"/>
                <a:gd name="connsiteY2" fmla="*/ 2086093 h 2086092"/>
                <a:gd name="connsiteX3" fmla="*/ 1171719 w 1171719"/>
                <a:gd name="connsiteY3" fmla="*/ 1431231 h 2086092"/>
                <a:gd name="connsiteX4" fmla="*/ 413694 w 1171719"/>
                <a:gd name="connsiteY4" fmla="*/ 21 h 2086092"/>
                <a:gd name="connsiteX0" fmla="*/ 1016070 w 1191956"/>
                <a:gd name="connsiteY0" fmla="*/ 17 h 2242822"/>
                <a:gd name="connsiteX1" fmla="*/ 19660 w 1191956"/>
                <a:gd name="connsiteY1" fmla="*/ 1556615 h 2242822"/>
                <a:gd name="connsiteX2" fmla="*/ 433354 w 1191956"/>
                <a:gd name="connsiteY2" fmla="*/ 2242823 h 2242822"/>
                <a:gd name="connsiteX3" fmla="*/ 1191379 w 1191956"/>
                <a:gd name="connsiteY3" fmla="*/ 1587961 h 2242822"/>
                <a:gd name="connsiteX4" fmla="*/ 1016070 w 1191956"/>
                <a:gd name="connsiteY4" fmla="*/ 17 h 2242822"/>
                <a:gd name="connsiteX0" fmla="*/ 787370 w 962679"/>
                <a:gd name="connsiteY0" fmla="*/ 46 h 2242851"/>
                <a:gd name="connsiteX1" fmla="*/ 55832 w 962679"/>
                <a:gd name="connsiteY1" fmla="*/ 1537052 h 2242851"/>
                <a:gd name="connsiteX2" fmla="*/ 204654 w 962679"/>
                <a:gd name="connsiteY2" fmla="*/ 2242852 h 2242851"/>
                <a:gd name="connsiteX3" fmla="*/ 962679 w 962679"/>
                <a:gd name="connsiteY3" fmla="*/ 1587990 h 2242851"/>
                <a:gd name="connsiteX4" fmla="*/ 787370 w 962679"/>
                <a:gd name="connsiteY4" fmla="*/ 46 h 2242851"/>
                <a:gd name="connsiteX0" fmla="*/ 1016074 w 1191960"/>
                <a:gd name="connsiteY0" fmla="*/ 4084 h 2246889"/>
                <a:gd name="connsiteX1" fmla="*/ 19664 w 1191960"/>
                <a:gd name="connsiteY1" fmla="*/ 1168847 h 2246889"/>
                <a:gd name="connsiteX2" fmla="*/ 433358 w 1191960"/>
                <a:gd name="connsiteY2" fmla="*/ 2246890 h 2246889"/>
                <a:gd name="connsiteX3" fmla="*/ 1191383 w 1191960"/>
                <a:gd name="connsiteY3" fmla="*/ 1592028 h 2246889"/>
                <a:gd name="connsiteX4" fmla="*/ 1016074 w 1191960"/>
                <a:gd name="connsiteY4" fmla="*/ 4084 h 2246889"/>
                <a:gd name="connsiteX0" fmla="*/ 1096119 w 1272005"/>
                <a:gd name="connsiteY0" fmla="*/ 3494 h 2246299"/>
                <a:gd name="connsiteX1" fmla="*/ 99709 w 1272005"/>
                <a:gd name="connsiteY1" fmla="*/ 1168257 h 2246299"/>
                <a:gd name="connsiteX2" fmla="*/ 513403 w 1272005"/>
                <a:gd name="connsiteY2" fmla="*/ 2246300 h 2246299"/>
                <a:gd name="connsiteX3" fmla="*/ 1271428 w 1272005"/>
                <a:gd name="connsiteY3" fmla="*/ 1591438 h 2246299"/>
                <a:gd name="connsiteX4" fmla="*/ 1096119 w 1272005"/>
                <a:gd name="connsiteY4" fmla="*/ 3494 h 2246299"/>
                <a:gd name="connsiteX0" fmla="*/ 1112936 w 1288822"/>
                <a:gd name="connsiteY0" fmla="*/ 3558 h 2246363"/>
                <a:gd name="connsiteX1" fmla="*/ 116526 w 1288822"/>
                <a:gd name="connsiteY1" fmla="*/ 1168321 h 2246363"/>
                <a:gd name="connsiteX2" fmla="*/ 530220 w 1288822"/>
                <a:gd name="connsiteY2" fmla="*/ 2246364 h 2246363"/>
                <a:gd name="connsiteX3" fmla="*/ 1288245 w 1288822"/>
                <a:gd name="connsiteY3" fmla="*/ 1591502 h 2246363"/>
                <a:gd name="connsiteX4" fmla="*/ 1112936 w 1288822"/>
                <a:gd name="connsiteY4" fmla="*/ 3558 h 2246363"/>
                <a:gd name="connsiteX0" fmla="*/ 1112936 w 1288822"/>
                <a:gd name="connsiteY0" fmla="*/ 4052 h 2246857"/>
                <a:gd name="connsiteX1" fmla="*/ 116526 w 1288822"/>
                <a:gd name="connsiteY1" fmla="*/ 1168815 h 2246857"/>
                <a:gd name="connsiteX2" fmla="*/ 530220 w 1288822"/>
                <a:gd name="connsiteY2" fmla="*/ 2246858 h 2246857"/>
                <a:gd name="connsiteX3" fmla="*/ 1288245 w 1288822"/>
                <a:gd name="connsiteY3" fmla="*/ 1591996 h 2246857"/>
                <a:gd name="connsiteX4" fmla="*/ 1112936 w 1288822"/>
                <a:gd name="connsiteY4" fmla="*/ 4052 h 2246857"/>
                <a:gd name="connsiteX0" fmla="*/ 1081492 w 1257378"/>
                <a:gd name="connsiteY0" fmla="*/ 4614 h 2247419"/>
                <a:gd name="connsiteX1" fmla="*/ 85082 w 1257378"/>
                <a:gd name="connsiteY1" fmla="*/ 1169377 h 2247419"/>
                <a:gd name="connsiteX2" fmla="*/ 498776 w 1257378"/>
                <a:gd name="connsiteY2" fmla="*/ 2247420 h 2247419"/>
                <a:gd name="connsiteX3" fmla="*/ 1256801 w 1257378"/>
                <a:gd name="connsiteY3" fmla="*/ 1592558 h 2247419"/>
                <a:gd name="connsiteX4" fmla="*/ 1081492 w 1257378"/>
                <a:gd name="connsiteY4" fmla="*/ 4614 h 2247419"/>
                <a:gd name="connsiteX0" fmla="*/ 1097397 w 1219656"/>
                <a:gd name="connsiteY0" fmla="*/ 2552 h 2904940"/>
                <a:gd name="connsiteX1" fmla="*/ 23734 w 1219656"/>
                <a:gd name="connsiteY1" fmla="*/ 1826898 h 2904940"/>
                <a:gd name="connsiteX2" fmla="*/ 437428 w 1219656"/>
                <a:gd name="connsiteY2" fmla="*/ 2904941 h 2904940"/>
                <a:gd name="connsiteX3" fmla="*/ 1195453 w 1219656"/>
                <a:gd name="connsiteY3" fmla="*/ 2250079 h 2904940"/>
                <a:gd name="connsiteX4" fmla="*/ 1097397 w 1219656"/>
                <a:gd name="connsiteY4" fmla="*/ 2552 h 2904940"/>
                <a:gd name="connsiteX0" fmla="*/ 1097397 w 1219656"/>
                <a:gd name="connsiteY0" fmla="*/ 2552 h 2904940"/>
                <a:gd name="connsiteX1" fmla="*/ 23734 w 1219656"/>
                <a:gd name="connsiteY1" fmla="*/ 1826898 h 2904940"/>
                <a:gd name="connsiteX2" fmla="*/ 437428 w 1219656"/>
                <a:gd name="connsiteY2" fmla="*/ 2904941 h 2904940"/>
                <a:gd name="connsiteX3" fmla="*/ 1195453 w 1219656"/>
                <a:gd name="connsiteY3" fmla="*/ 2250079 h 2904940"/>
                <a:gd name="connsiteX4" fmla="*/ 1097397 w 1219656"/>
                <a:gd name="connsiteY4" fmla="*/ 2552 h 2904940"/>
                <a:gd name="connsiteX0" fmla="*/ 1097397 w 1253116"/>
                <a:gd name="connsiteY0" fmla="*/ 2552 h 2904940"/>
                <a:gd name="connsiteX1" fmla="*/ 23734 w 1253116"/>
                <a:gd name="connsiteY1" fmla="*/ 1826898 h 2904940"/>
                <a:gd name="connsiteX2" fmla="*/ 437428 w 1253116"/>
                <a:gd name="connsiteY2" fmla="*/ 2904941 h 2904940"/>
                <a:gd name="connsiteX3" fmla="*/ 1195453 w 1253116"/>
                <a:gd name="connsiteY3" fmla="*/ 2250079 h 2904940"/>
                <a:gd name="connsiteX4" fmla="*/ 1097397 w 1253116"/>
                <a:gd name="connsiteY4" fmla="*/ 2552 h 2904940"/>
                <a:gd name="connsiteX0" fmla="*/ 1097397 w 1253116"/>
                <a:gd name="connsiteY0" fmla="*/ 2552 h 2904940"/>
                <a:gd name="connsiteX1" fmla="*/ 23734 w 1253116"/>
                <a:gd name="connsiteY1" fmla="*/ 1826898 h 2904940"/>
                <a:gd name="connsiteX2" fmla="*/ 437428 w 1253116"/>
                <a:gd name="connsiteY2" fmla="*/ 2904941 h 2904940"/>
                <a:gd name="connsiteX3" fmla="*/ 1195453 w 1253116"/>
                <a:gd name="connsiteY3" fmla="*/ 2250079 h 2904940"/>
                <a:gd name="connsiteX4" fmla="*/ 1097397 w 1253116"/>
                <a:gd name="connsiteY4" fmla="*/ 2552 h 2904940"/>
                <a:gd name="connsiteX0" fmla="*/ 1097397 w 1253116"/>
                <a:gd name="connsiteY0" fmla="*/ 2552 h 2904940"/>
                <a:gd name="connsiteX1" fmla="*/ 23734 w 1253116"/>
                <a:gd name="connsiteY1" fmla="*/ 1826898 h 2904940"/>
                <a:gd name="connsiteX2" fmla="*/ 437428 w 1253116"/>
                <a:gd name="connsiteY2" fmla="*/ 2904941 h 2904940"/>
                <a:gd name="connsiteX3" fmla="*/ 1195453 w 1253116"/>
                <a:gd name="connsiteY3" fmla="*/ 2250079 h 2904940"/>
                <a:gd name="connsiteX4" fmla="*/ 1097397 w 1253116"/>
                <a:gd name="connsiteY4" fmla="*/ 2552 h 2904940"/>
                <a:gd name="connsiteX0" fmla="*/ 1108419 w 1264138"/>
                <a:gd name="connsiteY0" fmla="*/ 2552 h 2904940"/>
                <a:gd name="connsiteX1" fmla="*/ 34756 w 1264138"/>
                <a:gd name="connsiteY1" fmla="*/ 1826898 h 2904940"/>
                <a:gd name="connsiteX2" fmla="*/ 448450 w 1264138"/>
                <a:gd name="connsiteY2" fmla="*/ 2904941 h 2904940"/>
                <a:gd name="connsiteX3" fmla="*/ 1206475 w 1264138"/>
                <a:gd name="connsiteY3" fmla="*/ 2250079 h 2904940"/>
                <a:gd name="connsiteX4" fmla="*/ 1108419 w 1264138"/>
                <a:gd name="connsiteY4" fmla="*/ 2552 h 290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4138" h="2904940">
                  <a:moveTo>
                    <a:pt x="1108419" y="2552"/>
                  </a:moveTo>
                  <a:cubicBezTo>
                    <a:pt x="913132" y="-67978"/>
                    <a:pt x="144751" y="1343167"/>
                    <a:pt x="34756" y="1826898"/>
                  </a:cubicBezTo>
                  <a:cubicBezTo>
                    <a:pt x="-75239" y="2310629"/>
                    <a:pt x="79374" y="2867656"/>
                    <a:pt x="448450" y="2904941"/>
                  </a:cubicBezTo>
                  <a:cubicBezTo>
                    <a:pt x="676808" y="2904941"/>
                    <a:pt x="1134737" y="2722968"/>
                    <a:pt x="1206475" y="2250079"/>
                  </a:cubicBezTo>
                  <a:cubicBezTo>
                    <a:pt x="1289245" y="1808325"/>
                    <a:pt x="1303706" y="73082"/>
                    <a:pt x="1108419" y="2552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11E39F86-8E75-49C6-97B6-559AB7FA16B7}"/>
                </a:ext>
              </a:extLst>
            </p:cNvPr>
            <p:cNvSpPr/>
            <p:nvPr/>
          </p:nvSpPr>
          <p:spPr>
            <a:xfrm>
              <a:off x="2144846" y="3374861"/>
              <a:ext cx="88698" cy="88698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16" name="群組 115">
            <a:extLst>
              <a:ext uri="{FF2B5EF4-FFF2-40B4-BE49-F238E27FC236}">
                <a16:creationId xmlns:a16="http://schemas.microsoft.com/office/drawing/2014/main" id="{11F6A8D1-CD69-4D33-9D1D-12F639ECDB4F}"/>
              </a:ext>
            </a:extLst>
          </p:cNvPr>
          <p:cNvGrpSpPr/>
          <p:nvPr/>
        </p:nvGrpSpPr>
        <p:grpSpPr>
          <a:xfrm>
            <a:off x="4655788" y="2871549"/>
            <a:ext cx="913295" cy="900501"/>
            <a:chOff x="9818448" y="2129602"/>
            <a:chExt cx="913295" cy="900501"/>
          </a:xfrm>
        </p:grpSpPr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4236A0F6-C470-4AC5-A500-0BB1D26AB4F2}"/>
                </a:ext>
              </a:extLst>
            </p:cNvPr>
            <p:cNvGrpSpPr/>
            <p:nvPr/>
          </p:nvGrpSpPr>
          <p:grpSpPr>
            <a:xfrm>
              <a:off x="9818448" y="2281888"/>
              <a:ext cx="388800" cy="388800"/>
              <a:chOff x="7698035" y="2377756"/>
              <a:chExt cx="648000" cy="648000"/>
            </a:xfrm>
          </p:grpSpPr>
          <p:sp>
            <p:nvSpPr>
              <p:cNvPr id="222" name="橢圓 221">
                <a:extLst>
                  <a:ext uri="{FF2B5EF4-FFF2-40B4-BE49-F238E27FC236}">
                    <a16:creationId xmlns:a16="http://schemas.microsoft.com/office/drawing/2014/main" id="{FF6A4032-125F-4C3A-9F51-BCD202E6C0D1}"/>
                  </a:ext>
                </a:extLst>
              </p:cNvPr>
              <p:cNvSpPr/>
              <p:nvPr/>
            </p:nvSpPr>
            <p:spPr>
              <a:xfrm>
                <a:off x="7698035" y="2377756"/>
                <a:ext cx="648000" cy="64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3" name="橢圓 222">
                <a:extLst>
                  <a:ext uri="{FF2B5EF4-FFF2-40B4-BE49-F238E27FC236}">
                    <a16:creationId xmlns:a16="http://schemas.microsoft.com/office/drawing/2014/main" id="{BB2470A8-9352-4C8B-BAAA-D57E502D696D}"/>
                  </a:ext>
                </a:extLst>
              </p:cNvPr>
              <p:cNvSpPr/>
              <p:nvPr/>
            </p:nvSpPr>
            <p:spPr>
              <a:xfrm>
                <a:off x="7994634" y="2733074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4" name="橢圓 223">
                <a:extLst>
                  <a:ext uri="{FF2B5EF4-FFF2-40B4-BE49-F238E27FC236}">
                    <a16:creationId xmlns:a16="http://schemas.microsoft.com/office/drawing/2014/main" id="{81101BC7-1A44-4E90-AEA7-56D1271130F1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71F6578D-AA3E-4B1F-B700-FDBE38D7527E}"/>
                  </a:ext>
                </a:extLst>
              </p:cNvPr>
              <p:cNvSpPr/>
              <p:nvPr/>
            </p:nvSpPr>
            <p:spPr>
              <a:xfrm>
                <a:off x="8132770" y="2586884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E1F03FAA-6CE7-4285-BF25-AAF101B293A6}"/>
                  </a:ext>
                </a:extLst>
              </p:cNvPr>
              <p:cNvSpPr/>
              <p:nvPr/>
            </p:nvSpPr>
            <p:spPr>
              <a:xfrm>
                <a:off x="7994633" y="263841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EB80A780-DD89-4014-BFF8-C21956F470F4}"/>
                  </a:ext>
                </a:extLst>
              </p:cNvPr>
              <p:cNvSpPr/>
              <p:nvPr/>
            </p:nvSpPr>
            <p:spPr>
              <a:xfrm>
                <a:off x="7995118" y="2588158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8" name="手繪多邊形: 圖案 227">
                <a:extLst>
                  <a:ext uri="{FF2B5EF4-FFF2-40B4-BE49-F238E27FC236}">
                    <a16:creationId xmlns:a16="http://schemas.microsoft.com/office/drawing/2014/main" id="{F953F2EE-D232-40E3-A37C-9D91935066A4}"/>
                  </a:ext>
                </a:extLst>
              </p:cNvPr>
              <p:cNvSpPr/>
              <p:nvPr/>
            </p:nvSpPr>
            <p:spPr>
              <a:xfrm>
                <a:off x="8203367" y="2590447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9" name="手繪多邊形: 圖案 228">
                <a:extLst>
                  <a:ext uri="{FF2B5EF4-FFF2-40B4-BE49-F238E27FC236}">
                    <a16:creationId xmlns:a16="http://schemas.microsoft.com/office/drawing/2014/main" id="{7B114E4B-BB56-4542-A7CC-8BB4CB2BAD49}"/>
                  </a:ext>
                </a:extLst>
              </p:cNvPr>
              <p:cNvSpPr/>
              <p:nvPr/>
            </p:nvSpPr>
            <p:spPr>
              <a:xfrm>
                <a:off x="7831396" y="2733074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DB9F7A8C-39FA-420E-9E3F-BBBC0DF1B378}"/>
                  </a:ext>
                </a:extLst>
              </p:cNvPr>
              <p:cNvSpPr/>
              <p:nvPr/>
            </p:nvSpPr>
            <p:spPr>
              <a:xfrm>
                <a:off x="7994633" y="278460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31" name="手繪多邊形: 圖案 230">
                <a:extLst>
                  <a:ext uri="{FF2B5EF4-FFF2-40B4-BE49-F238E27FC236}">
                    <a16:creationId xmlns:a16="http://schemas.microsoft.com/office/drawing/2014/main" id="{5D703E6E-2ADE-4773-98F3-4479BFBF6DE4}"/>
                  </a:ext>
                </a:extLst>
              </p:cNvPr>
              <p:cNvSpPr/>
              <p:nvPr/>
            </p:nvSpPr>
            <p:spPr>
              <a:xfrm>
                <a:off x="7900278" y="2735925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2" name="手繪多邊形: 圖案 231">
                <a:extLst>
                  <a:ext uri="{FF2B5EF4-FFF2-40B4-BE49-F238E27FC236}">
                    <a16:creationId xmlns:a16="http://schemas.microsoft.com/office/drawing/2014/main" id="{DBDEC433-794C-4D1B-A32E-8FF3F726BACE}"/>
                  </a:ext>
                </a:extLst>
              </p:cNvPr>
              <p:cNvSpPr/>
              <p:nvPr/>
            </p:nvSpPr>
            <p:spPr>
              <a:xfrm>
                <a:off x="7736154" y="2735924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33" name="橢圓 232">
                <a:extLst>
                  <a:ext uri="{FF2B5EF4-FFF2-40B4-BE49-F238E27FC236}">
                    <a16:creationId xmlns:a16="http://schemas.microsoft.com/office/drawing/2014/main" id="{DD1241EE-EB17-470C-9EA7-5730EE76ACA0}"/>
                  </a:ext>
                </a:extLst>
              </p:cNvPr>
              <p:cNvSpPr/>
              <p:nvPr/>
            </p:nvSpPr>
            <p:spPr>
              <a:xfrm>
                <a:off x="7994634" y="2586884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4" name="橢圓 233">
                <a:extLst>
                  <a:ext uri="{FF2B5EF4-FFF2-40B4-BE49-F238E27FC236}">
                    <a16:creationId xmlns:a16="http://schemas.microsoft.com/office/drawing/2014/main" id="{35B6D58F-9FE1-4460-ADB8-FDB92FEBF021}"/>
                  </a:ext>
                </a:extLst>
              </p:cNvPr>
              <p:cNvSpPr/>
              <p:nvPr/>
            </p:nvSpPr>
            <p:spPr>
              <a:xfrm>
                <a:off x="7736154" y="273307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5" name="橢圓 234">
                <a:extLst>
                  <a:ext uri="{FF2B5EF4-FFF2-40B4-BE49-F238E27FC236}">
                    <a16:creationId xmlns:a16="http://schemas.microsoft.com/office/drawing/2014/main" id="{DE070D94-AB5F-4E44-9DDD-1770606B62B0}"/>
                  </a:ext>
                </a:extLst>
              </p:cNvPr>
              <p:cNvSpPr/>
              <p:nvPr/>
            </p:nvSpPr>
            <p:spPr>
              <a:xfrm>
                <a:off x="7972701" y="2739575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6" name="手繪多邊形: 圖案 235">
                <a:extLst>
                  <a:ext uri="{FF2B5EF4-FFF2-40B4-BE49-F238E27FC236}">
                    <a16:creationId xmlns:a16="http://schemas.microsoft.com/office/drawing/2014/main" id="{774BCE15-9153-47BD-B1C6-6CB9757BC9DC}"/>
                  </a:ext>
                </a:extLst>
              </p:cNvPr>
              <p:cNvSpPr/>
              <p:nvPr/>
            </p:nvSpPr>
            <p:spPr>
              <a:xfrm>
                <a:off x="7872044" y="2590822"/>
                <a:ext cx="70597" cy="102395"/>
              </a:xfrm>
              <a:custGeom>
                <a:avLst/>
                <a:gdLst>
                  <a:gd name="connsiteX0" fmla="*/ 0 w 103512"/>
                  <a:gd name="connsiteY0" fmla="*/ 0 h 150136"/>
                  <a:gd name="connsiteX1" fmla="*/ 39135 w 103512"/>
                  <a:gd name="connsiteY1" fmla="*/ 3239 h 150136"/>
                  <a:gd name="connsiteX2" fmla="*/ 99575 w 103512"/>
                  <a:gd name="connsiteY2" fmla="*/ 19946 h 150136"/>
                  <a:gd name="connsiteX3" fmla="*/ 103512 w 103512"/>
                  <a:gd name="connsiteY3" fmla="*/ 22340 h 150136"/>
                  <a:gd name="connsiteX4" fmla="*/ 103512 w 103512"/>
                  <a:gd name="connsiteY4" fmla="*/ 127796 h 150136"/>
                  <a:gd name="connsiteX5" fmla="*/ 99575 w 103512"/>
                  <a:gd name="connsiteY5" fmla="*/ 130190 h 150136"/>
                  <a:gd name="connsiteX6" fmla="*/ 39135 w 103512"/>
                  <a:gd name="connsiteY6" fmla="*/ 146897 h 150136"/>
                  <a:gd name="connsiteX7" fmla="*/ 0 w 103512"/>
                  <a:gd name="connsiteY7" fmla="*/ 150136 h 150136"/>
                  <a:gd name="connsiteX8" fmla="*/ 0 w 103512"/>
                  <a:gd name="connsiteY8" fmla="*/ 0 h 15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50136">
                    <a:moveTo>
                      <a:pt x="0" y="0"/>
                    </a:moveTo>
                    <a:lnTo>
                      <a:pt x="39135" y="3239"/>
                    </a:lnTo>
                    <a:cubicBezTo>
                      <a:pt x="61883" y="7184"/>
                      <a:pt x="82370" y="12892"/>
                      <a:pt x="99575" y="19946"/>
                    </a:cubicBezTo>
                    <a:lnTo>
                      <a:pt x="103512" y="22340"/>
                    </a:lnTo>
                    <a:lnTo>
                      <a:pt x="103512" y="127796"/>
                    </a:lnTo>
                    <a:lnTo>
                      <a:pt x="99575" y="130190"/>
                    </a:lnTo>
                    <a:cubicBezTo>
                      <a:pt x="82370" y="137244"/>
                      <a:pt x="61883" y="142952"/>
                      <a:pt x="39135" y="146897"/>
                    </a:cubicBezTo>
                    <a:lnTo>
                      <a:pt x="0" y="150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7" name="橢圓 236">
                <a:extLst>
                  <a:ext uri="{FF2B5EF4-FFF2-40B4-BE49-F238E27FC236}">
                    <a16:creationId xmlns:a16="http://schemas.microsoft.com/office/drawing/2014/main" id="{8B4A08F6-0168-4D22-B3EA-45B9EA521E0D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8" name="橢圓 237">
                <a:extLst>
                  <a:ext uri="{FF2B5EF4-FFF2-40B4-BE49-F238E27FC236}">
                    <a16:creationId xmlns:a16="http://schemas.microsoft.com/office/drawing/2014/main" id="{9F8EC359-3E34-46A1-85AF-22C51A8408BB}"/>
                  </a:ext>
                </a:extLst>
              </p:cNvPr>
              <p:cNvSpPr/>
              <p:nvPr/>
            </p:nvSpPr>
            <p:spPr>
              <a:xfrm>
                <a:off x="7972701" y="2593386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85727C83-DA71-455C-B63F-52FB5F004B24}"/>
                  </a:ext>
                </a:extLst>
              </p:cNvPr>
              <p:cNvSpPr/>
              <p:nvPr/>
            </p:nvSpPr>
            <p:spPr>
              <a:xfrm>
                <a:off x="8057334" y="2736283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F2E23645-810F-4B05-BEBD-3726444F31B4}"/>
                </a:ext>
              </a:extLst>
            </p:cNvPr>
            <p:cNvGrpSpPr/>
            <p:nvPr/>
          </p:nvGrpSpPr>
          <p:grpSpPr>
            <a:xfrm>
              <a:off x="9852339" y="2552054"/>
              <a:ext cx="388855" cy="388855"/>
              <a:chOff x="6504783" y="529623"/>
              <a:chExt cx="950122" cy="950122"/>
            </a:xfrm>
          </p:grpSpPr>
          <p:sp>
            <p:nvSpPr>
              <p:cNvPr id="205" name="橢圓 204">
                <a:extLst>
                  <a:ext uri="{FF2B5EF4-FFF2-40B4-BE49-F238E27FC236}">
                    <a16:creationId xmlns:a16="http://schemas.microsoft.com/office/drawing/2014/main" id="{9A4C84DC-1D34-414A-B773-9749C9BB3D06}"/>
                  </a:ext>
                </a:extLst>
              </p:cNvPr>
              <p:cNvSpPr/>
              <p:nvPr/>
            </p:nvSpPr>
            <p:spPr>
              <a:xfrm>
                <a:off x="6504783" y="529623"/>
                <a:ext cx="950122" cy="950122"/>
              </a:xfrm>
              <a:prstGeom prst="ellipse">
                <a:avLst/>
              </a:prstGeom>
              <a:solidFill>
                <a:srgbClr val="FFF2CC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6" name="橢圓 205">
                <a:extLst>
                  <a:ext uri="{FF2B5EF4-FFF2-40B4-BE49-F238E27FC236}">
                    <a16:creationId xmlns:a16="http://schemas.microsoft.com/office/drawing/2014/main" id="{937C991D-1A7E-41A0-800E-18FE4496E0C1}"/>
                  </a:ext>
                </a:extLst>
              </p:cNvPr>
              <p:cNvSpPr/>
              <p:nvPr/>
            </p:nvSpPr>
            <p:spPr>
              <a:xfrm>
                <a:off x="6939668" y="1050603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7" name="橢圓 206">
                <a:extLst>
                  <a:ext uri="{FF2B5EF4-FFF2-40B4-BE49-F238E27FC236}">
                    <a16:creationId xmlns:a16="http://schemas.microsoft.com/office/drawing/2014/main" id="{41FCF360-1A51-47F9-AA1F-6284C72EC20E}"/>
                  </a:ext>
                </a:extLst>
              </p:cNvPr>
              <p:cNvSpPr/>
              <p:nvPr/>
            </p:nvSpPr>
            <p:spPr>
              <a:xfrm>
                <a:off x="6560674" y="836255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8" name="手繪多邊形: 圖案 207">
                <a:extLst>
                  <a:ext uri="{FF2B5EF4-FFF2-40B4-BE49-F238E27FC236}">
                    <a16:creationId xmlns:a16="http://schemas.microsoft.com/office/drawing/2014/main" id="{0056AE5F-40C8-47EB-98D0-C9AFBC4D0485}"/>
                  </a:ext>
                </a:extLst>
              </p:cNvPr>
              <p:cNvSpPr/>
              <p:nvPr/>
            </p:nvSpPr>
            <p:spPr>
              <a:xfrm>
                <a:off x="7142208" y="836255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9" name="手繪多邊形: 圖案 208">
                <a:extLst>
                  <a:ext uri="{FF2B5EF4-FFF2-40B4-BE49-F238E27FC236}">
                    <a16:creationId xmlns:a16="http://schemas.microsoft.com/office/drawing/2014/main" id="{E6C4377F-1807-4EBF-BC28-6A762EC59FC3}"/>
                  </a:ext>
                </a:extLst>
              </p:cNvPr>
              <p:cNvSpPr/>
              <p:nvPr/>
            </p:nvSpPr>
            <p:spPr>
              <a:xfrm>
                <a:off x="6939666" y="911813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0" name="手繪多邊形: 圖案 209">
                <a:extLst>
                  <a:ext uri="{FF2B5EF4-FFF2-40B4-BE49-F238E27FC236}">
                    <a16:creationId xmlns:a16="http://schemas.microsoft.com/office/drawing/2014/main" id="{DA2AF248-00F5-4714-9704-C32B2526A72F}"/>
                  </a:ext>
                </a:extLst>
              </p:cNvPr>
              <p:cNvSpPr/>
              <p:nvPr/>
            </p:nvSpPr>
            <p:spPr>
              <a:xfrm>
                <a:off x="6940378" y="838122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1" name="手繪多邊形: 圖案 210">
                <a:extLst>
                  <a:ext uri="{FF2B5EF4-FFF2-40B4-BE49-F238E27FC236}">
                    <a16:creationId xmlns:a16="http://schemas.microsoft.com/office/drawing/2014/main" id="{B2104C06-4741-42E4-8D0D-338C21B96BE0}"/>
                  </a:ext>
                </a:extLst>
              </p:cNvPr>
              <p:cNvSpPr/>
              <p:nvPr/>
            </p:nvSpPr>
            <p:spPr>
              <a:xfrm>
                <a:off x="7245720" y="841478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2" name="手繪多邊形: 圖案 211">
                <a:extLst>
                  <a:ext uri="{FF2B5EF4-FFF2-40B4-BE49-F238E27FC236}">
                    <a16:creationId xmlns:a16="http://schemas.microsoft.com/office/drawing/2014/main" id="{FEAA1F9D-14D7-4AB0-B2B3-E7F033C525E1}"/>
                  </a:ext>
                </a:extLst>
              </p:cNvPr>
              <p:cNvSpPr/>
              <p:nvPr/>
            </p:nvSpPr>
            <p:spPr>
              <a:xfrm>
                <a:off x="6700322" y="1050603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3" name="手繪多邊形: 圖案 212">
                <a:extLst>
                  <a:ext uri="{FF2B5EF4-FFF2-40B4-BE49-F238E27FC236}">
                    <a16:creationId xmlns:a16="http://schemas.microsoft.com/office/drawing/2014/main" id="{E98D39C9-3723-408A-ABA4-4CE64E77618A}"/>
                  </a:ext>
                </a:extLst>
              </p:cNvPr>
              <p:cNvSpPr/>
              <p:nvPr/>
            </p:nvSpPr>
            <p:spPr>
              <a:xfrm>
                <a:off x="6939666" y="112616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4" name="手繪多邊形: 圖案 213">
                <a:extLst>
                  <a:ext uri="{FF2B5EF4-FFF2-40B4-BE49-F238E27FC236}">
                    <a16:creationId xmlns:a16="http://schemas.microsoft.com/office/drawing/2014/main" id="{87FA50D0-F17D-468C-B6FA-85EE91FC0F1E}"/>
                  </a:ext>
                </a:extLst>
              </p:cNvPr>
              <p:cNvSpPr/>
              <p:nvPr/>
            </p:nvSpPr>
            <p:spPr>
              <a:xfrm>
                <a:off x="6801320" y="1054784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5" name="手繪多邊形: 圖案 214">
                <a:extLst>
                  <a:ext uri="{FF2B5EF4-FFF2-40B4-BE49-F238E27FC236}">
                    <a16:creationId xmlns:a16="http://schemas.microsoft.com/office/drawing/2014/main" id="{A6A47595-DB6F-4443-B4CA-B7FF8EBFDCE2}"/>
                  </a:ext>
                </a:extLst>
              </p:cNvPr>
              <p:cNvSpPr/>
              <p:nvPr/>
            </p:nvSpPr>
            <p:spPr>
              <a:xfrm>
                <a:off x="6560674" y="1054783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16" name="橢圓 215">
                <a:extLst>
                  <a:ext uri="{FF2B5EF4-FFF2-40B4-BE49-F238E27FC236}">
                    <a16:creationId xmlns:a16="http://schemas.microsoft.com/office/drawing/2014/main" id="{D70B3D6B-2002-4E43-915E-A2D645FF68B8}"/>
                  </a:ext>
                </a:extLst>
              </p:cNvPr>
              <p:cNvSpPr/>
              <p:nvPr/>
            </p:nvSpPr>
            <p:spPr>
              <a:xfrm>
                <a:off x="6939667" y="836255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7" name="橢圓 216">
                <a:extLst>
                  <a:ext uri="{FF2B5EF4-FFF2-40B4-BE49-F238E27FC236}">
                    <a16:creationId xmlns:a16="http://schemas.microsoft.com/office/drawing/2014/main" id="{5E9D4631-669A-4F96-951D-0ACBCBA0FEC4}"/>
                  </a:ext>
                </a:extLst>
              </p:cNvPr>
              <p:cNvSpPr/>
              <p:nvPr/>
            </p:nvSpPr>
            <p:spPr>
              <a:xfrm>
                <a:off x="6907508" y="84578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8" name="橢圓 217">
                <a:extLst>
                  <a:ext uri="{FF2B5EF4-FFF2-40B4-BE49-F238E27FC236}">
                    <a16:creationId xmlns:a16="http://schemas.microsoft.com/office/drawing/2014/main" id="{0328C33B-6645-4C48-890F-B1E7658B9ED0}"/>
                  </a:ext>
                </a:extLst>
              </p:cNvPr>
              <p:cNvSpPr/>
              <p:nvPr/>
            </p:nvSpPr>
            <p:spPr>
              <a:xfrm>
                <a:off x="6560674" y="1050603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D1CACEDB-B672-46D1-B639-023FF5EFE4B8}"/>
                  </a:ext>
                </a:extLst>
              </p:cNvPr>
              <p:cNvSpPr/>
              <p:nvPr/>
            </p:nvSpPr>
            <p:spPr>
              <a:xfrm>
                <a:off x="7031600" y="1050603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0" name="橢圓 219">
                <a:extLst>
                  <a:ext uri="{FF2B5EF4-FFF2-40B4-BE49-F238E27FC236}">
                    <a16:creationId xmlns:a16="http://schemas.microsoft.com/office/drawing/2014/main" id="{F444CB6E-AEC2-4A50-B5D7-FFB8408F5F2A}"/>
                  </a:ext>
                </a:extLst>
              </p:cNvPr>
              <p:cNvSpPr/>
              <p:nvPr/>
            </p:nvSpPr>
            <p:spPr>
              <a:xfrm>
                <a:off x="6939668" y="1050603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1" name="橢圓 220">
                <a:extLst>
                  <a:ext uri="{FF2B5EF4-FFF2-40B4-BE49-F238E27FC236}">
                    <a16:creationId xmlns:a16="http://schemas.microsoft.com/office/drawing/2014/main" id="{D9865521-45CD-4113-8A8E-E6AD817E3F91}"/>
                  </a:ext>
                </a:extLst>
              </p:cNvPr>
              <p:cNvSpPr/>
              <p:nvPr/>
            </p:nvSpPr>
            <p:spPr>
              <a:xfrm>
                <a:off x="6907508" y="1060136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5267350E-6941-4E34-BBD5-C55481E028CB}"/>
                </a:ext>
              </a:extLst>
            </p:cNvPr>
            <p:cNvGrpSpPr/>
            <p:nvPr/>
          </p:nvGrpSpPr>
          <p:grpSpPr>
            <a:xfrm>
              <a:off x="10120487" y="2641248"/>
              <a:ext cx="388855" cy="388855"/>
              <a:chOff x="8166321" y="215782"/>
              <a:chExt cx="950122" cy="950122"/>
            </a:xfrm>
          </p:grpSpPr>
          <p:sp>
            <p:nvSpPr>
              <p:cNvPr id="187" name="橢圓 186">
                <a:extLst>
                  <a:ext uri="{FF2B5EF4-FFF2-40B4-BE49-F238E27FC236}">
                    <a16:creationId xmlns:a16="http://schemas.microsoft.com/office/drawing/2014/main" id="{61A16A8C-E808-4707-A445-885239F836F9}"/>
                  </a:ext>
                </a:extLst>
              </p:cNvPr>
              <p:cNvSpPr/>
              <p:nvPr/>
            </p:nvSpPr>
            <p:spPr>
              <a:xfrm>
                <a:off x="8166321" y="215782"/>
                <a:ext cx="950122" cy="95012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8" name="橢圓 187">
                <a:extLst>
                  <a:ext uri="{FF2B5EF4-FFF2-40B4-BE49-F238E27FC236}">
                    <a16:creationId xmlns:a16="http://schemas.microsoft.com/office/drawing/2014/main" id="{848D5A4B-3025-42C3-893A-EFCD3B950B12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9" name="手繪多邊形: 圖案 188">
                <a:extLst>
                  <a:ext uri="{FF2B5EF4-FFF2-40B4-BE49-F238E27FC236}">
                    <a16:creationId xmlns:a16="http://schemas.microsoft.com/office/drawing/2014/main" id="{E34C7148-4284-42E5-A6C4-A21B14FAA5B1}"/>
                  </a:ext>
                </a:extLst>
              </p:cNvPr>
              <p:cNvSpPr/>
              <p:nvPr/>
            </p:nvSpPr>
            <p:spPr>
              <a:xfrm>
                <a:off x="8906799" y="736762"/>
                <a:ext cx="103512" cy="145527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0" name="橢圓 189">
                <a:extLst>
                  <a:ext uri="{FF2B5EF4-FFF2-40B4-BE49-F238E27FC236}">
                    <a16:creationId xmlns:a16="http://schemas.microsoft.com/office/drawing/2014/main" id="{26A80921-2418-4202-81D3-9B4784AB3A7B}"/>
                  </a:ext>
                </a:extLst>
              </p:cNvPr>
              <p:cNvSpPr/>
              <p:nvPr/>
            </p:nvSpPr>
            <p:spPr>
              <a:xfrm>
                <a:off x="8222212" y="522414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1" name="手繪多邊形: 圖案 190">
                <a:extLst>
                  <a:ext uri="{FF2B5EF4-FFF2-40B4-BE49-F238E27FC236}">
                    <a16:creationId xmlns:a16="http://schemas.microsoft.com/office/drawing/2014/main" id="{675F856E-E2A3-41AC-8DCC-E56DF3FD4C59}"/>
                  </a:ext>
                </a:extLst>
              </p:cNvPr>
              <p:cNvSpPr/>
              <p:nvPr/>
            </p:nvSpPr>
            <p:spPr>
              <a:xfrm>
                <a:off x="8803746" y="522414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2" name="手繪多邊形: 圖案 191">
                <a:extLst>
                  <a:ext uri="{FF2B5EF4-FFF2-40B4-BE49-F238E27FC236}">
                    <a16:creationId xmlns:a16="http://schemas.microsoft.com/office/drawing/2014/main" id="{599A52EF-015A-4E6B-BCCD-B554E9D5E88E}"/>
                  </a:ext>
                </a:extLst>
              </p:cNvPr>
              <p:cNvSpPr/>
              <p:nvPr/>
            </p:nvSpPr>
            <p:spPr>
              <a:xfrm>
                <a:off x="8601204" y="59797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3" name="手繪多邊形: 圖案 192">
                <a:extLst>
                  <a:ext uri="{FF2B5EF4-FFF2-40B4-BE49-F238E27FC236}">
                    <a16:creationId xmlns:a16="http://schemas.microsoft.com/office/drawing/2014/main" id="{8C85313F-19EB-4A39-A504-5DC7292B1212}"/>
                  </a:ext>
                </a:extLst>
              </p:cNvPr>
              <p:cNvSpPr/>
              <p:nvPr/>
            </p:nvSpPr>
            <p:spPr>
              <a:xfrm>
                <a:off x="8601916" y="524281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4" name="手繪多邊形: 圖案 193">
                <a:extLst>
                  <a:ext uri="{FF2B5EF4-FFF2-40B4-BE49-F238E27FC236}">
                    <a16:creationId xmlns:a16="http://schemas.microsoft.com/office/drawing/2014/main" id="{54223273-DB5A-46D3-B239-623A968D3C90}"/>
                  </a:ext>
                </a:extLst>
              </p:cNvPr>
              <p:cNvSpPr/>
              <p:nvPr/>
            </p:nvSpPr>
            <p:spPr>
              <a:xfrm>
                <a:off x="8907258" y="527637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手繪多邊形: 圖案 194">
                <a:extLst>
                  <a:ext uri="{FF2B5EF4-FFF2-40B4-BE49-F238E27FC236}">
                    <a16:creationId xmlns:a16="http://schemas.microsoft.com/office/drawing/2014/main" id="{DB559983-56A6-4A5F-8763-D37B0E326E44}"/>
                  </a:ext>
                </a:extLst>
              </p:cNvPr>
              <p:cNvSpPr/>
              <p:nvPr/>
            </p:nvSpPr>
            <p:spPr>
              <a:xfrm>
                <a:off x="8361860" y="736762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6" name="手繪多邊形: 圖案 195">
                <a:extLst>
                  <a:ext uri="{FF2B5EF4-FFF2-40B4-BE49-F238E27FC236}">
                    <a16:creationId xmlns:a16="http://schemas.microsoft.com/office/drawing/2014/main" id="{3A1B0C2E-85C7-4DEC-9491-EF8CDA2EC49F}"/>
                  </a:ext>
                </a:extLst>
              </p:cNvPr>
              <p:cNvSpPr/>
              <p:nvPr/>
            </p:nvSpPr>
            <p:spPr>
              <a:xfrm>
                <a:off x="8601204" y="812321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7" name="手繪多邊形: 圖案 196">
                <a:extLst>
                  <a:ext uri="{FF2B5EF4-FFF2-40B4-BE49-F238E27FC236}">
                    <a16:creationId xmlns:a16="http://schemas.microsoft.com/office/drawing/2014/main" id="{157992C4-734C-4CDF-BEA7-0A20542010B8}"/>
                  </a:ext>
                </a:extLst>
              </p:cNvPr>
              <p:cNvSpPr/>
              <p:nvPr/>
            </p:nvSpPr>
            <p:spPr>
              <a:xfrm>
                <a:off x="8462858" y="740943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8" name="手繪多邊形: 圖案 197">
                <a:extLst>
                  <a:ext uri="{FF2B5EF4-FFF2-40B4-BE49-F238E27FC236}">
                    <a16:creationId xmlns:a16="http://schemas.microsoft.com/office/drawing/2014/main" id="{296EF863-6970-4B5D-A3C5-B0DBEAD66373}"/>
                  </a:ext>
                </a:extLst>
              </p:cNvPr>
              <p:cNvSpPr/>
              <p:nvPr/>
            </p:nvSpPr>
            <p:spPr>
              <a:xfrm>
                <a:off x="8222212" y="740942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9" name="橢圓 198">
                <a:extLst>
                  <a:ext uri="{FF2B5EF4-FFF2-40B4-BE49-F238E27FC236}">
                    <a16:creationId xmlns:a16="http://schemas.microsoft.com/office/drawing/2014/main" id="{0130EB74-F730-4620-9EF4-827CE0ECFF4A}"/>
                  </a:ext>
                </a:extLst>
              </p:cNvPr>
              <p:cNvSpPr/>
              <p:nvPr/>
            </p:nvSpPr>
            <p:spPr>
              <a:xfrm>
                <a:off x="8601205" y="522414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0" name="橢圓 199">
                <a:extLst>
                  <a:ext uri="{FF2B5EF4-FFF2-40B4-BE49-F238E27FC236}">
                    <a16:creationId xmlns:a16="http://schemas.microsoft.com/office/drawing/2014/main" id="{CB2C5781-C26D-48A3-BE6D-47B0533DB99A}"/>
                  </a:ext>
                </a:extLst>
              </p:cNvPr>
              <p:cNvSpPr/>
              <p:nvPr/>
            </p:nvSpPr>
            <p:spPr>
              <a:xfrm>
                <a:off x="8569046" y="531947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橢圓 200">
                <a:extLst>
                  <a:ext uri="{FF2B5EF4-FFF2-40B4-BE49-F238E27FC236}">
                    <a16:creationId xmlns:a16="http://schemas.microsoft.com/office/drawing/2014/main" id="{101EA1DC-6D13-4E34-9D4F-3EFCFC807EB4}"/>
                  </a:ext>
                </a:extLst>
              </p:cNvPr>
              <p:cNvSpPr/>
              <p:nvPr/>
            </p:nvSpPr>
            <p:spPr>
              <a:xfrm>
                <a:off x="8222212" y="736762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手繪多邊形: 圖案 201">
                <a:extLst>
                  <a:ext uri="{FF2B5EF4-FFF2-40B4-BE49-F238E27FC236}">
                    <a16:creationId xmlns:a16="http://schemas.microsoft.com/office/drawing/2014/main" id="{3E525571-ACE4-4FFB-83F3-7E29DAA5B233}"/>
                  </a:ext>
                </a:extLst>
              </p:cNvPr>
              <p:cNvSpPr/>
              <p:nvPr/>
            </p:nvSpPr>
            <p:spPr>
              <a:xfrm>
                <a:off x="8693138" y="736762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3" name="橢圓 202">
                <a:extLst>
                  <a:ext uri="{FF2B5EF4-FFF2-40B4-BE49-F238E27FC236}">
                    <a16:creationId xmlns:a16="http://schemas.microsoft.com/office/drawing/2014/main" id="{F1218A41-2B0A-4508-B37F-5C7EB3D88348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4" name="橢圓 203">
                <a:extLst>
                  <a:ext uri="{FF2B5EF4-FFF2-40B4-BE49-F238E27FC236}">
                    <a16:creationId xmlns:a16="http://schemas.microsoft.com/office/drawing/2014/main" id="{A5287747-4846-4CDD-A3B3-4FE23BAE691B}"/>
                  </a:ext>
                </a:extLst>
              </p:cNvPr>
              <p:cNvSpPr/>
              <p:nvPr/>
            </p:nvSpPr>
            <p:spPr>
              <a:xfrm>
                <a:off x="8569046" y="746295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5723F06D-F88A-4518-A1A2-6FEB248CAB2B}"/>
                </a:ext>
              </a:extLst>
            </p:cNvPr>
            <p:cNvGrpSpPr/>
            <p:nvPr/>
          </p:nvGrpSpPr>
          <p:grpSpPr>
            <a:xfrm>
              <a:off x="9976575" y="2129602"/>
              <a:ext cx="388855" cy="388855"/>
              <a:chOff x="114655" y="3347955"/>
              <a:chExt cx="950122" cy="950122"/>
            </a:xfrm>
          </p:grpSpPr>
          <p:sp>
            <p:nvSpPr>
              <p:cNvPr id="172" name="橢圓 171">
                <a:extLst>
                  <a:ext uri="{FF2B5EF4-FFF2-40B4-BE49-F238E27FC236}">
                    <a16:creationId xmlns:a16="http://schemas.microsoft.com/office/drawing/2014/main" id="{B350535C-5B58-4EFC-81CF-01ECC487F45E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3" name="橢圓 172">
                <a:extLst>
                  <a:ext uri="{FF2B5EF4-FFF2-40B4-BE49-F238E27FC236}">
                    <a16:creationId xmlns:a16="http://schemas.microsoft.com/office/drawing/2014/main" id="{EBA095AC-0E04-45E2-B10D-BF90CBD522FC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4" name="橢圓 173">
                <a:extLst>
                  <a:ext uri="{FF2B5EF4-FFF2-40B4-BE49-F238E27FC236}">
                    <a16:creationId xmlns:a16="http://schemas.microsoft.com/office/drawing/2014/main" id="{7AFC7ECB-178D-4306-A594-BE8197A46171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5" name="手繪多邊形: 圖案 174">
                <a:extLst>
                  <a:ext uri="{FF2B5EF4-FFF2-40B4-BE49-F238E27FC236}">
                    <a16:creationId xmlns:a16="http://schemas.microsoft.com/office/drawing/2014/main" id="{052E98CA-AF1D-4436-A754-AACD29114727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6" name="手繪多邊形: 圖案 175">
                <a:extLst>
                  <a:ext uri="{FF2B5EF4-FFF2-40B4-BE49-F238E27FC236}">
                    <a16:creationId xmlns:a16="http://schemas.microsoft.com/office/drawing/2014/main" id="{9820A274-A7DB-44C5-81E0-A2F44BB08E1D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7" name="手繪多邊形: 圖案 176">
                <a:extLst>
                  <a:ext uri="{FF2B5EF4-FFF2-40B4-BE49-F238E27FC236}">
                    <a16:creationId xmlns:a16="http://schemas.microsoft.com/office/drawing/2014/main" id="{789E696E-1A2A-47C6-92E2-05F15C2ECCD7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8" name="手繪多邊形: 圖案 177">
                <a:extLst>
                  <a:ext uri="{FF2B5EF4-FFF2-40B4-BE49-F238E27FC236}">
                    <a16:creationId xmlns:a16="http://schemas.microsoft.com/office/drawing/2014/main" id="{78AD44D8-98B1-4684-A6A5-03F515355955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9" name="手繪多邊形: 圖案 178">
                <a:extLst>
                  <a:ext uri="{FF2B5EF4-FFF2-40B4-BE49-F238E27FC236}">
                    <a16:creationId xmlns:a16="http://schemas.microsoft.com/office/drawing/2014/main" id="{9C1EC4DD-56CC-4773-9F89-8D0CB57AE36D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0" name="手繪多邊形: 圖案 179">
                <a:extLst>
                  <a:ext uri="{FF2B5EF4-FFF2-40B4-BE49-F238E27FC236}">
                    <a16:creationId xmlns:a16="http://schemas.microsoft.com/office/drawing/2014/main" id="{97395185-A415-4C3E-B9E8-A48504653187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1" name="手繪多邊形: 圖案 180">
                <a:extLst>
                  <a:ext uri="{FF2B5EF4-FFF2-40B4-BE49-F238E27FC236}">
                    <a16:creationId xmlns:a16="http://schemas.microsoft.com/office/drawing/2014/main" id="{E11654B5-6355-4651-9B26-A4859B031290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2" name="手繪多邊形: 圖案 181">
                <a:extLst>
                  <a:ext uri="{FF2B5EF4-FFF2-40B4-BE49-F238E27FC236}">
                    <a16:creationId xmlns:a16="http://schemas.microsoft.com/office/drawing/2014/main" id="{0C5BD8F4-6456-4C80-A061-7A9BDB0244AD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3" name="橢圓 182">
                <a:extLst>
                  <a:ext uri="{FF2B5EF4-FFF2-40B4-BE49-F238E27FC236}">
                    <a16:creationId xmlns:a16="http://schemas.microsoft.com/office/drawing/2014/main" id="{95968DE7-FE7F-4F98-8F37-9AC0C8DEEF9A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4" name="橢圓 183">
                <a:extLst>
                  <a:ext uri="{FF2B5EF4-FFF2-40B4-BE49-F238E27FC236}">
                    <a16:creationId xmlns:a16="http://schemas.microsoft.com/office/drawing/2014/main" id="{CD46D1F4-191C-43DF-BAB5-604B30BD42EA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5" name="橢圓 184">
                <a:extLst>
                  <a:ext uri="{FF2B5EF4-FFF2-40B4-BE49-F238E27FC236}">
                    <a16:creationId xmlns:a16="http://schemas.microsoft.com/office/drawing/2014/main" id="{8A10F6A6-CAAA-4D07-8A81-E4A5D377F93A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6" name="橢圓 185">
                <a:extLst>
                  <a:ext uri="{FF2B5EF4-FFF2-40B4-BE49-F238E27FC236}">
                    <a16:creationId xmlns:a16="http://schemas.microsoft.com/office/drawing/2014/main" id="{3DFDA058-2E4F-4C3E-B6E1-3651C4842B01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1" name="群組 120">
              <a:extLst>
                <a:ext uri="{FF2B5EF4-FFF2-40B4-BE49-F238E27FC236}">
                  <a16:creationId xmlns:a16="http://schemas.microsoft.com/office/drawing/2014/main" id="{0060BE8D-548F-41DD-ADDA-30272A9F7E9B}"/>
                </a:ext>
              </a:extLst>
            </p:cNvPr>
            <p:cNvGrpSpPr/>
            <p:nvPr/>
          </p:nvGrpSpPr>
          <p:grpSpPr>
            <a:xfrm>
              <a:off x="10075892" y="2364561"/>
              <a:ext cx="388855" cy="388855"/>
              <a:chOff x="114655" y="3347955"/>
              <a:chExt cx="950122" cy="950122"/>
            </a:xfrm>
          </p:grpSpPr>
          <p:sp>
            <p:nvSpPr>
              <p:cNvPr id="157" name="橢圓 156">
                <a:extLst>
                  <a:ext uri="{FF2B5EF4-FFF2-40B4-BE49-F238E27FC236}">
                    <a16:creationId xmlns:a16="http://schemas.microsoft.com/office/drawing/2014/main" id="{4187003B-2128-4C83-B155-238C1C02782D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8" name="橢圓 157">
                <a:extLst>
                  <a:ext uri="{FF2B5EF4-FFF2-40B4-BE49-F238E27FC236}">
                    <a16:creationId xmlns:a16="http://schemas.microsoft.com/office/drawing/2014/main" id="{48FF9252-92E7-400A-B4CB-FEB5A75FA404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9" name="橢圓 158">
                <a:extLst>
                  <a:ext uri="{FF2B5EF4-FFF2-40B4-BE49-F238E27FC236}">
                    <a16:creationId xmlns:a16="http://schemas.microsoft.com/office/drawing/2014/main" id="{1DAE08F6-E667-4E6B-BB01-563B0FB54BDD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手繪多邊形: 圖案 159">
                <a:extLst>
                  <a:ext uri="{FF2B5EF4-FFF2-40B4-BE49-F238E27FC236}">
                    <a16:creationId xmlns:a16="http://schemas.microsoft.com/office/drawing/2014/main" id="{9DFE5493-BAF5-424F-B566-8EB549B34092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1" name="手繪多邊形: 圖案 160">
                <a:extLst>
                  <a:ext uri="{FF2B5EF4-FFF2-40B4-BE49-F238E27FC236}">
                    <a16:creationId xmlns:a16="http://schemas.microsoft.com/office/drawing/2014/main" id="{2E0DA50E-92C0-445A-9ACC-CF909CC034B2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2" name="手繪多邊形: 圖案 161">
                <a:extLst>
                  <a:ext uri="{FF2B5EF4-FFF2-40B4-BE49-F238E27FC236}">
                    <a16:creationId xmlns:a16="http://schemas.microsoft.com/office/drawing/2014/main" id="{682D5B16-6C73-4078-B240-E4CA52FA8A72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3" name="手繪多邊形: 圖案 162">
                <a:extLst>
                  <a:ext uri="{FF2B5EF4-FFF2-40B4-BE49-F238E27FC236}">
                    <a16:creationId xmlns:a16="http://schemas.microsoft.com/office/drawing/2014/main" id="{7807CD77-CA42-4157-974D-634F80733D9B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手繪多邊形: 圖案 163">
                <a:extLst>
                  <a:ext uri="{FF2B5EF4-FFF2-40B4-BE49-F238E27FC236}">
                    <a16:creationId xmlns:a16="http://schemas.microsoft.com/office/drawing/2014/main" id="{56E05927-1B44-4576-BBDF-83DBA66A1B47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5" name="手繪多邊形: 圖案 164">
                <a:extLst>
                  <a:ext uri="{FF2B5EF4-FFF2-40B4-BE49-F238E27FC236}">
                    <a16:creationId xmlns:a16="http://schemas.microsoft.com/office/drawing/2014/main" id="{5C8C64C9-C23B-4018-A4F8-D324C253937B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6" name="手繪多邊形: 圖案 165">
                <a:extLst>
                  <a:ext uri="{FF2B5EF4-FFF2-40B4-BE49-F238E27FC236}">
                    <a16:creationId xmlns:a16="http://schemas.microsoft.com/office/drawing/2014/main" id="{BED50186-1AEF-4E6A-B44E-59FFB68B0F69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7" name="手繪多邊形: 圖案 166">
                <a:extLst>
                  <a:ext uri="{FF2B5EF4-FFF2-40B4-BE49-F238E27FC236}">
                    <a16:creationId xmlns:a16="http://schemas.microsoft.com/office/drawing/2014/main" id="{43F770A3-BE64-42D2-AFD5-C0221F877C05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8" name="橢圓 167">
                <a:extLst>
                  <a:ext uri="{FF2B5EF4-FFF2-40B4-BE49-F238E27FC236}">
                    <a16:creationId xmlns:a16="http://schemas.microsoft.com/office/drawing/2014/main" id="{2BA50AD3-73F7-43A7-B532-EB4630BA21F9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9" name="橢圓 168">
                <a:extLst>
                  <a:ext uri="{FF2B5EF4-FFF2-40B4-BE49-F238E27FC236}">
                    <a16:creationId xmlns:a16="http://schemas.microsoft.com/office/drawing/2014/main" id="{F2FDA381-6407-4D04-8C07-4510E2DBB85F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0" name="橢圓 169">
                <a:extLst>
                  <a:ext uri="{FF2B5EF4-FFF2-40B4-BE49-F238E27FC236}">
                    <a16:creationId xmlns:a16="http://schemas.microsoft.com/office/drawing/2014/main" id="{67F90ED3-85E6-4F3D-B9B5-975E66315642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1" name="橢圓 170">
                <a:extLst>
                  <a:ext uri="{FF2B5EF4-FFF2-40B4-BE49-F238E27FC236}">
                    <a16:creationId xmlns:a16="http://schemas.microsoft.com/office/drawing/2014/main" id="{AAA97A7D-12BD-4826-9C42-0205A3C2D705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2" name="群組 121">
              <a:extLst>
                <a:ext uri="{FF2B5EF4-FFF2-40B4-BE49-F238E27FC236}">
                  <a16:creationId xmlns:a16="http://schemas.microsoft.com/office/drawing/2014/main" id="{A78BE04A-F47C-479A-97DE-BCE264E87453}"/>
                </a:ext>
              </a:extLst>
            </p:cNvPr>
            <p:cNvGrpSpPr/>
            <p:nvPr/>
          </p:nvGrpSpPr>
          <p:grpSpPr>
            <a:xfrm>
              <a:off x="10342888" y="2430923"/>
              <a:ext cx="388855" cy="388855"/>
              <a:chOff x="8166321" y="215782"/>
              <a:chExt cx="950122" cy="950122"/>
            </a:xfrm>
          </p:grpSpPr>
          <p:sp>
            <p:nvSpPr>
              <p:cNvPr id="139" name="橢圓 138">
                <a:extLst>
                  <a:ext uri="{FF2B5EF4-FFF2-40B4-BE49-F238E27FC236}">
                    <a16:creationId xmlns:a16="http://schemas.microsoft.com/office/drawing/2014/main" id="{88E34C53-9B59-4E96-A1DB-AC3A55FAC2CA}"/>
                  </a:ext>
                </a:extLst>
              </p:cNvPr>
              <p:cNvSpPr/>
              <p:nvPr/>
            </p:nvSpPr>
            <p:spPr>
              <a:xfrm>
                <a:off x="8166321" y="215782"/>
                <a:ext cx="950122" cy="95012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0" name="橢圓 139">
                <a:extLst>
                  <a:ext uri="{FF2B5EF4-FFF2-40B4-BE49-F238E27FC236}">
                    <a16:creationId xmlns:a16="http://schemas.microsoft.com/office/drawing/2014/main" id="{25A8A60A-36C7-4ECE-9DD9-C0F41F72126E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3BECACA2-430C-481F-85E4-B7C22412E050}"/>
                  </a:ext>
                </a:extLst>
              </p:cNvPr>
              <p:cNvSpPr/>
              <p:nvPr/>
            </p:nvSpPr>
            <p:spPr>
              <a:xfrm>
                <a:off x="8906799" y="736762"/>
                <a:ext cx="103512" cy="145527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2" name="橢圓 141">
                <a:extLst>
                  <a:ext uri="{FF2B5EF4-FFF2-40B4-BE49-F238E27FC236}">
                    <a16:creationId xmlns:a16="http://schemas.microsoft.com/office/drawing/2014/main" id="{D4696949-6330-4A9B-9804-B36BF6DDF156}"/>
                  </a:ext>
                </a:extLst>
              </p:cNvPr>
              <p:cNvSpPr/>
              <p:nvPr/>
            </p:nvSpPr>
            <p:spPr>
              <a:xfrm>
                <a:off x="8222212" y="522414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0AC09161-E22E-498D-B931-6D7855D99C91}"/>
                  </a:ext>
                </a:extLst>
              </p:cNvPr>
              <p:cNvSpPr/>
              <p:nvPr/>
            </p:nvSpPr>
            <p:spPr>
              <a:xfrm>
                <a:off x="8803746" y="522414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763A1AD5-5E58-48E5-A730-5F67A7324BF3}"/>
                  </a:ext>
                </a:extLst>
              </p:cNvPr>
              <p:cNvSpPr/>
              <p:nvPr/>
            </p:nvSpPr>
            <p:spPr>
              <a:xfrm>
                <a:off x="8601204" y="59797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45" name="手繪多邊形: 圖案 144">
                <a:extLst>
                  <a:ext uri="{FF2B5EF4-FFF2-40B4-BE49-F238E27FC236}">
                    <a16:creationId xmlns:a16="http://schemas.microsoft.com/office/drawing/2014/main" id="{6B088010-17E6-4C3B-90CE-79D400B041C5}"/>
                  </a:ext>
                </a:extLst>
              </p:cNvPr>
              <p:cNvSpPr/>
              <p:nvPr/>
            </p:nvSpPr>
            <p:spPr>
              <a:xfrm>
                <a:off x="8601916" y="524281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EDEF114A-5249-45F6-8819-2E370B75BFEC}"/>
                  </a:ext>
                </a:extLst>
              </p:cNvPr>
              <p:cNvSpPr/>
              <p:nvPr/>
            </p:nvSpPr>
            <p:spPr>
              <a:xfrm>
                <a:off x="8907258" y="527637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7" name="手繪多邊形: 圖案 146">
                <a:extLst>
                  <a:ext uri="{FF2B5EF4-FFF2-40B4-BE49-F238E27FC236}">
                    <a16:creationId xmlns:a16="http://schemas.microsoft.com/office/drawing/2014/main" id="{C6A5C33A-7986-4D93-953C-5431370325D1}"/>
                  </a:ext>
                </a:extLst>
              </p:cNvPr>
              <p:cNvSpPr/>
              <p:nvPr/>
            </p:nvSpPr>
            <p:spPr>
              <a:xfrm>
                <a:off x="8361860" y="736762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48" name="手繪多邊形: 圖案 147">
                <a:extLst>
                  <a:ext uri="{FF2B5EF4-FFF2-40B4-BE49-F238E27FC236}">
                    <a16:creationId xmlns:a16="http://schemas.microsoft.com/office/drawing/2014/main" id="{51E59657-3057-48B0-9AE2-247565D8E37C}"/>
                  </a:ext>
                </a:extLst>
              </p:cNvPr>
              <p:cNvSpPr/>
              <p:nvPr/>
            </p:nvSpPr>
            <p:spPr>
              <a:xfrm>
                <a:off x="8601204" y="812321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75844E77-6D96-41A2-A3DF-0D9879A6A9E7}"/>
                  </a:ext>
                </a:extLst>
              </p:cNvPr>
              <p:cNvSpPr/>
              <p:nvPr/>
            </p:nvSpPr>
            <p:spPr>
              <a:xfrm>
                <a:off x="8462858" y="740943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0" name="手繪多邊形: 圖案 149">
                <a:extLst>
                  <a:ext uri="{FF2B5EF4-FFF2-40B4-BE49-F238E27FC236}">
                    <a16:creationId xmlns:a16="http://schemas.microsoft.com/office/drawing/2014/main" id="{9F82F4C7-B802-4F5E-8C8E-8E3BF5A0B56A}"/>
                  </a:ext>
                </a:extLst>
              </p:cNvPr>
              <p:cNvSpPr/>
              <p:nvPr/>
            </p:nvSpPr>
            <p:spPr>
              <a:xfrm>
                <a:off x="8222212" y="740942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1" name="橢圓 150">
                <a:extLst>
                  <a:ext uri="{FF2B5EF4-FFF2-40B4-BE49-F238E27FC236}">
                    <a16:creationId xmlns:a16="http://schemas.microsoft.com/office/drawing/2014/main" id="{E01CA4E9-8606-44AE-B762-F755527FF5E2}"/>
                  </a:ext>
                </a:extLst>
              </p:cNvPr>
              <p:cNvSpPr/>
              <p:nvPr/>
            </p:nvSpPr>
            <p:spPr>
              <a:xfrm>
                <a:off x="8601205" y="522414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2" name="橢圓 151">
                <a:extLst>
                  <a:ext uri="{FF2B5EF4-FFF2-40B4-BE49-F238E27FC236}">
                    <a16:creationId xmlns:a16="http://schemas.microsoft.com/office/drawing/2014/main" id="{B13CA2E4-787C-4595-A814-9087E9F18B84}"/>
                  </a:ext>
                </a:extLst>
              </p:cNvPr>
              <p:cNvSpPr/>
              <p:nvPr/>
            </p:nvSpPr>
            <p:spPr>
              <a:xfrm>
                <a:off x="8569046" y="531947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3" name="橢圓 152">
                <a:extLst>
                  <a:ext uri="{FF2B5EF4-FFF2-40B4-BE49-F238E27FC236}">
                    <a16:creationId xmlns:a16="http://schemas.microsoft.com/office/drawing/2014/main" id="{2BC60613-2F27-4A78-84B7-B5CA3E1FCEE6}"/>
                  </a:ext>
                </a:extLst>
              </p:cNvPr>
              <p:cNvSpPr/>
              <p:nvPr/>
            </p:nvSpPr>
            <p:spPr>
              <a:xfrm>
                <a:off x="8222212" y="736762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4" name="手繪多邊形: 圖案 153">
                <a:extLst>
                  <a:ext uri="{FF2B5EF4-FFF2-40B4-BE49-F238E27FC236}">
                    <a16:creationId xmlns:a16="http://schemas.microsoft.com/office/drawing/2014/main" id="{05E3DB57-E854-470C-8640-E1BAED6EB357}"/>
                  </a:ext>
                </a:extLst>
              </p:cNvPr>
              <p:cNvSpPr/>
              <p:nvPr/>
            </p:nvSpPr>
            <p:spPr>
              <a:xfrm>
                <a:off x="8693138" y="736762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5" name="橢圓 154">
                <a:extLst>
                  <a:ext uri="{FF2B5EF4-FFF2-40B4-BE49-F238E27FC236}">
                    <a16:creationId xmlns:a16="http://schemas.microsoft.com/office/drawing/2014/main" id="{0049882C-6D6B-4AF0-8B2E-0BE8D853F8DE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6" name="橢圓 155">
                <a:extLst>
                  <a:ext uri="{FF2B5EF4-FFF2-40B4-BE49-F238E27FC236}">
                    <a16:creationId xmlns:a16="http://schemas.microsoft.com/office/drawing/2014/main" id="{2272AF25-5A07-4C7E-AE13-63BBB915308D}"/>
                  </a:ext>
                </a:extLst>
              </p:cNvPr>
              <p:cNvSpPr/>
              <p:nvPr/>
            </p:nvSpPr>
            <p:spPr>
              <a:xfrm>
                <a:off x="8569046" y="746295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1BFCFD7E-C418-4B0D-BC24-CC470742F8E2}"/>
                </a:ext>
              </a:extLst>
            </p:cNvPr>
            <p:cNvGrpSpPr/>
            <p:nvPr/>
          </p:nvGrpSpPr>
          <p:grpSpPr>
            <a:xfrm>
              <a:off x="10272368" y="2147401"/>
              <a:ext cx="388855" cy="388855"/>
              <a:chOff x="114655" y="3347955"/>
              <a:chExt cx="950122" cy="950122"/>
            </a:xfrm>
          </p:grpSpPr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6087D578-B188-41C1-9E91-D14F78419246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5" name="橢圓 124">
                <a:extLst>
                  <a:ext uri="{FF2B5EF4-FFF2-40B4-BE49-F238E27FC236}">
                    <a16:creationId xmlns:a16="http://schemas.microsoft.com/office/drawing/2014/main" id="{812E273B-4817-4A87-B7EE-7505AB01D6A9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6" name="橢圓 125">
                <a:extLst>
                  <a:ext uri="{FF2B5EF4-FFF2-40B4-BE49-F238E27FC236}">
                    <a16:creationId xmlns:a16="http://schemas.microsoft.com/office/drawing/2014/main" id="{C8A89C37-60CE-45B0-86C8-8B87FC3CCD57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7" name="手繪多邊形: 圖案 126">
                <a:extLst>
                  <a:ext uri="{FF2B5EF4-FFF2-40B4-BE49-F238E27FC236}">
                    <a16:creationId xmlns:a16="http://schemas.microsoft.com/office/drawing/2014/main" id="{327F02A8-C322-401C-8607-A33E46A4357F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2E2C5C03-3CBD-46A0-BD48-CA6241DB8F7A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2B41A49A-98E0-446A-AE32-578934F25415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手繪多邊形: 圖案 129">
                <a:extLst>
                  <a:ext uri="{FF2B5EF4-FFF2-40B4-BE49-F238E27FC236}">
                    <a16:creationId xmlns:a16="http://schemas.microsoft.com/office/drawing/2014/main" id="{EF36907F-080E-41C9-914A-CE7CA8DDC3F6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4A7899E0-A1A4-4FE2-89CF-797C3EB899C6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381F6693-39AB-4EE9-8668-71127B68C94B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084967EF-8B83-457E-A4CC-1E72FC323C32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4" name="手繪多邊形: 圖案 133">
                <a:extLst>
                  <a:ext uri="{FF2B5EF4-FFF2-40B4-BE49-F238E27FC236}">
                    <a16:creationId xmlns:a16="http://schemas.microsoft.com/office/drawing/2014/main" id="{89CAF094-1C0E-4982-8601-F54627F3FB2C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5" name="橢圓 134">
                <a:extLst>
                  <a:ext uri="{FF2B5EF4-FFF2-40B4-BE49-F238E27FC236}">
                    <a16:creationId xmlns:a16="http://schemas.microsoft.com/office/drawing/2014/main" id="{1C1A237B-5697-4863-A3E3-B9D1FAFCDF96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6" name="橢圓 135">
                <a:extLst>
                  <a:ext uri="{FF2B5EF4-FFF2-40B4-BE49-F238E27FC236}">
                    <a16:creationId xmlns:a16="http://schemas.microsoft.com/office/drawing/2014/main" id="{F646C460-4DB2-48A4-92AF-7257C4789C01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7" name="橢圓 136">
                <a:extLst>
                  <a:ext uri="{FF2B5EF4-FFF2-40B4-BE49-F238E27FC236}">
                    <a16:creationId xmlns:a16="http://schemas.microsoft.com/office/drawing/2014/main" id="{24C533F6-47ED-46A2-83A3-01778C005AEE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8" name="橢圓 137">
                <a:extLst>
                  <a:ext uri="{FF2B5EF4-FFF2-40B4-BE49-F238E27FC236}">
                    <a16:creationId xmlns:a16="http://schemas.microsoft.com/office/drawing/2014/main" id="{C2EC9CDD-A813-4A74-8C49-7CEDAB1B3EA8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cxnSp>
        <p:nvCxnSpPr>
          <p:cNvPr id="261" name="直線單箭頭接點 260">
            <a:extLst>
              <a:ext uri="{FF2B5EF4-FFF2-40B4-BE49-F238E27FC236}">
                <a16:creationId xmlns:a16="http://schemas.microsoft.com/office/drawing/2014/main" id="{8614A312-2BC5-4B78-807E-58B462B04876}"/>
              </a:ext>
            </a:extLst>
          </p:cNvPr>
          <p:cNvCxnSpPr>
            <a:cxnSpLocks/>
          </p:cNvCxnSpPr>
          <p:nvPr/>
        </p:nvCxnSpPr>
        <p:spPr>
          <a:xfrm>
            <a:off x="4084205" y="3343740"/>
            <a:ext cx="378372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單箭頭接點 277">
            <a:extLst>
              <a:ext uri="{FF2B5EF4-FFF2-40B4-BE49-F238E27FC236}">
                <a16:creationId xmlns:a16="http://schemas.microsoft.com/office/drawing/2014/main" id="{CA27179D-A66C-4B70-A10E-F6CD26B70AEC}"/>
              </a:ext>
            </a:extLst>
          </p:cNvPr>
          <p:cNvCxnSpPr>
            <a:cxnSpLocks/>
          </p:cNvCxnSpPr>
          <p:nvPr/>
        </p:nvCxnSpPr>
        <p:spPr>
          <a:xfrm>
            <a:off x="5809509" y="3337829"/>
            <a:ext cx="537369" cy="0"/>
          </a:xfrm>
          <a:prstGeom prst="straightConnector1">
            <a:avLst/>
          </a:prstGeom>
          <a:noFill/>
          <a:ln w="38100">
            <a:solidFill>
              <a:srgbClr val="A6A6A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文字方塊 266">
            <a:extLst>
              <a:ext uri="{FF2B5EF4-FFF2-40B4-BE49-F238E27FC236}">
                <a16:creationId xmlns:a16="http://schemas.microsoft.com/office/drawing/2014/main" id="{38AC73F6-D7E0-4156-80C2-988921C0075D}"/>
              </a:ext>
            </a:extLst>
          </p:cNvPr>
          <p:cNvSpPr txBox="1"/>
          <p:nvPr/>
        </p:nvSpPr>
        <p:spPr>
          <a:xfrm>
            <a:off x="7572313" y="2114722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2F5597"/>
                </a:solidFill>
              </a:rPr>
              <a:t>Germline </a:t>
            </a:r>
          </a:p>
          <a:p>
            <a:r>
              <a:rPr lang="en-US" altLang="zh-TW" dirty="0">
                <a:solidFill>
                  <a:srgbClr val="2F5597"/>
                </a:solidFill>
              </a:rPr>
              <a:t>Haplotypes</a:t>
            </a:r>
          </a:p>
        </p:txBody>
      </p:sp>
      <p:sp>
        <p:nvSpPr>
          <p:cNvPr id="268" name="文字方塊 267">
            <a:extLst>
              <a:ext uri="{FF2B5EF4-FFF2-40B4-BE49-F238E27FC236}">
                <a16:creationId xmlns:a16="http://schemas.microsoft.com/office/drawing/2014/main" id="{2E9F0DA5-75BA-49C4-A1E3-79D77CE5DE13}"/>
              </a:ext>
            </a:extLst>
          </p:cNvPr>
          <p:cNvSpPr txBox="1"/>
          <p:nvPr/>
        </p:nvSpPr>
        <p:spPr>
          <a:xfrm>
            <a:off x="7534704" y="3985894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Somatic </a:t>
            </a:r>
          </a:p>
          <a:p>
            <a:r>
              <a:rPr lang="en-US" altLang="zh-TW" dirty="0">
                <a:solidFill>
                  <a:srgbClr val="C55A11"/>
                </a:solidFill>
              </a:rPr>
              <a:t>Haplotypes</a:t>
            </a:r>
          </a:p>
        </p:txBody>
      </p:sp>
      <p:cxnSp>
        <p:nvCxnSpPr>
          <p:cNvPr id="272" name="接點: 弧形 271">
            <a:extLst>
              <a:ext uri="{FF2B5EF4-FFF2-40B4-BE49-F238E27FC236}">
                <a16:creationId xmlns:a16="http://schemas.microsoft.com/office/drawing/2014/main" id="{9E048BA6-8190-4B3A-B9B2-8EE305114A30}"/>
              </a:ext>
            </a:extLst>
          </p:cNvPr>
          <p:cNvCxnSpPr>
            <a:cxnSpLocks/>
            <a:stCxn id="410" idx="3"/>
            <a:endCxn id="457" idx="3"/>
          </p:cNvCxnSpPr>
          <p:nvPr/>
        </p:nvCxnSpPr>
        <p:spPr>
          <a:xfrm>
            <a:off x="11706317" y="2200818"/>
            <a:ext cx="1" cy="1734543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接點: 弧形 272">
            <a:extLst>
              <a:ext uri="{FF2B5EF4-FFF2-40B4-BE49-F238E27FC236}">
                <a16:creationId xmlns:a16="http://schemas.microsoft.com/office/drawing/2014/main" id="{F9C88DBC-74CB-40AF-B7B9-1EE3334489DE}"/>
              </a:ext>
            </a:extLst>
          </p:cNvPr>
          <p:cNvCxnSpPr>
            <a:cxnSpLocks/>
            <a:stCxn id="422" idx="3"/>
            <a:endCxn id="444" idx="3"/>
          </p:cNvCxnSpPr>
          <p:nvPr/>
        </p:nvCxnSpPr>
        <p:spPr>
          <a:xfrm>
            <a:off x="11706318" y="2574516"/>
            <a:ext cx="12700" cy="1734543"/>
          </a:xfrm>
          <a:prstGeom prst="curvedConnector3">
            <a:avLst>
              <a:gd name="adj1" fmla="val 18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8" name="群組 507">
            <a:extLst>
              <a:ext uri="{FF2B5EF4-FFF2-40B4-BE49-F238E27FC236}">
                <a16:creationId xmlns:a16="http://schemas.microsoft.com/office/drawing/2014/main" id="{7C77FDFA-9717-4151-A76A-D2B67FA1F4CB}"/>
              </a:ext>
            </a:extLst>
          </p:cNvPr>
          <p:cNvGrpSpPr/>
          <p:nvPr/>
        </p:nvGrpSpPr>
        <p:grpSpPr>
          <a:xfrm>
            <a:off x="8879411" y="3750695"/>
            <a:ext cx="2826907" cy="1116728"/>
            <a:chOff x="8879411" y="3750695"/>
            <a:chExt cx="2826907" cy="1116728"/>
          </a:xfrm>
        </p:grpSpPr>
        <p:grpSp>
          <p:nvGrpSpPr>
            <p:cNvPr id="269" name="群組 268">
              <a:extLst>
                <a:ext uri="{FF2B5EF4-FFF2-40B4-BE49-F238E27FC236}">
                  <a16:creationId xmlns:a16="http://schemas.microsoft.com/office/drawing/2014/main" id="{42EEFEF1-7F2F-4F5E-820A-7FC0AE72B4C7}"/>
                </a:ext>
              </a:extLst>
            </p:cNvPr>
            <p:cNvGrpSpPr/>
            <p:nvPr/>
          </p:nvGrpSpPr>
          <p:grpSpPr>
            <a:xfrm>
              <a:off x="8973187" y="3750695"/>
              <a:ext cx="2733131" cy="369332"/>
              <a:chOff x="8973187" y="3235263"/>
              <a:chExt cx="2733131" cy="369332"/>
            </a:xfrm>
          </p:grpSpPr>
          <p:sp>
            <p:nvSpPr>
              <p:cNvPr id="453" name="文字方塊 452">
                <a:extLst>
                  <a:ext uri="{FF2B5EF4-FFF2-40B4-BE49-F238E27FC236}">
                    <a16:creationId xmlns:a16="http://schemas.microsoft.com/office/drawing/2014/main" id="{7D9342D7-CADE-4834-8B46-D9B9E28CAE79}"/>
                  </a:ext>
                </a:extLst>
              </p:cNvPr>
              <p:cNvSpPr txBox="1"/>
              <p:nvPr/>
            </p:nvSpPr>
            <p:spPr>
              <a:xfrm>
                <a:off x="8973187" y="3235263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C55A11"/>
                    </a:solidFill>
                  </a:rPr>
                  <a:t>HP1-1</a:t>
                </a:r>
              </a:p>
            </p:txBody>
          </p:sp>
          <p:grpSp>
            <p:nvGrpSpPr>
              <p:cNvPr id="454" name="群組 453">
                <a:extLst>
                  <a:ext uri="{FF2B5EF4-FFF2-40B4-BE49-F238E27FC236}">
                    <a16:creationId xmlns:a16="http://schemas.microsoft.com/office/drawing/2014/main" id="{AB70A61D-B55D-4E7A-8D24-48C1D9F603E8}"/>
                  </a:ext>
                </a:extLst>
              </p:cNvPr>
              <p:cNvGrpSpPr/>
              <p:nvPr/>
            </p:nvGrpSpPr>
            <p:grpSpPr>
              <a:xfrm>
                <a:off x="10068258" y="3351419"/>
                <a:ext cx="1638060" cy="137021"/>
                <a:chOff x="10068258" y="3351419"/>
                <a:chExt cx="1638060" cy="137021"/>
              </a:xfrm>
            </p:grpSpPr>
            <p:sp>
              <p:nvSpPr>
                <p:cNvPr id="455" name="箭號: 五邊形 454">
                  <a:extLst>
                    <a:ext uri="{FF2B5EF4-FFF2-40B4-BE49-F238E27FC236}">
                      <a16:creationId xmlns:a16="http://schemas.microsoft.com/office/drawing/2014/main" id="{1AB6DB4D-7917-49A1-86EC-3DFA91F5FBE6}"/>
                    </a:ext>
                  </a:extLst>
                </p:cNvPr>
                <p:cNvSpPr/>
                <p:nvPr/>
              </p:nvSpPr>
              <p:spPr>
                <a:xfrm>
                  <a:off x="10068258" y="3355129"/>
                  <a:ext cx="88656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56" name="矩形 178">
                  <a:extLst>
                    <a:ext uri="{FF2B5EF4-FFF2-40B4-BE49-F238E27FC236}">
                      <a16:creationId xmlns:a16="http://schemas.microsoft.com/office/drawing/2014/main" id="{E7C81E32-1E70-40A0-AE4C-B56B96693A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94406" y="33514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7" name="箭號: 五邊形 456">
                  <a:extLst>
                    <a:ext uri="{FF2B5EF4-FFF2-40B4-BE49-F238E27FC236}">
                      <a16:creationId xmlns:a16="http://schemas.microsoft.com/office/drawing/2014/main" id="{AD9EDAC6-352C-44C8-B4CB-A15A3AA4879E}"/>
                    </a:ext>
                  </a:extLst>
                </p:cNvPr>
                <p:cNvSpPr/>
                <p:nvPr/>
              </p:nvSpPr>
              <p:spPr>
                <a:xfrm>
                  <a:off x="10894792" y="3355129"/>
                  <a:ext cx="811526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58" name="矩形 178">
                  <a:extLst>
                    <a:ext uri="{FF2B5EF4-FFF2-40B4-BE49-F238E27FC236}">
                      <a16:creationId xmlns:a16="http://schemas.microsoft.com/office/drawing/2014/main" id="{B25E35E1-B1CE-46F3-8D68-85B0438CFA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4695" y="3351419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9" name="矩形 178">
                  <a:extLst>
                    <a:ext uri="{FF2B5EF4-FFF2-40B4-BE49-F238E27FC236}">
                      <a16:creationId xmlns:a16="http://schemas.microsoft.com/office/drawing/2014/main" id="{7CEE5A0D-8206-4C10-BB69-822E604366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4792" y="33514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0" name="矩形 178">
                  <a:extLst>
                    <a:ext uri="{FF2B5EF4-FFF2-40B4-BE49-F238E27FC236}">
                      <a16:creationId xmlns:a16="http://schemas.microsoft.com/office/drawing/2014/main" id="{FC599390-529D-41AD-B484-D4BE59104C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4893" y="33514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1" name="矩形 178">
                  <a:extLst>
                    <a:ext uri="{FF2B5EF4-FFF2-40B4-BE49-F238E27FC236}">
                      <a16:creationId xmlns:a16="http://schemas.microsoft.com/office/drawing/2014/main" id="{B981C065-F21A-4E92-A44D-812FAACB7A5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94504" y="33514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2" name="矩形 178">
                  <a:extLst>
                    <a:ext uri="{FF2B5EF4-FFF2-40B4-BE49-F238E27FC236}">
                      <a16:creationId xmlns:a16="http://schemas.microsoft.com/office/drawing/2014/main" id="{58EC238C-9534-4B6F-B231-07896E3A65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94597" y="33514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3" name="矩形 178">
                  <a:extLst>
                    <a:ext uri="{FF2B5EF4-FFF2-40B4-BE49-F238E27FC236}">
                      <a16:creationId xmlns:a16="http://schemas.microsoft.com/office/drawing/2014/main" id="{40137B70-DC5C-4FF9-9652-BE0E5CEC6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294974" y="3351419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4" name="矩形 178">
                  <a:extLst>
                    <a:ext uri="{FF2B5EF4-FFF2-40B4-BE49-F238E27FC236}">
                      <a16:creationId xmlns:a16="http://schemas.microsoft.com/office/drawing/2014/main" id="{DD9A3FE4-B2B6-41FB-A743-D9B02DD4AB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95072" y="3351419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70" name="群組 269">
              <a:extLst>
                <a:ext uri="{FF2B5EF4-FFF2-40B4-BE49-F238E27FC236}">
                  <a16:creationId xmlns:a16="http://schemas.microsoft.com/office/drawing/2014/main" id="{AD3546F3-DFFC-495F-BEEE-99415376728C}"/>
                </a:ext>
              </a:extLst>
            </p:cNvPr>
            <p:cNvGrpSpPr/>
            <p:nvPr/>
          </p:nvGrpSpPr>
          <p:grpSpPr>
            <a:xfrm>
              <a:off x="8973187" y="4124393"/>
              <a:ext cx="2733131" cy="369332"/>
              <a:chOff x="8973187" y="3657635"/>
              <a:chExt cx="2733131" cy="369332"/>
            </a:xfrm>
          </p:grpSpPr>
          <p:sp>
            <p:nvSpPr>
              <p:cNvPr id="442" name="文字方塊 441">
                <a:extLst>
                  <a:ext uri="{FF2B5EF4-FFF2-40B4-BE49-F238E27FC236}">
                    <a16:creationId xmlns:a16="http://schemas.microsoft.com/office/drawing/2014/main" id="{59F6FBB5-987C-420C-A3F4-28C553D6FC81}"/>
                  </a:ext>
                </a:extLst>
              </p:cNvPr>
              <p:cNvSpPr txBox="1"/>
              <p:nvPr/>
            </p:nvSpPr>
            <p:spPr>
              <a:xfrm>
                <a:off x="8973187" y="3657635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C55A11"/>
                    </a:solidFill>
                  </a:rPr>
                  <a:t>HP2-1</a:t>
                </a:r>
              </a:p>
            </p:txBody>
          </p:sp>
          <p:grpSp>
            <p:nvGrpSpPr>
              <p:cNvPr id="443" name="群組 442">
                <a:extLst>
                  <a:ext uri="{FF2B5EF4-FFF2-40B4-BE49-F238E27FC236}">
                    <a16:creationId xmlns:a16="http://schemas.microsoft.com/office/drawing/2014/main" id="{BAFD69BE-14CC-4C39-9FBE-C92CFFBE64DD}"/>
                  </a:ext>
                </a:extLst>
              </p:cNvPr>
              <p:cNvGrpSpPr/>
              <p:nvPr/>
            </p:nvGrpSpPr>
            <p:grpSpPr>
              <a:xfrm>
                <a:off x="10068258" y="3773791"/>
                <a:ext cx="1638060" cy="137021"/>
                <a:chOff x="10068258" y="3773791"/>
                <a:chExt cx="1638060" cy="137021"/>
              </a:xfrm>
            </p:grpSpPr>
            <p:sp>
              <p:nvSpPr>
                <p:cNvPr id="444" name="箭號: 五邊形 443">
                  <a:extLst>
                    <a:ext uri="{FF2B5EF4-FFF2-40B4-BE49-F238E27FC236}">
                      <a16:creationId xmlns:a16="http://schemas.microsoft.com/office/drawing/2014/main" id="{1D88A1BA-4CBF-49A6-A9A3-69F28E1BDD93}"/>
                    </a:ext>
                  </a:extLst>
                </p:cNvPr>
                <p:cNvSpPr/>
                <p:nvPr/>
              </p:nvSpPr>
              <p:spPr>
                <a:xfrm>
                  <a:off x="10068258" y="3777501"/>
                  <a:ext cx="163806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45" name="矩形 178">
                  <a:extLst>
                    <a:ext uri="{FF2B5EF4-FFF2-40B4-BE49-F238E27FC236}">
                      <a16:creationId xmlns:a16="http://schemas.microsoft.com/office/drawing/2014/main" id="{8A9C92B2-8277-4F2B-9D6A-73CD80DA08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4695" y="377379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6" name="矩形 178">
                  <a:extLst>
                    <a:ext uri="{FF2B5EF4-FFF2-40B4-BE49-F238E27FC236}">
                      <a16:creationId xmlns:a16="http://schemas.microsoft.com/office/drawing/2014/main" id="{14FFB1A4-61B3-499C-AF56-0ED6CD66D2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4792" y="3773791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7" name="矩形 178">
                  <a:extLst>
                    <a:ext uri="{FF2B5EF4-FFF2-40B4-BE49-F238E27FC236}">
                      <a16:creationId xmlns:a16="http://schemas.microsoft.com/office/drawing/2014/main" id="{8C34810C-0873-4165-AF29-25EC18A331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4893" y="377379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8" name="矩形 178">
                  <a:extLst>
                    <a:ext uri="{FF2B5EF4-FFF2-40B4-BE49-F238E27FC236}">
                      <a16:creationId xmlns:a16="http://schemas.microsoft.com/office/drawing/2014/main" id="{27D69C6D-87CA-4AAF-B557-10D84B395A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94406" y="377379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9" name="矩形 178">
                  <a:extLst>
                    <a:ext uri="{FF2B5EF4-FFF2-40B4-BE49-F238E27FC236}">
                      <a16:creationId xmlns:a16="http://schemas.microsoft.com/office/drawing/2014/main" id="{5175D5F7-52B6-44B0-9890-53DB583E62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94504" y="377379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0" name="矩形 178">
                  <a:extLst>
                    <a:ext uri="{FF2B5EF4-FFF2-40B4-BE49-F238E27FC236}">
                      <a16:creationId xmlns:a16="http://schemas.microsoft.com/office/drawing/2014/main" id="{71A1E291-22A0-4181-BCD3-9AAD0475C5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94597" y="3773791"/>
                  <a:ext cx="149158" cy="137021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1" name="矩形 178">
                  <a:extLst>
                    <a:ext uri="{FF2B5EF4-FFF2-40B4-BE49-F238E27FC236}">
                      <a16:creationId xmlns:a16="http://schemas.microsoft.com/office/drawing/2014/main" id="{D74C8C4B-D62B-43B3-B58E-F7A9A2FCBB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294974" y="377379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2" name="矩形 178">
                  <a:extLst>
                    <a:ext uri="{FF2B5EF4-FFF2-40B4-BE49-F238E27FC236}">
                      <a16:creationId xmlns:a16="http://schemas.microsoft.com/office/drawing/2014/main" id="{C68D8E13-A830-498A-B67A-2663AE59E73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95072" y="3773791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71" name="群組 270">
              <a:extLst>
                <a:ext uri="{FF2B5EF4-FFF2-40B4-BE49-F238E27FC236}">
                  <a16:creationId xmlns:a16="http://schemas.microsoft.com/office/drawing/2014/main" id="{C1A09BEE-BCE5-4105-AF49-9E0DDB999828}"/>
                </a:ext>
              </a:extLst>
            </p:cNvPr>
            <p:cNvGrpSpPr/>
            <p:nvPr/>
          </p:nvGrpSpPr>
          <p:grpSpPr>
            <a:xfrm>
              <a:off x="8879411" y="4498091"/>
              <a:ext cx="2826907" cy="369332"/>
              <a:chOff x="8879411" y="4080006"/>
              <a:chExt cx="2826907" cy="369332"/>
            </a:xfrm>
          </p:grpSpPr>
          <p:sp>
            <p:nvSpPr>
              <p:cNvPr id="431" name="文字方塊 430">
                <a:extLst>
                  <a:ext uri="{FF2B5EF4-FFF2-40B4-BE49-F238E27FC236}">
                    <a16:creationId xmlns:a16="http://schemas.microsoft.com/office/drawing/2014/main" id="{CC477E12-5FA5-4052-93B4-58E53EB42A30}"/>
                  </a:ext>
                </a:extLst>
              </p:cNvPr>
              <p:cNvSpPr txBox="1"/>
              <p:nvPr/>
            </p:nvSpPr>
            <p:spPr>
              <a:xfrm>
                <a:off x="8879411" y="4080006"/>
                <a:ext cx="9396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C55A11"/>
                    </a:solidFill>
                  </a:rPr>
                  <a:t>HP2-1-1</a:t>
                </a:r>
              </a:p>
            </p:txBody>
          </p:sp>
          <p:grpSp>
            <p:nvGrpSpPr>
              <p:cNvPr id="432" name="群組 431">
                <a:extLst>
                  <a:ext uri="{FF2B5EF4-FFF2-40B4-BE49-F238E27FC236}">
                    <a16:creationId xmlns:a16="http://schemas.microsoft.com/office/drawing/2014/main" id="{62B5CC44-C168-49BC-9EAC-40D0BD80563C}"/>
                  </a:ext>
                </a:extLst>
              </p:cNvPr>
              <p:cNvGrpSpPr/>
              <p:nvPr/>
            </p:nvGrpSpPr>
            <p:grpSpPr>
              <a:xfrm>
                <a:off x="10068258" y="4196162"/>
                <a:ext cx="1638060" cy="137021"/>
                <a:chOff x="10068258" y="4196162"/>
                <a:chExt cx="1638060" cy="137021"/>
              </a:xfrm>
            </p:grpSpPr>
            <p:sp>
              <p:nvSpPr>
                <p:cNvPr id="433" name="箭號: 五邊形 432">
                  <a:extLst>
                    <a:ext uri="{FF2B5EF4-FFF2-40B4-BE49-F238E27FC236}">
                      <a16:creationId xmlns:a16="http://schemas.microsoft.com/office/drawing/2014/main" id="{8889A4EF-5990-4D54-A218-D45E962D5143}"/>
                    </a:ext>
                  </a:extLst>
                </p:cNvPr>
                <p:cNvSpPr/>
                <p:nvPr/>
              </p:nvSpPr>
              <p:spPr>
                <a:xfrm>
                  <a:off x="10068258" y="4199872"/>
                  <a:ext cx="163806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34" name="矩形 178">
                  <a:extLst>
                    <a:ext uri="{FF2B5EF4-FFF2-40B4-BE49-F238E27FC236}">
                      <a16:creationId xmlns:a16="http://schemas.microsoft.com/office/drawing/2014/main" id="{E404A849-2504-40C4-B79D-CA3C827B410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4695" y="419616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5" name="矩形 178">
                  <a:extLst>
                    <a:ext uri="{FF2B5EF4-FFF2-40B4-BE49-F238E27FC236}">
                      <a16:creationId xmlns:a16="http://schemas.microsoft.com/office/drawing/2014/main" id="{4A5CC060-55E3-4499-852F-B78BD8E8E5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94792" y="4196162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6" name="矩形 178">
                  <a:extLst>
                    <a:ext uri="{FF2B5EF4-FFF2-40B4-BE49-F238E27FC236}">
                      <a16:creationId xmlns:a16="http://schemas.microsoft.com/office/drawing/2014/main" id="{053E48F6-5CE0-4D7F-8BA0-F5C81F7FBD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4893" y="419616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7" name="矩形 178">
                  <a:extLst>
                    <a:ext uri="{FF2B5EF4-FFF2-40B4-BE49-F238E27FC236}">
                      <a16:creationId xmlns:a16="http://schemas.microsoft.com/office/drawing/2014/main" id="{77B384C4-07F1-4865-A008-217EDDA43B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94406" y="419616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8" name="矩形 178">
                  <a:extLst>
                    <a:ext uri="{FF2B5EF4-FFF2-40B4-BE49-F238E27FC236}">
                      <a16:creationId xmlns:a16="http://schemas.microsoft.com/office/drawing/2014/main" id="{F1F578EF-5F64-414C-8419-8C05E3A557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94504" y="419616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9" name="矩形 178">
                  <a:extLst>
                    <a:ext uri="{FF2B5EF4-FFF2-40B4-BE49-F238E27FC236}">
                      <a16:creationId xmlns:a16="http://schemas.microsoft.com/office/drawing/2014/main" id="{75CDC686-31B2-4DB1-B730-EA2E9332FEC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94597" y="4196162"/>
                  <a:ext cx="149158" cy="137021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0" name="矩形 178">
                  <a:extLst>
                    <a:ext uri="{FF2B5EF4-FFF2-40B4-BE49-F238E27FC236}">
                      <a16:creationId xmlns:a16="http://schemas.microsoft.com/office/drawing/2014/main" id="{BE8479FE-A86E-4B7A-B9AA-5CC4168331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294974" y="419616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1" name="矩形 178">
                  <a:extLst>
                    <a:ext uri="{FF2B5EF4-FFF2-40B4-BE49-F238E27FC236}">
                      <a16:creationId xmlns:a16="http://schemas.microsoft.com/office/drawing/2014/main" id="{BF7CE2C2-D782-4D6D-A4B6-82F4B3E831E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495072" y="4196162"/>
                  <a:ext cx="149157" cy="137021"/>
                </a:xfrm>
                <a:prstGeom prst="rect">
                  <a:avLst/>
                </a:pr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cxnSp>
          <p:nvCxnSpPr>
            <p:cNvPr id="274" name="接點: 弧形 273">
              <a:extLst>
                <a:ext uri="{FF2B5EF4-FFF2-40B4-BE49-F238E27FC236}">
                  <a16:creationId xmlns:a16="http://schemas.microsoft.com/office/drawing/2014/main" id="{1075446C-9A9D-4DE0-8029-A62493B789F9}"/>
                </a:ext>
              </a:extLst>
            </p:cNvPr>
            <p:cNvCxnSpPr>
              <a:cxnSpLocks/>
              <a:stCxn id="444" idx="3"/>
              <a:endCxn id="441" idx="3"/>
            </p:cNvCxnSpPr>
            <p:nvPr/>
          </p:nvCxnSpPr>
          <p:spPr>
            <a:xfrm flipH="1">
              <a:off x="11644229" y="4309059"/>
              <a:ext cx="62089" cy="373699"/>
            </a:xfrm>
            <a:prstGeom prst="curvedConnector3">
              <a:avLst>
                <a:gd name="adj1" fmla="val -368181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5" name="群組 274">
            <a:extLst>
              <a:ext uri="{FF2B5EF4-FFF2-40B4-BE49-F238E27FC236}">
                <a16:creationId xmlns:a16="http://schemas.microsoft.com/office/drawing/2014/main" id="{ED0E5E6B-1EB1-4840-A74E-9BF6E7D11613}"/>
              </a:ext>
            </a:extLst>
          </p:cNvPr>
          <p:cNvGrpSpPr/>
          <p:nvPr/>
        </p:nvGrpSpPr>
        <p:grpSpPr>
          <a:xfrm>
            <a:off x="8938945" y="2389850"/>
            <a:ext cx="2767373" cy="369332"/>
            <a:chOff x="8938945" y="2812891"/>
            <a:chExt cx="2767373" cy="369332"/>
          </a:xfrm>
        </p:grpSpPr>
        <p:grpSp>
          <p:nvGrpSpPr>
            <p:cNvPr id="419" name="群組 418">
              <a:extLst>
                <a:ext uri="{FF2B5EF4-FFF2-40B4-BE49-F238E27FC236}">
                  <a16:creationId xmlns:a16="http://schemas.microsoft.com/office/drawing/2014/main" id="{123F49B4-C778-44E1-BA4A-8D8DC9DB7391}"/>
                </a:ext>
              </a:extLst>
            </p:cNvPr>
            <p:cNvGrpSpPr/>
            <p:nvPr/>
          </p:nvGrpSpPr>
          <p:grpSpPr>
            <a:xfrm>
              <a:off x="10068258" y="2929047"/>
              <a:ext cx="1638060" cy="137021"/>
              <a:chOff x="10068258" y="2929047"/>
              <a:chExt cx="1638060" cy="137021"/>
            </a:xfrm>
          </p:grpSpPr>
          <p:sp>
            <p:nvSpPr>
              <p:cNvPr id="422" name="箭號: 五邊形 421">
                <a:extLst>
                  <a:ext uri="{FF2B5EF4-FFF2-40B4-BE49-F238E27FC236}">
                    <a16:creationId xmlns:a16="http://schemas.microsoft.com/office/drawing/2014/main" id="{393BCB88-FE95-403B-96B6-116E8478FA1E}"/>
                  </a:ext>
                </a:extLst>
              </p:cNvPr>
              <p:cNvSpPr/>
              <p:nvPr/>
            </p:nvSpPr>
            <p:spPr>
              <a:xfrm>
                <a:off x="10068258" y="2932757"/>
                <a:ext cx="163806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3" name="矩形 178">
                <a:extLst>
                  <a:ext uri="{FF2B5EF4-FFF2-40B4-BE49-F238E27FC236}">
                    <a16:creationId xmlns:a16="http://schemas.microsoft.com/office/drawing/2014/main" id="{50383744-AFD6-4144-8719-81BF328C91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4695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4" name="矩形 178">
                <a:extLst>
                  <a:ext uri="{FF2B5EF4-FFF2-40B4-BE49-F238E27FC236}">
                    <a16:creationId xmlns:a16="http://schemas.microsoft.com/office/drawing/2014/main" id="{59C12180-D936-400E-AD25-E6F59B7EFB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94792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5" name="矩形 178">
                <a:extLst>
                  <a:ext uri="{FF2B5EF4-FFF2-40B4-BE49-F238E27FC236}">
                    <a16:creationId xmlns:a16="http://schemas.microsoft.com/office/drawing/2014/main" id="{3D5CB744-0CA8-480C-A0A2-BE2AC4DDF8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94893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6" name="矩形 178">
                <a:extLst>
                  <a:ext uri="{FF2B5EF4-FFF2-40B4-BE49-F238E27FC236}">
                    <a16:creationId xmlns:a16="http://schemas.microsoft.com/office/drawing/2014/main" id="{FD0FE7FD-C41E-4625-9AE8-D67B921138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94406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7" name="矩形 178">
                <a:extLst>
                  <a:ext uri="{FF2B5EF4-FFF2-40B4-BE49-F238E27FC236}">
                    <a16:creationId xmlns:a16="http://schemas.microsoft.com/office/drawing/2014/main" id="{84D9760D-7E81-4398-86D6-42D71663DB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94504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8" name="矩形 178">
                <a:extLst>
                  <a:ext uri="{FF2B5EF4-FFF2-40B4-BE49-F238E27FC236}">
                    <a16:creationId xmlns:a16="http://schemas.microsoft.com/office/drawing/2014/main" id="{F86A4CC2-8D9C-43BE-81D2-BC885D372A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94597" y="2929047"/>
                <a:ext cx="149158" cy="137021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9" name="矩形 178">
                <a:extLst>
                  <a:ext uri="{FF2B5EF4-FFF2-40B4-BE49-F238E27FC236}">
                    <a16:creationId xmlns:a16="http://schemas.microsoft.com/office/drawing/2014/main" id="{D15AB43A-F0CE-4778-8333-72AF96FC9E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294974" y="292904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0" name="矩形 178">
                <a:extLst>
                  <a:ext uri="{FF2B5EF4-FFF2-40B4-BE49-F238E27FC236}">
                    <a16:creationId xmlns:a16="http://schemas.microsoft.com/office/drawing/2014/main" id="{F56A6CC1-44E5-4568-B7E2-0D3EDC2095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95072" y="2929047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20" name="文字方塊 419">
              <a:extLst>
                <a:ext uri="{FF2B5EF4-FFF2-40B4-BE49-F238E27FC236}">
                  <a16:creationId xmlns:a16="http://schemas.microsoft.com/office/drawing/2014/main" id="{B2D1B18F-1250-4B63-B3D0-85F62DBEF974}"/>
                </a:ext>
              </a:extLst>
            </p:cNvPr>
            <p:cNvSpPr txBox="1"/>
            <p:nvPr/>
          </p:nvSpPr>
          <p:spPr>
            <a:xfrm>
              <a:off x="9254514" y="2812891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2F5597"/>
                  </a:solidFill>
                </a:rPr>
                <a:t>HP2</a:t>
              </a:r>
            </a:p>
          </p:txBody>
        </p:sp>
        <p:pic>
          <p:nvPicPr>
            <p:cNvPr id="421" name="圖形 420" descr="女性形象 以實心填滿">
              <a:extLst>
                <a:ext uri="{FF2B5EF4-FFF2-40B4-BE49-F238E27FC236}">
                  <a16:creationId xmlns:a16="http://schemas.microsoft.com/office/drawing/2014/main" id="{762A77DA-AACE-4507-9E2D-BBAF29583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938945" y="2834738"/>
              <a:ext cx="325637" cy="325637"/>
            </a:xfrm>
            <a:prstGeom prst="rect">
              <a:avLst/>
            </a:prstGeom>
          </p:spPr>
        </p:pic>
      </p:grpSp>
      <p:grpSp>
        <p:nvGrpSpPr>
          <p:cNvPr id="276" name="群組 275">
            <a:extLst>
              <a:ext uri="{FF2B5EF4-FFF2-40B4-BE49-F238E27FC236}">
                <a16:creationId xmlns:a16="http://schemas.microsoft.com/office/drawing/2014/main" id="{FE0EE1DB-F931-4645-B94D-15294100B952}"/>
              </a:ext>
            </a:extLst>
          </p:cNvPr>
          <p:cNvGrpSpPr/>
          <p:nvPr/>
        </p:nvGrpSpPr>
        <p:grpSpPr>
          <a:xfrm>
            <a:off x="8937207" y="2011415"/>
            <a:ext cx="2769110" cy="374069"/>
            <a:chOff x="8937207" y="2385782"/>
            <a:chExt cx="2769110" cy="374069"/>
          </a:xfrm>
        </p:grpSpPr>
        <p:grpSp>
          <p:nvGrpSpPr>
            <p:cNvPr id="406" name="群組 405">
              <a:extLst>
                <a:ext uri="{FF2B5EF4-FFF2-40B4-BE49-F238E27FC236}">
                  <a16:creationId xmlns:a16="http://schemas.microsoft.com/office/drawing/2014/main" id="{509C49E0-8F68-45D7-8CA9-F0F83A27596D}"/>
                </a:ext>
              </a:extLst>
            </p:cNvPr>
            <p:cNvGrpSpPr/>
            <p:nvPr/>
          </p:nvGrpSpPr>
          <p:grpSpPr>
            <a:xfrm>
              <a:off x="10068258" y="2506675"/>
              <a:ext cx="1638059" cy="137021"/>
              <a:chOff x="10068258" y="2506675"/>
              <a:chExt cx="1638059" cy="137021"/>
            </a:xfrm>
          </p:grpSpPr>
          <p:sp>
            <p:nvSpPr>
              <p:cNvPr id="409" name="箭號: 五邊形 408">
                <a:extLst>
                  <a:ext uri="{FF2B5EF4-FFF2-40B4-BE49-F238E27FC236}">
                    <a16:creationId xmlns:a16="http://schemas.microsoft.com/office/drawing/2014/main" id="{AD60408B-BD1E-4768-88BE-0DE5755BA94A}"/>
                  </a:ext>
                </a:extLst>
              </p:cNvPr>
              <p:cNvSpPr/>
              <p:nvPr/>
            </p:nvSpPr>
            <p:spPr>
              <a:xfrm>
                <a:off x="10068258" y="2510385"/>
                <a:ext cx="88656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rgbClr val="C9C9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0" name="箭號: 五邊形 409">
                <a:extLst>
                  <a:ext uri="{FF2B5EF4-FFF2-40B4-BE49-F238E27FC236}">
                    <a16:creationId xmlns:a16="http://schemas.microsoft.com/office/drawing/2014/main" id="{C052F2F6-D9C9-4E88-B55A-A2A6CECDE1A2}"/>
                  </a:ext>
                </a:extLst>
              </p:cNvPr>
              <p:cNvSpPr/>
              <p:nvPr/>
            </p:nvSpPr>
            <p:spPr>
              <a:xfrm>
                <a:off x="10890068" y="2510385"/>
                <a:ext cx="816249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1" name="矩形 178">
                <a:extLst>
                  <a:ext uri="{FF2B5EF4-FFF2-40B4-BE49-F238E27FC236}">
                    <a16:creationId xmlns:a16="http://schemas.microsoft.com/office/drawing/2014/main" id="{EB5B7745-B10D-481E-8470-57F1E0ED87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4695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2" name="矩形 178">
                <a:extLst>
                  <a:ext uri="{FF2B5EF4-FFF2-40B4-BE49-F238E27FC236}">
                    <a16:creationId xmlns:a16="http://schemas.microsoft.com/office/drawing/2014/main" id="{5982040B-48E2-4DC2-8F5D-A5D0DB0D36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894792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3" name="矩形 178">
                <a:extLst>
                  <a:ext uri="{FF2B5EF4-FFF2-40B4-BE49-F238E27FC236}">
                    <a16:creationId xmlns:a16="http://schemas.microsoft.com/office/drawing/2014/main" id="{0E63AD38-900E-4D11-AC3A-77B21323E0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94893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4" name="矩形 178">
                <a:extLst>
                  <a:ext uri="{FF2B5EF4-FFF2-40B4-BE49-F238E27FC236}">
                    <a16:creationId xmlns:a16="http://schemas.microsoft.com/office/drawing/2014/main" id="{D1FE86DE-CBFF-4C01-90DD-934B4A587D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94406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5" name="矩形 178">
                <a:extLst>
                  <a:ext uri="{FF2B5EF4-FFF2-40B4-BE49-F238E27FC236}">
                    <a16:creationId xmlns:a16="http://schemas.microsoft.com/office/drawing/2014/main" id="{E6BD9576-C6F0-41D8-A12B-7495C61B1A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94504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6" name="矩形 178">
                <a:extLst>
                  <a:ext uri="{FF2B5EF4-FFF2-40B4-BE49-F238E27FC236}">
                    <a16:creationId xmlns:a16="http://schemas.microsoft.com/office/drawing/2014/main" id="{0455B1C5-CA07-4B09-8F52-42FAFEA5B3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94597" y="250667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7" name="矩形 178">
                <a:extLst>
                  <a:ext uri="{FF2B5EF4-FFF2-40B4-BE49-F238E27FC236}">
                    <a16:creationId xmlns:a16="http://schemas.microsoft.com/office/drawing/2014/main" id="{09B09F1F-697A-42DD-9442-3CE39BE9E7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294974" y="2506675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18" name="矩形 178">
                <a:extLst>
                  <a:ext uri="{FF2B5EF4-FFF2-40B4-BE49-F238E27FC236}">
                    <a16:creationId xmlns:a16="http://schemas.microsoft.com/office/drawing/2014/main" id="{E776FAAE-6AEE-429E-BC05-D404061A50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95072" y="2506675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07" name="文字方塊 406">
              <a:extLst>
                <a:ext uri="{FF2B5EF4-FFF2-40B4-BE49-F238E27FC236}">
                  <a16:creationId xmlns:a16="http://schemas.microsoft.com/office/drawing/2014/main" id="{7E89E60E-E594-440A-92D2-E90EFD4063FE}"/>
                </a:ext>
              </a:extLst>
            </p:cNvPr>
            <p:cNvSpPr txBox="1"/>
            <p:nvPr/>
          </p:nvSpPr>
          <p:spPr>
            <a:xfrm>
              <a:off x="9254514" y="2390519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2F5597"/>
                  </a:solidFill>
                </a:rPr>
                <a:t>HP1</a:t>
              </a:r>
            </a:p>
          </p:txBody>
        </p:sp>
        <p:pic>
          <p:nvPicPr>
            <p:cNvPr id="408" name="圖形 407" descr="男性形象 以實心填滿">
              <a:extLst>
                <a:ext uri="{FF2B5EF4-FFF2-40B4-BE49-F238E27FC236}">
                  <a16:creationId xmlns:a16="http://schemas.microsoft.com/office/drawing/2014/main" id="{43CD7D58-AEB8-4227-81A0-2B8B7594A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37207" y="2385782"/>
              <a:ext cx="325637" cy="325637"/>
            </a:xfrm>
            <a:prstGeom prst="rect">
              <a:avLst/>
            </a:prstGeom>
          </p:spPr>
        </p:pic>
      </p:grpSp>
      <p:grpSp>
        <p:nvGrpSpPr>
          <p:cNvPr id="280" name="群組 279">
            <a:extLst>
              <a:ext uri="{FF2B5EF4-FFF2-40B4-BE49-F238E27FC236}">
                <a16:creationId xmlns:a16="http://schemas.microsoft.com/office/drawing/2014/main" id="{7AB35FF3-022D-49F1-B241-D7DEDCAC83BD}"/>
              </a:ext>
            </a:extLst>
          </p:cNvPr>
          <p:cNvGrpSpPr/>
          <p:nvPr/>
        </p:nvGrpSpPr>
        <p:grpSpPr>
          <a:xfrm>
            <a:off x="6653997" y="3869570"/>
            <a:ext cx="785672" cy="878979"/>
            <a:chOff x="6628771" y="4812859"/>
            <a:chExt cx="785672" cy="878979"/>
          </a:xfrm>
        </p:grpSpPr>
        <p:grpSp>
          <p:nvGrpSpPr>
            <p:cNvPr id="331" name="群組 330">
              <a:extLst>
                <a:ext uri="{FF2B5EF4-FFF2-40B4-BE49-F238E27FC236}">
                  <a16:creationId xmlns:a16="http://schemas.microsoft.com/office/drawing/2014/main" id="{773A1F99-2476-425B-8B3E-6F5ADC6604C3}"/>
                </a:ext>
              </a:extLst>
            </p:cNvPr>
            <p:cNvGrpSpPr/>
            <p:nvPr/>
          </p:nvGrpSpPr>
          <p:grpSpPr>
            <a:xfrm>
              <a:off x="6830134" y="5302983"/>
              <a:ext cx="388855" cy="388855"/>
              <a:chOff x="6504783" y="529623"/>
              <a:chExt cx="950122" cy="950122"/>
            </a:xfrm>
          </p:grpSpPr>
          <p:sp>
            <p:nvSpPr>
              <p:cNvPr id="389" name="橢圓 388">
                <a:extLst>
                  <a:ext uri="{FF2B5EF4-FFF2-40B4-BE49-F238E27FC236}">
                    <a16:creationId xmlns:a16="http://schemas.microsoft.com/office/drawing/2014/main" id="{61966CB0-E270-4DF4-A450-C0EC6CC391F5}"/>
                  </a:ext>
                </a:extLst>
              </p:cNvPr>
              <p:cNvSpPr/>
              <p:nvPr/>
            </p:nvSpPr>
            <p:spPr>
              <a:xfrm>
                <a:off x="6504783" y="529623"/>
                <a:ext cx="950122" cy="950122"/>
              </a:xfrm>
              <a:prstGeom prst="ellipse">
                <a:avLst/>
              </a:prstGeom>
              <a:solidFill>
                <a:srgbClr val="FFF2CC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0" name="橢圓 389">
                <a:extLst>
                  <a:ext uri="{FF2B5EF4-FFF2-40B4-BE49-F238E27FC236}">
                    <a16:creationId xmlns:a16="http://schemas.microsoft.com/office/drawing/2014/main" id="{C5B0CCC6-1334-49AC-989D-A6E6B4C4D45A}"/>
                  </a:ext>
                </a:extLst>
              </p:cNvPr>
              <p:cNvSpPr/>
              <p:nvPr/>
            </p:nvSpPr>
            <p:spPr>
              <a:xfrm>
                <a:off x="6939668" y="1050603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1" name="橢圓 390">
                <a:extLst>
                  <a:ext uri="{FF2B5EF4-FFF2-40B4-BE49-F238E27FC236}">
                    <a16:creationId xmlns:a16="http://schemas.microsoft.com/office/drawing/2014/main" id="{7FA2D8F3-1B0D-487A-9E6D-8986DEDBC5F4}"/>
                  </a:ext>
                </a:extLst>
              </p:cNvPr>
              <p:cNvSpPr/>
              <p:nvPr/>
            </p:nvSpPr>
            <p:spPr>
              <a:xfrm>
                <a:off x="6560674" y="836255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2" name="手繪多邊形: 圖案 391">
                <a:extLst>
                  <a:ext uri="{FF2B5EF4-FFF2-40B4-BE49-F238E27FC236}">
                    <a16:creationId xmlns:a16="http://schemas.microsoft.com/office/drawing/2014/main" id="{778CF6C7-346F-4DD0-A28C-560BE990803C}"/>
                  </a:ext>
                </a:extLst>
              </p:cNvPr>
              <p:cNvSpPr/>
              <p:nvPr/>
            </p:nvSpPr>
            <p:spPr>
              <a:xfrm>
                <a:off x="7142208" y="836255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3" name="手繪多邊形: 圖案 392">
                <a:extLst>
                  <a:ext uri="{FF2B5EF4-FFF2-40B4-BE49-F238E27FC236}">
                    <a16:creationId xmlns:a16="http://schemas.microsoft.com/office/drawing/2014/main" id="{393D2DCD-F9D2-4A6C-9845-1BF262E1AE4F}"/>
                  </a:ext>
                </a:extLst>
              </p:cNvPr>
              <p:cNvSpPr/>
              <p:nvPr/>
            </p:nvSpPr>
            <p:spPr>
              <a:xfrm>
                <a:off x="6939666" y="911813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4" name="手繪多邊形: 圖案 393">
                <a:extLst>
                  <a:ext uri="{FF2B5EF4-FFF2-40B4-BE49-F238E27FC236}">
                    <a16:creationId xmlns:a16="http://schemas.microsoft.com/office/drawing/2014/main" id="{EE57E69D-0F61-4E7A-B0BB-DB86CFAC5864}"/>
                  </a:ext>
                </a:extLst>
              </p:cNvPr>
              <p:cNvSpPr/>
              <p:nvPr/>
            </p:nvSpPr>
            <p:spPr>
              <a:xfrm>
                <a:off x="6940378" y="838122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5" name="手繪多邊形: 圖案 394">
                <a:extLst>
                  <a:ext uri="{FF2B5EF4-FFF2-40B4-BE49-F238E27FC236}">
                    <a16:creationId xmlns:a16="http://schemas.microsoft.com/office/drawing/2014/main" id="{6E47B6EB-FC45-400F-B717-BB2422889EAA}"/>
                  </a:ext>
                </a:extLst>
              </p:cNvPr>
              <p:cNvSpPr/>
              <p:nvPr/>
            </p:nvSpPr>
            <p:spPr>
              <a:xfrm>
                <a:off x="7245720" y="841478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6" name="手繪多邊形: 圖案 395">
                <a:extLst>
                  <a:ext uri="{FF2B5EF4-FFF2-40B4-BE49-F238E27FC236}">
                    <a16:creationId xmlns:a16="http://schemas.microsoft.com/office/drawing/2014/main" id="{E5064BD1-424C-4626-8D10-2FCDF68A65DE}"/>
                  </a:ext>
                </a:extLst>
              </p:cNvPr>
              <p:cNvSpPr/>
              <p:nvPr/>
            </p:nvSpPr>
            <p:spPr>
              <a:xfrm>
                <a:off x="6700322" y="1050603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7" name="手繪多邊形: 圖案 396">
                <a:extLst>
                  <a:ext uri="{FF2B5EF4-FFF2-40B4-BE49-F238E27FC236}">
                    <a16:creationId xmlns:a16="http://schemas.microsoft.com/office/drawing/2014/main" id="{265CD031-CC8A-48D2-BDD5-47F9142BC383}"/>
                  </a:ext>
                </a:extLst>
              </p:cNvPr>
              <p:cNvSpPr/>
              <p:nvPr/>
            </p:nvSpPr>
            <p:spPr>
              <a:xfrm>
                <a:off x="6939666" y="112616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8" name="手繪多邊形: 圖案 397">
                <a:extLst>
                  <a:ext uri="{FF2B5EF4-FFF2-40B4-BE49-F238E27FC236}">
                    <a16:creationId xmlns:a16="http://schemas.microsoft.com/office/drawing/2014/main" id="{DD4795EB-9345-41F6-9314-5192AE3AE065}"/>
                  </a:ext>
                </a:extLst>
              </p:cNvPr>
              <p:cNvSpPr/>
              <p:nvPr/>
            </p:nvSpPr>
            <p:spPr>
              <a:xfrm>
                <a:off x="6801320" y="1054784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9" name="手繪多邊形: 圖案 398">
                <a:extLst>
                  <a:ext uri="{FF2B5EF4-FFF2-40B4-BE49-F238E27FC236}">
                    <a16:creationId xmlns:a16="http://schemas.microsoft.com/office/drawing/2014/main" id="{85BFE862-76E7-4110-99E1-1711C123AF99}"/>
                  </a:ext>
                </a:extLst>
              </p:cNvPr>
              <p:cNvSpPr/>
              <p:nvPr/>
            </p:nvSpPr>
            <p:spPr>
              <a:xfrm>
                <a:off x="6560674" y="1054783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00" name="橢圓 399">
                <a:extLst>
                  <a:ext uri="{FF2B5EF4-FFF2-40B4-BE49-F238E27FC236}">
                    <a16:creationId xmlns:a16="http://schemas.microsoft.com/office/drawing/2014/main" id="{65F19BEE-3635-40BD-B08C-028B2C89DA9F}"/>
                  </a:ext>
                </a:extLst>
              </p:cNvPr>
              <p:cNvSpPr/>
              <p:nvPr/>
            </p:nvSpPr>
            <p:spPr>
              <a:xfrm>
                <a:off x="6939667" y="836255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1" name="橢圓 400">
                <a:extLst>
                  <a:ext uri="{FF2B5EF4-FFF2-40B4-BE49-F238E27FC236}">
                    <a16:creationId xmlns:a16="http://schemas.microsoft.com/office/drawing/2014/main" id="{C7A625EF-584C-4431-B3F0-89E4AC08463D}"/>
                  </a:ext>
                </a:extLst>
              </p:cNvPr>
              <p:cNvSpPr/>
              <p:nvPr/>
            </p:nvSpPr>
            <p:spPr>
              <a:xfrm>
                <a:off x="6907508" y="84578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2" name="橢圓 401">
                <a:extLst>
                  <a:ext uri="{FF2B5EF4-FFF2-40B4-BE49-F238E27FC236}">
                    <a16:creationId xmlns:a16="http://schemas.microsoft.com/office/drawing/2014/main" id="{33AEB3F6-B384-4DB5-A119-526ACE8BF351}"/>
                  </a:ext>
                </a:extLst>
              </p:cNvPr>
              <p:cNvSpPr/>
              <p:nvPr/>
            </p:nvSpPr>
            <p:spPr>
              <a:xfrm>
                <a:off x="6560674" y="1050603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3" name="手繪多邊形: 圖案 402">
                <a:extLst>
                  <a:ext uri="{FF2B5EF4-FFF2-40B4-BE49-F238E27FC236}">
                    <a16:creationId xmlns:a16="http://schemas.microsoft.com/office/drawing/2014/main" id="{242E677D-7978-4CBC-B30B-F80080E65D99}"/>
                  </a:ext>
                </a:extLst>
              </p:cNvPr>
              <p:cNvSpPr/>
              <p:nvPr/>
            </p:nvSpPr>
            <p:spPr>
              <a:xfrm>
                <a:off x="7031600" y="1050603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4" name="橢圓 403">
                <a:extLst>
                  <a:ext uri="{FF2B5EF4-FFF2-40B4-BE49-F238E27FC236}">
                    <a16:creationId xmlns:a16="http://schemas.microsoft.com/office/drawing/2014/main" id="{7FAD055D-54D7-4066-B1A8-DFA0DD3DBD47}"/>
                  </a:ext>
                </a:extLst>
              </p:cNvPr>
              <p:cNvSpPr/>
              <p:nvPr/>
            </p:nvSpPr>
            <p:spPr>
              <a:xfrm>
                <a:off x="6939668" y="1050603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5" name="橢圓 404">
                <a:extLst>
                  <a:ext uri="{FF2B5EF4-FFF2-40B4-BE49-F238E27FC236}">
                    <a16:creationId xmlns:a16="http://schemas.microsoft.com/office/drawing/2014/main" id="{47E1DD1E-2696-490F-8A69-4C86D5DCB492}"/>
                  </a:ext>
                </a:extLst>
              </p:cNvPr>
              <p:cNvSpPr/>
              <p:nvPr/>
            </p:nvSpPr>
            <p:spPr>
              <a:xfrm>
                <a:off x="6907508" y="1060136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32" name="群組 331">
              <a:extLst>
                <a:ext uri="{FF2B5EF4-FFF2-40B4-BE49-F238E27FC236}">
                  <a16:creationId xmlns:a16="http://schemas.microsoft.com/office/drawing/2014/main" id="{760B7AD7-51CB-4169-A507-DF28E133DE47}"/>
                </a:ext>
              </a:extLst>
            </p:cNvPr>
            <p:cNvGrpSpPr/>
            <p:nvPr/>
          </p:nvGrpSpPr>
          <p:grpSpPr>
            <a:xfrm>
              <a:off x="6628771" y="5057920"/>
              <a:ext cx="388800" cy="388800"/>
              <a:chOff x="7698035" y="2377756"/>
              <a:chExt cx="648000" cy="648000"/>
            </a:xfrm>
          </p:grpSpPr>
          <p:sp>
            <p:nvSpPr>
              <p:cNvPr id="371" name="橢圓 370">
                <a:extLst>
                  <a:ext uri="{FF2B5EF4-FFF2-40B4-BE49-F238E27FC236}">
                    <a16:creationId xmlns:a16="http://schemas.microsoft.com/office/drawing/2014/main" id="{575CBED4-72C1-4F98-B283-68460D140EDA}"/>
                  </a:ext>
                </a:extLst>
              </p:cNvPr>
              <p:cNvSpPr/>
              <p:nvPr/>
            </p:nvSpPr>
            <p:spPr>
              <a:xfrm>
                <a:off x="7698035" y="2377756"/>
                <a:ext cx="648000" cy="64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2" name="橢圓 371">
                <a:extLst>
                  <a:ext uri="{FF2B5EF4-FFF2-40B4-BE49-F238E27FC236}">
                    <a16:creationId xmlns:a16="http://schemas.microsoft.com/office/drawing/2014/main" id="{F1AE944A-ADC4-4E3C-B0E4-B8081B1E5B77}"/>
                  </a:ext>
                </a:extLst>
              </p:cNvPr>
              <p:cNvSpPr/>
              <p:nvPr/>
            </p:nvSpPr>
            <p:spPr>
              <a:xfrm>
                <a:off x="7994634" y="2733074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3" name="橢圓 372">
                <a:extLst>
                  <a:ext uri="{FF2B5EF4-FFF2-40B4-BE49-F238E27FC236}">
                    <a16:creationId xmlns:a16="http://schemas.microsoft.com/office/drawing/2014/main" id="{CBAB64D3-06D6-433A-8BBA-FBD820DA98A0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4" name="手繪多邊形: 圖案 373">
                <a:extLst>
                  <a:ext uri="{FF2B5EF4-FFF2-40B4-BE49-F238E27FC236}">
                    <a16:creationId xmlns:a16="http://schemas.microsoft.com/office/drawing/2014/main" id="{4A8EC53A-A0DB-4606-8E42-4A9254501C71}"/>
                  </a:ext>
                </a:extLst>
              </p:cNvPr>
              <p:cNvSpPr/>
              <p:nvPr/>
            </p:nvSpPr>
            <p:spPr>
              <a:xfrm>
                <a:off x="8132770" y="2586884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5" name="手繪多邊形: 圖案 374">
                <a:extLst>
                  <a:ext uri="{FF2B5EF4-FFF2-40B4-BE49-F238E27FC236}">
                    <a16:creationId xmlns:a16="http://schemas.microsoft.com/office/drawing/2014/main" id="{6B3499ED-62CF-44E5-B8BC-B197772668D6}"/>
                  </a:ext>
                </a:extLst>
              </p:cNvPr>
              <p:cNvSpPr/>
              <p:nvPr/>
            </p:nvSpPr>
            <p:spPr>
              <a:xfrm>
                <a:off x="7994633" y="263841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6" name="手繪多邊形: 圖案 375">
                <a:extLst>
                  <a:ext uri="{FF2B5EF4-FFF2-40B4-BE49-F238E27FC236}">
                    <a16:creationId xmlns:a16="http://schemas.microsoft.com/office/drawing/2014/main" id="{A4378152-9D51-4748-8F9C-A36C3CECF3FE}"/>
                  </a:ext>
                </a:extLst>
              </p:cNvPr>
              <p:cNvSpPr/>
              <p:nvPr/>
            </p:nvSpPr>
            <p:spPr>
              <a:xfrm>
                <a:off x="7995118" y="2588158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7" name="手繪多邊形: 圖案 376">
                <a:extLst>
                  <a:ext uri="{FF2B5EF4-FFF2-40B4-BE49-F238E27FC236}">
                    <a16:creationId xmlns:a16="http://schemas.microsoft.com/office/drawing/2014/main" id="{8375EE53-E0C4-4101-BED6-0C409DBA022B}"/>
                  </a:ext>
                </a:extLst>
              </p:cNvPr>
              <p:cNvSpPr/>
              <p:nvPr/>
            </p:nvSpPr>
            <p:spPr>
              <a:xfrm>
                <a:off x="8203367" y="2590447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8" name="手繪多邊形: 圖案 377">
                <a:extLst>
                  <a:ext uri="{FF2B5EF4-FFF2-40B4-BE49-F238E27FC236}">
                    <a16:creationId xmlns:a16="http://schemas.microsoft.com/office/drawing/2014/main" id="{E32C782B-7019-4E58-8229-1080ED9A5C47}"/>
                  </a:ext>
                </a:extLst>
              </p:cNvPr>
              <p:cNvSpPr/>
              <p:nvPr/>
            </p:nvSpPr>
            <p:spPr>
              <a:xfrm>
                <a:off x="7831396" y="2733074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9" name="手繪多邊形: 圖案 378">
                <a:extLst>
                  <a:ext uri="{FF2B5EF4-FFF2-40B4-BE49-F238E27FC236}">
                    <a16:creationId xmlns:a16="http://schemas.microsoft.com/office/drawing/2014/main" id="{DC919C4B-0668-4340-B3B5-B47F755EA2D7}"/>
                  </a:ext>
                </a:extLst>
              </p:cNvPr>
              <p:cNvSpPr/>
              <p:nvPr/>
            </p:nvSpPr>
            <p:spPr>
              <a:xfrm>
                <a:off x="7994633" y="278460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80" name="手繪多邊形: 圖案 379">
                <a:extLst>
                  <a:ext uri="{FF2B5EF4-FFF2-40B4-BE49-F238E27FC236}">
                    <a16:creationId xmlns:a16="http://schemas.microsoft.com/office/drawing/2014/main" id="{6D2DD640-ED56-4568-865A-71EA538C1941}"/>
                  </a:ext>
                </a:extLst>
              </p:cNvPr>
              <p:cNvSpPr/>
              <p:nvPr/>
            </p:nvSpPr>
            <p:spPr>
              <a:xfrm>
                <a:off x="7900278" y="2735925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1" name="手繪多邊形: 圖案 380">
                <a:extLst>
                  <a:ext uri="{FF2B5EF4-FFF2-40B4-BE49-F238E27FC236}">
                    <a16:creationId xmlns:a16="http://schemas.microsoft.com/office/drawing/2014/main" id="{FCF0647D-1AB8-4445-B716-2F55812FA999}"/>
                  </a:ext>
                </a:extLst>
              </p:cNvPr>
              <p:cNvSpPr/>
              <p:nvPr/>
            </p:nvSpPr>
            <p:spPr>
              <a:xfrm>
                <a:off x="7736154" y="2735924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82" name="橢圓 381">
                <a:extLst>
                  <a:ext uri="{FF2B5EF4-FFF2-40B4-BE49-F238E27FC236}">
                    <a16:creationId xmlns:a16="http://schemas.microsoft.com/office/drawing/2014/main" id="{F47605D8-4E88-43A8-BBE4-41DF8E4BC5DE}"/>
                  </a:ext>
                </a:extLst>
              </p:cNvPr>
              <p:cNvSpPr/>
              <p:nvPr/>
            </p:nvSpPr>
            <p:spPr>
              <a:xfrm>
                <a:off x="7994634" y="2586884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3" name="橢圓 382">
                <a:extLst>
                  <a:ext uri="{FF2B5EF4-FFF2-40B4-BE49-F238E27FC236}">
                    <a16:creationId xmlns:a16="http://schemas.microsoft.com/office/drawing/2014/main" id="{46A5E134-44E6-42F8-A5BA-46EECAD23F52}"/>
                  </a:ext>
                </a:extLst>
              </p:cNvPr>
              <p:cNvSpPr/>
              <p:nvPr/>
            </p:nvSpPr>
            <p:spPr>
              <a:xfrm>
                <a:off x="7736154" y="273307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4" name="橢圓 383">
                <a:extLst>
                  <a:ext uri="{FF2B5EF4-FFF2-40B4-BE49-F238E27FC236}">
                    <a16:creationId xmlns:a16="http://schemas.microsoft.com/office/drawing/2014/main" id="{45AF4A2E-96CB-4A10-9F6C-855E9AD4D8BF}"/>
                  </a:ext>
                </a:extLst>
              </p:cNvPr>
              <p:cNvSpPr/>
              <p:nvPr/>
            </p:nvSpPr>
            <p:spPr>
              <a:xfrm>
                <a:off x="7972701" y="2739575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5" name="手繪多邊形: 圖案 384">
                <a:extLst>
                  <a:ext uri="{FF2B5EF4-FFF2-40B4-BE49-F238E27FC236}">
                    <a16:creationId xmlns:a16="http://schemas.microsoft.com/office/drawing/2014/main" id="{BA99A5CF-3B3F-44FA-BC99-061C5EB348FF}"/>
                  </a:ext>
                </a:extLst>
              </p:cNvPr>
              <p:cNvSpPr/>
              <p:nvPr/>
            </p:nvSpPr>
            <p:spPr>
              <a:xfrm>
                <a:off x="7872044" y="2590822"/>
                <a:ext cx="70597" cy="102395"/>
              </a:xfrm>
              <a:custGeom>
                <a:avLst/>
                <a:gdLst>
                  <a:gd name="connsiteX0" fmla="*/ 0 w 103512"/>
                  <a:gd name="connsiteY0" fmla="*/ 0 h 150136"/>
                  <a:gd name="connsiteX1" fmla="*/ 39135 w 103512"/>
                  <a:gd name="connsiteY1" fmla="*/ 3239 h 150136"/>
                  <a:gd name="connsiteX2" fmla="*/ 99575 w 103512"/>
                  <a:gd name="connsiteY2" fmla="*/ 19946 h 150136"/>
                  <a:gd name="connsiteX3" fmla="*/ 103512 w 103512"/>
                  <a:gd name="connsiteY3" fmla="*/ 22340 h 150136"/>
                  <a:gd name="connsiteX4" fmla="*/ 103512 w 103512"/>
                  <a:gd name="connsiteY4" fmla="*/ 127796 h 150136"/>
                  <a:gd name="connsiteX5" fmla="*/ 99575 w 103512"/>
                  <a:gd name="connsiteY5" fmla="*/ 130190 h 150136"/>
                  <a:gd name="connsiteX6" fmla="*/ 39135 w 103512"/>
                  <a:gd name="connsiteY6" fmla="*/ 146897 h 150136"/>
                  <a:gd name="connsiteX7" fmla="*/ 0 w 103512"/>
                  <a:gd name="connsiteY7" fmla="*/ 150136 h 150136"/>
                  <a:gd name="connsiteX8" fmla="*/ 0 w 103512"/>
                  <a:gd name="connsiteY8" fmla="*/ 0 h 15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50136">
                    <a:moveTo>
                      <a:pt x="0" y="0"/>
                    </a:moveTo>
                    <a:lnTo>
                      <a:pt x="39135" y="3239"/>
                    </a:lnTo>
                    <a:cubicBezTo>
                      <a:pt x="61883" y="7184"/>
                      <a:pt x="82370" y="12892"/>
                      <a:pt x="99575" y="19946"/>
                    </a:cubicBezTo>
                    <a:lnTo>
                      <a:pt x="103512" y="22340"/>
                    </a:lnTo>
                    <a:lnTo>
                      <a:pt x="103512" y="127796"/>
                    </a:lnTo>
                    <a:lnTo>
                      <a:pt x="99575" y="130190"/>
                    </a:lnTo>
                    <a:cubicBezTo>
                      <a:pt x="82370" y="137244"/>
                      <a:pt x="61883" y="142952"/>
                      <a:pt x="39135" y="146897"/>
                    </a:cubicBezTo>
                    <a:lnTo>
                      <a:pt x="0" y="150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6" name="橢圓 385">
                <a:extLst>
                  <a:ext uri="{FF2B5EF4-FFF2-40B4-BE49-F238E27FC236}">
                    <a16:creationId xmlns:a16="http://schemas.microsoft.com/office/drawing/2014/main" id="{DD69ECB5-4858-4AA7-9774-CDF1F59EDA5B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7" name="橢圓 386">
                <a:extLst>
                  <a:ext uri="{FF2B5EF4-FFF2-40B4-BE49-F238E27FC236}">
                    <a16:creationId xmlns:a16="http://schemas.microsoft.com/office/drawing/2014/main" id="{6C527116-9FB7-45B3-9B7B-44FAFA98DBD8}"/>
                  </a:ext>
                </a:extLst>
              </p:cNvPr>
              <p:cNvSpPr/>
              <p:nvPr/>
            </p:nvSpPr>
            <p:spPr>
              <a:xfrm>
                <a:off x="7972701" y="2593386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8" name="手繪多邊形: 圖案 387">
                <a:extLst>
                  <a:ext uri="{FF2B5EF4-FFF2-40B4-BE49-F238E27FC236}">
                    <a16:creationId xmlns:a16="http://schemas.microsoft.com/office/drawing/2014/main" id="{AB7C52AC-11CB-4010-838A-34494C95A680}"/>
                  </a:ext>
                </a:extLst>
              </p:cNvPr>
              <p:cNvSpPr/>
              <p:nvPr/>
            </p:nvSpPr>
            <p:spPr>
              <a:xfrm>
                <a:off x="8057334" y="2736283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33" name="群組 332">
              <a:extLst>
                <a:ext uri="{FF2B5EF4-FFF2-40B4-BE49-F238E27FC236}">
                  <a16:creationId xmlns:a16="http://schemas.microsoft.com/office/drawing/2014/main" id="{A9B9FFDF-CE2C-4E9A-921B-C385E2C59529}"/>
                </a:ext>
              </a:extLst>
            </p:cNvPr>
            <p:cNvGrpSpPr/>
            <p:nvPr/>
          </p:nvGrpSpPr>
          <p:grpSpPr>
            <a:xfrm>
              <a:off x="7025588" y="5057865"/>
              <a:ext cx="388855" cy="388855"/>
              <a:chOff x="8166321" y="215782"/>
              <a:chExt cx="950122" cy="950122"/>
            </a:xfrm>
          </p:grpSpPr>
          <p:sp>
            <p:nvSpPr>
              <p:cNvPr id="353" name="橢圓 352">
                <a:extLst>
                  <a:ext uri="{FF2B5EF4-FFF2-40B4-BE49-F238E27FC236}">
                    <a16:creationId xmlns:a16="http://schemas.microsoft.com/office/drawing/2014/main" id="{0D4BF2EC-D082-4291-9A44-6433D8913C39}"/>
                  </a:ext>
                </a:extLst>
              </p:cNvPr>
              <p:cNvSpPr/>
              <p:nvPr/>
            </p:nvSpPr>
            <p:spPr>
              <a:xfrm>
                <a:off x="8166321" y="215782"/>
                <a:ext cx="950122" cy="95012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4" name="橢圓 353">
                <a:extLst>
                  <a:ext uri="{FF2B5EF4-FFF2-40B4-BE49-F238E27FC236}">
                    <a16:creationId xmlns:a16="http://schemas.microsoft.com/office/drawing/2014/main" id="{436C78F0-3C46-4865-9ACE-59A4069E924A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5" name="手繪多邊形: 圖案 354">
                <a:extLst>
                  <a:ext uri="{FF2B5EF4-FFF2-40B4-BE49-F238E27FC236}">
                    <a16:creationId xmlns:a16="http://schemas.microsoft.com/office/drawing/2014/main" id="{FBF6F281-B9AD-41F9-B61F-CB23338845E3}"/>
                  </a:ext>
                </a:extLst>
              </p:cNvPr>
              <p:cNvSpPr/>
              <p:nvPr/>
            </p:nvSpPr>
            <p:spPr>
              <a:xfrm>
                <a:off x="8906799" y="736762"/>
                <a:ext cx="103512" cy="145527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6" name="橢圓 355">
                <a:extLst>
                  <a:ext uri="{FF2B5EF4-FFF2-40B4-BE49-F238E27FC236}">
                    <a16:creationId xmlns:a16="http://schemas.microsoft.com/office/drawing/2014/main" id="{FA256729-3D63-484F-B62C-FC3F0F9B69C7}"/>
                  </a:ext>
                </a:extLst>
              </p:cNvPr>
              <p:cNvSpPr/>
              <p:nvPr/>
            </p:nvSpPr>
            <p:spPr>
              <a:xfrm>
                <a:off x="8222212" y="522414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7" name="手繪多邊形: 圖案 356">
                <a:extLst>
                  <a:ext uri="{FF2B5EF4-FFF2-40B4-BE49-F238E27FC236}">
                    <a16:creationId xmlns:a16="http://schemas.microsoft.com/office/drawing/2014/main" id="{07DCEC88-EA9B-4C1F-95C2-6697462BD504}"/>
                  </a:ext>
                </a:extLst>
              </p:cNvPr>
              <p:cNvSpPr/>
              <p:nvPr/>
            </p:nvSpPr>
            <p:spPr>
              <a:xfrm>
                <a:off x="8803746" y="522414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8" name="手繪多邊形: 圖案 357">
                <a:extLst>
                  <a:ext uri="{FF2B5EF4-FFF2-40B4-BE49-F238E27FC236}">
                    <a16:creationId xmlns:a16="http://schemas.microsoft.com/office/drawing/2014/main" id="{86C78A58-466A-45FF-A347-E8758ECFEC76}"/>
                  </a:ext>
                </a:extLst>
              </p:cNvPr>
              <p:cNvSpPr/>
              <p:nvPr/>
            </p:nvSpPr>
            <p:spPr>
              <a:xfrm>
                <a:off x="8601204" y="59797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9" name="手繪多邊形: 圖案 358">
                <a:extLst>
                  <a:ext uri="{FF2B5EF4-FFF2-40B4-BE49-F238E27FC236}">
                    <a16:creationId xmlns:a16="http://schemas.microsoft.com/office/drawing/2014/main" id="{375180E8-9AA9-46A8-A686-FC370A990FB5}"/>
                  </a:ext>
                </a:extLst>
              </p:cNvPr>
              <p:cNvSpPr/>
              <p:nvPr/>
            </p:nvSpPr>
            <p:spPr>
              <a:xfrm>
                <a:off x="8601916" y="524281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0" name="手繪多邊形: 圖案 359">
                <a:extLst>
                  <a:ext uri="{FF2B5EF4-FFF2-40B4-BE49-F238E27FC236}">
                    <a16:creationId xmlns:a16="http://schemas.microsoft.com/office/drawing/2014/main" id="{E5E0EA01-CBCC-4722-9C6B-D70415415D57}"/>
                  </a:ext>
                </a:extLst>
              </p:cNvPr>
              <p:cNvSpPr/>
              <p:nvPr/>
            </p:nvSpPr>
            <p:spPr>
              <a:xfrm>
                <a:off x="8907258" y="527637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1" name="手繪多邊形: 圖案 360">
                <a:extLst>
                  <a:ext uri="{FF2B5EF4-FFF2-40B4-BE49-F238E27FC236}">
                    <a16:creationId xmlns:a16="http://schemas.microsoft.com/office/drawing/2014/main" id="{E45EF1EE-E720-4DCC-B98B-6B06491CDEAE}"/>
                  </a:ext>
                </a:extLst>
              </p:cNvPr>
              <p:cNvSpPr/>
              <p:nvPr/>
            </p:nvSpPr>
            <p:spPr>
              <a:xfrm>
                <a:off x="8361860" y="736762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62" name="手繪多邊形: 圖案 361">
                <a:extLst>
                  <a:ext uri="{FF2B5EF4-FFF2-40B4-BE49-F238E27FC236}">
                    <a16:creationId xmlns:a16="http://schemas.microsoft.com/office/drawing/2014/main" id="{D4C1375D-CE1B-4D1A-BCBE-C103A6CFE0FB}"/>
                  </a:ext>
                </a:extLst>
              </p:cNvPr>
              <p:cNvSpPr/>
              <p:nvPr/>
            </p:nvSpPr>
            <p:spPr>
              <a:xfrm>
                <a:off x="8601204" y="812321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63" name="手繪多邊形: 圖案 362">
                <a:extLst>
                  <a:ext uri="{FF2B5EF4-FFF2-40B4-BE49-F238E27FC236}">
                    <a16:creationId xmlns:a16="http://schemas.microsoft.com/office/drawing/2014/main" id="{4E29ED91-74D1-46B5-993C-AF5AE66728DC}"/>
                  </a:ext>
                </a:extLst>
              </p:cNvPr>
              <p:cNvSpPr/>
              <p:nvPr/>
            </p:nvSpPr>
            <p:spPr>
              <a:xfrm>
                <a:off x="8462858" y="740943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4" name="手繪多邊形: 圖案 363">
                <a:extLst>
                  <a:ext uri="{FF2B5EF4-FFF2-40B4-BE49-F238E27FC236}">
                    <a16:creationId xmlns:a16="http://schemas.microsoft.com/office/drawing/2014/main" id="{6A3F4ABC-EBD3-4144-AC4E-7D861B0B0113}"/>
                  </a:ext>
                </a:extLst>
              </p:cNvPr>
              <p:cNvSpPr/>
              <p:nvPr/>
            </p:nvSpPr>
            <p:spPr>
              <a:xfrm>
                <a:off x="8222212" y="740942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65" name="橢圓 364">
                <a:extLst>
                  <a:ext uri="{FF2B5EF4-FFF2-40B4-BE49-F238E27FC236}">
                    <a16:creationId xmlns:a16="http://schemas.microsoft.com/office/drawing/2014/main" id="{0EE10205-C3EC-4CA6-B192-C45A871335AA}"/>
                  </a:ext>
                </a:extLst>
              </p:cNvPr>
              <p:cNvSpPr/>
              <p:nvPr/>
            </p:nvSpPr>
            <p:spPr>
              <a:xfrm>
                <a:off x="8601205" y="522414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6" name="橢圓 365">
                <a:extLst>
                  <a:ext uri="{FF2B5EF4-FFF2-40B4-BE49-F238E27FC236}">
                    <a16:creationId xmlns:a16="http://schemas.microsoft.com/office/drawing/2014/main" id="{BA7C02DB-E00E-4CA8-B868-CA1606EB7DCE}"/>
                  </a:ext>
                </a:extLst>
              </p:cNvPr>
              <p:cNvSpPr/>
              <p:nvPr/>
            </p:nvSpPr>
            <p:spPr>
              <a:xfrm>
                <a:off x="8569046" y="531947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7" name="橢圓 366">
                <a:extLst>
                  <a:ext uri="{FF2B5EF4-FFF2-40B4-BE49-F238E27FC236}">
                    <a16:creationId xmlns:a16="http://schemas.microsoft.com/office/drawing/2014/main" id="{B0F99449-8CBB-44D5-B7B4-AC78748310DA}"/>
                  </a:ext>
                </a:extLst>
              </p:cNvPr>
              <p:cNvSpPr/>
              <p:nvPr/>
            </p:nvSpPr>
            <p:spPr>
              <a:xfrm>
                <a:off x="8222212" y="736762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8" name="手繪多邊形: 圖案 367">
                <a:extLst>
                  <a:ext uri="{FF2B5EF4-FFF2-40B4-BE49-F238E27FC236}">
                    <a16:creationId xmlns:a16="http://schemas.microsoft.com/office/drawing/2014/main" id="{3ADD8C8D-820C-4394-8B4D-92373877466C}"/>
                  </a:ext>
                </a:extLst>
              </p:cNvPr>
              <p:cNvSpPr/>
              <p:nvPr/>
            </p:nvSpPr>
            <p:spPr>
              <a:xfrm>
                <a:off x="8693138" y="736762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9" name="橢圓 368">
                <a:extLst>
                  <a:ext uri="{FF2B5EF4-FFF2-40B4-BE49-F238E27FC236}">
                    <a16:creationId xmlns:a16="http://schemas.microsoft.com/office/drawing/2014/main" id="{DA398B0E-AFDD-41E3-B7BD-85CFE8A98DFE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0" name="橢圓 369">
                <a:extLst>
                  <a:ext uri="{FF2B5EF4-FFF2-40B4-BE49-F238E27FC236}">
                    <a16:creationId xmlns:a16="http://schemas.microsoft.com/office/drawing/2014/main" id="{2E3BEC9B-0AAA-466A-B7F6-65E1CF5374B4}"/>
                  </a:ext>
                </a:extLst>
              </p:cNvPr>
              <p:cNvSpPr/>
              <p:nvPr/>
            </p:nvSpPr>
            <p:spPr>
              <a:xfrm>
                <a:off x="8569046" y="746295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34" name="群組 333">
              <a:extLst>
                <a:ext uri="{FF2B5EF4-FFF2-40B4-BE49-F238E27FC236}">
                  <a16:creationId xmlns:a16="http://schemas.microsoft.com/office/drawing/2014/main" id="{4CF7EF55-D0A2-449B-83D8-C1850DB35B3F}"/>
                </a:ext>
              </a:extLst>
            </p:cNvPr>
            <p:cNvGrpSpPr/>
            <p:nvPr/>
          </p:nvGrpSpPr>
          <p:grpSpPr>
            <a:xfrm>
              <a:off x="6827152" y="4812859"/>
              <a:ext cx="388855" cy="388855"/>
              <a:chOff x="8166321" y="215782"/>
              <a:chExt cx="950122" cy="950122"/>
            </a:xfrm>
          </p:grpSpPr>
          <p:sp>
            <p:nvSpPr>
              <p:cNvPr id="335" name="橢圓 334">
                <a:extLst>
                  <a:ext uri="{FF2B5EF4-FFF2-40B4-BE49-F238E27FC236}">
                    <a16:creationId xmlns:a16="http://schemas.microsoft.com/office/drawing/2014/main" id="{E208B681-6E95-41D9-BB61-B350F03DF491}"/>
                  </a:ext>
                </a:extLst>
              </p:cNvPr>
              <p:cNvSpPr/>
              <p:nvPr/>
            </p:nvSpPr>
            <p:spPr>
              <a:xfrm>
                <a:off x="8166321" y="215782"/>
                <a:ext cx="950122" cy="950122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6" name="橢圓 335">
                <a:extLst>
                  <a:ext uri="{FF2B5EF4-FFF2-40B4-BE49-F238E27FC236}">
                    <a16:creationId xmlns:a16="http://schemas.microsoft.com/office/drawing/2014/main" id="{84AEE9AC-99E6-45C8-888A-13B117A8CB2C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手繪多邊形: 圖案 336">
                <a:extLst>
                  <a:ext uri="{FF2B5EF4-FFF2-40B4-BE49-F238E27FC236}">
                    <a16:creationId xmlns:a16="http://schemas.microsoft.com/office/drawing/2014/main" id="{AF780E40-424E-4D4F-982B-741FA6CC2DFE}"/>
                  </a:ext>
                </a:extLst>
              </p:cNvPr>
              <p:cNvSpPr/>
              <p:nvPr/>
            </p:nvSpPr>
            <p:spPr>
              <a:xfrm>
                <a:off x="8906799" y="736762"/>
                <a:ext cx="103512" cy="145527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橢圓 337">
                <a:extLst>
                  <a:ext uri="{FF2B5EF4-FFF2-40B4-BE49-F238E27FC236}">
                    <a16:creationId xmlns:a16="http://schemas.microsoft.com/office/drawing/2014/main" id="{08FC6F74-9754-46CF-B2D8-4E23984D14AC}"/>
                  </a:ext>
                </a:extLst>
              </p:cNvPr>
              <p:cNvSpPr/>
              <p:nvPr/>
            </p:nvSpPr>
            <p:spPr>
              <a:xfrm>
                <a:off x="8222212" y="522414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9" name="手繪多邊形: 圖案 338">
                <a:extLst>
                  <a:ext uri="{FF2B5EF4-FFF2-40B4-BE49-F238E27FC236}">
                    <a16:creationId xmlns:a16="http://schemas.microsoft.com/office/drawing/2014/main" id="{D7581F87-CF68-4662-A348-ADBE2D197E88}"/>
                  </a:ext>
                </a:extLst>
              </p:cNvPr>
              <p:cNvSpPr/>
              <p:nvPr/>
            </p:nvSpPr>
            <p:spPr>
              <a:xfrm>
                <a:off x="8803746" y="522414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0" name="手繪多邊形: 圖案 339">
                <a:extLst>
                  <a:ext uri="{FF2B5EF4-FFF2-40B4-BE49-F238E27FC236}">
                    <a16:creationId xmlns:a16="http://schemas.microsoft.com/office/drawing/2014/main" id="{A146C3F9-1901-42EE-A7CD-2959D2C86EBF}"/>
                  </a:ext>
                </a:extLst>
              </p:cNvPr>
              <p:cNvSpPr/>
              <p:nvPr/>
            </p:nvSpPr>
            <p:spPr>
              <a:xfrm>
                <a:off x="8601204" y="597972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1" name="手繪多邊形: 圖案 340">
                <a:extLst>
                  <a:ext uri="{FF2B5EF4-FFF2-40B4-BE49-F238E27FC236}">
                    <a16:creationId xmlns:a16="http://schemas.microsoft.com/office/drawing/2014/main" id="{54090107-2BE6-484A-B5A5-F1BA5EF05EAB}"/>
                  </a:ext>
                </a:extLst>
              </p:cNvPr>
              <p:cNvSpPr/>
              <p:nvPr/>
            </p:nvSpPr>
            <p:spPr>
              <a:xfrm>
                <a:off x="8601916" y="524281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2" name="手繪多邊形: 圖案 341">
                <a:extLst>
                  <a:ext uri="{FF2B5EF4-FFF2-40B4-BE49-F238E27FC236}">
                    <a16:creationId xmlns:a16="http://schemas.microsoft.com/office/drawing/2014/main" id="{6DE9BF16-FA76-4860-8410-081CEECE8EE3}"/>
                  </a:ext>
                </a:extLst>
              </p:cNvPr>
              <p:cNvSpPr/>
              <p:nvPr/>
            </p:nvSpPr>
            <p:spPr>
              <a:xfrm>
                <a:off x="8907258" y="527637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3" name="手繪多邊形: 圖案 342">
                <a:extLst>
                  <a:ext uri="{FF2B5EF4-FFF2-40B4-BE49-F238E27FC236}">
                    <a16:creationId xmlns:a16="http://schemas.microsoft.com/office/drawing/2014/main" id="{6EE73DDE-55CF-4ED4-B19D-4AA0FF743333}"/>
                  </a:ext>
                </a:extLst>
              </p:cNvPr>
              <p:cNvSpPr/>
              <p:nvPr/>
            </p:nvSpPr>
            <p:spPr>
              <a:xfrm>
                <a:off x="8361860" y="736762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4" name="手繪多邊形: 圖案 343">
                <a:extLst>
                  <a:ext uri="{FF2B5EF4-FFF2-40B4-BE49-F238E27FC236}">
                    <a16:creationId xmlns:a16="http://schemas.microsoft.com/office/drawing/2014/main" id="{B3A473A0-EBCD-48BA-B577-EDAEA63036CD}"/>
                  </a:ext>
                </a:extLst>
              </p:cNvPr>
              <p:cNvSpPr/>
              <p:nvPr/>
            </p:nvSpPr>
            <p:spPr>
              <a:xfrm>
                <a:off x="8601204" y="812321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5" name="手繪多邊形: 圖案 344">
                <a:extLst>
                  <a:ext uri="{FF2B5EF4-FFF2-40B4-BE49-F238E27FC236}">
                    <a16:creationId xmlns:a16="http://schemas.microsoft.com/office/drawing/2014/main" id="{10C9359C-EE5E-49DF-8CFA-BB2EB1E047A2}"/>
                  </a:ext>
                </a:extLst>
              </p:cNvPr>
              <p:cNvSpPr/>
              <p:nvPr/>
            </p:nvSpPr>
            <p:spPr>
              <a:xfrm>
                <a:off x="8462858" y="740943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6" name="手繪多邊形: 圖案 345">
                <a:extLst>
                  <a:ext uri="{FF2B5EF4-FFF2-40B4-BE49-F238E27FC236}">
                    <a16:creationId xmlns:a16="http://schemas.microsoft.com/office/drawing/2014/main" id="{C78E74F4-52C7-4001-8484-1FF8C07D7531}"/>
                  </a:ext>
                </a:extLst>
              </p:cNvPr>
              <p:cNvSpPr/>
              <p:nvPr/>
            </p:nvSpPr>
            <p:spPr>
              <a:xfrm>
                <a:off x="8222212" y="740942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47" name="橢圓 346">
                <a:extLst>
                  <a:ext uri="{FF2B5EF4-FFF2-40B4-BE49-F238E27FC236}">
                    <a16:creationId xmlns:a16="http://schemas.microsoft.com/office/drawing/2014/main" id="{70C39A83-A6ED-4DE8-A9A8-60AE95117604}"/>
                  </a:ext>
                </a:extLst>
              </p:cNvPr>
              <p:cNvSpPr/>
              <p:nvPr/>
            </p:nvSpPr>
            <p:spPr>
              <a:xfrm>
                <a:off x="8601205" y="522414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8" name="橢圓 347">
                <a:extLst>
                  <a:ext uri="{FF2B5EF4-FFF2-40B4-BE49-F238E27FC236}">
                    <a16:creationId xmlns:a16="http://schemas.microsoft.com/office/drawing/2014/main" id="{388ACE56-5BBD-40F2-90BE-A07BC29262ED}"/>
                  </a:ext>
                </a:extLst>
              </p:cNvPr>
              <p:cNvSpPr/>
              <p:nvPr/>
            </p:nvSpPr>
            <p:spPr>
              <a:xfrm>
                <a:off x="8569046" y="531947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9" name="橢圓 348">
                <a:extLst>
                  <a:ext uri="{FF2B5EF4-FFF2-40B4-BE49-F238E27FC236}">
                    <a16:creationId xmlns:a16="http://schemas.microsoft.com/office/drawing/2014/main" id="{4EE95736-108A-47F1-A821-C9D28D9E4D3D}"/>
                  </a:ext>
                </a:extLst>
              </p:cNvPr>
              <p:cNvSpPr/>
              <p:nvPr/>
            </p:nvSpPr>
            <p:spPr>
              <a:xfrm>
                <a:off x="8222212" y="736762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0" name="手繪多邊形: 圖案 349">
                <a:extLst>
                  <a:ext uri="{FF2B5EF4-FFF2-40B4-BE49-F238E27FC236}">
                    <a16:creationId xmlns:a16="http://schemas.microsoft.com/office/drawing/2014/main" id="{1D3CE2F1-E34C-44C1-9564-F3DACA311846}"/>
                  </a:ext>
                </a:extLst>
              </p:cNvPr>
              <p:cNvSpPr/>
              <p:nvPr/>
            </p:nvSpPr>
            <p:spPr>
              <a:xfrm>
                <a:off x="8693138" y="736762"/>
                <a:ext cx="103512" cy="151205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1" name="橢圓 350">
                <a:extLst>
                  <a:ext uri="{FF2B5EF4-FFF2-40B4-BE49-F238E27FC236}">
                    <a16:creationId xmlns:a16="http://schemas.microsoft.com/office/drawing/2014/main" id="{B8655F40-2933-4E1F-B722-9EE573ABB3CC}"/>
                  </a:ext>
                </a:extLst>
              </p:cNvPr>
              <p:cNvSpPr/>
              <p:nvPr/>
            </p:nvSpPr>
            <p:spPr>
              <a:xfrm>
                <a:off x="8601206" y="736762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2" name="橢圓 351">
                <a:extLst>
                  <a:ext uri="{FF2B5EF4-FFF2-40B4-BE49-F238E27FC236}">
                    <a16:creationId xmlns:a16="http://schemas.microsoft.com/office/drawing/2014/main" id="{C30B4EBF-75D7-4217-BA59-D899046CEED6}"/>
                  </a:ext>
                </a:extLst>
              </p:cNvPr>
              <p:cNvSpPr/>
              <p:nvPr/>
            </p:nvSpPr>
            <p:spPr>
              <a:xfrm>
                <a:off x="8569046" y="746295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81" name="群組 280">
            <a:extLst>
              <a:ext uri="{FF2B5EF4-FFF2-40B4-BE49-F238E27FC236}">
                <a16:creationId xmlns:a16="http://schemas.microsoft.com/office/drawing/2014/main" id="{226CF0E7-F495-493E-8D44-9809A42843FE}"/>
              </a:ext>
            </a:extLst>
          </p:cNvPr>
          <p:cNvGrpSpPr/>
          <p:nvPr/>
        </p:nvGrpSpPr>
        <p:grpSpPr>
          <a:xfrm>
            <a:off x="6653997" y="2059533"/>
            <a:ext cx="785727" cy="733117"/>
            <a:chOff x="6586513" y="3629654"/>
            <a:chExt cx="785727" cy="733117"/>
          </a:xfrm>
        </p:grpSpPr>
        <p:grpSp>
          <p:nvGrpSpPr>
            <p:cNvPr id="282" name="群組 281">
              <a:extLst>
                <a:ext uri="{FF2B5EF4-FFF2-40B4-BE49-F238E27FC236}">
                  <a16:creationId xmlns:a16="http://schemas.microsoft.com/office/drawing/2014/main" id="{0506CF6D-6F2C-4A29-88A6-2142EE15E5EF}"/>
                </a:ext>
              </a:extLst>
            </p:cNvPr>
            <p:cNvGrpSpPr/>
            <p:nvPr/>
          </p:nvGrpSpPr>
          <p:grpSpPr>
            <a:xfrm>
              <a:off x="6586513" y="3973916"/>
              <a:ext cx="785727" cy="388855"/>
              <a:chOff x="6586513" y="3973916"/>
              <a:chExt cx="785727" cy="388855"/>
            </a:xfrm>
          </p:grpSpPr>
          <p:grpSp>
            <p:nvGrpSpPr>
              <p:cNvPr id="299" name="群組 298">
                <a:extLst>
                  <a:ext uri="{FF2B5EF4-FFF2-40B4-BE49-F238E27FC236}">
                    <a16:creationId xmlns:a16="http://schemas.microsoft.com/office/drawing/2014/main" id="{B2A29159-E885-4167-9EC0-A8217994FC1E}"/>
                  </a:ext>
                </a:extLst>
              </p:cNvPr>
              <p:cNvGrpSpPr/>
              <p:nvPr/>
            </p:nvGrpSpPr>
            <p:grpSpPr>
              <a:xfrm>
                <a:off x="6586513" y="3973916"/>
                <a:ext cx="388855" cy="388855"/>
                <a:chOff x="114655" y="3347955"/>
                <a:chExt cx="950122" cy="950122"/>
              </a:xfrm>
            </p:grpSpPr>
            <p:sp>
              <p:nvSpPr>
                <p:cNvPr id="316" name="橢圓 315">
                  <a:extLst>
                    <a:ext uri="{FF2B5EF4-FFF2-40B4-BE49-F238E27FC236}">
                      <a16:creationId xmlns:a16="http://schemas.microsoft.com/office/drawing/2014/main" id="{1AFCA90C-3663-4EEE-AA4D-07963B783616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7" name="橢圓 316">
                  <a:extLst>
                    <a:ext uri="{FF2B5EF4-FFF2-40B4-BE49-F238E27FC236}">
                      <a16:creationId xmlns:a16="http://schemas.microsoft.com/office/drawing/2014/main" id="{84CF6E5E-2E5A-4247-8942-7EEADFDE03E3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8" name="橢圓 317">
                  <a:extLst>
                    <a:ext uri="{FF2B5EF4-FFF2-40B4-BE49-F238E27FC236}">
                      <a16:creationId xmlns:a16="http://schemas.microsoft.com/office/drawing/2014/main" id="{21C35BCE-256D-4687-9B72-EAA59ECCA95B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9" name="手繪多邊形: 圖案 318">
                  <a:extLst>
                    <a:ext uri="{FF2B5EF4-FFF2-40B4-BE49-F238E27FC236}">
                      <a16:creationId xmlns:a16="http://schemas.microsoft.com/office/drawing/2014/main" id="{B34A10A9-A2D0-4CBF-88FA-22922D031817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0" name="手繪多邊形: 圖案 319">
                  <a:extLst>
                    <a:ext uri="{FF2B5EF4-FFF2-40B4-BE49-F238E27FC236}">
                      <a16:creationId xmlns:a16="http://schemas.microsoft.com/office/drawing/2014/main" id="{0DD151D0-F9EB-45A5-AF35-77FC74A6D6F8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21" name="手繪多邊形: 圖案 320">
                  <a:extLst>
                    <a:ext uri="{FF2B5EF4-FFF2-40B4-BE49-F238E27FC236}">
                      <a16:creationId xmlns:a16="http://schemas.microsoft.com/office/drawing/2014/main" id="{B8EE7CA4-0C9F-4F90-B114-D5B89286444B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2" name="手繪多邊形: 圖案 321">
                  <a:extLst>
                    <a:ext uri="{FF2B5EF4-FFF2-40B4-BE49-F238E27FC236}">
                      <a16:creationId xmlns:a16="http://schemas.microsoft.com/office/drawing/2014/main" id="{C19F9772-27A6-404F-852F-DB007B9084B7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3" name="手繪多邊形: 圖案 322">
                  <a:extLst>
                    <a:ext uri="{FF2B5EF4-FFF2-40B4-BE49-F238E27FC236}">
                      <a16:creationId xmlns:a16="http://schemas.microsoft.com/office/drawing/2014/main" id="{3590D903-BFD2-466D-9CFC-4BC2D317C7EA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24" name="手繪多邊形: 圖案 323">
                  <a:extLst>
                    <a:ext uri="{FF2B5EF4-FFF2-40B4-BE49-F238E27FC236}">
                      <a16:creationId xmlns:a16="http://schemas.microsoft.com/office/drawing/2014/main" id="{BF7E9C31-5366-4169-B2BF-C2D0708D40FD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25" name="手繪多邊形: 圖案 324">
                  <a:extLst>
                    <a:ext uri="{FF2B5EF4-FFF2-40B4-BE49-F238E27FC236}">
                      <a16:creationId xmlns:a16="http://schemas.microsoft.com/office/drawing/2014/main" id="{A3714115-AC95-4F89-9902-901DB5F8F9F4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6" name="手繪多邊形: 圖案 325">
                  <a:extLst>
                    <a:ext uri="{FF2B5EF4-FFF2-40B4-BE49-F238E27FC236}">
                      <a16:creationId xmlns:a16="http://schemas.microsoft.com/office/drawing/2014/main" id="{3261A731-D462-4227-A926-8166FD821925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27" name="橢圓 326">
                  <a:extLst>
                    <a:ext uri="{FF2B5EF4-FFF2-40B4-BE49-F238E27FC236}">
                      <a16:creationId xmlns:a16="http://schemas.microsoft.com/office/drawing/2014/main" id="{A6323543-31D3-4FEA-902F-3D3F9537599A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8" name="橢圓 327">
                  <a:extLst>
                    <a:ext uri="{FF2B5EF4-FFF2-40B4-BE49-F238E27FC236}">
                      <a16:creationId xmlns:a16="http://schemas.microsoft.com/office/drawing/2014/main" id="{92DF9980-FC3C-4D34-A7AD-80D3B7F0DA07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9" name="橢圓 328">
                  <a:extLst>
                    <a:ext uri="{FF2B5EF4-FFF2-40B4-BE49-F238E27FC236}">
                      <a16:creationId xmlns:a16="http://schemas.microsoft.com/office/drawing/2014/main" id="{201B3797-B3AF-4430-A922-46177B681405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0" name="橢圓 329">
                  <a:extLst>
                    <a:ext uri="{FF2B5EF4-FFF2-40B4-BE49-F238E27FC236}">
                      <a16:creationId xmlns:a16="http://schemas.microsoft.com/office/drawing/2014/main" id="{A34BAA01-09DD-4496-83C7-D073CDEA3AD9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00" name="群組 299">
                <a:extLst>
                  <a:ext uri="{FF2B5EF4-FFF2-40B4-BE49-F238E27FC236}">
                    <a16:creationId xmlns:a16="http://schemas.microsoft.com/office/drawing/2014/main" id="{42223BA6-4FC2-48BE-B221-DD990B4060B9}"/>
                  </a:ext>
                </a:extLst>
              </p:cNvPr>
              <p:cNvGrpSpPr/>
              <p:nvPr/>
            </p:nvGrpSpPr>
            <p:grpSpPr>
              <a:xfrm>
                <a:off x="6983385" y="3973916"/>
                <a:ext cx="388855" cy="388855"/>
                <a:chOff x="114655" y="3347955"/>
                <a:chExt cx="950122" cy="950122"/>
              </a:xfrm>
            </p:grpSpPr>
            <p:sp>
              <p:nvSpPr>
                <p:cNvPr id="301" name="橢圓 300">
                  <a:extLst>
                    <a:ext uri="{FF2B5EF4-FFF2-40B4-BE49-F238E27FC236}">
                      <a16:creationId xmlns:a16="http://schemas.microsoft.com/office/drawing/2014/main" id="{FB34CDC9-91C0-407B-9EBA-D31ADA138ACE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2" name="橢圓 301">
                  <a:extLst>
                    <a:ext uri="{FF2B5EF4-FFF2-40B4-BE49-F238E27FC236}">
                      <a16:creationId xmlns:a16="http://schemas.microsoft.com/office/drawing/2014/main" id="{61453595-EEF1-4F8B-8717-EE6C2A48A841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3" name="橢圓 302">
                  <a:extLst>
                    <a:ext uri="{FF2B5EF4-FFF2-40B4-BE49-F238E27FC236}">
                      <a16:creationId xmlns:a16="http://schemas.microsoft.com/office/drawing/2014/main" id="{AA74E354-C021-49C1-A147-B4D8B74D38A2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4" name="手繪多邊形: 圖案 303">
                  <a:extLst>
                    <a:ext uri="{FF2B5EF4-FFF2-40B4-BE49-F238E27FC236}">
                      <a16:creationId xmlns:a16="http://schemas.microsoft.com/office/drawing/2014/main" id="{C93A9B3F-CDF6-495F-BF4F-3BC1C59E7AA9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5" name="手繪多邊形: 圖案 304">
                  <a:extLst>
                    <a:ext uri="{FF2B5EF4-FFF2-40B4-BE49-F238E27FC236}">
                      <a16:creationId xmlns:a16="http://schemas.microsoft.com/office/drawing/2014/main" id="{0839C92C-61FA-44BC-8A9F-82544CB32B4A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06" name="手繪多邊形: 圖案 305">
                  <a:extLst>
                    <a:ext uri="{FF2B5EF4-FFF2-40B4-BE49-F238E27FC236}">
                      <a16:creationId xmlns:a16="http://schemas.microsoft.com/office/drawing/2014/main" id="{A9696015-C72F-4939-973C-AE414C54F144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7" name="手繪多邊形: 圖案 306">
                  <a:extLst>
                    <a:ext uri="{FF2B5EF4-FFF2-40B4-BE49-F238E27FC236}">
                      <a16:creationId xmlns:a16="http://schemas.microsoft.com/office/drawing/2014/main" id="{C2D3FC8C-DC2C-4901-B12D-1835E9CEF382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08" name="手繪多邊形: 圖案 307">
                  <a:extLst>
                    <a:ext uri="{FF2B5EF4-FFF2-40B4-BE49-F238E27FC236}">
                      <a16:creationId xmlns:a16="http://schemas.microsoft.com/office/drawing/2014/main" id="{CB92B123-8DE0-442D-A4AD-A6D3FE958F6B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09" name="手繪多邊形: 圖案 308">
                  <a:extLst>
                    <a:ext uri="{FF2B5EF4-FFF2-40B4-BE49-F238E27FC236}">
                      <a16:creationId xmlns:a16="http://schemas.microsoft.com/office/drawing/2014/main" id="{2040C09E-A644-4755-8758-78BAA5F98EAC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10" name="手繪多邊形: 圖案 309">
                  <a:extLst>
                    <a:ext uri="{FF2B5EF4-FFF2-40B4-BE49-F238E27FC236}">
                      <a16:creationId xmlns:a16="http://schemas.microsoft.com/office/drawing/2014/main" id="{62A6CDAB-7C98-4ECD-AD91-32C3B6C5FEFD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1" name="手繪多邊形: 圖案 310">
                  <a:extLst>
                    <a:ext uri="{FF2B5EF4-FFF2-40B4-BE49-F238E27FC236}">
                      <a16:creationId xmlns:a16="http://schemas.microsoft.com/office/drawing/2014/main" id="{E959308F-0797-4B86-98C5-C9E53D34AEEC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12" name="橢圓 311">
                  <a:extLst>
                    <a:ext uri="{FF2B5EF4-FFF2-40B4-BE49-F238E27FC236}">
                      <a16:creationId xmlns:a16="http://schemas.microsoft.com/office/drawing/2014/main" id="{82847CA7-74B0-4F32-ABCD-DB8920B301B7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3" name="橢圓 312">
                  <a:extLst>
                    <a:ext uri="{FF2B5EF4-FFF2-40B4-BE49-F238E27FC236}">
                      <a16:creationId xmlns:a16="http://schemas.microsoft.com/office/drawing/2014/main" id="{3BE70C46-3F66-497C-93E8-08D49B129A54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4" name="橢圓 313">
                  <a:extLst>
                    <a:ext uri="{FF2B5EF4-FFF2-40B4-BE49-F238E27FC236}">
                      <a16:creationId xmlns:a16="http://schemas.microsoft.com/office/drawing/2014/main" id="{C8B3BCD8-DF94-49EF-B816-A575B326B754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5" name="橢圓 314">
                  <a:extLst>
                    <a:ext uri="{FF2B5EF4-FFF2-40B4-BE49-F238E27FC236}">
                      <a16:creationId xmlns:a16="http://schemas.microsoft.com/office/drawing/2014/main" id="{8CB70FFA-F3AE-4E2C-931F-401AFEB7C234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283" name="群組 282">
              <a:extLst>
                <a:ext uri="{FF2B5EF4-FFF2-40B4-BE49-F238E27FC236}">
                  <a16:creationId xmlns:a16="http://schemas.microsoft.com/office/drawing/2014/main" id="{5CCE615F-557F-46A6-B465-0610AB78898C}"/>
                </a:ext>
              </a:extLst>
            </p:cNvPr>
            <p:cNvGrpSpPr/>
            <p:nvPr/>
          </p:nvGrpSpPr>
          <p:grpSpPr>
            <a:xfrm>
              <a:off x="6784949" y="3629654"/>
              <a:ext cx="388855" cy="388855"/>
              <a:chOff x="114654" y="3347954"/>
              <a:chExt cx="950118" cy="950122"/>
            </a:xfrm>
          </p:grpSpPr>
          <p:sp>
            <p:nvSpPr>
              <p:cNvPr id="284" name="橢圓 283">
                <a:extLst>
                  <a:ext uri="{FF2B5EF4-FFF2-40B4-BE49-F238E27FC236}">
                    <a16:creationId xmlns:a16="http://schemas.microsoft.com/office/drawing/2014/main" id="{42F6236A-936D-4A0E-85E8-2EBC6EFFB4B4}"/>
                  </a:ext>
                </a:extLst>
              </p:cNvPr>
              <p:cNvSpPr/>
              <p:nvPr/>
            </p:nvSpPr>
            <p:spPr>
              <a:xfrm>
                <a:off x="114654" y="3347954"/>
                <a:ext cx="950118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橢圓 284">
                <a:extLst>
                  <a:ext uri="{FF2B5EF4-FFF2-40B4-BE49-F238E27FC236}">
                    <a16:creationId xmlns:a16="http://schemas.microsoft.com/office/drawing/2014/main" id="{F1C4A444-1BEF-4C38-8185-5061FF44C343}"/>
                  </a:ext>
                </a:extLst>
              </p:cNvPr>
              <p:cNvSpPr/>
              <p:nvPr/>
            </p:nvSpPr>
            <p:spPr>
              <a:xfrm>
                <a:off x="549538" y="3868935"/>
                <a:ext cx="459579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橢圓 285">
                <a:extLst>
                  <a:ext uri="{FF2B5EF4-FFF2-40B4-BE49-F238E27FC236}">
                    <a16:creationId xmlns:a16="http://schemas.microsoft.com/office/drawing/2014/main" id="{6A072419-BDF7-4DA9-B756-11F8EAE3B2FE}"/>
                  </a:ext>
                </a:extLst>
              </p:cNvPr>
              <p:cNvSpPr/>
              <p:nvPr/>
            </p:nvSpPr>
            <p:spPr>
              <a:xfrm>
                <a:off x="170544" y="3654586"/>
                <a:ext cx="380292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手繪多邊形: 圖案 286">
                <a:extLst>
                  <a:ext uri="{FF2B5EF4-FFF2-40B4-BE49-F238E27FC236}">
                    <a16:creationId xmlns:a16="http://schemas.microsoft.com/office/drawing/2014/main" id="{9ADDB386-AA90-429A-953F-F89513A29619}"/>
                  </a:ext>
                </a:extLst>
              </p:cNvPr>
              <p:cNvSpPr/>
              <p:nvPr/>
            </p:nvSpPr>
            <p:spPr>
              <a:xfrm>
                <a:off x="752077" y="3654586"/>
                <a:ext cx="103511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手繪多邊形: 圖案 287">
                <a:extLst>
                  <a:ext uri="{FF2B5EF4-FFF2-40B4-BE49-F238E27FC236}">
                    <a16:creationId xmlns:a16="http://schemas.microsoft.com/office/drawing/2014/main" id="{CD867B06-D8A2-41EB-B48E-40DF959D2CEC}"/>
                  </a:ext>
                </a:extLst>
              </p:cNvPr>
              <p:cNvSpPr/>
              <p:nvPr/>
            </p:nvSpPr>
            <p:spPr>
              <a:xfrm>
                <a:off x="549536" y="3730143"/>
                <a:ext cx="1302" cy="4794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9" name="手繪多邊形: 圖案 288">
                <a:extLst>
                  <a:ext uri="{FF2B5EF4-FFF2-40B4-BE49-F238E27FC236}">
                    <a16:creationId xmlns:a16="http://schemas.microsoft.com/office/drawing/2014/main" id="{A38B60C8-68A6-472C-B2A0-FC1B14974D6E}"/>
                  </a:ext>
                </a:extLst>
              </p:cNvPr>
              <p:cNvSpPr/>
              <p:nvPr/>
            </p:nvSpPr>
            <p:spPr>
              <a:xfrm>
                <a:off x="550247" y="3656453"/>
                <a:ext cx="201830" cy="152176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手繪多邊形: 圖案 289">
                <a:extLst>
                  <a:ext uri="{FF2B5EF4-FFF2-40B4-BE49-F238E27FC236}">
                    <a16:creationId xmlns:a16="http://schemas.microsoft.com/office/drawing/2014/main" id="{D98A51DF-0D88-4FDD-A495-3BD80511C647}"/>
                  </a:ext>
                </a:extLst>
              </p:cNvPr>
              <p:cNvSpPr/>
              <p:nvPr/>
            </p:nvSpPr>
            <p:spPr>
              <a:xfrm>
                <a:off x="855588" y="3659808"/>
                <a:ext cx="153527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1" name="手繪多邊形: 圖案 290">
                <a:extLst>
                  <a:ext uri="{FF2B5EF4-FFF2-40B4-BE49-F238E27FC236}">
                    <a16:creationId xmlns:a16="http://schemas.microsoft.com/office/drawing/2014/main" id="{A69B05E1-179D-4A96-9AB1-E41CD870797D}"/>
                  </a:ext>
                </a:extLst>
              </p:cNvPr>
              <p:cNvSpPr/>
              <p:nvPr/>
            </p:nvSpPr>
            <p:spPr>
              <a:xfrm>
                <a:off x="310193" y="3868937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2" name="手繪多邊形: 圖案 291">
                <a:extLst>
                  <a:ext uri="{FF2B5EF4-FFF2-40B4-BE49-F238E27FC236}">
                    <a16:creationId xmlns:a16="http://schemas.microsoft.com/office/drawing/2014/main" id="{95B0A572-ED7C-4650-927C-13FC516395B7}"/>
                  </a:ext>
                </a:extLst>
              </p:cNvPr>
              <p:cNvSpPr/>
              <p:nvPr/>
            </p:nvSpPr>
            <p:spPr>
              <a:xfrm>
                <a:off x="549536" y="3944497"/>
                <a:ext cx="1302" cy="4794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3" name="手繪多邊形: 圖案 292">
                <a:extLst>
                  <a:ext uri="{FF2B5EF4-FFF2-40B4-BE49-F238E27FC236}">
                    <a16:creationId xmlns:a16="http://schemas.microsoft.com/office/drawing/2014/main" id="{4FDEF1D1-2252-4046-9833-BE9D426A89F9}"/>
                  </a:ext>
                </a:extLst>
              </p:cNvPr>
              <p:cNvSpPr/>
              <p:nvPr/>
            </p:nvSpPr>
            <p:spPr>
              <a:xfrm>
                <a:off x="411190" y="3873118"/>
                <a:ext cx="139057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4" name="手繪多邊形: 圖案 293">
                <a:extLst>
                  <a:ext uri="{FF2B5EF4-FFF2-40B4-BE49-F238E27FC236}">
                    <a16:creationId xmlns:a16="http://schemas.microsoft.com/office/drawing/2014/main" id="{20B041CE-5A72-4B2C-99D3-116571E9A4E8}"/>
                  </a:ext>
                </a:extLst>
              </p:cNvPr>
              <p:cNvSpPr/>
              <p:nvPr/>
            </p:nvSpPr>
            <p:spPr>
              <a:xfrm>
                <a:off x="170544" y="3873116"/>
                <a:ext cx="139646" cy="147551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5" name="橢圓 294">
                <a:extLst>
                  <a:ext uri="{FF2B5EF4-FFF2-40B4-BE49-F238E27FC236}">
                    <a16:creationId xmlns:a16="http://schemas.microsoft.com/office/drawing/2014/main" id="{DA601B4D-4660-468B-861A-554B15A52277}"/>
                  </a:ext>
                </a:extLst>
              </p:cNvPr>
              <p:cNvSpPr/>
              <p:nvPr/>
            </p:nvSpPr>
            <p:spPr>
              <a:xfrm>
                <a:off x="549536" y="3654584"/>
                <a:ext cx="459579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6" name="橢圓 295">
                <a:extLst>
                  <a:ext uri="{FF2B5EF4-FFF2-40B4-BE49-F238E27FC236}">
                    <a16:creationId xmlns:a16="http://schemas.microsoft.com/office/drawing/2014/main" id="{22B9497B-9602-4511-BD07-92B61DE08273}"/>
                  </a:ext>
                </a:extLst>
              </p:cNvPr>
              <p:cNvSpPr/>
              <p:nvPr/>
            </p:nvSpPr>
            <p:spPr>
              <a:xfrm>
                <a:off x="517379" y="3664121"/>
                <a:ext cx="65050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7" name="橢圓 296">
                <a:extLst>
                  <a:ext uri="{FF2B5EF4-FFF2-40B4-BE49-F238E27FC236}">
                    <a16:creationId xmlns:a16="http://schemas.microsoft.com/office/drawing/2014/main" id="{04998533-3262-46C2-8F0D-C5A141A12498}"/>
                  </a:ext>
                </a:extLst>
              </p:cNvPr>
              <p:cNvSpPr/>
              <p:nvPr/>
            </p:nvSpPr>
            <p:spPr>
              <a:xfrm>
                <a:off x="170544" y="3868930"/>
                <a:ext cx="380292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8" name="橢圓 297">
                <a:extLst>
                  <a:ext uri="{FF2B5EF4-FFF2-40B4-BE49-F238E27FC236}">
                    <a16:creationId xmlns:a16="http://schemas.microsoft.com/office/drawing/2014/main" id="{7AA2231C-7B14-418E-9983-6B0A0503814F}"/>
                  </a:ext>
                </a:extLst>
              </p:cNvPr>
              <p:cNvSpPr/>
              <p:nvPr/>
            </p:nvSpPr>
            <p:spPr>
              <a:xfrm>
                <a:off x="517381" y="3878467"/>
                <a:ext cx="65050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279" name="右中括弧 278">
            <a:extLst>
              <a:ext uri="{FF2B5EF4-FFF2-40B4-BE49-F238E27FC236}">
                <a16:creationId xmlns:a16="http://schemas.microsoft.com/office/drawing/2014/main" id="{F81B205C-B274-4810-8381-19F7F60CE984}"/>
              </a:ext>
            </a:extLst>
          </p:cNvPr>
          <p:cNvSpPr/>
          <p:nvPr/>
        </p:nvSpPr>
        <p:spPr>
          <a:xfrm rot="10800000">
            <a:off x="6346875" y="2509611"/>
            <a:ext cx="176369" cy="1799448"/>
          </a:xfrm>
          <a:prstGeom prst="rightBracket">
            <a:avLst/>
          </a:prstGeom>
          <a:noFill/>
          <a:ln w="38100">
            <a:solidFill>
              <a:srgbClr val="A6A6A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5F11FF-7CDE-4F81-9BC5-7E765385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Motivation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:Lack of Somatic Phasing</a:t>
            </a:r>
          </a:p>
        </p:txBody>
      </p: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4EE4D986-F52D-4ECB-B62D-B2F0DAF9618B}"/>
              </a:ext>
            </a:extLst>
          </p:cNvPr>
          <p:cNvCxnSpPr>
            <a:cxnSpLocks/>
            <a:stCxn id="101" idx="4"/>
            <a:endCxn id="47" idx="0"/>
          </p:cNvCxnSpPr>
          <p:nvPr/>
        </p:nvCxnSpPr>
        <p:spPr>
          <a:xfrm flipH="1">
            <a:off x="703357" y="2235049"/>
            <a:ext cx="391737" cy="1062118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>
            <a:extLst>
              <a:ext uri="{FF2B5EF4-FFF2-40B4-BE49-F238E27FC236}">
                <a16:creationId xmlns:a16="http://schemas.microsoft.com/office/drawing/2014/main" id="{733C5E2D-CDFE-4B9C-94CE-86BA5CEC4F6E}"/>
              </a:ext>
            </a:extLst>
          </p:cNvPr>
          <p:cNvCxnSpPr>
            <a:cxnSpLocks/>
            <a:stCxn id="59" idx="4"/>
            <a:endCxn id="50" idx="0"/>
          </p:cNvCxnSpPr>
          <p:nvPr/>
        </p:nvCxnSpPr>
        <p:spPr>
          <a:xfrm flipH="1">
            <a:off x="1663907" y="2235049"/>
            <a:ext cx="1295471" cy="113313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9515F2FE-0680-488C-842E-BBC0A493576F}"/>
              </a:ext>
            </a:extLst>
          </p:cNvPr>
          <p:cNvCxnSpPr>
            <a:cxnSpLocks/>
            <a:stCxn id="243" idx="3"/>
            <a:endCxn id="55" idx="0"/>
          </p:cNvCxnSpPr>
          <p:nvPr/>
        </p:nvCxnSpPr>
        <p:spPr>
          <a:xfrm flipH="1">
            <a:off x="2189195" y="2140152"/>
            <a:ext cx="2093613" cy="1234709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A08C4924-8F89-4D53-83E1-A7BC64AE0501}"/>
              </a:ext>
            </a:extLst>
          </p:cNvPr>
          <p:cNvCxnSpPr>
            <a:cxnSpLocks/>
            <a:stCxn id="79" idx="3"/>
            <a:endCxn id="52" idx="7"/>
          </p:cNvCxnSpPr>
          <p:nvPr/>
        </p:nvCxnSpPr>
        <p:spPr>
          <a:xfrm flipH="1">
            <a:off x="2747113" y="2140152"/>
            <a:ext cx="2882627" cy="1044509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群組 3">
            <a:extLst>
              <a:ext uri="{FF2B5EF4-FFF2-40B4-BE49-F238E27FC236}">
                <a16:creationId xmlns:a16="http://schemas.microsoft.com/office/drawing/2014/main" id="{3B92F8F9-F7E1-4F8F-91CA-511646E445CD}"/>
              </a:ext>
            </a:extLst>
          </p:cNvPr>
          <p:cNvGrpSpPr/>
          <p:nvPr/>
        </p:nvGrpSpPr>
        <p:grpSpPr>
          <a:xfrm>
            <a:off x="152400" y="875762"/>
            <a:ext cx="6337385" cy="1427131"/>
            <a:chOff x="152400" y="937332"/>
            <a:chExt cx="6337385" cy="1427131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8CE9DC34-3A79-4697-BF7E-D794A0ABDCF3}"/>
                </a:ext>
              </a:extLst>
            </p:cNvPr>
            <p:cNvGrpSpPr/>
            <p:nvPr/>
          </p:nvGrpSpPr>
          <p:grpSpPr>
            <a:xfrm>
              <a:off x="2122835" y="937332"/>
              <a:ext cx="1673087" cy="1359287"/>
              <a:chOff x="7819782" y="420964"/>
              <a:chExt cx="1673087" cy="1359287"/>
            </a:xfrm>
          </p:grpSpPr>
          <p:grpSp>
            <p:nvGrpSpPr>
              <p:cNvPr id="57" name="群組 56">
                <a:extLst>
                  <a:ext uri="{FF2B5EF4-FFF2-40B4-BE49-F238E27FC236}">
                    <a16:creationId xmlns:a16="http://schemas.microsoft.com/office/drawing/2014/main" id="{C2191D24-B57F-4DE6-8D12-B148F41AD062}"/>
                  </a:ext>
                </a:extLst>
              </p:cNvPr>
              <p:cNvGrpSpPr/>
              <p:nvPr/>
            </p:nvGrpSpPr>
            <p:grpSpPr>
              <a:xfrm>
                <a:off x="8332325" y="1132251"/>
                <a:ext cx="648000" cy="648000"/>
                <a:chOff x="7549562" y="1132251"/>
                <a:chExt cx="648000" cy="648000"/>
              </a:xfrm>
            </p:grpSpPr>
            <p:sp>
              <p:nvSpPr>
                <p:cNvPr id="59" name="橢圓 58">
                  <a:extLst>
                    <a:ext uri="{FF2B5EF4-FFF2-40B4-BE49-F238E27FC236}">
                      <a16:creationId xmlns:a16="http://schemas.microsoft.com/office/drawing/2014/main" id="{4AC28D69-2B46-4002-8A53-C270104F54F0}"/>
                    </a:ext>
                  </a:extLst>
                </p:cNvPr>
                <p:cNvSpPr/>
                <p:nvPr/>
              </p:nvSpPr>
              <p:spPr>
                <a:xfrm>
                  <a:off x="7549562" y="1132251"/>
                  <a:ext cx="648000" cy="648000"/>
                </a:xfrm>
                <a:prstGeom prst="ellipse">
                  <a:avLst/>
                </a:prstGeom>
                <a:solidFill>
                  <a:srgbClr val="FFF2CC"/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0" name="橢圓 59">
                  <a:extLst>
                    <a:ext uri="{FF2B5EF4-FFF2-40B4-BE49-F238E27FC236}">
                      <a16:creationId xmlns:a16="http://schemas.microsoft.com/office/drawing/2014/main" id="{AF3094DE-21F2-4A40-87C5-352F0DB5D71D}"/>
                    </a:ext>
                  </a:extLst>
                </p:cNvPr>
                <p:cNvSpPr/>
                <p:nvPr/>
              </p:nvSpPr>
              <p:spPr>
                <a:xfrm>
                  <a:off x="7846161" y="1487569"/>
                  <a:ext cx="313442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1" name="橢圓 60">
                  <a:extLst>
                    <a:ext uri="{FF2B5EF4-FFF2-40B4-BE49-F238E27FC236}">
                      <a16:creationId xmlns:a16="http://schemas.microsoft.com/office/drawing/2014/main" id="{40119690-1D97-4FE0-BAC2-3FAF8ADCBEEB}"/>
                    </a:ext>
                  </a:extLst>
                </p:cNvPr>
                <p:cNvSpPr/>
                <p:nvPr/>
              </p:nvSpPr>
              <p:spPr>
                <a:xfrm>
                  <a:off x="7587681" y="1341379"/>
                  <a:ext cx="259367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2" name="手繪多邊形: 圖案 61">
                  <a:extLst>
                    <a:ext uri="{FF2B5EF4-FFF2-40B4-BE49-F238E27FC236}">
                      <a16:creationId xmlns:a16="http://schemas.microsoft.com/office/drawing/2014/main" id="{2B9727C9-BB9A-4B7A-B78A-A0BAC41EFDCB}"/>
                    </a:ext>
                  </a:extLst>
                </p:cNvPr>
                <p:cNvSpPr/>
                <p:nvPr/>
              </p:nvSpPr>
              <p:spPr>
                <a:xfrm>
                  <a:off x="7984297" y="1341379"/>
                  <a:ext cx="70597" cy="10633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3" name="手繪多邊形: 圖案 62">
                  <a:extLst>
                    <a:ext uri="{FF2B5EF4-FFF2-40B4-BE49-F238E27FC236}">
                      <a16:creationId xmlns:a16="http://schemas.microsoft.com/office/drawing/2014/main" id="{28B8157F-A40E-40CA-853E-BF0B9D75FF33}"/>
                    </a:ext>
                  </a:extLst>
                </p:cNvPr>
                <p:cNvSpPr/>
                <p:nvPr/>
              </p:nvSpPr>
              <p:spPr>
                <a:xfrm>
                  <a:off x="7846160" y="1392911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4" name="手繪多邊形: 圖案 63">
                  <a:extLst>
                    <a:ext uri="{FF2B5EF4-FFF2-40B4-BE49-F238E27FC236}">
                      <a16:creationId xmlns:a16="http://schemas.microsoft.com/office/drawing/2014/main" id="{F8484414-E7F4-46F1-A686-A8D958018CBB}"/>
                    </a:ext>
                  </a:extLst>
                </p:cNvPr>
                <p:cNvSpPr/>
                <p:nvPr/>
              </p:nvSpPr>
              <p:spPr>
                <a:xfrm>
                  <a:off x="7846645" y="1342653"/>
                  <a:ext cx="137652" cy="1037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5" name="手繪多邊形: 圖案 64">
                  <a:extLst>
                    <a:ext uri="{FF2B5EF4-FFF2-40B4-BE49-F238E27FC236}">
                      <a16:creationId xmlns:a16="http://schemas.microsoft.com/office/drawing/2014/main" id="{5E27ABCF-7D61-4433-A152-719798F8BE91}"/>
                    </a:ext>
                  </a:extLst>
                </p:cNvPr>
                <p:cNvSpPr/>
                <p:nvPr/>
              </p:nvSpPr>
              <p:spPr>
                <a:xfrm>
                  <a:off x="8054894" y="1344942"/>
                  <a:ext cx="104709" cy="9920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6" name="手繪多邊形: 圖案 65">
                  <a:extLst>
                    <a:ext uri="{FF2B5EF4-FFF2-40B4-BE49-F238E27FC236}">
                      <a16:creationId xmlns:a16="http://schemas.microsoft.com/office/drawing/2014/main" id="{7C01C5AC-FF25-4875-9701-176D0076981B}"/>
                    </a:ext>
                  </a:extLst>
                </p:cNvPr>
                <p:cNvSpPr/>
                <p:nvPr/>
              </p:nvSpPr>
              <p:spPr>
                <a:xfrm>
                  <a:off x="7682923" y="1487569"/>
                  <a:ext cx="68883" cy="10633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7" name="手繪多邊形: 圖案 66">
                  <a:extLst>
                    <a:ext uri="{FF2B5EF4-FFF2-40B4-BE49-F238E27FC236}">
                      <a16:creationId xmlns:a16="http://schemas.microsoft.com/office/drawing/2014/main" id="{69934263-F04C-4BD7-A2DD-F6AD6AB864F4}"/>
                    </a:ext>
                  </a:extLst>
                </p:cNvPr>
                <p:cNvSpPr/>
                <p:nvPr/>
              </p:nvSpPr>
              <p:spPr>
                <a:xfrm>
                  <a:off x="7846160" y="1539101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5F5293E3-B6DC-4EDC-92EE-7726B675276B}"/>
                    </a:ext>
                  </a:extLst>
                </p:cNvPr>
                <p:cNvSpPr/>
                <p:nvPr/>
              </p:nvSpPr>
              <p:spPr>
                <a:xfrm>
                  <a:off x="7751805" y="1490420"/>
                  <a:ext cx="94840" cy="100632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673906D3-0C56-48D8-8A5B-5680E56C146B}"/>
                    </a:ext>
                  </a:extLst>
                </p:cNvPr>
                <p:cNvSpPr/>
                <p:nvPr/>
              </p:nvSpPr>
              <p:spPr>
                <a:xfrm>
                  <a:off x="7587681" y="1490419"/>
                  <a:ext cx="95242" cy="100632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70" name="橢圓 69">
                  <a:extLst>
                    <a:ext uri="{FF2B5EF4-FFF2-40B4-BE49-F238E27FC236}">
                      <a16:creationId xmlns:a16="http://schemas.microsoft.com/office/drawing/2014/main" id="{2556B787-C61D-4E5C-A069-3431EAB1E39E}"/>
                    </a:ext>
                  </a:extLst>
                </p:cNvPr>
                <p:cNvSpPr/>
                <p:nvPr/>
              </p:nvSpPr>
              <p:spPr>
                <a:xfrm>
                  <a:off x="7846161" y="1341379"/>
                  <a:ext cx="313442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1" name="橢圓 70">
                  <a:extLst>
                    <a:ext uri="{FF2B5EF4-FFF2-40B4-BE49-F238E27FC236}">
                      <a16:creationId xmlns:a16="http://schemas.microsoft.com/office/drawing/2014/main" id="{009CF99A-A5A1-4C9B-ABAD-A35FD001C9B1}"/>
                    </a:ext>
                  </a:extLst>
                </p:cNvPr>
                <p:cNvSpPr/>
                <p:nvPr/>
              </p:nvSpPr>
              <p:spPr>
                <a:xfrm>
                  <a:off x="7824228" y="1347881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2" name="橢圓 71">
                  <a:extLst>
                    <a:ext uri="{FF2B5EF4-FFF2-40B4-BE49-F238E27FC236}">
                      <a16:creationId xmlns:a16="http://schemas.microsoft.com/office/drawing/2014/main" id="{86D6500F-ED1A-4FCB-98BB-D9940CBEDF55}"/>
                    </a:ext>
                  </a:extLst>
                </p:cNvPr>
                <p:cNvSpPr/>
                <p:nvPr/>
              </p:nvSpPr>
              <p:spPr>
                <a:xfrm>
                  <a:off x="7587681" y="1487569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3" name="手繪多邊形: 圖案 72">
                  <a:extLst>
                    <a:ext uri="{FF2B5EF4-FFF2-40B4-BE49-F238E27FC236}">
                      <a16:creationId xmlns:a16="http://schemas.microsoft.com/office/drawing/2014/main" id="{9611658F-B582-42FC-9C51-96714432CFCF}"/>
                    </a:ext>
                  </a:extLst>
                </p:cNvPr>
                <p:cNvSpPr/>
                <p:nvPr/>
              </p:nvSpPr>
              <p:spPr>
                <a:xfrm>
                  <a:off x="7908861" y="1487569"/>
                  <a:ext cx="70597" cy="103124"/>
                </a:xfrm>
                <a:custGeom>
                  <a:avLst/>
                  <a:gdLst>
                    <a:gd name="connsiteX0" fmla="*/ 103512 w 103512"/>
                    <a:gd name="connsiteY0" fmla="*/ 0 h 151205"/>
                    <a:gd name="connsiteX1" fmla="*/ 103512 w 103512"/>
                    <a:gd name="connsiteY1" fmla="*/ 151205 h 151205"/>
                    <a:gd name="connsiteX2" fmla="*/ 48412 w 103512"/>
                    <a:gd name="connsiteY2" fmla="*/ 147431 h 151205"/>
                    <a:gd name="connsiteX3" fmla="*/ 0 w 103512"/>
                    <a:gd name="connsiteY3" fmla="*/ 136358 h 151205"/>
                    <a:gd name="connsiteX4" fmla="*/ 0 w 103512"/>
                    <a:gd name="connsiteY4" fmla="*/ 14847 h 151205"/>
                    <a:gd name="connsiteX5" fmla="*/ 48412 w 103512"/>
                    <a:gd name="connsiteY5" fmla="*/ 3773 h 151205"/>
                    <a:gd name="connsiteX6" fmla="*/ 103512 w 103512"/>
                    <a:gd name="connsiteY6" fmla="*/ 0 h 15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5">
                      <a:moveTo>
                        <a:pt x="103512" y="0"/>
                      </a:moveTo>
                      <a:lnTo>
                        <a:pt x="103512" y="151205"/>
                      </a:lnTo>
                      <a:lnTo>
                        <a:pt x="48412" y="147431"/>
                      </a:lnTo>
                      <a:lnTo>
                        <a:pt x="0" y="136358"/>
                      </a:lnTo>
                      <a:lnTo>
                        <a:pt x="0" y="14847"/>
                      </a:lnTo>
                      <a:lnTo>
                        <a:pt x="48412" y="3773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4" name="橢圓 73">
                  <a:extLst>
                    <a:ext uri="{FF2B5EF4-FFF2-40B4-BE49-F238E27FC236}">
                      <a16:creationId xmlns:a16="http://schemas.microsoft.com/office/drawing/2014/main" id="{5BB47CF6-CA74-49C8-9833-B37A523DC911}"/>
                    </a:ext>
                  </a:extLst>
                </p:cNvPr>
                <p:cNvSpPr/>
                <p:nvPr/>
              </p:nvSpPr>
              <p:spPr>
                <a:xfrm>
                  <a:off x="7846161" y="1487569"/>
                  <a:ext cx="313442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5" name="橢圓 74">
                  <a:extLst>
                    <a:ext uri="{FF2B5EF4-FFF2-40B4-BE49-F238E27FC236}">
                      <a16:creationId xmlns:a16="http://schemas.microsoft.com/office/drawing/2014/main" id="{C1640A50-B815-48C0-8FCC-4C58826FB77F}"/>
                    </a:ext>
                  </a:extLst>
                </p:cNvPr>
                <p:cNvSpPr/>
                <p:nvPr/>
              </p:nvSpPr>
              <p:spPr>
                <a:xfrm>
                  <a:off x="7824228" y="1494070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83A4C189-B618-4A4C-97FF-D10A68954009}"/>
                  </a:ext>
                </a:extLst>
              </p:cNvPr>
              <p:cNvSpPr txBox="1"/>
              <p:nvPr/>
            </p:nvSpPr>
            <p:spPr>
              <a:xfrm>
                <a:off x="7819782" y="420964"/>
                <a:ext cx="167308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800" dirty="0">
                    <a:effectLst/>
                    <a:ea typeface="Times New Roman" panose="02020603050405020304" pitchFamily="18" charset="0"/>
                  </a:rPr>
                  <a:t>D</a:t>
                </a:r>
                <a:r>
                  <a:rPr lang="zh-TW" altLang="zh-TW" sz="1800" dirty="0">
                    <a:effectLst/>
                    <a:ea typeface="Times New Roman" panose="02020603050405020304" pitchFamily="18" charset="0"/>
                  </a:rPr>
                  <a:t>river mutation</a:t>
                </a:r>
                <a:br>
                  <a:rPr lang="en-US" altLang="zh-TW" sz="1800" dirty="0">
                    <a:effectLst/>
                    <a:ea typeface="Times New Roman" panose="02020603050405020304" pitchFamily="18" charset="0"/>
                  </a:rPr>
                </a:br>
                <a:r>
                  <a:rPr lang="en-US" altLang="zh-TW" sz="1800" dirty="0">
                    <a:effectLst/>
                    <a:ea typeface="Times New Roman" panose="02020603050405020304" pitchFamily="18" charset="0"/>
                  </a:rPr>
                  <a:t>(Clonal)</a:t>
                </a:r>
                <a:endParaRPr lang="zh-TW" altLang="en-US" dirty="0"/>
              </a:p>
            </p:txBody>
          </p:sp>
        </p:grpSp>
        <p:grpSp>
          <p:nvGrpSpPr>
            <p:cNvPr id="76" name="群組 75">
              <a:extLst>
                <a:ext uri="{FF2B5EF4-FFF2-40B4-BE49-F238E27FC236}">
                  <a16:creationId xmlns:a16="http://schemas.microsoft.com/office/drawing/2014/main" id="{5B9FAD86-7C2F-44ED-B99E-05B5D1955C36}"/>
                </a:ext>
              </a:extLst>
            </p:cNvPr>
            <p:cNvGrpSpPr/>
            <p:nvPr/>
          </p:nvGrpSpPr>
          <p:grpSpPr>
            <a:xfrm>
              <a:off x="5227901" y="937332"/>
              <a:ext cx="1261884" cy="1359287"/>
              <a:chOff x="10777794" y="420964"/>
              <a:chExt cx="1261884" cy="1359287"/>
            </a:xfrm>
          </p:grpSpPr>
          <p:grpSp>
            <p:nvGrpSpPr>
              <p:cNvPr id="77" name="群組 76">
                <a:extLst>
                  <a:ext uri="{FF2B5EF4-FFF2-40B4-BE49-F238E27FC236}">
                    <a16:creationId xmlns:a16="http://schemas.microsoft.com/office/drawing/2014/main" id="{6318737C-86BA-4005-953B-8205FB3C1026}"/>
                  </a:ext>
                </a:extLst>
              </p:cNvPr>
              <p:cNvGrpSpPr/>
              <p:nvPr/>
            </p:nvGrpSpPr>
            <p:grpSpPr>
              <a:xfrm>
                <a:off x="11084736" y="1132251"/>
                <a:ext cx="648000" cy="648000"/>
                <a:chOff x="8166321" y="215782"/>
                <a:chExt cx="950122" cy="950122"/>
              </a:xfrm>
            </p:grpSpPr>
            <p:sp>
              <p:nvSpPr>
                <p:cNvPr id="79" name="橢圓 78">
                  <a:extLst>
                    <a:ext uri="{FF2B5EF4-FFF2-40B4-BE49-F238E27FC236}">
                      <a16:creationId xmlns:a16="http://schemas.microsoft.com/office/drawing/2014/main" id="{C66A45EC-45F3-4C94-901A-8D4D2DB5EDFB}"/>
                    </a:ext>
                  </a:extLst>
                </p:cNvPr>
                <p:cNvSpPr/>
                <p:nvPr/>
              </p:nvSpPr>
              <p:spPr>
                <a:xfrm>
                  <a:off x="8166321" y="215782"/>
                  <a:ext cx="950122" cy="950122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0" name="橢圓 79">
                  <a:extLst>
                    <a:ext uri="{FF2B5EF4-FFF2-40B4-BE49-F238E27FC236}">
                      <a16:creationId xmlns:a16="http://schemas.microsoft.com/office/drawing/2014/main" id="{355B39DF-FC7A-49E3-BA18-B77D2839BB8E}"/>
                    </a:ext>
                  </a:extLst>
                </p:cNvPr>
                <p:cNvSpPr/>
                <p:nvPr/>
              </p:nvSpPr>
              <p:spPr>
                <a:xfrm>
                  <a:off x="8601206" y="736762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1" name="手繪多邊形: 圖案 80">
                  <a:extLst>
                    <a:ext uri="{FF2B5EF4-FFF2-40B4-BE49-F238E27FC236}">
                      <a16:creationId xmlns:a16="http://schemas.microsoft.com/office/drawing/2014/main" id="{18A3C875-70AA-4C85-AF17-7B210486429B}"/>
                    </a:ext>
                  </a:extLst>
                </p:cNvPr>
                <p:cNvSpPr/>
                <p:nvPr/>
              </p:nvSpPr>
              <p:spPr>
                <a:xfrm>
                  <a:off x="8906799" y="736762"/>
                  <a:ext cx="103512" cy="145527"/>
                </a:xfrm>
                <a:custGeom>
                  <a:avLst/>
                  <a:gdLst>
                    <a:gd name="connsiteX0" fmla="*/ 0 w 103512"/>
                    <a:gd name="connsiteY0" fmla="*/ 0 h 145527"/>
                    <a:gd name="connsiteX1" fmla="*/ 13641 w 103512"/>
                    <a:gd name="connsiteY1" fmla="*/ 934 h 145527"/>
                    <a:gd name="connsiteX2" fmla="*/ 86683 w 103512"/>
                    <a:gd name="connsiteY2" fmla="*/ 17641 h 145527"/>
                    <a:gd name="connsiteX3" fmla="*/ 103512 w 103512"/>
                    <a:gd name="connsiteY3" fmla="*/ 24561 h 145527"/>
                    <a:gd name="connsiteX4" fmla="*/ 103512 w 103512"/>
                    <a:gd name="connsiteY4" fmla="*/ 120966 h 145527"/>
                    <a:gd name="connsiteX5" fmla="*/ 86683 w 103512"/>
                    <a:gd name="connsiteY5" fmla="*/ 127885 h 145527"/>
                    <a:gd name="connsiteX6" fmla="*/ 13641 w 103512"/>
                    <a:gd name="connsiteY6" fmla="*/ 144592 h 145527"/>
                    <a:gd name="connsiteX7" fmla="*/ 0 w 103512"/>
                    <a:gd name="connsiteY7" fmla="*/ 145527 h 145527"/>
                    <a:gd name="connsiteX8" fmla="*/ 0 w 103512"/>
                    <a:gd name="connsiteY8" fmla="*/ 0 h 145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512" h="145527">
                      <a:moveTo>
                        <a:pt x="0" y="0"/>
                      </a:moveTo>
                      <a:lnTo>
                        <a:pt x="13641" y="934"/>
                      </a:lnTo>
                      <a:cubicBezTo>
                        <a:pt x="41133" y="4879"/>
                        <a:pt x="65891" y="10587"/>
                        <a:pt x="86683" y="17641"/>
                      </a:cubicBezTo>
                      <a:lnTo>
                        <a:pt x="103512" y="24561"/>
                      </a:lnTo>
                      <a:lnTo>
                        <a:pt x="103512" y="120966"/>
                      </a:lnTo>
                      <a:lnTo>
                        <a:pt x="86683" y="127885"/>
                      </a:lnTo>
                      <a:cubicBezTo>
                        <a:pt x="65891" y="134939"/>
                        <a:pt x="41133" y="140647"/>
                        <a:pt x="13641" y="144592"/>
                      </a:cubicBezTo>
                      <a:lnTo>
                        <a:pt x="0" y="1455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2" name="橢圓 81">
                  <a:extLst>
                    <a:ext uri="{FF2B5EF4-FFF2-40B4-BE49-F238E27FC236}">
                      <a16:creationId xmlns:a16="http://schemas.microsoft.com/office/drawing/2014/main" id="{3BD63719-4D9A-4768-B27C-3780B0FF9EF6}"/>
                    </a:ext>
                  </a:extLst>
                </p:cNvPr>
                <p:cNvSpPr/>
                <p:nvPr/>
              </p:nvSpPr>
              <p:spPr>
                <a:xfrm>
                  <a:off x="8222214" y="522414"/>
                  <a:ext cx="380294" cy="155909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3" name="手繪多邊形: 圖案 82">
                  <a:extLst>
                    <a:ext uri="{FF2B5EF4-FFF2-40B4-BE49-F238E27FC236}">
                      <a16:creationId xmlns:a16="http://schemas.microsoft.com/office/drawing/2014/main" id="{CD684DEE-F37F-4A73-AEC1-F20D88665FDE}"/>
                    </a:ext>
                  </a:extLst>
                </p:cNvPr>
                <p:cNvSpPr/>
                <p:nvPr/>
              </p:nvSpPr>
              <p:spPr>
                <a:xfrm>
                  <a:off x="8803746" y="522414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4" name="手繪多邊形: 圖案 83">
                  <a:extLst>
                    <a:ext uri="{FF2B5EF4-FFF2-40B4-BE49-F238E27FC236}">
                      <a16:creationId xmlns:a16="http://schemas.microsoft.com/office/drawing/2014/main" id="{77179F78-CE64-41A3-B878-09AFB51449BD}"/>
                    </a:ext>
                  </a:extLst>
                </p:cNvPr>
                <p:cNvSpPr/>
                <p:nvPr/>
              </p:nvSpPr>
              <p:spPr>
                <a:xfrm>
                  <a:off x="8601204" y="597972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5" name="手繪多邊形: 圖案 84">
                  <a:extLst>
                    <a:ext uri="{FF2B5EF4-FFF2-40B4-BE49-F238E27FC236}">
                      <a16:creationId xmlns:a16="http://schemas.microsoft.com/office/drawing/2014/main" id="{01177BAF-5067-4EB6-A19B-414142245D53}"/>
                    </a:ext>
                  </a:extLst>
                </p:cNvPr>
                <p:cNvSpPr/>
                <p:nvPr/>
              </p:nvSpPr>
              <p:spPr>
                <a:xfrm>
                  <a:off x="8601916" y="524281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6" name="手繪多邊形: 圖案 85">
                  <a:extLst>
                    <a:ext uri="{FF2B5EF4-FFF2-40B4-BE49-F238E27FC236}">
                      <a16:creationId xmlns:a16="http://schemas.microsoft.com/office/drawing/2014/main" id="{89B9FDEC-8230-44F7-A632-F1A407CA884F}"/>
                    </a:ext>
                  </a:extLst>
                </p:cNvPr>
                <p:cNvSpPr/>
                <p:nvPr/>
              </p:nvSpPr>
              <p:spPr>
                <a:xfrm>
                  <a:off x="8907258" y="527637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7" name="手繪多邊形: 圖案 86">
                  <a:extLst>
                    <a:ext uri="{FF2B5EF4-FFF2-40B4-BE49-F238E27FC236}">
                      <a16:creationId xmlns:a16="http://schemas.microsoft.com/office/drawing/2014/main" id="{808A5158-D3E0-44AF-A79D-744B5738ED1E}"/>
                    </a:ext>
                  </a:extLst>
                </p:cNvPr>
                <p:cNvSpPr/>
                <p:nvPr/>
              </p:nvSpPr>
              <p:spPr>
                <a:xfrm>
                  <a:off x="8361860" y="736762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8" name="手繪多邊形: 圖案 87">
                  <a:extLst>
                    <a:ext uri="{FF2B5EF4-FFF2-40B4-BE49-F238E27FC236}">
                      <a16:creationId xmlns:a16="http://schemas.microsoft.com/office/drawing/2014/main" id="{C09BC916-0973-4F33-B8A1-6A8A5E9FFB59}"/>
                    </a:ext>
                  </a:extLst>
                </p:cNvPr>
                <p:cNvSpPr/>
                <p:nvPr/>
              </p:nvSpPr>
              <p:spPr>
                <a:xfrm>
                  <a:off x="8601204" y="812321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9" name="手繪多邊形: 圖案 88">
                  <a:extLst>
                    <a:ext uri="{FF2B5EF4-FFF2-40B4-BE49-F238E27FC236}">
                      <a16:creationId xmlns:a16="http://schemas.microsoft.com/office/drawing/2014/main" id="{59E1E81E-8C2C-4430-98AA-710FA1C37918}"/>
                    </a:ext>
                  </a:extLst>
                </p:cNvPr>
                <p:cNvSpPr/>
                <p:nvPr/>
              </p:nvSpPr>
              <p:spPr>
                <a:xfrm>
                  <a:off x="8462858" y="740943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0" name="手繪多邊形: 圖案 89">
                  <a:extLst>
                    <a:ext uri="{FF2B5EF4-FFF2-40B4-BE49-F238E27FC236}">
                      <a16:creationId xmlns:a16="http://schemas.microsoft.com/office/drawing/2014/main" id="{3353613E-3FD1-46E7-9F82-8C59BB6BB747}"/>
                    </a:ext>
                  </a:extLst>
                </p:cNvPr>
                <p:cNvSpPr/>
                <p:nvPr/>
              </p:nvSpPr>
              <p:spPr>
                <a:xfrm>
                  <a:off x="8222212" y="740942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1" name="橢圓 90">
                  <a:extLst>
                    <a:ext uri="{FF2B5EF4-FFF2-40B4-BE49-F238E27FC236}">
                      <a16:creationId xmlns:a16="http://schemas.microsoft.com/office/drawing/2014/main" id="{AE70A2C0-6D72-41E3-87B4-96AEE67040D2}"/>
                    </a:ext>
                  </a:extLst>
                </p:cNvPr>
                <p:cNvSpPr/>
                <p:nvPr/>
              </p:nvSpPr>
              <p:spPr>
                <a:xfrm>
                  <a:off x="8601205" y="522414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2" name="橢圓 91">
                  <a:extLst>
                    <a:ext uri="{FF2B5EF4-FFF2-40B4-BE49-F238E27FC236}">
                      <a16:creationId xmlns:a16="http://schemas.microsoft.com/office/drawing/2014/main" id="{3D8965BA-C0D8-4AAF-947A-E5518F63D838}"/>
                    </a:ext>
                  </a:extLst>
                </p:cNvPr>
                <p:cNvSpPr/>
                <p:nvPr/>
              </p:nvSpPr>
              <p:spPr>
                <a:xfrm>
                  <a:off x="8569046" y="531947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3" name="橢圓 92">
                  <a:extLst>
                    <a:ext uri="{FF2B5EF4-FFF2-40B4-BE49-F238E27FC236}">
                      <a16:creationId xmlns:a16="http://schemas.microsoft.com/office/drawing/2014/main" id="{9782C91E-A21D-4FA2-B9BB-0203C4CB48A1}"/>
                    </a:ext>
                  </a:extLst>
                </p:cNvPr>
                <p:cNvSpPr/>
                <p:nvPr/>
              </p:nvSpPr>
              <p:spPr>
                <a:xfrm>
                  <a:off x="8222212" y="736762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4" name="手繪多邊形: 圖案 93">
                  <a:extLst>
                    <a:ext uri="{FF2B5EF4-FFF2-40B4-BE49-F238E27FC236}">
                      <a16:creationId xmlns:a16="http://schemas.microsoft.com/office/drawing/2014/main" id="{878B272F-16C7-4978-9148-47063E7C75FC}"/>
                    </a:ext>
                  </a:extLst>
                </p:cNvPr>
                <p:cNvSpPr/>
                <p:nvPr/>
              </p:nvSpPr>
              <p:spPr>
                <a:xfrm>
                  <a:off x="8693138" y="736762"/>
                  <a:ext cx="103512" cy="151205"/>
                </a:xfrm>
                <a:custGeom>
                  <a:avLst/>
                  <a:gdLst>
                    <a:gd name="connsiteX0" fmla="*/ 103512 w 103512"/>
                    <a:gd name="connsiteY0" fmla="*/ 0 h 151205"/>
                    <a:gd name="connsiteX1" fmla="*/ 103512 w 103512"/>
                    <a:gd name="connsiteY1" fmla="*/ 151205 h 151205"/>
                    <a:gd name="connsiteX2" fmla="*/ 48412 w 103512"/>
                    <a:gd name="connsiteY2" fmla="*/ 147431 h 151205"/>
                    <a:gd name="connsiteX3" fmla="*/ 0 w 103512"/>
                    <a:gd name="connsiteY3" fmla="*/ 136358 h 151205"/>
                    <a:gd name="connsiteX4" fmla="*/ 0 w 103512"/>
                    <a:gd name="connsiteY4" fmla="*/ 14847 h 151205"/>
                    <a:gd name="connsiteX5" fmla="*/ 48412 w 103512"/>
                    <a:gd name="connsiteY5" fmla="*/ 3773 h 151205"/>
                    <a:gd name="connsiteX6" fmla="*/ 103512 w 103512"/>
                    <a:gd name="connsiteY6" fmla="*/ 0 h 15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5">
                      <a:moveTo>
                        <a:pt x="103512" y="0"/>
                      </a:moveTo>
                      <a:lnTo>
                        <a:pt x="103512" y="151205"/>
                      </a:lnTo>
                      <a:lnTo>
                        <a:pt x="48412" y="147431"/>
                      </a:lnTo>
                      <a:lnTo>
                        <a:pt x="0" y="136358"/>
                      </a:lnTo>
                      <a:lnTo>
                        <a:pt x="0" y="14847"/>
                      </a:lnTo>
                      <a:lnTo>
                        <a:pt x="48412" y="3773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5" name="橢圓 94">
                  <a:extLst>
                    <a:ext uri="{FF2B5EF4-FFF2-40B4-BE49-F238E27FC236}">
                      <a16:creationId xmlns:a16="http://schemas.microsoft.com/office/drawing/2014/main" id="{094CEBE5-93E5-40C9-B607-AA063A74B761}"/>
                    </a:ext>
                  </a:extLst>
                </p:cNvPr>
                <p:cNvSpPr/>
                <p:nvPr/>
              </p:nvSpPr>
              <p:spPr>
                <a:xfrm>
                  <a:off x="8601206" y="736762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6" name="橢圓 95">
                  <a:extLst>
                    <a:ext uri="{FF2B5EF4-FFF2-40B4-BE49-F238E27FC236}">
                      <a16:creationId xmlns:a16="http://schemas.microsoft.com/office/drawing/2014/main" id="{97FF7DB3-FE29-46D6-A0D3-03C280D1BF69}"/>
                    </a:ext>
                  </a:extLst>
                </p:cNvPr>
                <p:cNvSpPr/>
                <p:nvPr/>
              </p:nvSpPr>
              <p:spPr>
                <a:xfrm>
                  <a:off x="8569046" y="746295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73C4A5D-EE35-4DB5-BC33-05DB02DF5574}"/>
                  </a:ext>
                </a:extLst>
              </p:cNvPr>
              <p:cNvSpPr txBox="1"/>
              <p:nvPr/>
            </p:nvSpPr>
            <p:spPr>
              <a:xfrm>
                <a:off x="10777794" y="420964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Subclonal </a:t>
                </a:r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</p:grpSp>
        <p:grpSp>
          <p:nvGrpSpPr>
            <p:cNvPr id="98" name="群組 97">
              <a:extLst>
                <a:ext uri="{FF2B5EF4-FFF2-40B4-BE49-F238E27FC236}">
                  <a16:creationId xmlns:a16="http://schemas.microsoft.com/office/drawing/2014/main" id="{19356586-F41B-41F8-8A69-130632BA8857}"/>
                </a:ext>
              </a:extLst>
            </p:cNvPr>
            <p:cNvGrpSpPr/>
            <p:nvPr/>
          </p:nvGrpSpPr>
          <p:grpSpPr>
            <a:xfrm>
              <a:off x="152400" y="937332"/>
              <a:ext cx="1885388" cy="1359287"/>
              <a:chOff x="5702293" y="420964"/>
              <a:chExt cx="1885388" cy="1359287"/>
            </a:xfrm>
          </p:grpSpPr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9341E804-B639-42EA-8552-AF0CB7275B9C}"/>
                  </a:ext>
                </a:extLst>
              </p:cNvPr>
              <p:cNvSpPr txBox="1"/>
              <p:nvPr/>
            </p:nvSpPr>
            <p:spPr>
              <a:xfrm>
                <a:off x="5702293" y="420964"/>
                <a:ext cx="18853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Founder mutation</a:t>
                </a:r>
                <a:endParaRPr lang="zh-TW" altLang="en-US" dirty="0"/>
              </a:p>
            </p:txBody>
          </p:sp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id="{E6F79F12-BE8A-49AA-97DC-2ABA64A477E8}"/>
                  </a:ext>
                </a:extLst>
              </p:cNvPr>
              <p:cNvGrpSpPr/>
              <p:nvPr/>
            </p:nvGrpSpPr>
            <p:grpSpPr>
              <a:xfrm>
                <a:off x="6320987" y="1132251"/>
                <a:ext cx="648000" cy="648000"/>
                <a:chOff x="114655" y="3347955"/>
                <a:chExt cx="950122" cy="950122"/>
              </a:xfrm>
            </p:grpSpPr>
            <p:sp>
              <p:nvSpPr>
                <p:cNvPr id="101" name="橢圓 100">
                  <a:extLst>
                    <a:ext uri="{FF2B5EF4-FFF2-40B4-BE49-F238E27FC236}">
                      <a16:creationId xmlns:a16="http://schemas.microsoft.com/office/drawing/2014/main" id="{94EBDE94-1900-4132-B0F6-5A1A4821E9BA}"/>
                    </a:ext>
                  </a:extLst>
                </p:cNvPr>
                <p:cNvSpPr/>
                <p:nvPr/>
              </p:nvSpPr>
              <p:spPr>
                <a:xfrm>
                  <a:off x="114655" y="3347955"/>
                  <a:ext cx="950122" cy="950122"/>
                </a:xfrm>
                <a:prstGeom prst="ellipse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2" name="橢圓 101">
                  <a:extLst>
                    <a:ext uri="{FF2B5EF4-FFF2-40B4-BE49-F238E27FC236}">
                      <a16:creationId xmlns:a16="http://schemas.microsoft.com/office/drawing/2014/main" id="{2579C586-EEC8-4D3A-A65B-CD807C06292F}"/>
                    </a:ext>
                  </a:extLst>
                </p:cNvPr>
                <p:cNvSpPr/>
                <p:nvPr/>
              </p:nvSpPr>
              <p:spPr>
                <a:xfrm>
                  <a:off x="549540" y="3868935"/>
                  <a:ext cx="459581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3" name="橢圓 102">
                  <a:extLst>
                    <a:ext uri="{FF2B5EF4-FFF2-40B4-BE49-F238E27FC236}">
                      <a16:creationId xmlns:a16="http://schemas.microsoft.com/office/drawing/2014/main" id="{3F55773D-C8D7-4431-BACB-92D41F01FC9F}"/>
                    </a:ext>
                  </a:extLst>
                </p:cNvPr>
                <p:cNvSpPr/>
                <p:nvPr/>
              </p:nvSpPr>
              <p:spPr>
                <a:xfrm>
                  <a:off x="170546" y="3654587"/>
                  <a:ext cx="380294" cy="15591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4" name="手繪多邊形: 圖案 103">
                  <a:extLst>
                    <a:ext uri="{FF2B5EF4-FFF2-40B4-BE49-F238E27FC236}">
                      <a16:creationId xmlns:a16="http://schemas.microsoft.com/office/drawing/2014/main" id="{554F0C5C-652E-447E-A3F1-4FEEB330F248}"/>
                    </a:ext>
                  </a:extLst>
                </p:cNvPr>
                <p:cNvSpPr/>
                <p:nvPr/>
              </p:nvSpPr>
              <p:spPr>
                <a:xfrm>
                  <a:off x="752080" y="3654587"/>
                  <a:ext cx="103512" cy="155910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68EFD8B9-A2BE-42C3-8E60-F8DF5778B838}"/>
                    </a:ext>
                  </a:extLst>
                </p:cNvPr>
                <p:cNvSpPr/>
                <p:nvPr/>
              </p:nvSpPr>
              <p:spPr>
                <a:xfrm>
                  <a:off x="549538" y="3730145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06" name="手繪多邊形: 圖案 105">
                  <a:extLst>
                    <a:ext uri="{FF2B5EF4-FFF2-40B4-BE49-F238E27FC236}">
                      <a16:creationId xmlns:a16="http://schemas.microsoft.com/office/drawing/2014/main" id="{5F95E874-8517-4639-A40A-3BDDC4753B96}"/>
                    </a:ext>
                  </a:extLst>
                </p:cNvPr>
                <p:cNvSpPr/>
                <p:nvPr/>
              </p:nvSpPr>
              <p:spPr>
                <a:xfrm>
                  <a:off x="550250" y="3656454"/>
                  <a:ext cx="201830" cy="15217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7" name="手繪多邊形: 圖案 106">
                  <a:extLst>
                    <a:ext uri="{FF2B5EF4-FFF2-40B4-BE49-F238E27FC236}">
                      <a16:creationId xmlns:a16="http://schemas.microsoft.com/office/drawing/2014/main" id="{8EB2C9FE-1CCD-4652-91D4-6B0E9750B88D}"/>
                    </a:ext>
                  </a:extLst>
                </p:cNvPr>
                <p:cNvSpPr/>
                <p:nvPr/>
              </p:nvSpPr>
              <p:spPr>
                <a:xfrm>
                  <a:off x="855592" y="3659810"/>
                  <a:ext cx="153528" cy="145464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8" name="手繪多邊形: 圖案 107">
                  <a:extLst>
                    <a:ext uri="{FF2B5EF4-FFF2-40B4-BE49-F238E27FC236}">
                      <a16:creationId xmlns:a16="http://schemas.microsoft.com/office/drawing/2014/main" id="{0FFB9E00-6D51-4419-9A13-440CB88CFEE1}"/>
                    </a:ext>
                  </a:extLst>
                </p:cNvPr>
                <p:cNvSpPr/>
                <p:nvPr/>
              </p:nvSpPr>
              <p:spPr>
                <a:xfrm>
                  <a:off x="310194" y="3868935"/>
                  <a:ext cx="100999" cy="155910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AF632404-4292-4E2A-BEF8-3E7B777C13C9}"/>
                    </a:ext>
                  </a:extLst>
                </p:cNvPr>
                <p:cNvSpPr/>
                <p:nvPr/>
              </p:nvSpPr>
              <p:spPr>
                <a:xfrm>
                  <a:off x="549538" y="3944494"/>
                  <a:ext cx="1302" cy="4795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0" name="手繪多邊形: 圖案 109">
                  <a:extLst>
                    <a:ext uri="{FF2B5EF4-FFF2-40B4-BE49-F238E27FC236}">
                      <a16:creationId xmlns:a16="http://schemas.microsoft.com/office/drawing/2014/main" id="{943A51DF-9B14-4320-949A-9425C2D9D0C8}"/>
                    </a:ext>
                  </a:extLst>
                </p:cNvPr>
                <p:cNvSpPr/>
                <p:nvPr/>
              </p:nvSpPr>
              <p:spPr>
                <a:xfrm>
                  <a:off x="411192" y="3873116"/>
                  <a:ext cx="139058" cy="147551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1" name="手繪多邊形: 圖案 110">
                  <a:extLst>
                    <a:ext uri="{FF2B5EF4-FFF2-40B4-BE49-F238E27FC236}">
                      <a16:creationId xmlns:a16="http://schemas.microsoft.com/office/drawing/2014/main" id="{A42671CE-013E-4064-BEF2-0B1F2959E3B4}"/>
                    </a:ext>
                  </a:extLst>
                </p:cNvPr>
                <p:cNvSpPr/>
                <p:nvPr/>
              </p:nvSpPr>
              <p:spPr>
                <a:xfrm>
                  <a:off x="170546" y="3873115"/>
                  <a:ext cx="139647" cy="147550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2" name="橢圓 111">
                  <a:extLst>
                    <a:ext uri="{FF2B5EF4-FFF2-40B4-BE49-F238E27FC236}">
                      <a16:creationId xmlns:a16="http://schemas.microsoft.com/office/drawing/2014/main" id="{B3A15DE8-8D88-4383-AD31-CBDE3808E713}"/>
                    </a:ext>
                  </a:extLst>
                </p:cNvPr>
                <p:cNvSpPr/>
                <p:nvPr/>
              </p:nvSpPr>
              <p:spPr>
                <a:xfrm>
                  <a:off x="549539" y="3654587"/>
                  <a:ext cx="459581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3" name="橢圓 112">
                  <a:extLst>
                    <a:ext uri="{FF2B5EF4-FFF2-40B4-BE49-F238E27FC236}">
                      <a16:creationId xmlns:a16="http://schemas.microsoft.com/office/drawing/2014/main" id="{2643B09B-2EC8-4FA4-84C8-0083030452A3}"/>
                    </a:ext>
                  </a:extLst>
                </p:cNvPr>
                <p:cNvSpPr/>
                <p:nvPr/>
              </p:nvSpPr>
              <p:spPr>
                <a:xfrm>
                  <a:off x="517380" y="3664120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4" name="橢圓 113">
                  <a:extLst>
                    <a:ext uri="{FF2B5EF4-FFF2-40B4-BE49-F238E27FC236}">
                      <a16:creationId xmlns:a16="http://schemas.microsoft.com/office/drawing/2014/main" id="{0EECEA82-E0AC-4125-91A0-CE080AF32D0A}"/>
                    </a:ext>
                  </a:extLst>
                </p:cNvPr>
                <p:cNvSpPr/>
                <p:nvPr/>
              </p:nvSpPr>
              <p:spPr>
                <a:xfrm>
                  <a:off x="170546" y="3868935"/>
                  <a:ext cx="380294" cy="155910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5" name="橢圓 114">
                  <a:extLst>
                    <a:ext uri="{FF2B5EF4-FFF2-40B4-BE49-F238E27FC236}">
                      <a16:creationId xmlns:a16="http://schemas.microsoft.com/office/drawing/2014/main" id="{DD15579C-BCEB-4E03-BA1A-E5BF946164EF}"/>
                    </a:ext>
                  </a:extLst>
                </p:cNvPr>
                <p:cNvSpPr/>
                <p:nvPr/>
              </p:nvSpPr>
              <p:spPr>
                <a:xfrm>
                  <a:off x="517380" y="3878468"/>
                  <a:ext cx="65049" cy="13684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240" name="群組 239">
              <a:extLst>
                <a:ext uri="{FF2B5EF4-FFF2-40B4-BE49-F238E27FC236}">
                  <a16:creationId xmlns:a16="http://schemas.microsoft.com/office/drawing/2014/main" id="{7E2EFF4D-DE62-4C76-AB05-BB77F43B681A}"/>
                </a:ext>
              </a:extLst>
            </p:cNvPr>
            <p:cNvGrpSpPr/>
            <p:nvPr/>
          </p:nvGrpSpPr>
          <p:grpSpPr>
            <a:xfrm>
              <a:off x="3880969" y="937332"/>
              <a:ext cx="1261884" cy="1359287"/>
              <a:chOff x="9504390" y="420964"/>
              <a:chExt cx="1261884" cy="1359287"/>
            </a:xfrm>
          </p:grpSpPr>
          <p:sp>
            <p:nvSpPr>
              <p:cNvPr id="241" name="文字方塊 240">
                <a:extLst>
                  <a:ext uri="{FF2B5EF4-FFF2-40B4-BE49-F238E27FC236}">
                    <a16:creationId xmlns:a16="http://schemas.microsoft.com/office/drawing/2014/main" id="{88D53001-0AAA-435A-9346-59FF799143A7}"/>
                  </a:ext>
                </a:extLst>
              </p:cNvPr>
              <p:cNvSpPr txBox="1"/>
              <p:nvPr/>
            </p:nvSpPr>
            <p:spPr>
              <a:xfrm>
                <a:off x="9504390" y="420964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Subclonal </a:t>
                </a:r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grpSp>
            <p:nvGrpSpPr>
              <p:cNvPr id="242" name="群組 241">
                <a:extLst>
                  <a:ext uri="{FF2B5EF4-FFF2-40B4-BE49-F238E27FC236}">
                    <a16:creationId xmlns:a16="http://schemas.microsoft.com/office/drawing/2014/main" id="{0B15DF0C-7FF6-4DB8-A652-D8CBC3E63AD5}"/>
                  </a:ext>
                </a:extLst>
              </p:cNvPr>
              <p:cNvGrpSpPr/>
              <p:nvPr/>
            </p:nvGrpSpPr>
            <p:grpSpPr>
              <a:xfrm>
                <a:off x="9811332" y="1132251"/>
                <a:ext cx="648000" cy="648000"/>
                <a:chOff x="7698035" y="2377756"/>
                <a:chExt cx="648000" cy="648000"/>
              </a:xfrm>
            </p:grpSpPr>
            <p:sp>
              <p:nvSpPr>
                <p:cNvPr id="243" name="橢圓 242">
                  <a:extLst>
                    <a:ext uri="{FF2B5EF4-FFF2-40B4-BE49-F238E27FC236}">
                      <a16:creationId xmlns:a16="http://schemas.microsoft.com/office/drawing/2014/main" id="{ADAFCD84-2CBB-4196-88D1-779CE44D90CC}"/>
                    </a:ext>
                  </a:extLst>
                </p:cNvPr>
                <p:cNvSpPr/>
                <p:nvPr/>
              </p:nvSpPr>
              <p:spPr>
                <a:xfrm>
                  <a:off x="7698035" y="2377756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4" name="橢圓 243">
                  <a:extLst>
                    <a:ext uri="{FF2B5EF4-FFF2-40B4-BE49-F238E27FC236}">
                      <a16:creationId xmlns:a16="http://schemas.microsoft.com/office/drawing/2014/main" id="{A96DD10C-A5F5-4EC3-BBBB-CF7E24306833}"/>
                    </a:ext>
                  </a:extLst>
                </p:cNvPr>
                <p:cNvSpPr/>
                <p:nvPr/>
              </p:nvSpPr>
              <p:spPr>
                <a:xfrm>
                  <a:off x="7994634" y="2733074"/>
                  <a:ext cx="313442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5" name="橢圓 244">
                  <a:extLst>
                    <a:ext uri="{FF2B5EF4-FFF2-40B4-BE49-F238E27FC236}">
                      <a16:creationId xmlns:a16="http://schemas.microsoft.com/office/drawing/2014/main" id="{DED7F762-B8EA-435A-8462-41C8576040AE}"/>
                    </a:ext>
                  </a:extLst>
                </p:cNvPr>
                <p:cNvSpPr/>
                <p:nvPr/>
              </p:nvSpPr>
              <p:spPr>
                <a:xfrm>
                  <a:off x="7736154" y="2586884"/>
                  <a:ext cx="259367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6" name="手繪多邊形: 圖案 245">
                  <a:extLst>
                    <a:ext uri="{FF2B5EF4-FFF2-40B4-BE49-F238E27FC236}">
                      <a16:creationId xmlns:a16="http://schemas.microsoft.com/office/drawing/2014/main" id="{3D74E92F-E25E-44CD-B20F-42DF6EC0622F}"/>
                    </a:ext>
                  </a:extLst>
                </p:cNvPr>
                <p:cNvSpPr/>
                <p:nvPr/>
              </p:nvSpPr>
              <p:spPr>
                <a:xfrm>
                  <a:off x="8132770" y="2586884"/>
                  <a:ext cx="70597" cy="10633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7" name="手繪多邊形: 圖案 246">
                  <a:extLst>
                    <a:ext uri="{FF2B5EF4-FFF2-40B4-BE49-F238E27FC236}">
                      <a16:creationId xmlns:a16="http://schemas.microsoft.com/office/drawing/2014/main" id="{DBFD79C7-7E42-414A-BBA0-31581CDA6300}"/>
                    </a:ext>
                  </a:extLst>
                </p:cNvPr>
                <p:cNvSpPr/>
                <p:nvPr/>
              </p:nvSpPr>
              <p:spPr>
                <a:xfrm>
                  <a:off x="7994633" y="2638416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48" name="手繪多邊形: 圖案 247">
                  <a:extLst>
                    <a:ext uri="{FF2B5EF4-FFF2-40B4-BE49-F238E27FC236}">
                      <a16:creationId xmlns:a16="http://schemas.microsoft.com/office/drawing/2014/main" id="{4CD28A5A-9F08-4E95-8188-D8567D87B0C2}"/>
                    </a:ext>
                  </a:extLst>
                </p:cNvPr>
                <p:cNvSpPr/>
                <p:nvPr/>
              </p:nvSpPr>
              <p:spPr>
                <a:xfrm>
                  <a:off x="7995118" y="2588158"/>
                  <a:ext cx="137652" cy="1037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49" name="手繪多邊形: 圖案 248">
                  <a:extLst>
                    <a:ext uri="{FF2B5EF4-FFF2-40B4-BE49-F238E27FC236}">
                      <a16:creationId xmlns:a16="http://schemas.microsoft.com/office/drawing/2014/main" id="{E0C21ACF-B5A1-45C7-BC39-1B3C5C47B059}"/>
                    </a:ext>
                  </a:extLst>
                </p:cNvPr>
                <p:cNvSpPr/>
                <p:nvPr/>
              </p:nvSpPr>
              <p:spPr>
                <a:xfrm>
                  <a:off x="8203367" y="2590447"/>
                  <a:ext cx="104709" cy="9920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0" name="手繪多邊形: 圖案 249">
                  <a:extLst>
                    <a:ext uri="{FF2B5EF4-FFF2-40B4-BE49-F238E27FC236}">
                      <a16:creationId xmlns:a16="http://schemas.microsoft.com/office/drawing/2014/main" id="{6A9150C4-2DC0-4595-A511-5275916C5F83}"/>
                    </a:ext>
                  </a:extLst>
                </p:cNvPr>
                <p:cNvSpPr/>
                <p:nvPr/>
              </p:nvSpPr>
              <p:spPr>
                <a:xfrm>
                  <a:off x="7831396" y="2733074"/>
                  <a:ext cx="68883" cy="10633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51" name="手繪多邊形: 圖案 250">
                  <a:extLst>
                    <a:ext uri="{FF2B5EF4-FFF2-40B4-BE49-F238E27FC236}">
                      <a16:creationId xmlns:a16="http://schemas.microsoft.com/office/drawing/2014/main" id="{1A73E1E3-75E1-4834-A927-B217D7E5B095}"/>
                    </a:ext>
                  </a:extLst>
                </p:cNvPr>
                <p:cNvSpPr/>
                <p:nvPr/>
              </p:nvSpPr>
              <p:spPr>
                <a:xfrm>
                  <a:off x="7994633" y="2784606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52" name="手繪多邊形: 圖案 251">
                  <a:extLst>
                    <a:ext uri="{FF2B5EF4-FFF2-40B4-BE49-F238E27FC236}">
                      <a16:creationId xmlns:a16="http://schemas.microsoft.com/office/drawing/2014/main" id="{36CF5725-F5B0-46BE-BFBD-416450CB8DC6}"/>
                    </a:ext>
                  </a:extLst>
                </p:cNvPr>
                <p:cNvSpPr/>
                <p:nvPr/>
              </p:nvSpPr>
              <p:spPr>
                <a:xfrm>
                  <a:off x="7900278" y="2735925"/>
                  <a:ext cx="94840" cy="100632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3" name="手繪多邊形: 圖案 252">
                  <a:extLst>
                    <a:ext uri="{FF2B5EF4-FFF2-40B4-BE49-F238E27FC236}">
                      <a16:creationId xmlns:a16="http://schemas.microsoft.com/office/drawing/2014/main" id="{3662F966-950B-4A4A-A887-5CB6B9ABFF12}"/>
                    </a:ext>
                  </a:extLst>
                </p:cNvPr>
                <p:cNvSpPr/>
                <p:nvPr/>
              </p:nvSpPr>
              <p:spPr>
                <a:xfrm>
                  <a:off x="7736154" y="2735924"/>
                  <a:ext cx="95242" cy="100632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54" name="橢圓 253">
                  <a:extLst>
                    <a:ext uri="{FF2B5EF4-FFF2-40B4-BE49-F238E27FC236}">
                      <a16:creationId xmlns:a16="http://schemas.microsoft.com/office/drawing/2014/main" id="{DFED8A6E-2CF0-43F3-882C-C70D654B6464}"/>
                    </a:ext>
                  </a:extLst>
                </p:cNvPr>
                <p:cNvSpPr/>
                <p:nvPr/>
              </p:nvSpPr>
              <p:spPr>
                <a:xfrm>
                  <a:off x="7994634" y="2586884"/>
                  <a:ext cx="313442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5" name="橢圓 254">
                  <a:extLst>
                    <a:ext uri="{FF2B5EF4-FFF2-40B4-BE49-F238E27FC236}">
                      <a16:creationId xmlns:a16="http://schemas.microsoft.com/office/drawing/2014/main" id="{A4D1AA4E-23EB-4848-9682-19ADFCFC77A3}"/>
                    </a:ext>
                  </a:extLst>
                </p:cNvPr>
                <p:cNvSpPr/>
                <p:nvPr/>
              </p:nvSpPr>
              <p:spPr>
                <a:xfrm>
                  <a:off x="7736154" y="2733074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6" name="橢圓 255">
                  <a:extLst>
                    <a:ext uri="{FF2B5EF4-FFF2-40B4-BE49-F238E27FC236}">
                      <a16:creationId xmlns:a16="http://schemas.microsoft.com/office/drawing/2014/main" id="{561399B3-5C2C-4DBE-9D74-C56212A49A1B}"/>
                    </a:ext>
                  </a:extLst>
                </p:cNvPr>
                <p:cNvSpPr/>
                <p:nvPr/>
              </p:nvSpPr>
              <p:spPr>
                <a:xfrm>
                  <a:off x="7972701" y="2739575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7" name="手繪多邊形: 圖案 256">
                  <a:extLst>
                    <a:ext uri="{FF2B5EF4-FFF2-40B4-BE49-F238E27FC236}">
                      <a16:creationId xmlns:a16="http://schemas.microsoft.com/office/drawing/2014/main" id="{BE3C40DE-B74C-4099-A14A-5569EAF7B3A5}"/>
                    </a:ext>
                  </a:extLst>
                </p:cNvPr>
                <p:cNvSpPr/>
                <p:nvPr/>
              </p:nvSpPr>
              <p:spPr>
                <a:xfrm>
                  <a:off x="7872044" y="2590822"/>
                  <a:ext cx="70597" cy="102395"/>
                </a:xfrm>
                <a:custGeom>
                  <a:avLst/>
                  <a:gdLst>
                    <a:gd name="connsiteX0" fmla="*/ 0 w 103512"/>
                    <a:gd name="connsiteY0" fmla="*/ 0 h 150136"/>
                    <a:gd name="connsiteX1" fmla="*/ 39135 w 103512"/>
                    <a:gd name="connsiteY1" fmla="*/ 3239 h 150136"/>
                    <a:gd name="connsiteX2" fmla="*/ 99575 w 103512"/>
                    <a:gd name="connsiteY2" fmla="*/ 19946 h 150136"/>
                    <a:gd name="connsiteX3" fmla="*/ 103512 w 103512"/>
                    <a:gd name="connsiteY3" fmla="*/ 22340 h 150136"/>
                    <a:gd name="connsiteX4" fmla="*/ 103512 w 103512"/>
                    <a:gd name="connsiteY4" fmla="*/ 127796 h 150136"/>
                    <a:gd name="connsiteX5" fmla="*/ 99575 w 103512"/>
                    <a:gd name="connsiteY5" fmla="*/ 130190 h 150136"/>
                    <a:gd name="connsiteX6" fmla="*/ 39135 w 103512"/>
                    <a:gd name="connsiteY6" fmla="*/ 146897 h 150136"/>
                    <a:gd name="connsiteX7" fmla="*/ 0 w 103512"/>
                    <a:gd name="connsiteY7" fmla="*/ 150136 h 150136"/>
                    <a:gd name="connsiteX8" fmla="*/ 0 w 103512"/>
                    <a:gd name="connsiteY8" fmla="*/ 0 h 150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512" h="150136">
                      <a:moveTo>
                        <a:pt x="0" y="0"/>
                      </a:moveTo>
                      <a:lnTo>
                        <a:pt x="39135" y="3239"/>
                      </a:lnTo>
                      <a:cubicBezTo>
                        <a:pt x="61883" y="7184"/>
                        <a:pt x="82370" y="12892"/>
                        <a:pt x="99575" y="19946"/>
                      </a:cubicBezTo>
                      <a:lnTo>
                        <a:pt x="103512" y="22340"/>
                      </a:lnTo>
                      <a:lnTo>
                        <a:pt x="103512" y="127796"/>
                      </a:lnTo>
                      <a:lnTo>
                        <a:pt x="99575" y="130190"/>
                      </a:lnTo>
                      <a:cubicBezTo>
                        <a:pt x="82370" y="137244"/>
                        <a:pt x="61883" y="142952"/>
                        <a:pt x="39135" y="146897"/>
                      </a:cubicBezTo>
                      <a:lnTo>
                        <a:pt x="0" y="150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8" name="橢圓 257">
                  <a:extLst>
                    <a:ext uri="{FF2B5EF4-FFF2-40B4-BE49-F238E27FC236}">
                      <a16:creationId xmlns:a16="http://schemas.microsoft.com/office/drawing/2014/main" id="{3F3331F4-72CB-425C-9C33-98BC1F05877F}"/>
                    </a:ext>
                  </a:extLst>
                </p:cNvPr>
                <p:cNvSpPr/>
                <p:nvPr/>
              </p:nvSpPr>
              <p:spPr>
                <a:xfrm>
                  <a:off x="7736154" y="2586884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59" name="橢圓 258">
                  <a:extLst>
                    <a:ext uri="{FF2B5EF4-FFF2-40B4-BE49-F238E27FC236}">
                      <a16:creationId xmlns:a16="http://schemas.microsoft.com/office/drawing/2014/main" id="{928A1FD5-B731-4F2F-8C73-8D1951A8A014}"/>
                    </a:ext>
                  </a:extLst>
                </p:cNvPr>
                <p:cNvSpPr/>
                <p:nvPr/>
              </p:nvSpPr>
              <p:spPr>
                <a:xfrm>
                  <a:off x="7972701" y="2593386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60" name="手繪多邊形: 圖案 259">
                  <a:extLst>
                    <a:ext uri="{FF2B5EF4-FFF2-40B4-BE49-F238E27FC236}">
                      <a16:creationId xmlns:a16="http://schemas.microsoft.com/office/drawing/2014/main" id="{D3D5459B-2AFA-4C93-8041-4DFCBB149224}"/>
                    </a:ext>
                  </a:extLst>
                </p:cNvPr>
                <p:cNvSpPr/>
                <p:nvPr/>
              </p:nvSpPr>
              <p:spPr>
                <a:xfrm>
                  <a:off x="8057334" y="2736283"/>
                  <a:ext cx="70597" cy="103124"/>
                </a:xfrm>
                <a:custGeom>
                  <a:avLst/>
                  <a:gdLst>
                    <a:gd name="connsiteX0" fmla="*/ 103512 w 103512"/>
                    <a:gd name="connsiteY0" fmla="*/ 0 h 151205"/>
                    <a:gd name="connsiteX1" fmla="*/ 103512 w 103512"/>
                    <a:gd name="connsiteY1" fmla="*/ 151205 h 151205"/>
                    <a:gd name="connsiteX2" fmla="*/ 48412 w 103512"/>
                    <a:gd name="connsiteY2" fmla="*/ 147431 h 151205"/>
                    <a:gd name="connsiteX3" fmla="*/ 0 w 103512"/>
                    <a:gd name="connsiteY3" fmla="*/ 136358 h 151205"/>
                    <a:gd name="connsiteX4" fmla="*/ 0 w 103512"/>
                    <a:gd name="connsiteY4" fmla="*/ 14847 h 151205"/>
                    <a:gd name="connsiteX5" fmla="*/ 48412 w 103512"/>
                    <a:gd name="connsiteY5" fmla="*/ 3773 h 151205"/>
                    <a:gd name="connsiteX6" fmla="*/ 103512 w 103512"/>
                    <a:gd name="connsiteY6" fmla="*/ 0 h 15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5">
                      <a:moveTo>
                        <a:pt x="103512" y="0"/>
                      </a:moveTo>
                      <a:lnTo>
                        <a:pt x="103512" y="151205"/>
                      </a:lnTo>
                      <a:lnTo>
                        <a:pt x="48412" y="147431"/>
                      </a:lnTo>
                      <a:lnTo>
                        <a:pt x="0" y="136358"/>
                      </a:lnTo>
                      <a:lnTo>
                        <a:pt x="0" y="14847"/>
                      </a:lnTo>
                      <a:lnTo>
                        <a:pt x="48412" y="3773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262" name="直線接點 261">
              <a:extLst>
                <a:ext uri="{FF2B5EF4-FFF2-40B4-BE49-F238E27FC236}">
                  <a16:creationId xmlns:a16="http://schemas.microsoft.com/office/drawing/2014/main" id="{FDA7AE65-31E5-4B6E-900A-01D4E191A798}"/>
                </a:ext>
              </a:extLst>
            </p:cNvPr>
            <p:cNvCxnSpPr>
              <a:cxnSpLocks/>
              <a:endCxn id="103" idx="1"/>
            </p:cNvCxnSpPr>
            <p:nvPr/>
          </p:nvCxnSpPr>
          <p:spPr>
            <a:xfrm>
              <a:off x="674082" y="1749884"/>
              <a:ext cx="173114" cy="123435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3" name="直線接點 262">
              <a:extLst>
                <a:ext uri="{FF2B5EF4-FFF2-40B4-BE49-F238E27FC236}">
                  <a16:creationId xmlns:a16="http://schemas.microsoft.com/office/drawing/2014/main" id="{9D53251C-376B-498A-BFB3-1ECFAA3B2428}"/>
                </a:ext>
              </a:extLst>
            </p:cNvPr>
            <p:cNvCxnSpPr>
              <a:cxnSpLocks/>
              <a:endCxn id="114" idx="3"/>
            </p:cNvCxnSpPr>
            <p:nvPr/>
          </p:nvCxnSpPr>
          <p:spPr>
            <a:xfrm flipV="1">
              <a:off x="683471" y="2094698"/>
              <a:ext cx="163725" cy="64101"/>
            </a:xfrm>
            <a:prstGeom prst="line">
              <a:avLst/>
            </a:prstGeom>
            <a:ln w="12700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264" name="圖形 263" descr="女性形象 以實心填滿">
              <a:extLst>
                <a:ext uri="{FF2B5EF4-FFF2-40B4-BE49-F238E27FC236}">
                  <a16:creationId xmlns:a16="http://schemas.microsoft.com/office/drawing/2014/main" id="{891542BF-3362-4248-BF26-2299FA4F6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57383" y="2038826"/>
              <a:ext cx="325637" cy="325637"/>
            </a:xfrm>
            <a:prstGeom prst="rect">
              <a:avLst/>
            </a:prstGeom>
          </p:spPr>
        </p:pic>
        <p:pic>
          <p:nvPicPr>
            <p:cNvPr id="265" name="圖形 264" descr="男性形象 以實心填滿">
              <a:extLst>
                <a:ext uri="{FF2B5EF4-FFF2-40B4-BE49-F238E27FC236}">
                  <a16:creationId xmlns:a16="http://schemas.microsoft.com/office/drawing/2014/main" id="{04707B7F-642A-4ADF-82C9-EE6107C35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5645" y="1589870"/>
              <a:ext cx="325637" cy="325637"/>
            </a:xfrm>
            <a:prstGeom prst="rect">
              <a:avLst/>
            </a:prstGeom>
          </p:spPr>
        </p:pic>
      </p:grpSp>
      <p:grpSp>
        <p:nvGrpSpPr>
          <p:cNvPr id="510" name="群組 509">
            <a:extLst>
              <a:ext uri="{FF2B5EF4-FFF2-40B4-BE49-F238E27FC236}">
                <a16:creationId xmlns:a16="http://schemas.microsoft.com/office/drawing/2014/main" id="{5F05B2ED-360C-492E-AB5F-ED6DC8AD5E76}"/>
              </a:ext>
            </a:extLst>
          </p:cNvPr>
          <p:cNvGrpSpPr/>
          <p:nvPr/>
        </p:nvGrpSpPr>
        <p:grpSpPr>
          <a:xfrm>
            <a:off x="1531600" y="4380694"/>
            <a:ext cx="7171113" cy="2205144"/>
            <a:chOff x="28545" y="4229017"/>
            <a:chExt cx="7171113" cy="2205144"/>
          </a:xfrm>
        </p:grpSpPr>
        <p:cxnSp>
          <p:nvCxnSpPr>
            <p:cNvPr id="839" name="直線接點 838">
              <a:extLst>
                <a:ext uri="{FF2B5EF4-FFF2-40B4-BE49-F238E27FC236}">
                  <a16:creationId xmlns:a16="http://schemas.microsoft.com/office/drawing/2014/main" id="{B04C3D4E-1379-42B1-B6A7-8A7B66668498}"/>
                </a:ext>
              </a:extLst>
            </p:cNvPr>
            <p:cNvCxnSpPr>
              <a:cxnSpLocks/>
            </p:cNvCxnSpPr>
            <p:nvPr/>
          </p:nvCxnSpPr>
          <p:spPr>
            <a:xfrm>
              <a:off x="779700" y="5778520"/>
              <a:ext cx="6419958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0" name="文字方塊 839">
              <a:extLst>
                <a:ext uri="{FF2B5EF4-FFF2-40B4-BE49-F238E27FC236}">
                  <a16:creationId xmlns:a16="http://schemas.microsoft.com/office/drawing/2014/main" id="{EC46DB32-7489-4473-9BCC-9CEB8037F7D2}"/>
                </a:ext>
              </a:extLst>
            </p:cNvPr>
            <p:cNvSpPr txBox="1"/>
            <p:nvPr/>
          </p:nvSpPr>
          <p:spPr>
            <a:xfrm>
              <a:off x="1148362" y="4621173"/>
              <a:ext cx="670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</a:lstStyle>
            <a:p>
              <a:r>
                <a:rPr lang="en-US" altLang="zh-TW" dirty="0"/>
                <a:t>EGFR</a:t>
              </a:r>
              <a:endParaRPr lang="zh-TW" altLang="en-US" dirty="0"/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FF1DEE8D-70AD-4523-86D7-E4BD08BE7116}"/>
                </a:ext>
              </a:extLst>
            </p:cNvPr>
            <p:cNvGrpSpPr/>
            <p:nvPr/>
          </p:nvGrpSpPr>
          <p:grpSpPr>
            <a:xfrm>
              <a:off x="2051413" y="4229017"/>
              <a:ext cx="2545840" cy="702539"/>
              <a:chOff x="2037873" y="4229017"/>
              <a:chExt cx="2545840" cy="702539"/>
            </a:xfrm>
          </p:grpSpPr>
          <p:cxnSp>
            <p:nvCxnSpPr>
              <p:cNvPr id="539" name="直線接點 538">
                <a:extLst>
                  <a:ext uri="{FF2B5EF4-FFF2-40B4-BE49-F238E27FC236}">
                    <a16:creationId xmlns:a16="http://schemas.microsoft.com/office/drawing/2014/main" id="{8F40B63A-4193-4938-A387-6E4C69056E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7873" y="4805839"/>
                <a:ext cx="254584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1" name="文字方塊 840">
                <a:extLst>
                  <a:ext uri="{FF2B5EF4-FFF2-40B4-BE49-F238E27FC236}">
                    <a16:creationId xmlns:a16="http://schemas.microsoft.com/office/drawing/2014/main" id="{387E01C1-02E0-4EDE-A06D-3E02C044830F}"/>
                  </a:ext>
                </a:extLst>
              </p:cNvPr>
              <p:cNvSpPr txBox="1"/>
              <p:nvPr/>
            </p:nvSpPr>
            <p:spPr>
              <a:xfrm>
                <a:off x="2153091" y="4229017"/>
                <a:ext cx="973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 Exon 20</a:t>
                </a:r>
                <a:endParaRPr lang="zh-TW" altLang="en-US" dirty="0"/>
              </a:p>
            </p:txBody>
          </p:sp>
          <p:sp>
            <p:nvSpPr>
              <p:cNvPr id="843" name="矩形 842">
                <a:extLst>
                  <a:ext uri="{FF2B5EF4-FFF2-40B4-BE49-F238E27FC236}">
                    <a16:creationId xmlns:a16="http://schemas.microsoft.com/office/drawing/2014/main" id="{63D48A72-62AF-4366-B80F-D1FCA2A95C1E}"/>
                  </a:ext>
                </a:extLst>
              </p:cNvPr>
              <p:cNvSpPr/>
              <p:nvPr/>
            </p:nvSpPr>
            <p:spPr>
              <a:xfrm>
                <a:off x="2153859" y="4680123"/>
                <a:ext cx="972000" cy="25143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42" name="文字方塊 841">
                <a:extLst>
                  <a:ext uri="{FF2B5EF4-FFF2-40B4-BE49-F238E27FC236}">
                    <a16:creationId xmlns:a16="http://schemas.microsoft.com/office/drawing/2014/main" id="{4D4D761D-F6C0-4B2E-BDE5-6DC27587260F}"/>
                  </a:ext>
                </a:extLst>
              </p:cNvPr>
              <p:cNvSpPr txBox="1"/>
              <p:nvPr/>
            </p:nvSpPr>
            <p:spPr>
              <a:xfrm>
                <a:off x="3418154" y="4229017"/>
                <a:ext cx="972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 Exon 21</a:t>
                </a:r>
                <a:endParaRPr lang="zh-TW" altLang="en-US" dirty="0"/>
              </a:p>
            </p:txBody>
          </p:sp>
          <p:sp>
            <p:nvSpPr>
              <p:cNvPr id="844" name="矩形 843">
                <a:extLst>
                  <a:ext uri="{FF2B5EF4-FFF2-40B4-BE49-F238E27FC236}">
                    <a16:creationId xmlns:a16="http://schemas.microsoft.com/office/drawing/2014/main" id="{4D711122-6F63-4E15-9A9D-8FF6B4A5643F}"/>
                  </a:ext>
                </a:extLst>
              </p:cNvPr>
              <p:cNvSpPr/>
              <p:nvPr/>
            </p:nvSpPr>
            <p:spPr>
              <a:xfrm>
                <a:off x="3418154" y="4680123"/>
                <a:ext cx="972000" cy="251433"/>
              </a:xfrm>
              <a:prstGeom prst="rect">
                <a:avLst/>
              </a:prstGeom>
              <a:pattFill prst="wdUpDiag">
                <a:fgClr>
                  <a:schemeClr val="tx1"/>
                </a:fgClr>
                <a:bgClr>
                  <a:schemeClr val="bg1"/>
                </a:bgClr>
              </a:patt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863" name="文字方塊 862">
              <a:extLst>
                <a:ext uri="{FF2B5EF4-FFF2-40B4-BE49-F238E27FC236}">
                  <a16:creationId xmlns:a16="http://schemas.microsoft.com/office/drawing/2014/main" id="{57C2BECF-1618-41FA-8C25-309ABDECE7C4}"/>
                </a:ext>
              </a:extLst>
            </p:cNvPr>
            <p:cNvSpPr txBox="1"/>
            <p:nvPr/>
          </p:nvSpPr>
          <p:spPr>
            <a:xfrm>
              <a:off x="4717805" y="5157666"/>
              <a:ext cx="22608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1st or 3rd gen TKI</a:t>
              </a:r>
            </a:p>
            <a:p>
              <a:r>
                <a:rPr lang="en-US" altLang="zh-TW" sz="1400" dirty="0"/>
                <a:t>(e.g., Gefitinib ,Osimertinib)</a:t>
              </a:r>
              <a:endParaRPr lang="zh-TW" altLang="en-US" sz="1400" dirty="0"/>
            </a:p>
          </p:txBody>
        </p:sp>
        <p:sp>
          <p:nvSpPr>
            <p:cNvPr id="864" name="文字方塊 863">
              <a:extLst>
                <a:ext uri="{FF2B5EF4-FFF2-40B4-BE49-F238E27FC236}">
                  <a16:creationId xmlns:a16="http://schemas.microsoft.com/office/drawing/2014/main" id="{36797702-A497-4726-9353-DE6FF1C1DA76}"/>
                </a:ext>
              </a:extLst>
            </p:cNvPr>
            <p:cNvSpPr txBox="1"/>
            <p:nvPr/>
          </p:nvSpPr>
          <p:spPr>
            <a:xfrm>
              <a:off x="4717805" y="5957439"/>
              <a:ext cx="23787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3rd-gen TKI (e.g., Osimertinib)</a:t>
              </a:r>
              <a:endParaRPr lang="zh-TW" altLang="en-US" sz="1400" dirty="0"/>
            </a:p>
          </p:txBody>
        </p:sp>
        <p:sp>
          <p:nvSpPr>
            <p:cNvPr id="522" name="矩形 521">
              <a:extLst>
                <a:ext uri="{FF2B5EF4-FFF2-40B4-BE49-F238E27FC236}">
                  <a16:creationId xmlns:a16="http://schemas.microsoft.com/office/drawing/2014/main" id="{54BCE7CB-7AA0-4EC2-A5FE-E17203DAA8C2}"/>
                </a:ext>
              </a:extLst>
            </p:cNvPr>
            <p:cNvSpPr/>
            <p:nvPr/>
          </p:nvSpPr>
          <p:spPr>
            <a:xfrm>
              <a:off x="100316" y="5880066"/>
              <a:ext cx="162000" cy="160529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3" name="矩形 522">
              <a:extLst>
                <a:ext uri="{FF2B5EF4-FFF2-40B4-BE49-F238E27FC236}">
                  <a16:creationId xmlns:a16="http://schemas.microsoft.com/office/drawing/2014/main" id="{C191200F-45C7-4234-868F-FC658FF589D1}"/>
                </a:ext>
              </a:extLst>
            </p:cNvPr>
            <p:cNvSpPr/>
            <p:nvPr/>
          </p:nvSpPr>
          <p:spPr>
            <a:xfrm>
              <a:off x="100316" y="5695347"/>
              <a:ext cx="162000" cy="160529"/>
            </a:xfrm>
            <a:prstGeom prst="rect">
              <a:avLst/>
            </a:prstGeom>
            <a:pattFill prst="wdUpDiag">
              <a:fgClr>
                <a:schemeClr val="accent2">
                  <a:lumMod val="50000"/>
                </a:schemeClr>
              </a:fgClr>
              <a:bgClr>
                <a:schemeClr val="bg1"/>
              </a:bgClr>
            </a:pattFill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24" name="文字方塊 523">
              <a:extLst>
                <a:ext uri="{FF2B5EF4-FFF2-40B4-BE49-F238E27FC236}">
                  <a16:creationId xmlns:a16="http://schemas.microsoft.com/office/drawing/2014/main" id="{07FA924D-20C2-4DAD-95AB-8CE0611E6774}"/>
                </a:ext>
              </a:extLst>
            </p:cNvPr>
            <p:cNvSpPr txBox="1"/>
            <p:nvPr/>
          </p:nvSpPr>
          <p:spPr>
            <a:xfrm>
              <a:off x="253509" y="5837220"/>
              <a:ext cx="553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T790M</a:t>
              </a:r>
            </a:p>
          </p:txBody>
        </p:sp>
        <p:sp>
          <p:nvSpPr>
            <p:cNvPr id="525" name="文字方塊 524">
              <a:extLst>
                <a:ext uri="{FF2B5EF4-FFF2-40B4-BE49-F238E27FC236}">
                  <a16:creationId xmlns:a16="http://schemas.microsoft.com/office/drawing/2014/main" id="{01133FB1-8C60-4A84-80C7-39DC4A7608DC}"/>
                </a:ext>
              </a:extLst>
            </p:cNvPr>
            <p:cNvSpPr txBox="1"/>
            <p:nvPr/>
          </p:nvSpPr>
          <p:spPr>
            <a:xfrm>
              <a:off x="253509" y="5652501"/>
              <a:ext cx="5052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L858R</a:t>
              </a:r>
            </a:p>
          </p:txBody>
        </p:sp>
        <p:sp>
          <p:nvSpPr>
            <p:cNvPr id="526" name="文字方塊 525">
              <a:extLst>
                <a:ext uri="{FF2B5EF4-FFF2-40B4-BE49-F238E27FC236}">
                  <a16:creationId xmlns:a16="http://schemas.microsoft.com/office/drawing/2014/main" id="{A0BD9DB3-FCDC-4A98-A968-76C88F700A6C}"/>
                </a:ext>
              </a:extLst>
            </p:cNvPr>
            <p:cNvSpPr txBox="1"/>
            <p:nvPr/>
          </p:nvSpPr>
          <p:spPr>
            <a:xfrm>
              <a:off x="28545" y="5443204"/>
              <a:ext cx="58221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 dirty="0"/>
                <a:t>Variant</a:t>
              </a:r>
              <a:endParaRPr lang="zh-TW" altLang="en-US" sz="1000" dirty="0"/>
            </a:p>
          </p:txBody>
        </p:sp>
        <p:cxnSp>
          <p:nvCxnSpPr>
            <p:cNvPr id="837" name="直線接點 836">
              <a:extLst>
                <a:ext uri="{FF2B5EF4-FFF2-40B4-BE49-F238E27FC236}">
                  <a16:creationId xmlns:a16="http://schemas.microsoft.com/office/drawing/2014/main" id="{093EDC71-4084-4AF6-8867-B8FC89634786}"/>
                </a:ext>
              </a:extLst>
            </p:cNvPr>
            <p:cNvCxnSpPr>
              <a:cxnSpLocks/>
            </p:cNvCxnSpPr>
            <p:nvPr/>
          </p:nvCxnSpPr>
          <p:spPr>
            <a:xfrm>
              <a:off x="2051413" y="5973160"/>
              <a:ext cx="25458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直線接點 837">
              <a:extLst>
                <a:ext uri="{FF2B5EF4-FFF2-40B4-BE49-F238E27FC236}">
                  <a16:creationId xmlns:a16="http://schemas.microsoft.com/office/drawing/2014/main" id="{C4F220AB-D951-4646-A1ED-110073D33DF0}"/>
                </a:ext>
              </a:extLst>
            </p:cNvPr>
            <p:cNvCxnSpPr>
              <a:cxnSpLocks/>
            </p:cNvCxnSpPr>
            <p:nvPr/>
          </p:nvCxnSpPr>
          <p:spPr>
            <a:xfrm>
              <a:off x="2051413" y="6249495"/>
              <a:ext cx="25447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0" name="矩形 178">
              <a:extLst>
                <a:ext uri="{FF2B5EF4-FFF2-40B4-BE49-F238E27FC236}">
                  <a16:creationId xmlns:a16="http://schemas.microsoft.com/office/drawing/2014/main" id="{E2E8D4C7-39AB-45F1-B055-EF233A0841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163" y="6156847"/>
              <a:ext cx="201709" cy="185296"/>
            </a:xfrm>
            <a:prstGeom prst="rect">
              <a:avLst/>
            </a:prstGeom>
            <a:pattFill prst="wdUpDiag">
              <a:fgClr>
                <a:schemeClr val="accent2">
                  <a:lumMod val="50000"/>
                </a:schemeClr>
              </a:fgClr>
              <a:bgClr>
                <a:schemeClr val="bg1"/>
              </a:bgClr>
            </a:pattFill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861" name="矩形 178">
              <a:extLst>
                <a:ext uri="{FF2B5EF4-FFF2-40B4-BE49-F238E27FC236}">
                  <a16:creationId xmlns:a16="http://schemas.microsoft.com/office/drawing/2014/main" id="{F7824A5D-1AF8-41B4-A1A6-F4263C6784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3252" y="6156847"/>
              <a:ext cx="201709" cy="185296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835" name="直線接點 834">
              <a:extLst>
                <a:ext uri="{FF2B5EF4-FFF2-40B4-BE49-F238E27FC236}">
                  <a16:creationId xmlns:a16="http://schemas.microsoft.com/office/drawing/2014/main" id="{CE60BD1B-3EC9-4954-97F0-5D468C2FECEE}"/>
                </a:ext>
              </a:extLst>
            </p:cNvPr>
            <p:cNvCxnSpPr>
              <a:cxnSpLocks/>
            </p:cNvCxnSpPr>
            <p:nvPr/>
          </p:nvCxnSpPr>
          <p:spPr>
            <a:xfrm>
              <a:off x="2051413" y="5277150"/>
              <a:ext cx="254584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8" name="矩形 178">
              <a:extLst>
                <a:ext uri="{FF2B5EF4-FFF2-40B4-BE49-F238E27FC236}">
                  <a16:creationId xmlns:a16="http://schemas.microsoft.com/office/drawing/2014/main" id="{67CF8FCC-6B43-4CC0-B5FC-9DFDBDDB7D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03252" y="5184502"/>
              <a:ext cx="201709" cy="185296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4" name="文字方塊 853">
              <a:extLst>
                <a:ext uri="{FF2B5EF4-FFF2-40B4-BE49-F238E27FC236}">
                  <a16:creationId xmlns:a16="http://schemas.microsoft.com/office/drawing/2014/main" id="{134F3ADF-2351-4F56-9DC6-006FF35CD907}"/>
                </a:ext>
              </a:extLst>
            </p:cNvPr>
            <p:cNvSpPr txBox="1"/>
            <p:nvPr/>
          </p:nvSpPr>
          <p:spPr>
            <a:xfrm>
              <a:off x="1107742" y="5788494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HP1</a:t>
              </a:r>
              <a:endParaRPr lang="zh-TW" altLang="en-US" dirty="0"/>
            </a:p>
          </p:txBody>
        </p:sp>
        <p:pic>
          <p:nvPicPr>
            <p:cNvPr id="855" name="圖形 854" descr="男性形象 以實心填滿">
              <a:extLst>
                <a:ext uri="{FF2B5EF4-FFF2-40B4-BE49-F238E27FC236}">
                  <a16:creationId xmlns:a16="http://schemas.microsoft.com/office/drawing/2014/main" id="{87455103-5762-49CD-92DC-FD47F8AE2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7425" y="5810342"/>
              <a:ext cx="325637" cy="325637"/>
            </a:xfrm>
            <a:prstGeom prst="rect">
              <a:avLst/>
            </a:prstGeom>
          </p:spPr>
        </p:pic>
        <p:pic>
          <p:nvPicPr>
            <p:cNvPr id="858" name="圖形 857" descr="女性形象 以實心填滿">
              <a:extLst>
                <a:ext uri="{FF2B5EF4-FFF2-40B4-BE49-F238E27FC236}">
                  <a16:creationId xmlns:a16="http://schemas.microsoft.com/office/drawing/2014/main" id="{843CA431-739B-42B1-A866-06B01C5F2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7425" y="6086677"/>
              <a:ext cx="325637" cy="325637"/>
            </a:xfrm>
            <a:prstGeom prst="rect">
              <a:avLst/>
            </a:prstGeom>
          </p:spPr>
        </p:pic>
        <p:sp>
          <p:nvSpPr>
            <p:cNvPr id="859" name="文字方塊 858">
              <a:extLst>
                <a:ext uri="{FF2B5EF4-FFF2-40B4-BE49-F238E27FC236}">
                  <a16:creationId xmlns:a16="http://schemas.microsoft.com/office/drawing/2014/main" id="{C7FA5C5A-E28E-45DB-806F-EB27191F1BFE}"/>
                </a:ext>
              </a:extLst>
            </p:cNvPr>
            <p:cNvSpPr txBox="1"/>
            <p:nvPr/>
          </p:nvSpPr>
          <p:spPr>
            <a:xfrm>
              <a:off x="1101957" y="6064829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HP2-1</a:t>
              </a:r>
              <a:endParaRPr lang="zh-TW" altLang="en-US" dirty="0"/>
            </a:p>
          </p:txBody>
        </p:sp>
        <p:sp>
          <p:nvSpPr>
            <p:cNvPr id="845" name="文字方塊 844">
              <a:extLst>
                <a:ext uri="{FF2B5EF4-FFF2-40B4-BE49-F238E27FC236}">
                  <a16:creationId xmlns:a16="http://schemas.microsoft.com/office/drawing/2014/main" id="{3575B286-532B-4B4F-9D92-E0E5CD1BAE99}"/>
                </a:ext>
              </a:extLst>
            </p:cNvPr>
            <p:cNvSpPr txBox="1"/>
            <p:nvPr/>
          </p:nvSpPr>
          <p:spPr>
            <a:xfrm>
              <a:off x="1107742" y="5092484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HP1-1</a:t>
              </a:r>
              <a:endParaRPr lang="zh-TW" altLang="en-US" dirty="0"/>
            </a:p>
          </p:txBody>
        </p:sp>
        <p:pic>
          <p:nvPicPr>
            <p:cNvPr id="846" name="圖形 845" descr="男性形象 以實心填滿">
              <a:extLst>
                <a:ext uri="{FF2B5EF4-FFF2-40B4-BE49-F238E27FC236}">
                  <a16:creationId xmlns:a16="http://schemas.microsoft.com/office/drawing/2014/main" id="{26127CB3-5EBD-4702-8A39-70F61255C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7425" y="5114332"/>
              <a:ext cx="325637" cy="325637"/>
            </a:xfrm>
            <a:prstGeom prst="rect">
              <a:avLst/>
            </a:prstGeom>
          </p:spPr>
        </p:pic>
        <p:pic>
          <p:nvPicPr>
            <p:cNvPr id="849" name="圖形 848" descr="女性形象 以實心填滿">
              <a:extLst>
                <a:ext uri="{FF2B5EF4-FFF2-40B4-BE49-F238E27FC236}">
                  <a16:creationId xmlns:a16="http://schemas.microsoft.com/office/drawing/2014/main" id="{51DCC0BF-67D0-48E7-8E05-E79E1977C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7425" y="5398584"/>
              <a:ext cx="325637" cy="325637"/>
            </a:xfrm>
            <a:prstGeom prst="rect">
              <a:avLst/>
            </a:prstGeom>
          </p:spPr>
        </p:pic>
        <p:sp>
          <p:nvSpPr>
            <p:cNvPr id="850" name="文字方塊 849">
              <a:extLst>
                <a:ext uri="{FF2B5EF4-FFF2-40B4-BE49-F238E27FC236}">
                  <a16:creationId xmlns:a16="http://schemas.microsoft.com/office/drawing/2014/main" id="{FEACE98C-B15A-426D-889F-FC94BBDC1551}"/>
                </a:ext>
              </a:extLst>
            </p:cNvPr>
            <p:cNvSpPr txBox="1"/>
            <p:nvPr/>
          </p:nvSpPr>
          <p:spPr>
            <a:xfrm>
              <a:off x="1101957" y="5376736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HP2-1</a:t>
              </a:r>
              <a:endParaRPr lang="zh-TW" altLang="en-US" dirty="0"/>
            </a:p>
          </p:txBody>
        </p:sp>
        <p:cxnSp>
          <p:nvCxnSpPr>
            <p:cNvPr id="836" name="直線接點 835">
              <a:extLst>
                <a:ext uri="{FF2B5EF4-FFF2-40B4-BE49-F238E27FC236}">
                  <a16:creationId xmlns:a16="http://schemas.microsoft.com/office/drawing/2014/main" id="{680D639F-9052-4820-8494-C6ECE137EC4A}"/>
                </a:ext>
              </a:extLst>
            </p:cNvPr>
            <p:cNvCxnSpPr>
              <a:cxnSpLocks/>
            </p:cNvCxnSpPr>
            <p:nvPr/>
          </p:nvCxnSpPr>
          <p:spPr>
            <a:xfrm>
              <a:off x="2051413" y="5561402"/>
              <a:ext cx="25447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1" name="矩形 178">
              <a:extLst>
                <a:ext uri="{FF2B5EF4-FFF2-40B4-BE49-F238E27FC236}">
                  <a16:creationId xmlns:a16="http://schemas.microsoft.com/office/drawing/2014/main" id="{3B1CFC25-2FA8-4C9C-BFB5-9BDCE8959F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67163" y="5468754"/>
              <a:ext cx="201709" cy="185296"/>
            </a:xfrm>
            <a:prstGeom prst="rect">
              <a:avLst/>
            </a:prstGeom>
            <a:pattFill prst="wdUpDiag">
              <a:fgClr>
                <a:schemeClr val="accent2">
                  <a:lumMod val="50000"/>
                </a:schemeClr>
              </a:fgClr>
              <a:bgClr>
                <a:schemeClr val="bg1"/>
              </a:bgClr>
            </a:pattFill>
            <a:ln w="1905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48" name="文字方塊 547">
              <a:extLst>
                <a:ext uri="{FF2B5EF4-FFF2-40B4-BE49-F238E27FC236}">
                  <a16:creationId xmlns:a16="http://schemas.microsoft.com/office/drawing/2014/main" id="{2647FE04-3AE3-4411-B11D-F658266B1F97}"/>
                </a:ext>
              </a:extLst>
            </p:cNvPr>
            <p:cNvSpPr txBox="1"/>
            <p:nvPr/>
          </p:nvSpPr>
          <p:spPr>
            <a:xfrm>
              <a:off x="71658" y="4621173"/>
              <a:ext cx="781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</a:lstStyle>
            <a:p>
              <a:r>
                <a:rPr lang="en-US" altLang="zh-TW" dirty="0"/>
                <a:t>NSCLC</a:t>
              </a:r>
              <a:endParaRPr lang="zh-TW" altLang="en-US" dirty="0"/>
            </a:p>
          </p:txBody>
        </p:sp>
        <p:sp>
          <p:nvSpPr>
            <p:cNvPr id="552" name="箭號: 向右 551">
              <a:extLst>
                <a:ext uri="{FF2B5EF4-FFF2-40B4-BE49-F238E27FC236}">
                  <a16:creationId xmlns:a16="http://schemas.microsoft.com/office/drawing/2014/main" id="{B54E81F0-21B3-4542-B33E-776C0544B9C4}"/>
                </a:ext>
              </a:extLst>
            </p:cNvPr>
            <p:cNvSpPr/>
            <p:nvPr/>
          </p:nvSpPr>
          <p:spPr>
            <a:xfrm>
              <a:off x="889605" y="4735639"/>
              <a:ext cx="169907" cy="140400"/>
            </a:xfrm>
            <a:prstGeom prst="rightArrow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87" name="文字方塊 586">
            <a:extLst>
              <a:ext uri="{FF2B5EF4-FFF2-40B4-BE49-F238E27FC236}">
                <a16:creationId xmlns:a16="http://schemas.microsoft.com/office/drawing/2014/main" id="{139C72D4-A2E0-4967-92F8-F0888BC8EFC7}"/>
              </a:ext>
            </a:extLst>
          </p:cNvPr>
          <p:cNvSpPr txBox="1"/>
          <p:nvPr/>
        </p:nvSpPr>
        <p:spPr>
          <a:xfrm>
            <a:off x="7817985" y="1358565"/>
            <a:ext cx="96853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err="1"/>
              <a:t>WhatsHap</a:t>
            </a:r>
            <a:endParaRPr lang="en-US" altLang="zh-TW" sz="1400" dirty="0"/>
          </a:p>
          <a:p>
            <a:r>
              <a:rPr lang="en-US" altLang="zh-TW" sz="1400" dirty="0"/>
              <a:t>LongPhase</a:t>
            </a:r>
          </a:p>
          <a:p>
            <a:r>
              <a:rPr lang="en-US" altLang="zh-TW" sz="1400" dirty="0"/>
              <a:t>HapCut2</a:t>
            </a:r>
            <a:endParaRPr lang="zh-TW" altLang="en-US" sz="1400" dirty="0"/>
          </a:p>
        </p:txBody>
      </p:sp>
      <p:sp>
        <p:nvSpPr>
          <p:cNvPr id="468" name="文字方塊 467">
            <a:extLst>
              <a:ext uri="{FF2B5EF4-FFF2-40B4-BE49-F238E27FC236}">
                <a16:creationId xmlns:a16="http://schemas.microsoft.com/office/drawing/2014/main" id="{DDE3CD4F-CC40-4DA5-8F37-6847B4C6E0E4}"/>
              </a:ext>
            </a:extLst>
          </p:cNvPr>
          <p:cNvSpPr txBox="1"/>
          <p:nvPr/>
        </p:nvSpPr>
        <p:spPr>
          <a:xfrm>
            <a:off x="7817985" y="3747195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?</a:t>
            </a:r>
            <a:endParaRPr lang="zh-TW" altLang="en-US" sz="1400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1EA248D-5D9C-4808-800C-F750B7D74F2D}"/>
              </a:ext>
            </a:extLst>
          </p:cNvPr>
          <p:cNvGrpSpPr/>
          <p:nvPr/>
        </p:nvGrpSpPr>
        <p:grpSpPr>
          <a:xfrm>
            <a:off x="7743825" y="1522093"/>
            <a:ext cx="140099" cy="575136"/>
            <a:chOff x="7743825" y="1522093"/>
            <a:chExt cx="140099" cy="575136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D53E8C49-6736-42E2-B480-0EC8B8102795}"/>
                </a:ext>
              </a:extLst>
            </p:cNvPr>
            <p:cNvCxnSpPr>
              <a:cxnSpLocks/>
            </p:cNvCxnSpPr>
            <p:nvPr/>
          </p:nvCxnSpPr>
          <p:spPr>
            <a:xfrm>
              <a:off x="7743825" y="1522093"/>
              <a:ext cx="0" cy="575136"/>
            </a:xfrm>
            <a:prstGeom prst="line">
              <a:avLst/>
            </a:prstGeom>
            <a:ln>
              <a:solidFill>
                <a:srgbClr val="2F5597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0" name="直線接點 469">
              <a:extLst>
                <a:ext uri="{FF2B5EF4-FFF2-40B4-BE49-F238E27FC236}">
                  <a16:creationId xmlns:a16="http://schemas.microsoft.com/office/drawing/2014/main" id="{248A004D-A133-4F9C-9B49-9E8FC4A060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3825" y="1522093"/>
              <a:ext cx="140099" cy="0"/>
            </a:xfrm>
            <a:prstGeom prst="line">
              <a:avLst/>
            </a:prstGeom>
            <a:ln>
              <a:solidFill>
                <a:srgbClr val="2F5597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2" name="直線接點 471">
              <a:extLst>
                <a:ext uri="{FF2B5EF4-FFF2-40B4-BE49-F238E27FC236}">
                  <a16:creationId xmlns:a16="http://schemas.microsoft.com/office/drawing/2014/main" id="{D74033D3-BD58-4E23-87D8-94B177941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3825" y="1724272"/>
              <a:ext cx="140099" cy="0"/>
            </a:xfrm>
            <a:prstGeom prst="line">
              <a:avLst/>
            </a:prstGeom>
            <a:ln>
              <a:solidFill>
                <a:srgbClr val="2F5597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73" name="直線接點 472">
              <a:extLst>
                <a:ext uri="{FF2B5EF4-FFF2-40B4-BE49-F238E27FC236}">
                  <a16:creationId xmlns:a16="http://schemas.microsoft.com/office/drawing/2014/main" id="{17B24B1F-FDC0-41D2-85D4-2AA7D07EFF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3825" y="1943523"/>
              <a:ext cx="140099" cy="0"/>
            </a:xfrm>
            <a:prstGeom prst="line">
              <a:avLst/>
            </a:prstGeom>
            <a:ln>
              <a:solidFill>
                <a:srgbClr val="2F5597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1" name="直線接點 480">
            <a:extLst>
              <a:ext uri="{FF2B5EF4-FFF2-40B4-BE49-F238E27FC236}">
                <a16:creationId xmlns:a16="http://schemas.microsoft.com/office/drawing/2014/main" id="{00EC314C-F049-4DF4-8601-99B25EF03021}"/>
              </a:ext>
            </a:extLst>
          </p:cNvPr>
          <p:cNvCxnSpPr>
            <a:cxnSpLocks/>
          </p:cNvCxnSpPr>
          <p:nvPr/>
        </p:nvCxnSpPr>
        <p:spPr>
          <a:xfrm>
            <a:off x="7743825" y="3877449"/>
            <a:ext cx="0" cy="144000"/>
          </a:xfrm>
          <a:prstGeom prst="line">
            <a:avLst/>
          </a:prstGeom>
          <a:ln>
            <a:solidFill>
              <a:srgbClr val="C8621C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4" name="直線接點 483">
            <a:extLst>
              <a:ext uri="{FF2B5EF4-FFF2-40B4-BE49-F238E27FC236}">
                <a16:creationId xmlns:a16="http://schemas.microsoft.com/office/drawing/2014/main" id="{6CE3CBF3-B29C-4FD0-8770-9B6EB1A72C5B}"/>
              </a:ext>
            </a:extLst>
          </p:cNvPr>
          <p:cNvCxnSpPr>
            <a:cxnSpLocks/>
          </p:cNvCxnSpPr>
          <p:nvPr/>
        </p:nvCxnSpPr>
        <p:spPr>
          <a:xfrm flipH="1">
            <a:off x="7743825" y="3886257"/>
            <a:ext cx="140099" cy="0"/>
          </a:xfrm>
          <a:prstGeom prst="line">
            <a:avLst/>
          </a:prstGeom>
          <a:ln>
            <a:solidFill>
              <a:srgbClr val="C8621C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5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6AF2C361-88D0-437F-AE6F-D9A6E3AF96B4}"/>
              </a:ext>
            </a:extLst>
          </p:cNvPr>
          <p:cNvGrpSpPr/>
          <p:nvPr/>
        </p:nvGrpSpPr>
        <p:grpSpPr>
          <a:xfrm>
            <a:off x="4015383" y="1339363"/>
            <a:ext cx="6101628" cy="954515"/>
            <a:chOff x="4015383" y="1339363"/>
            <a:chExt cx="6101628" cy="954515"/>
          </a:xfrm>
        </p:grpSpPr>
        <p:sp>
          <p:nvSpPr>
            <p:cNvPr id="1856" name="箭號: 五邊形 1855">
              <a:extLst>
                <a:ext uri="{FF2B5EF4-FFF2-40B4-BE49-F238E27FC236}">
                  <a16:creationId xmlns:a16="http://schemas.microsoft.com/office/drawing/2014/main" id="{DAB074D2-C214-4DE0-87EA-F1C955848A58}"/>
                </a:ext>
              </a:extLst>
            </p:cNvPr>
            <p:cNvSpPr/>
            <p:nvPr/>
          </p:nvSpPr>
          <p:spPr>
            <a:xfrm>
              <a:off x="7686645" y="1787120"/>
              <a:ext cx="5869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57" name="箭號: 五邊形 1856">
              <a:extLst>
                <a:ext uri="{FF2B5EF4-FFF2-40B4-BE49-F238E27FC236}">
                  <a16:creationId xmlns:a16="http://schemas.microsoft.com/office/drawing/2014/main" id="{1F97BE52-E8E9-4403-8642-F08169CCE8BB}"/>
                </a:ext>
              </a:extLst>
            </p:cNvPr>
            <p:cNvSpPr/>
            <p:nvPr/>
          </p:nvSpPr>
          <p:spPr>
            <a:xfrm>
              <a:off x="7479126" y="1787120"/>
              <a:ext cx="19423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58" name="直線接點 1857">
              <a:extLst>
                <a:ext uri="{FF2B5EF4-FFF2-40B4-BE49-F238E27FC236}">
                  <a16:creationId xmlns:a16="http://schemas.microsoft.com/office/drawing/2014/main" id="{BD2055EC-AF4B-47AC-95A9-EB58F50A2204}"/>
                </a:ext>
              </a:extLst>
            </p:cNvPr>
            <p:cNvCxnSpPr>
              <a:cxnSpLocks/>
            </p:cNvCxnSpPr>
            <p:nvPr/>
          </p:nvCxnSpPr>
          <p:spPr>
            <a:xfrm>
              <a:off x="7476687" y="178360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9" name="手繪多邊形: 圖案 1858">
              <a:extLst>
                <a:ext uri="{FF2B5EF4-FFF2-40B4-BE49-F238E27FC236}">
                  <a16:creationId xmlns:a16="http://schemas.microsoft.com/office/drawing/2014/main" id="{F698AC5E-BC0F-44FE-8CAB-50DB2D644929}"/>
                </a:ext>
              </a:extLst>
            </p:cNvPr>
            <p:cNvSpPr/>
            <p:nvPr/>
          </p:nvSpPr>
          <p:spPr>
            <a:xfrm>
              <a:off x="8242732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63" name="箭號: 五邊形 1862">
              <a:extLst>
                <a:ext uri="{FF2B5EF4-FFF2-40B4-BE49-F238E27FC236}">
                  <a16:creationId xmlns:a16="http://schemas.microsoft.com/office/drawing/2014/main" id="{04C366F5-62A9-4D85-96B5-97440AEF71A0}"/>
                </a:ext>
              </a:extLst>
            </p:cNvPr>
            <p:cNvSpPr/>
            <p:nvPr/>
          </p:nvSpPr>
          <p:spPr>
            <a:xfrm>
              <a:off x="4077482" y="1787120"/>
              <a:ext cx="376710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64" name="箭號: 五邊形 1863">
              <a:extLst>
                <a:ext uri="{FF2B5EF4-FFF2-40B4-BE49-F238E27FC236}">
                  <a16:creationId xmlns:a16="http://schemas.microsoft.com/office/drawing/2014/main" id="{28722B13-E200-46BE-B542-E266F60A9D97}"/>
                </a:ext>
              </a:extLst>
            </p:cNvPr>
            <p:cNvSpPr/>
            <p:nvPr/>
          </p:nvSpPr>
          <p:spPr>
            <a:xfrm>
              <a:off x="4476792" y="1787120"/>
              <a:ext cx="51908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65" name="手繪多邊形: 圖案 1864">
              <a:extLst>
                <a:ext uri="{FF2B5EF4-FFF2-40B4-BE49-F238E27FC236}">
                  <a16:creationId xmlns:a16="http://schemas.microsoft.com/office/drawing/2014/main" id="{83A8AE23-AF54-4C25-BE75-525EEB4EA18F}"/>
                </a:ext>
              </a:extLst>
            </p:cNvPr>
            <p:cNvSpPr/>
            <p:nvPr/>
          </p:nvSpPr>
          <p:spPr>
            <a:xfrm>
              <a:off x="4962870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66" name="箭號: 五邊形 1865">
              <a:extLst>
                <a:ext uri="{FF2B5EF4-FFF2-40B4-BE49-F238E27FC236}">
                  <a16:creationId xmlns:a16="http://schemas.microsoft.com/office/drawing/2014/main" id="{67A676BE-F969-4049-9C4D-48697288F053}"/>
                </a:ext>
              </a:extLst>
            </p:cNvPr>
            <p:cNvSpPr/>
            <p:nvPr/>
          </p:nvSpPr>
          <p:spPr>
            <a:xfrm>
              <a:off x="6207906" y="1787120"/>
              <a:ext cx="13582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67" name="直線接點 1866">
              <a:extLst>
                <a:ext uri="{FF2B5EF4-FFF2-40B4-BE49-F238E27FC236}">
                  <a16:creationId xmlns:a16="http://schemas.microsoft.com/office/drawing/2014/main" id="{523D5A2C-1D8B-453F-98AF-1698536D4974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6" y="178360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8" name="箭號: 五邊形 1867">
              <a:extLst>
                <a:ext uri="{FF2B5EF4-FFF2-40B4-BE49-F238E27FC236}">
                  <a16:creationId xmlns:a16="http://schemas.microsoft.com/office/drawing/2014/main" id="{BAADE177-0939-49AA-B720-FFAABC2BC39D}"/>
                </a:ext>
              </a:extLst>
            </p:cNvPr>
            <p:cNvSpPr/>
            <p:nvPr/>
          </p:nvSpPr>
          <p:spPr>
            <a:xfrm>
              <a:off x="6370177" y="1787120"/>
              <a:ext cx="35431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69" name="手繪多邊形: 圖案 1868">
              <a:extLst>
                <a:ext uri="{FF2B5EF4-FFF2-40B4-BE49-F238E27FC236}">
                  <a16:creationId xmlns:a16="http://schemas.microsoft.com/office/drawing/2014/main" id="{FD647BF4-4EF1-4D5D-B82E-64107AF221EB}"/>
                </a:ext>
              </a:extLst>
            </p:cNvPr>
            <p:cNvSpPr/>
            <p:nvPr/>
          </p:nvSpPr>
          <p:spPr>
            <a:xfrm>
              <a:off x="6692218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1870" name="直線接點 1869">
              <a:extLst>
                <a:ext uri="{FF2B5EF4-FFF2-40B4-BE49-F238E27FC236}">
                  <a16:creationId xmlns:a16="http://schemas.microsoft.com/office/drawing/2014/main" id="{1EC92A5F-E6AC-4F14-8BF4-634A4C1F1EFA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8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1" name="直線接點 1870">
              <a:extLst>
                <a:ext uri="{FF2B5EF4-FFF2-40B4-BE49-F238E27FC236}">
                  <a16:creationId xmlns:a16="http://schemas.microsoft.com/office/drawing/2014/main" id="{EB09D050-A8FC-4DDF-9A1D-483A36698724}"/>
                </a:ext>
              </a:extLst>
            </p:cNvPr>
            <p:cNvCxnSpPr>
              <a:cxnSpLocks/>
            </p:cNvCxnSpPr>
            <p:nvPr/>
          </p:nvCxnSpPr>
          <p:spPr>
            <a:xfrm>
              <a:off x="6400346" y="178193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2" name="直線接點 1871">
              <a:extLst>
                <a:ext uri="{FF2B5EF4-FFF2-40B4-BE49-F238E27FC236}">
                  <a16:creationId xmlns:a16="http://schemas.microsoft.com/office/drawing/2014/main" id="{B53E419F-D2EB-4230-9D53-39F7FAC5B225}"/>
                </a:ext>
              </a:extLst>
            </p:cNvPr>
            <p:cNvCxnSpPr>
              <a:cxnSpLocks/>
            </p:cNvCxnSpPr>
            <p:nvPr/>
          </p:nvCxnSpPr>
          <p:spPr>
            <a:xfrm>
              <a:off x="7519444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3" name="直線接點 1872">
              <a:extLst>
                <a:ext uri="{FF2B5EF4-FFF2-40B4-BE49-F238E27FC236}">
                  <a16:creationId xmlns:a16="http://schemas.microsoft.com/office/drawing/2014/main" id="{653B4525-91CB-4ABB-AF81-53A7733ADCB3}"/>
                </a:ext>
              </a:extLst>
            </p:cNvPr>
            <p:cNvCxnSpPr>
              <a:cxnSpLocks/>
            </p:cNvCxnSpPr>
            <p:nvPr/>
          </p:nvCxnSpPr>
          <p:spPr>
            <a:xfrm>
              <a:off x="7537727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4" name="直線接點 1873">
              <a:extLst>
                <a:ext uri="{FF2B5EF4-FFF2-40B4-BE49-F238E27FC236}">
                  <a16:creationId xmlns:a16="http://schemas.microsoft.com/office/drawing/2014/main" id="{EFC43E5B-60F0-4AC8-BED6-B00EC09EB71E}"/>
                </a:ext>
              </a:extLst>
            </p:cNvPr>
            <p:cNvCxnSpPr>
              <a:cxnSpLocks/>
            </p:cNvCxnSpPr>
            <p:nvPr/>
          </p:nvCxnSpPr>
          <p:spPr>
            <a:xfrm>
              <a:off x="7500438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5" name="直線接點 1874">
              <a:extLst>
                <a:ext uri="{FF2B5EF4-FFF2-40B4-BE49-F238E27FC236}">
                  <a16:creationId xmlns:a16="http://schemas.microsoft.com/office/drawing/2014/main" id="{1CB2C192-3835-49D2-ADA5-9130454E1A2F}"/>
                </a:ext>
              </a:extLst>
            </p:cNvPr>
            <p:cNvCxnSpPr>
              <a:cxnSpLocks/>
            </p:cNvCxnSpPr>
            <p:nvPr/>
          </p:nvCxnSpPr>
          <p:spPr>
            <a:xfrm>
              <a:off x="7559761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6" name="直線接點 1875">
              <a:extLst>
                <a:ext uri="{FF2B5EF4-FFF2-40B4-BE49-F238E27FC236}">
                  <a16:creationId xmlns:a16="http://schemas.microsoft.com/office/drawing/2014/main" id="{1E9F587E-4046-4213-8AAD-48B08B746EEC}"/>
                </a:ext>
              </a:extLst>
            </p:cNvPr>
            <p:cNvCxnSpPr>
              <a:cxnSpLocks/>
            </p:cNvCxnSpPr>
            <p:nvPr/>
          </p:nvCxnSpPr>
          <p:spPr>
            <a:xfrm>
              <a:off x="7611983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7" name="直線接點 1876">
              <a:extLst>
                <a:ext uri="{FF2B5EF4-FFF2-40B4-BE49-F238E27FC236}">
                  <a16:creationId xmlns:a16="http://schemas.microsoft.com/office/drawing/2014/main" id="{6BC0A761-2018-468B-81C6-E756694AB1CA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67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8" name="直線接點 1877">
              <a:extLst>
                <a:ext uri="{FF2B5EF4-FFF2-40B4-BE49-F238E27FC236}">
                  <a16:creationId xmlns:a16="http://schemas.microsoft.com/office/drawing/2014/main" id="{141305B9-F671-472A-9B0B-6B0058E7465E}"/>
                </a:ext>
              </a:extLst>
            </p:cNvPr>
            <p:cNvCxnSpPr>
              <a:cxnSpLocks/>
            </p:cNvCxnSpPr>
            <p:nvPr/>
          </p:nvCxnSpPr>
          <p:spPr>
            <a:xfrm>
              <a:off x="7592977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9" name="直線接點 1878">
              <a:extLst>
                <a:ext uri="{FF2B5EF4-FFF2-40B4-BE49-F238E27FC236}">
                  <a16:creationId xmlns:a16="http://schemas.microsoft.com/office/drawing/2014/main" id="{F721647B-EEBF-40D4-A388-012DAC4C0CAE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0" name="直線接點 1879">
              <a:extLst>
                <a:ext uri="{FF2B5EF4-FFF2-40B4-BE49-F238E27FC236}">
                  <a16:creationId xmlns:a16="http://schemas.microsoft.com/office/drawing/2014/main" id="{92F6459D-7ACA-4BFC-BD7A-7D22DC17233F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3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1" name="直線接點 1880">
              <a:extLst>
                <a:ext uri="{FF2B5EF4-FFF2-40B4-BE49-F238E27FC236}">
                  <a16:creationId xmlns:a16="http://schemas.microsoft.com/office/drawing/2014/main" id="{FCC29C21-7F59-4436-905F-0079983D8AB4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6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2" name="直線接點 1881">
              <a:extLst>
                <a:ext uri="{FF2B5EF4-FFF2-40B4-BE49-F238E27FC236}">
                  <a16:creationId xmlns:a16="http://schemas.microsoft.com/office/drawing/2014/main" id="{4AED7F61-CD72-4643-B074-6AC27489156E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3" name="直線接點 1882">
              <a:extLst>
                <a:ext uri="{FF2B5EF4-FFF2-40B4-BE49-F238E27FC236}">
                  <a16:creationId xmlns:a16="http://schemas.microsoft.com/office/drawing/2014/main" id="{669D6522-2EAB-40FA-864D-D515BC67E4EC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0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4" name="直線接點 1883">
              <a:extLst>
                <a:ext uri="{FF2B5EF4-FFF2-40B4-BE49-F238E27FC236}">
                  <a16:creationId xmlns:a16="http://schemas.microsoft.com/office/drawing/2014/main" id="{688887EB-4F8D-4BEE-9181-6B54D4C5080C}"/>
                </a:ext>
              </a:extLst>
            </p:cNvPr>
            <p:cNvCxnSpPr>
              <a:cxnSpLocks/>
            </p:cNvCxnSpPr>
            <p:nvPr/>
          </p:nvCxnSpPr>
          <p:spPr>
            <a:xfrm>
              <a:off x="8172912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5" name="直線接點 1884">
              <a:extLst>
                <a:ext uri="{FF2B5EF4-FFF2-40B4-BE49-F238E27FC236}">
                  <a16:creationId xmlns:a16="http://schemas.microsoft.com/office/drawing/2014/main" id="{C90EFD35-B260-40C6-BF69-E9E30047CCD1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6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6" name="直線接點 1885">
              <a:extLst>
                <a:ext uri="{FF2B5EF4-FFF2-40B4-BE49-F238E27FC236}">
                  <a16:creationId xmlns:a16="http://schemas.microsoft.com/office/drawing/2014/main" id="{45286D67-B211-45C0-A21A-06C1BD7A4914}"/>
                </a:ext>
              </a:extLst>
            </p:cNvPr>
            <p:cNvCxnSpPr>
              <a:cxnSpLocks/>
            </p:cNvCxnSpPr>
            <p:nvPr/>
          </p:nvCxnSpPr>
          <p:spPr>
            <a:xfrm>
              <a:off x="8153906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87" name="直線接點 1886">
              <a:extLst>
                <a:ext uri="{FF2B5EF4-FFF2-40B4-BE49-F238E27FC236}">
                  <a16:creationId xmlns:a16="http://schemas.microsoft.com/office/drawing/2014/main" id="{23D32637-0254-4CEB-A934-0F8D565E6902}"/>
                </a:ext>
              </a:extLst>
            </p:cNvPr>
            <p:cNvCxnSpPr>
              <a:cxnSpLocks/>
            </p:cNvCxnSpPr>
            <p:nvPr/>
          </p:nvCxnSpPr>
          <p:spPr>
            <a:xfrm>
              <a:off x="8213230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91" name="直線接點 1890">
              <a:extLst>
                <a:ext uri="{FF2B5EF4-FFF2-40B4-BE49-F238E27FC236}">
                  <a16:creationId xmlns:a16="http://schemas.microsoft.com/office/drawing/2014/main" id="{584D6C68-61D6-4260-BCB2-E1F3B5B7C24B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77822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92" name="直線接點 1891">
              <a:extLst>
                <a:ext uri="{FF2B5EF4-FFF2-40B4-BE49-F238E27FC236}">
                  <a16:creationId xmlns:a16="http://schemas.microsoft.com/office/drawing/2014/main" id="{F4E313C9-43EC-445F-A411-54A26263DFDB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76538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93" name="直線接點 1892">
              <a:extLst>
                <a:ext uri="{FF2B5EF4-FFF2-40B4-BE49-F238E27FC236}">
                  <a16:creationId xmlns:a16="http://schemas.microsoft.com/office/drawing/2014/main" id="{51160066-B2E6-4FF5-99FA-F42BC31A84BA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7806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94" name="直線接點 1893">
              <a:extLst>
                <a:ext uri="{FF2B5EF4-FFF2-40B4-BE49-F238E27FC236}">
                  <a16:creationId xmlns:a16="http://schemas.microsoft.com/office/drawing/2014/main" id="{2878E12B-D8BF-4E2E-9967-A1E0962D1FCB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6" y="177822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95" name="箭號: 五邊形 1894">
              <a:extLst>
                <a:ext uri="{FF2B5EF4-FFF2-40B4-BE49-F238E27FC236}">
                  <a16:creationId xmlns:a16="http://schemas.microsoft.com/office/drawing/2014/main" id="{5ECD4002-7C1D-4572-AE40-24D1438C913F}"/>
                </a:ext>
              </a:extLst>
            </p:cNvPr>
            <p:cNvSpPr/>
            <p:nvPr/>
          </p:nvSpPr>
          <p:spPr>
            <a:xfrm>
              <a:off x="7144023" y="2042680"/>
              <a:ext cx="4953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96" name="箭號: 五邊形 1895">
              <a:extLst>
                <a:ext uri="{FF2B5EF4-FFF2-40B4-BE49-F238E27FC236}">
                  <a16:creationId xmlns:a16="http://schemas.microsoft.com/office/drawing/2014/main" id="{B91D1D01-94B0-4842-A2D4-D558CCB6FD9F}"/>
                </a:ext>
              </a:extLst>
            </p:cNvPr>
            <p:cNvSpPr/>
            <p:nvPr/>
          </p:nvSpPr>
          <p:spPr>
            <a:xfrm>
              <a:off x="7673791" y="2042680"/>
              <a:ext cx="62679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97" name="箭號: 五邊形 1896">
              <a:extLst>
                <a:ext uri="{FF2B5EF4-FFF2-40B4-BE49-F238E27FC236}">
                  <a16:creationId xmlns:a16="http://schemas.microsoft.com/office/drawing/2014/main" id="{58C0B2C8-2BB9-4AAC-83CA-BEF843CEBC91}"/>
                </a:ext>
              </a:extLst>
            </p:cNvPr>
            <p:cNvSpPr/>
            <p:nvPr/>
          </p:nvSpPr>
          <p:spPr>
            <a:xfrm>
              <a:off x="9217032" y="2042680"/>
              <a:ext cx="3778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98" name="箭號: 五邊形 1897">
              <a:extLst>
                <a:ext uri="{FF2B5EF4-FFF2-40B4-BE49-F238E27FC236}">
                  <a16:creationId xmlns:a16="http://schemas.microsoft.com/office/drawing/2014/main" id="{11873F69-D0F3-474E-8F02-32220CC3D1E9}"/>
                </a:ext>
              </a:extLst>
            </p:cNvPr>
            <p:cNvSpPr/>
            <p:nvPr/>
          </p:nvSpPr>
          <p:spPr>
            <a:xfrm>
              <a:off x="8799881" y="2042680"/>
              <a:ext cx="40293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99" name="箭號: 五邊形 1898">
              <a:extLst>
                <a:ext uri="{FF2B5EF4-FFF2-40B4-BE49-F238E27FC236}">
                  <a16:creationId xmlns:a16="http://schemas.microsoft.com/office/drawing/2014/main" id="{1461BE06-FDBC-4054-827E-37AEC3F2B706}"/>
                </a:ext>
              </a:extLst>
            </p:cNvPr>
            <p:cNvSpPr/>
            <p:nvPr/>
          </p:nvSpPr>
          <p:spPr>
            <a:xfrm>
              <a:off x="8338849" y="2042680"/>
              <a:ext cx="4001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0" name="箭號: 五邊形 1899">
              <a:extLst>
                <a:ext uri="{FF2B5EF4-FFF2-40B4-BE49-F238E27FC236}">
                  <a16:creationId xmlns:a16="http://schemas.microsoft.com/office/drawing/2014/main" id="{76F54A3B-60C0-413A-A1BC-B620884712BC}"/>
                </a:ext>
              </a:extLst>
            </p:cNvPr>
            <p:cNvSpPr/>
            <p:nvPr/>
          </p:nvSpPr>
          <p:spPr>
            <a:xfrm>
              <a:off x="9710067" y="2042680"/>
              <a:ext cx="3262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01" name="直線接點 1900">
              <a:extLst>
                <a:ext uri="{FF2B5EF4-FFF2-40B4-BE49-F238E27FC236}">
                  <a16:creationId xmlns:a16="http://schemas.microsoft.com/office/drawing/2014/main" id="{095D925A-3884-432A-8469-0623AED1D8AC}"/>
                </a:ext>
              </a:extLst>
            </p:cNvPr>
            <p:cNvCxnSpPr>
              <a:cxnSpLocks/>
            </p:cNvCxnSpPr>
            <p:nvPr/>
          </p:nvCxnSpPr>
          <p:spPr>
            <a:xfrm>
              <a:off x="8344139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直線接點 1901">
              <a:extLst>
                <a:ext uri="{FF2B5EF4-FFF2-40B4-BE49-F238E27FC236}">
                  <a16:creationId xmlns:a16="http://schemas.microsoft.com/office/drawing/2014/main" id="{0992A3A8-DFD4-47F2-9081-A8DF0A665662}"/>
                </a:ext>
              </a:extLst>
            </p:cNvPr>
            <p:cNvCxnSpPr>
              <a:cxnSpLocks/>
            </p:cNvCxnSpPr>
            <p:nvPr/>
          </p:nvCxnSpPr>
          <p:spPr>
            <a:xfrm>
              <a:off x="8803286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3" name="箭號: 五邊形 1902">
              <a:extLst>
                <a:ext uri="{FF2B5EF4-FFF2-40B4-BE49-F238E27FC236}">
                  <a16:creationId xmlns:a16="http://schemas.microsoft.com/office/drawing/2014/main" id="{1B080C11-A654-4EA1-9750-831F9EAE5545}"/>
                </a:ext>
              </a:extLst>
            </p:cNvPr>
            <p:cNvSpPr/>
            <p:nvPr/>
          </p:nvSpPr>
          <p:spPr>
            <a:xfrm>
              <a:off x="4199155" y="2042680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4" name="箭號: 五邊形 1903">
              <a:extLst>
                <a:ext uri="{FF2B5EF4-FFF2-40B4-BE49-F238E27FC236}">
                  <a16:creationId xmlns:a16="http://schemas.microsoft.com/office/drawing/2014/main" id="{2BF48640-4B32-49D8-881D-1E1D7874A788}"/>
                </a:ext>
              </a:extLst>
            </p:cNvPr>
            <p:cNvSpPr/>
            <p:nvPr/>
          </p:nvSpPr>
          <p:spPr>
            <a:xfrm>
              <a:off x="4728923" y="2042680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5" name="箭號: 五邊形 1904">
              <a:extLst>
                <a:ext uri="{FF2B5EF4-FFF2-40B4-BE49-F238E27FC236}">
                  <a16:creationId xmlns:a16="http://schemas.microsoft.com/office/drawing/2014/main" id="{BD7E1EB0-0D35-4892-BF06-7730E1CBF62C}"/>
                </a:ext>
              </a:extLst>
            </p:cNvPr>
            <p:cNvSpPr/>
            <p:nvPr/>
          </p:nvSpPr>
          <p:spPr>
            <a:xfrm>
              <a:off x="6272164" y="2042680"/>
              <a:ext cx="3778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6" name="箭號: 五邊形 1905">
              <a:extLst>
                <a:ext uri="{FF2B5EF4-FFF2-40B4-BE49-F238E27FC236}">
                  <a16:creationId xmlns:a16="http://schemas.microsoft.com/office/drawing/2014/main" id="{933EFC34-9BFB-4AC9-9C0E-AB399E41A5E8}"/>
                </a:ext>
              </a:extLst>
            </p:cNvPr>
            <p:cNvSpPr/>
            <p:nvPr/>
          </p:nvSpPr>
          <p:spPr>
            <a:xfrm>
              <a:off x="5858417" y="2042680"/>
              <a:ext cx="39952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7" name="箭號: 五邊形 1906">
              <a:extLst>
                <a:ext uri="{FF2B5EF4-FFF2-40B4-BE49-F238E27FC236}">
                  <a16:creationId xmlns:a16="http://schemas.microsoft.com/office/drawing/2014/main" id="{31F1B675-5218-45CF-B0E3-84495FDDD824}"/>
                </a:ext>
              </a:extLst>
            </p:cNvPr>
            <p:cNvSpPr/>
            <p:nvPr/>
          </p:nvSpPr>
          <p:spPr>
            <a:xfrm>
              <a:off x="5403404" y="2042680"/>
              <a:ext cx="4334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08" name="箭號: 五邊形 1907">
              <a:extLst>
                <a:ext uri="{FF2B5EF4-FFF2-40B4-BE49-F238E27FC236}">
                  <a16:creationId xmlns:a16="http://schemas.microsoft.com/office/drawing/2014/main" id="{3B0433CC-5511-404A-B999-8116DC1C2959}"/>
                </a:ext>
              </a:extLst>
            </p:cNvPr>
            <p:cNvSpPr/>
            <p:nvPr/>
          </p:nvSpPr>
          <p:spPr>
            <a:xfrm>
              <a:off x="6695764" y="2042680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09" name="直線接點 1908">
              <a:extLst>
                <a:ext uri="{FF2B5EF4-FFF2-40B4-BE49-F238E27FC236}">
                  <a16:creationId xmlns:a16="http://schemas.microsoft.com/office/drawing/2014/main" id="{23D7D497-CCA8-4E41-A057-F218BE7B1A70}"/>
                </a:ext>
              </a:extLst>
            </p:cNvPr>
            <p:cNvCxnSpPr>
              <a:cxnSpLocks/>
            </p:cNvCxnSpPr>
            <p:nvPr/>
          </p:nvCxnSpPr>
          <p:spPr>
            <a:xfrm>
              <a:off x="5399272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直線接點 1909">
              <a:extLst>
                <a:ext uri="{FF2B5EF4-FFF2-40B4-BE49-F238E27FC236}">
                  <a16:creationId xmlns:a16="http://schemas.microsoft.com/office/drawing/2014/main" id="{F570CE27-7285-446D-8E2F-8451696EE7D9}"/>
                </a:ext>
              </a:extLst>
            </p:cNvPr>
            <p:cNvCxnSpPr>
              <a:cxnSpLocks/>
            </p:cNvCxnSpPr>
            <p:nvPr/>
          </p:nvCxnSpPr>
          <p:spPr>
            <a:xfrm>
              <a:off x="5858523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1" name="箭號: 五邊形 1910">
              <a:extLst>
                <a:ext uri="{FF2B5EF4-FFF2-40B4-BE49-F238E27FC236}">
                  <a16:creationId xmlns:a16="http://schemas.microsoft.com/office/drawing/2014/main" id="{76B32DCE-A436-4965-8733-060CADE45BC9}"/>
                </a:ext>
              </a:extLst>
            </p:cNvPr>
            <p:cNvSpPr/>
            <p:nvPr/>
          </p:nvSpPr>
          <p:spPr>
            <a:xfrm>
              <a:off x="7262337" y="1961937"/>
              <a:ext cx="6495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2" name="箭號: 五邊形 1911">
              <a:extLst>
                <a:ext uri="{FF2B5EF4-FFF2-40B4-BE49-F238E27FC236}">
                  <a16:creationId xmlns:a16="http://schemas.microsoft.com/office/drawing/2014/main" id="{50B8654D-EAFB-4192-9A15-370DA2AFC1A1}"/>
                </a:ext>
              </a:extLst>
            </p:cNvPr>
            <p:cNvSpPr/>
            <p:nvPr/>
          </p:nvSpPr>
          <p:spPr>
            <a:xfrm>
              <a:off x="6908344" y="1961937"/>
              <a:ext cx="32442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3" name="箭號: 五邊形 1912">
              <a:extLst>
                <a:ext uri="{FF2B5EF4-FFF2-40B4-BE49-F238E27FC236}">
                  <a16:creationId xmlns:a16="http://schemas.microsoft.com/office/drawing/2014/main" id="{D97FBF60-1F2E-4F7D-804D-2C8CD7C9EC5D}"/>
                </a:ext>
              </a:extLst>
            </p:cNvPr>
            <p:cNvSpPr/>
            <p:nvPr/>
          </p:nvSpPr>
          <p:spPr>
            <a:xfrm>
              <a:off x="7941472" y="1955002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4" name="箭號: 五邊形 1913">
              <a:extLst>
                <a:ext uri="{FF2B5EF4-FFF2-40B4-BE49-F238E27FC236}">
                  <a16:creationId xmlns:a16="http://schemas.microsoft.com/office/drawing/2014/main" id="{E9722531-82AF-4E90-B379-D8F096E2FAAE}"/>
                </a:ext>
              </a:extLst>
            </p:cNvPr>
            <p:cNvSpPr/>
            <p:nvPr/>
          </p:nvSpPr>
          <p:spPr>
            <a:xfrm>
              <a:off x="9441803" y="1954680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5" name="箭號: 五邊形 1914">
              <a:extLst>
                <a:ext uri="{FF2B5EF4-FFF2-40B4-BE49-F238E27FC236}">
                  <a16:creationId xmlns:a16="http://schemas.microsoft.com/office/drawing/2014/main" id="{16D1BE7B-9A72-4569-BBAF-C5D8147E19B1}"/>
                </a:ext>
              </a:extLst>
            </p:cNvPr>
            <p:cNvSpPr/>
            <p:nvPr/>
          </p:nvSpPr>
          <p:spPr>
            <a:xfrm>
              <a:off x="9059979" y="1961937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6" name="箭號: 五邊形 1915">
              <a:extLst>
                <a:ext uri="{FF2B5EF4-FFF2-40B4-BE49-F238E27FC236}">
                  <a16:creationId xmlns:a16="http://schemas.microsoft.com/office/drawing/2014/main" id="{0C71C8B1-4ACA-4326-BD7F-3E99C9A718BA}"/>
                </a:ext>
              </a:extLst>
            </p:cNvPr>
            <p:cNvSpPr/>
            <p:nvPr/>
          </p:nvSpPr>
          <p:spPr>
            <a:xfrm>
              <a:off x="8379081" y="1961937"/>
              <a:ext cx="48054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17" name="箭號: 五邊形 1916">
              <a:extLst>
                <a:ext uri="{FF2B5EF4-FFF2-40B4-BE49-F238E27FC236}">
                  <a16:creationId xmlns:a16="http://schemas.microsoft.com/office/drawing/2014/main" id="{3A74A399-2205-4603-AB13-225FD56CCB2E}"/>
                </a:ext>
              </a:extLst>
            </p:cNvPr>
            <p:cNvSpPr/>
            <p:nvPr/>
          </p:nvSpPr>
          <p:spPr>
            <a:xfrm>
              <a:off x="9819318" y="1961937"/>
              <a:ext cx="26039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18" name="直線接點 1917">
              <a:extLst>
                <a:ext uri="{FF2B5EF4-FFF2-40B4-BE49-F238E27FC236}">
                  <a16:creationId xmlns:a16="http://schemas.microsoft.com/office/drawing/2014/main" id="{4C229508-92F2-4302-8672-CFF13F3672A3}"/>
                </a:ext>
              </a:extLst>
            </p:cNvPr>
            <p:cNvCxnSpPr>
              <a:cxnSpLocks/>
            </p:cNvCxnSpPr>
            <p:nvPr/>
          </p:nvCxnSpPr>
          <p:spPr>
            <a:xfrm>
              <a:off x="8376691" y="19584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9" name="手繪多邊形: 圖案 1918">
              <a:extLst>
                <a:ext uri="{FF2B5EF4-FFF2-40B4-BE49-F238E27FC236}">
                  <a16:creationId xmlns:a16="http://schemas.microsoft.com/office/drawing/2014/main" id="{DE451955-78BA-4B44-A069-25262B61D6A7}"/>
                </a:ext>
              </a:extLst>
            </p:cNvPr>
            <p:cNvSpPr/>
            <p:nvPr/>
          </p:nvSpPr>
          <p:spPr>
            <a:xfrm>
              <a:off x="7206314" y="19550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20" name="箭號: 五邊形 1919">
              <a:extLst>
                <a:ext uri="{FF2B5EF4-FFF2-40B4-BE49-F238E27FC236}">
                  <a16:creationId xmlns:a16="http://schemas.microsoft.com/office/drawing/2014/main" id="{9B0B7645-B184-4250-A62A-9FBF96E9544F}"/>
                </a:ext>
              </a:extLst>
            </p:cNvPr>
            <p:cNvSpPr/>
            <p:nvPr/>
          </p:nvSpPr>
          <p:spPr>
            <a:xfrm>
              <a:off x="4482831" y="1961937"/>
              <a:ext cx="48420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21" name="箭號: 五邊形 1920">
              <a:extLst>
                <a:ext uri="{FF2B5EF4-FFF2-40B4-BE49-F238E27FC236}">
                  <a16:creationId xmlns:a16="http://schemas.microsoft.com/office/drawing/2014/main" id="{9D083D3C-FFD5-4925-88AB-3C5DA4321B7C}"/>
                </a:ext>
              </a:extLst>
            </p:cNvPr>
            <p:cNvSpPr/>
            <p:nvPr/>
          </p:nvSpPr>
          <p:spPr>
            <a:xfrm>
              <a:off x="4015383" y="1961937"/>
              <a:ext cx="27251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22" name="箭號: 五邊形 1921">
              <a:extLst>
                <a:ext uri="{FF2B5EF4-FFF2-40B4-BE49-F238E27FC236}">
                  <a16:creationId xmlns:a16="http://schemas.microsoft.com/office/drawing/2014/main" id="{11F07338-5E60-40FF-A431-3B33E4F17890}"/>
                </a:ext>
              </a:extLst>
            </p:cNvPr>
            <p:cNvSpPr/>
            <p:nvPr/>
          </p:nvSpPr>
          <p:spPr>
            <a:xfrm>
              <a:off x="4996604" y="1961937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23" name="箭號: 五邊形 1922">
              <a:extLst>
                <a:ext uri="{FF2B5EF4-FFF2-40B4-BE49-F238E27FC236}">
                  <a16:creationId xmlns:a16="http://schemas.microsoft.com/office/drawing/2014/main" id="{61383AA0-88E1-45D1-82EA-A29DA4DC60F7}"/>
                </a:ext>
              </a:extLst>
            </p:cNvPr>
            <p:cNvSpPr/>
            <p:nvPr/>
          </p:nvSpPr>
          <p:spPr>
            <a:xfrm>
              <a:off x="6496935" y="1961937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24" name="箭號: 五邊形 1923">
              <a:extLst>
                <a:ext uri="{FF2B5EF4-FFF2-40B4-BE49-F238E27FC236}">
                  <a16:creationId xmlns:a16="http://schemas.microsoft.com/office/drawing/2014/main" id="{2AF9AE00-0B18-402E-8B42-55A293191377}"/>
                </a:ext>
              </a:extLst>
            </p:cNvPr>
            <p:cNvSpPr/>
            <p:nvPr/>
          </p:nvSpPr>
          <p:spPr>
            <a:xfrm>
              <a:off x="6014728" y="1961937"/>
              <a:ext cx="37783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25" name="箭號: 五邊形 1924">
              <a:extLst>
                <a:ext uri="{FF2B5EF4-FFF2-40B4-BE49-F238E27FC236}">
                  <a16:creationId xmlns:a16="http://schemas.microsoft.com/office/drawing/2014/main" id="{83FFD589-8D16-4EF9-8399-3E44B8977736}"/>
                </a:ext>
              </a:extLst>
            </p:cNvPr>
            <p:cNvSpPr/>
            <p:nvPr/>
          </p:nvSpPr>
          <p:spPr>
            <a:xfrm>
              <a:off x="5434213" y="1961937"/>
              <a:ext cx="48054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26" name="直線接點 1925">
              <a:extLst>
                <a:ext uri="{FF2B5EF4-FFF2-40B4-BE49-F238E27FC236}">
                  <a16:creationId xmlns:a16="http://schemas.microsoft.com/office/drawing/2014/main" id="{C60E8D03-D45F-44E3-A692-38DCA2C9FC39}"/>
                </a:ext>
              </a:extLst>
            </p:cNvPr>
            <p:cNvCxnSpPr>
              <a:cxnSpLocks/>
            </p:cNvCxnSpPr>
            <p:nvPr/>
          </p:nvCxnSpPr>
          <p:spPr>
            <a:xfrm>
              <a:off x="5431823" y="19584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7" name="手繪多邊形: 圖案 1926">
              <a:extLst>
                <a:ext uri="{FF2B5EF4-FFF2-40B4-BE49-F238E27FC236}">
                  <a16:creationId xmlns:a16="http://schemas.microsoft.com/office/drawing/2014/main" id="{17CF332E-12B6-4913-9C93-B206EB950F6E}"/>
                </a:ext>
              </a:extLst>
            </p:cNvPr>
            <p:cNvSpPr/>
            <p:nvPr/>
          </p:nvSpPr>
          <p:spPr>
            <a:xfrm>
              <a:off x="4261436" y="19550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28" name="箭號: 五邊形 1927">
              <a:extLst>
                <a:ext uri="{FF2B5EF4-FFF2-40B4-BE49-F238E27FC236}">
                  <a16:creationId xmlns:a16="http://schemas.microsoft.com/office/drawing/2014/main" id="{7029713A-14C3-474B-88D3-6766BDB143D4}"/>
                </a:ext>
              </a:extLst>
            </p:cNvPr>
            <p:cNvSpPr/>
            <p:nvPr/>
          </p:nvSpPr>
          <p:spPr>
            <a:xfrm>
              <a:off x="7792060" y="1350079"/>
              <a:ext cx="1939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29" name="直線接點 1928">
              <a:extLst>
                <a:ext uri="{FF2B5EF4-FFF2-40B4-BE49-F238E27FC236}">
                  <a16:creationId xmlns:a16="http://schemas.microsoft.com/office/drawing/2014/main" id="{F8E48E11-11D5-47B1-8BD7-152D7E081D5C}"/>
                </a:ext>
              </a:extLst>
            </p:cNvPr>
            <p:cNvCxnSpPr>
              <a:cxnSpLocks/>
            </p:cNvCxnSpPr>
            <p:nvPr/>
          </p:nvCxnSpPr>
          <p:spPr>
            <a:xfrm>
              <a:off x="7789620" y="13465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0" name="手繪多邊形: 圖案 1929">
              <a:extLst>
                <a:ext uri="{FF2B5EF4-FFF2-40B4-BE49-F238E27FC236}">
                  <a16:creationId xmlns:a16="http://schemas.microsoft.com/office/drawing/2014/main" id="{5E273D15-F70B-44F3-B2E3-61F7018F03FE}"/>
                </a:ext>
              </a:extLst>
            </p:cNvPr>
            <p:cNvSpPr/>
            <p:nvPr/>
          </p:nvSpPr>
          <p:spPr>
            <a:xfrm>
              <a:off x="7953740" y="1343231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34" name="箭號: 五邊形 1933">
              <a:extLst>
                <a:ext uri="{FF2B5EF4-FFF2-40B4-BE49-F238E27FC236}">
                  <a16:creationId xmlns:a16="http://schemas.microsoft.com/office/drawing/2014/main" id="{AC1D3E0E-A286-41B6-BE41-F0C4FDAF02DC}"/>
                </a:ext>
              </a:extLst>
            </p:cNvPr>
            <p:cNvSpPr/>
            <p:nvPr/>
          </p:nvSpPr>
          <p:spPr>
            <a:xfrm>
              <a:off x="4214379" y="1350079"/>
              <a:ext cx="23981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35" name="箭號: 五邊形 1934">
              <a:extLst>
                <a:ext uri="{FF2B5EF4-FFF2-40B4-BE49-F238E27FC236}">
                  <a16:creationId xmlns:a16="http://schemas.microsoft.com/office/drawing/2014/main" id="{AEB6576E-5A74-436E-BDEB-1F90C7320C50}"/>
                </a:ext>
              </a:extLst>
            </p:cNvPr>
            <p:cNvSpPr/>
            <p:nvPr/>
          </p:nvSpPr>
          <p:spPr>
            <a:xfrm>
              <a:off x="4476792" y="1350079"/>
              <a:ext cx="51835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36" name="手繪多邊形: 圖案 1935">
              <a:extLst>
                <a:ext uri="{FF2B5EF4-FFF2-40B4-BE49-F238E27FC236}">
                  <a16:creationId xmlns:a16="http://schemas.microsoft.com/office/drawing/2014/main" id="{BEA27167-C834-4FC8-A629-B5B86637F44D}"/>
                </a:ext>
              </a:extLst>
            </p:cNvPr>
            <p:cNvSpPr/>
            <p:nvPr/>
          </p:nvSpPr>
          <p:spPr>
            <a:xfrm>
              <a:off x="4962856" y="1343231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37" name="箭號: 五邊形 1936">
              <a:extLst>
                <a:ext uri="{FF2B5EF4-FFF2-40B4-BE49-F238E27FC236}">
                  <a16:creationId xmlns:a16="http://schemas.microsoft.com/office/drawing/2014/main" id="{9ED9F758-1D01-48AA-A82D-E6754DF472D1}"/>
                </a:ext>
              </a:extLst>
            </p:cNvPr>
            <p:cNvSpPr/>
            <p:nvPr/>
          </p:nvSpPr>
          <p:spPr>
            <a:xfrm>
              <a:off x="7686646" y="1524895"/>
              <a:ext cx="41339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38" name="直線接點 1937">
              <a:extLst>
                <a:ext uri="{FF2B5EF4-FFF2-40B4-BE49-F238E27FC236}">
                  <a16:creationId xmlns:a16="http://schemas.microsoft.com/office/drawing/2014/main" id="{1EB45791-CFEF-45A1-8186-7771DB419B28}"/>
                </a:ext>
              </a:extLst>
            </p:cNvPr>
            <p:cNvCxnSpPr>
              <a:cxnSpLocks/>
            </p:cNvCxnSpPr>
            <p:nvPr/>
          </p:nvCxnSpPr>
          <p:spPr>
            <a:xfrm>
              <a:off x="7684206" y="15213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9" name="手繪多邊形: 圖案 1938">
              <a:extLst>
                <a:ext uri="{FF2B5EF4-FFF2-40B4-BE49-F238E27FC236}">
                  <a16:creationId xmlns:a16="http://schemas.microsoft.com/office/drawing/2014/main" id="{1CAE8AA5-DD18-4671-93B0-E5DFDDB06794}"/>
                </a:ext>
              </a:extLst>
            </p:cNvPr>
            <p:cNvSpPr/>
            <p:nvPr/>
          </p:nvSpPr>
          <p:spPr>
            <a:xfrm>
              <a:off x="8067767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43" name="箭號: 五邊形 1942">
              <a:extLst>
                <a:ext uri="{FF2B5EF4-FFF2-40B4-BE49-F238E27FC236}">
                  <a16:creationId xmlns:a16="http://schemas.microsoft.com/office/drawing/2014/main" id="{FA6BA8AA-BE5D-4AAF-8E6B-FA8CC9A716FA}"/>
                </a:ext>
              </a:extLst>
            </p:cNvPr>
            <p:cNvSpPr/>
            <p:nvPr/>
          </p:nvSpPr>
          <p:spPr>
            <a:xfrm>
              <a:off x="4774110" y="1524895"/>
              <a:ext cx="221038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44" name="箭號: 五邊形 1943">
              <a:extLst>
                <a:ext uri="{FF2B5EF4-FFF2-40B4-BE49-F238E27FC236}">
                  <a16:creationId xmlns:a16="http://schemas.microsoft.com/office/drawing/2014/main" id="{6C6DA17B-8113-40B4-B72E-CBD332A4BFE1}"/>
                </a:ext>
              </a:extLst>
            </p:cNvPr>
            <p:cNvSpPr/>
            <p:nvPr/>
          </p:nvSpPr>
          <p:spPr>
            <a:xfrm>
              <a:off x="4257680" y="1524895"/>
              <a:ext cx="49534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45" name="手繪多邊形: 圖案 1944">
              <a:extLst>
                <a:ext uri="{FF2B5EF4-FFF2-40B4-BE49-F238E27FC236}">
                  <a16:creationId xmlns:a16="http://schemas.microsoft.com/office/drawing/2014/main" id="{38104D82-D1DB-4CA9-8EA7-C6CD9A5906D2}"/>
                </a:ext>
              </a:extLst>
            </p:cNvPr>
            <p:cNvSpPr/>
            <p:nvPr/>
          </p:nvSpPr>
          <p:spPr>
            <a:xfrm>
              <a:off x="4962871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46" name="箭號: 五邊形 1945">
              <a:extLst>
                <a:ext uri="{FF2B5EF4-FFF2-40B4-BE49-F238E27FC236}">
                  <a16:creationId xmlns:a16="http://schemas.microsoft.com/office/drawing/2014/main" id="{2E4B3FA5-6766-4034-AD95-F60BEA6E99DE}"/>
                </a:ext>
              </a:extLst>
            </p:cNvPr>
            <p:cNvSpPr/>
            <p:nvPr/>
          </p:nvSpPr>
          <p:spPr>
            <a:xfrm>
              <a:off x="6207908" y="1524895"/>
              <a:ext cx="43465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47" name="直線接點 1946">
              <a:extLst>
                <a:ext uri="{FF2B5EF4-FFF2-40B4-BE49-F238E27FC236}">
                  <a16:creationId xmlns:a16="http://schemas.microsoft.com/office/drawing/2014/main" id="{F7094E93-4396-4CA1-9597-6903124EAAEC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8" y="15213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8" name="箭號: 五邊形 1947">
              <a:extLst>
                <a:ext uri="{FF2B5EF4-FFF2-40B4-BE49-F238E27FC236}">
                  <a16:creationId xmlns:a16="http://schemas.microsoft.com/office/drawing/2014/main" id="{9891D081-5843-409F-ABF0-1B5CED4D3D37}"/>
                </a:ext>
              </a:extLst>
            </p:cNvPr>
            <p:cNvSpPr/>
            <p:nvPr/>
          </p:nvSpPr>
          <p:spPr>
            <a:xfrm>
              <a:off x="6667516" y="1524895"/>
              <a:ext cx="5255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49" name="手繪多邊形: 圖案 1948">
              <a:extLst>
                <a:ext uri="{FF2B5EF4-FFF2-40B4-BE49-F238E27FC236}">
                  <a16:creationId xmlns:a16="http://schemas.microsoft.com/office/drawing/2014/main" id="{5F88F30B-CC5C-48B5-96E5-34B42B5C6746}"/>
                </a:ext>
              </a:extLst>
            </p:cNvPr>
            <p:cNvSpPr/>
            <p:nvPr/>
          </p:nvSpPr>
          <p:spPr>
            <a:xfrm>
              <a:off x="6692213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50" name="箭號: 五邊形 1949">
              <a:extLst>
                <a:ext uri="{FF2B5EF4-FFF2-40B4-BE49-F238E27FC236}">
                  <a16:creationId xmlns:a16="http://schemas.microsoft.com/office/drawing/2014/main" id="{6F804333-E33D-4404-A73E-FDA2B9C087CC}"/>
                </a:ext>
              </a:extLst>
            </p:cNvPr>
            <p:cNvSpPr/>
            <p:nvPr/>
          </p:nvSpPr>
          <p:spPr>
            <a:xfrm>
              <a:off x="7987446" y="1612041"/>
              <a:ext cx="17373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51" name="箭號: 五邊形 1950">
              <a:extLst>
                <a:ext uri="{FF2B5EF4-FFF2-40B4-BE49-F238E27FC236}">
                  <a16:creationId xmlns:a16="http://schemas.microsoft.com/office/drawing/2014/main" id="{B7DCA5E8-9FF5-4B16-8C96-879A64ABA557}"/>
                </a:ext>
              </a:extLst>
            </p:cNvPr>
            <p:cNvSpPr/>
            <p:nvPr/>
          </p:nvSpPr>
          <p:spPr>
            <a:xfrm>
              <a:off x="7635033" y="1612304"/>
              <a:ext cx="3430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52" name="直線接點 1951">
              <a:extLst>
                <a:ext uri="{FF2B5EF4-FFF2-40B4-BE49-F238E27FC236}">
                  <a16:creationId xmlns:a16="http://schemas.microsoft.com/office/drawing/2014/main" id="{143653F4-953A-41D7-B0AC-82092D0883E8}"/>
                </a:ext>
              </a:extLst>
            </p:cNvPr>
            <p:cNvCxnSpPr>
              <a:cxnSpLocks/>
            </p:cNvCxnSpPr>
            <p:nvPr/>
          </p:nvCxnSpPr>
          <p:spPr>
            <a:xfrm>
              <a:off x="7632594" y="160878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3" name="手繪多邊形: 圖案 1952">
              <a:extLst>
                <a:ext uri="{FF2B5EF4-FFF2-40B4-BE49-F238E27FC236}">
                  <a16:creationId xmlns:a16="http://schemas.microsoft.com/office/drawing/2014/main" id="{15B308C8-474C-4A8C-9DA6-CD79E0EDBF7E}"/>
                </a:ext>
              </a:extLst>
            </p:cNvPr>
            <p:cNvSpPr/>
            <p:nvPr/>
          </p:nvSpPr>
          <p:spPr>
            <a:xfrm>
              <a:off x="8131091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58" name="箭號: 五邊形 1957">
              <a:extLst>
                <a:ext uri="{FF2B5EF4-FFF2-40B4-BE49-F238E27FC236}">
                  <a16:creationId xmlns:a16="http://schemas.microsoft.com/office/drawing/2014/main" id="{B2C3BF08-DF1C-433B-ABB5-74B2C652A3BB}"/>
                </a:ext>
              </a:extLst>
            </p:cNvPr>
            <p:cNvSpPr/>
            <p:nvPr/>
          </p:nvSpPr>
          <p:spPr>
            <a:xfrm>
              <a:off x="4318373" y="1612304"/>
              <a:ext cx="30742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59" name="箭號: 五邊形 1958">
              <a:extLst>
                <a:ext uri="{FF2B5EF4-FFF2-40B4-BE49-F238E27FC236}">
                  <a16:creationId xmlns:a16="http://schemas.microsoft.com/office/drawing/2014/main" id="{D7999BA6-77CE-4EFD-A04A-C11941BB809A}"/>
                </a:ext>
              </a:extLst>
            </p:cNvPr>
            <p:cNvSpPr/>
            <p:nvPr/>
          </p:nvSpPr>
          <p:spPr>
            <a:xfrm>
              <a:off x="4132185" y="1612304"/>
              <a:ext cx="1564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60" name="箭號: 五邊形 1959">
              <a:extLst>
                <a:ext uri="{FF2B5EF4-FFF2-40B4-BE49-F238E27FC236}">
                  <a16:creationId xmlns:a16="http://schemas.microsoft.com/office/drawing/2014/main" id="{0EBC5276-A52D-4C57-842F-A530FF2AA1B1}"/>
                </a:ext>
              </a:extLst>
            </p:cNvPr>
            <p:cNvSpPr/>
            <p:nvPr/>
          </p:nvSpPr>
          <p:spPr>
            <a:xfrm>
              <a:off x="4673180" y="1612304"/>
              <a:ext cx="32269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61" name="手繪多邊形: 圖案 1960">
              <a:extLst>
                <a:ext uri="{FF2B5EF4-FFF2-40B4-BE49-F238E27FC236}">
                  <a16:creationId xmlns:a16="http://schemas.microsoft.com/office/drawing/2014/main" id="{7CE77A2E-8765-4549-B8F2-9BAD9CB161EA}"/>
                </a:ext>
              </a:extLst>
            </p:cNvPr>
            <p:cNvSpPr/>
            <p:nvPr/>
          </p:nvSpPr>
          <p:spPr>
            <a:xfrm>
              <a:off x="4962870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62" name="箭號: 五邊形 1961">
              <a:extLst>
                <a:ext uri="{FF2B5EF4-FFF2-40B4-BE49-F238E27FC236}">
                  <a16:creationId xmlns:a16="http://schemas.microsoft.com/office/drawing/2014/main" id="{C40B27E6-DA6E-4BE5-B90C-42D89523B77E}"/>
                </a:ext>
              </a:extLst>
            </p:cNvPr>
            <p:cNvSpPr/>
            <p:nvPr/>
          </p:nvSpPr>
          <p:spPr>
            <a:xfrm>
              <a:off x="6343725" y="1612304"/>
              <a:ext cx="19093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63" name="箭號: 五邊形 1962">
              <a:extLst>
                <a:ext uri="{FF2B5EF4-FFF2-40B4-BE49-F238E27FC236}">
                  <a16:creationId xmlns:a16="http://schemas.microsoft.com/office/drawing/2014/main" id="{9A7AAB38-1FC0-444C-8C77-364A3B4EEDA3}"/>
                </a:ext>
              </a:extLst>
            </p:cNvPr>
            <p:cNvSpPr/>
            <p:nvPr/>
          </p:nvSpPr>
          <p:spPr>
            <a:xfrm>
              <a:off x="6207907" y="1612304"/>
              <a:ext cx="1283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64" name="直線接點 1963">
              <a:extLst>
                <a:ext uri="{FF2B5EF4-FFF2-40B4-BE49-F238E27FC236}">
                  <a16:creationId xmlns:a16="http://schemas.microsoft.com/office/drawing/2014/main" id="{A79BADCA-99CA-4284-9F27-10882B72F5C6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3" y="160878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5" name="箭號: 五邊形 1964">
              <a:extLst>
                <a:ext uri="{FF2B5EF4-FFF2-40B4-BE49-F238E27FC236}">
                  <a16:creationId xmlns:a16="http://schemas.microsoft.com/office/drawing/2014/main" id="{855D8DD3-672E-4E8E-9AD8-344A1772CE5E}"/>
                </a:ext>
              </a:extLst>
            </p:cNvPr>
            <p:cNvSpPr/>
            <p:nvPr/>
          </p:nvSpPr>
          <p:spPr>
            <a:xfrm>
              <a:off x="6566563" y="1612304"/>
              <a:ext cx="15865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66" name="手繪多邊形: 圖案 1965">
              <a:extLst>
                <a:ext uri="{FF2B5EF4-FFF2-40B4-BE49-F238E27FC236}">
                  <a16:creationId xmlns:a16="http://schemas.microsoft.com/office/drawing/2014/main" id="{BEB59392-30E9-469F-A875-CE99BC13B2D5}"/>
                </a:ext>
              </a:extLst>
            </p:cNvPr>
            <p:cNvSpPr/>
            <p:nvPr/>
          </p:nvSpPr>
          <p:spPr>
            <a:xfrm>
              <a:off x="6692187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67" name="箭號: 五邊形 1966">
              <a:extLst>
                <a:ext uri="{FF2B5EF4-FFF2-40B4-BE49-F238E27FC236}">
                  <a16:creationId xmlns:a16="http://schemas.microsoft.com/office/drawing/2014/main" id="{C8EEFDFC-3FDD-4B09-83A5-7FEDAE524EFF}"/>
                </a:ext>
              </a:extLst>
            </p:cNvPr>
            <p:cNvSpPr/>
            <p:nvPr/>
          </p:nvSpPr>
          <p:spPr>
            <a:xfrm>
              <a:off x="7986198" y="1699712"/>
              <a:ext cx="23801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68" name="箭號: 五邊形 1967">
              <a:extLst>
                <a:ext uri="{FF2B5EF4-FFF2-40B4-BE49-F238E27FC236}">
                  <a16:creationId xmlns:a16="http://schemas.microsoft.com/office/drawing/2014/main" id="{75D21A95-77A8-4A1C-96B7-1FB4B9873EC2}"/>
                </a:ext>
              </a:extLst>
            </p:cNvPr>
            <p:cNvSpPr/>
            <p:nvPr/>
          </p:nvSpPr>
          <p:spPr>
            <a:xfrm>
              <a:off x="7585408" y="1699712"/>
              <a:ext cx="31627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69" name="直線接點 1968">
              <a:extLst>
                <a:ext uri="{FF2B5EF4-FFF2-40B4-BE49-F238E27FC236}">
                  <a16:creationId xmlns:a16="http://schemas.microsoft.com/office/drawing/2014/main" id="{92A60ED9-7C82-40EA-8FDC-EF6E8CF40EBB}"/>
                </a:ext>
              </a:extLst>
            </p:cNvPr>
            <p:cNvCxnSpPr>
              <a:cxnSpLocks/>
            </p:cNvCxnSpPr>
            <p:nvPr/>
          </p:nvCxnSpPr>
          <p:spPr>
            <a:xfrm>
              <a:off x="7582968" y="1696197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0" name="手繪多邊形: 圖案 1969">
              <a:extLst>
                <a:ext uri="{FF2B5EF4-FFF2-40B4-BE49-F238E27FC236}">
                  <a16:creationId xmlns:a16="http://schemas.microsoft.com/office/drawing/2014/main" id="{E53805A4-8A74-4589-A525-B8201F8F7975}"/>
                </a:ext>
              </a:extLst>
            </p:cNvPr>
            <p:cNvSpPr/>
            <p:nvPr/>
          </p:nvSpPr>
          <p:spPr>
            <a:xfrm>
              <a:off x="8192662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74" name="箭號: 五邊形 1973">
              <a:extLst>
                <a:ext uri="{FF2B5EF4-FFF2-40B4-BE49-F238E27FC236}">
                  <a16:creationId xmlns:a16="http://schemas.microsoft.com/office/drawing/2014/main" id="{CDB98C9E-8ABE-47C3-A796-D6970C74AA58}"/>
                </a:ext>
              </a:extLst>
            </p:cNvPr>
            <p:cNvSpPr/>
            <p:nvPr/>
          </p:nvSpPr>
          <p:spPr>
            <a:xfrm>
              <a:off x="4161038" y="1699712"/>
              <a:ext cx="416302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75" name="箭號: 五邊形 1974">
              <a:extLst>
                <a:ext uri="{FF2B5EF4-FFF2-40B4-BE49-F238E27FC236}">
                  <a16:creationId xmlns:a16="http://schemas.microsoft.com/office/drawing/2014/main" id="{E09C61A5-9A2A-41C1-A895-32B8BA005D38}"/>
                </a:ext>
              </a:extLst>
            </p:cNvPr>
            <p:cNvSpPr/>
            <p:nvPr/>
          </p:nvSpPr>
          <p:spPr>
            <a:xfrm>
              <a:off x="4708634" y="1699712"/>
              <a:ext cx="289804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76" name="手繪多邊形: 圖案 1975">
              <a:extLst>
                <a:ext uri="{FF2B5EF4-FFF2-40B4-BE49-F238E27FC236}">
                  <a16:creationId xmlns:a16="http://schemas.microsoft.com/office/drawing/2014/main" id="{E2CF6CBF-F6A1-4335-A899-8BFAC6C34A39}"/>
                </a:ext>
              </a:extLst>
            </p:cNvPr>
            <p:cNvSpPr/>
            <p:nvPr/>
          </p:nvSpPr>
          <p:spPr>
            <a:xfrm>
              <a:off x="4962871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77" name="箭號: 五邊形 1976">
              <a:extLst>
                <a:ext uri="{FF2B5EF4-FFF2-40B4-BE49-F238E27FC236}">
                  <a16:creationId xmlns:a16="http://schemas.microsoft.com/office/drawing/2014/main" id="{5A5858F3-BC25-4F1B-BD18-2A082B62AC9E}"/>
                </a:ext>
              </a:extLst>
            </p:cNvPr>
            <p:cNvSpPr/>
            <p:nvPr/>
          </p:nvSpPr>
          <p:spPr>
            <a:xfrm>
              <a:off x="6207907" y="1699712"/>
              <a:ext cx="2589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978" name="直線接點 1977">
              <a:extLst>
                <a:ext uri="{FF2B5EF4-FFF2-40B4-BE49-F238E27FC236}">
                  <a16:creationId xmlns:a16="http://schemas.microsoft.com/office/drawing/2014/main" id="{7CB9E442-6934-4A25-8751-CB4421E7D875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9" y="169619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9" name="箭號: 五邊形 1978">
              <a:extLst>
                <a:ext uri="{FF2B5EF4-FFF2-40B4-BE49-F238E27FC236}">
                  <a16:creationId xmlns:a16="http://schemas.microsoft.com/office/drawing/2014/main" id="{7DBBF5C9-3278-4731-860C-05526EE78D2E}"/>
                </a:ext>
              </a:extLst>
            </p:cNvPr>
            <p:cNvSpPr/>
            <p:nvPr/>
          </p:nvSpPr>
          <p:spPr>
            <a:xfrm>
              <a:off x="6496129" y="1699712"/>
              <a:ext cx="22837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0" name="手繪多邊形: 圖案 1979">
              <a:extLst>
                <a:ext uri="{FF2B5EF4-FFF2-40B4-BE49-F238E27FC236}">
                  <a16:creationId xmlns:a16="http://schemas.microsoft.com/office/drawing/2014/main" id="{B2C520BA-41E1-45FA-9291-8E0ABED7CC85}"/>
                </a:ext>
              </a:extLst>
            </p:cNvPr>
            <p:cNvSpPr/>
            <p:nvPr/>
          </p:nvSpPr>
          <p:spPr>
            <a:xfrm>
              <a:off x="6692199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81" name="箭號: 五邊形 1980">
              <a:extLst>
                <a:ext uri="{FF2B5EF4-FFF2-40B4-BE49-F238E27FC236}">
                  <a16:creationId xmlns:a16="http://schemas.microsoft.com/office/drawing/2014/main" id="{DAF6CFEF-911C-48C1-81FC-7235FAF6F06C}"/>
                </a:ext>
              </a:extLst>
            </p:cNvPr>
            <p:cNvSpPr/>
            <p:nvPr/>
          </p:nvSpPr>
          <p:spPr>
            <a:xfrm>
              <a:off x="7075989" y="1874528"/>
              <a:ext cx="44344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2" name="箭號: 五邊形 1981">
              <a:extLst>
                <a:ext uri="{FF2B5EF4-FFF2-40B4-BE49-F238E27FC236}">
                  <a16:creationId xmlns:a16="http://schemas.microsoft.com/office/drawing/2014/main" id="{1AE30E03-23D4-4F3F-929C-E70408295192}"/>
                </a:ext>
              </a:extLst>
            </p:cNvPr>
            <p:cNvSpPr/>
            <p:nvPr/>
          </p:nvSpPr>
          <p:spPr>
            <a:xfrm>
              <a:off x="8073330" y="1874528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3" name="箭號: 五邊形 1982">
              <a:extLst>
                <a:ext uri="{FF2B5EF4-FFF2-40B4-BE49-F238E27FC236}">
                  <a16:creationId xmlns:a16="http://schemas.microsoft.com/office/drawing/2014/main" id="{BFCAA44B-0323-48A9-9FA7-20006A16DB0F}"/>
                </a:ext>
              </a:extLst>
            </p:cNvPr>
            <p:cNvSpPr/>
            <p:nvPr/>
          </p:nvSpPr>
          <p:spPr>
            <a:xfrm>
              <a:off x="7532410" y="1874528"/>
              <a:ext cx="50976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4" name="箭號: 五邊形 1983">
              <a:extLst>
                <a:ext uri="{FF2B5EF4-FFF2-40B4-BE49-F238E27FC236}">
                  <a16:creationId xmlns:a16="http://schemas.microsoft.com/office/drawing/2014/main" id="{0BC8C4B6-E84B-4AAB-AB89-F7AA71EEF67E}"/>
                </a:ext>
              </a:extLst>
            </p:cNvPr>
            <p:cNvSpPr/>
            <p:nvPr/>
          </p:nvSpPr>
          <p:spPr>
            <a:xfrm>
              <a:off x="9151424" y="1874528"/>
              <a:ext cx="44344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5" name="箭號: 五邊形 1984">
              <a:extLst>
                <a:ext uri="{FF2B5EF4-FFF2-40B4-BE49-F238E27FC236}">
                  <a16:creationId xmlns:a16="http://schemas.microsoft.com/office/drawing/2014/main" id="{DC300D2B-1E98-42E1-AC17-392903D58B47}"/>
                </a:ext>
              </a:extLst>
            </p:cNvPr>
            <p:cNvSpPr/>
            <p:nvPr/>
          </p:nvSpPr>
          <p:spPr>
            <a:xfrm>
              <a:off x="8762232" y="1874528"/>
              <a:ext cx="36952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6" name="箭號: 五邊形 1985">
              <a:extLst>
                <a:ext uri="{FF2B5EF4-FFF2-40B4-BE49-F238E27FC236}">
                  <a16:creationId xmlns:a16="http://schemas.microsoft.com/office/drawing/2014/main" id="{C34FF2EE-F2A9-43EF-B891-D40EDB06037F}"/>
                </a:ext>
              </a:extLst>
            </p:cNvPr>
            <p:cNvSpPr/>
            <p:nvPr/>
          </p:nvSpPr>
          <p:spPr>
            <a:xfrm>
              <a:off x="8513130" y="1874528"/>
              <a:ext cx="22169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7" name="箭號: 五邊形 1986">
              <a:extLst>
                <a:ext uri="{FF2B5EF4-FFF2-40B4-BE49-F238E27FC236}">
                  <a16:creationId xmlns:a16="http://schemas.microsoft.com/office/drawing/2014/main" id="{F0936545-AD55-4874-AE2F-01F603A989E6}"/>
                </a:ext>
              </a:extLst>
            </p:cNvPr>
            <p:cNvSpPr/>
            <p:nvPr/>
          </p:nvSpPr>
          <p:spPr>
            <a:xfrm>
              <a:off x="9614532" y="1874528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88" name="手繪多邊形: 圖案 1987">
              <a:extLst>
                <a:ext uri="{FF2B5EF4-FFF2-40B4-BE49-F238E27FC236}">
                  <a16:creationId xmlns:a16="http://schemas.microsoft.com/office/drawing/2014/main" id="{8A4E46A0-B5F6-4A05-99A0-8B30783ABBF7}"/>
                </a:ext>
              </a:extLst>
            </p:cNvPr>
            <p:cNvSpPr/>
            <p:nvPr/>
          </p:nvSpPr>
          <p:spPr>
            <a:xfrm>
              <a:off x="8706720" y="1867680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89" name="箭號: 五邊形 1988">
              <a:extLst>
                <a:ext uri="{FF2B5EF4-FFF2-40B4-BE49-F238E27FC236}">
                  <a16:creationId xmlns:a16="http://schemas.microsoft.com/office/drawing/2014/main" id="{7F5341CF-03EF-4144-83AA-13BBB417BA8E}"/>
                </a:ext>
              </a:extLst>
            </p:cNvPr>
            <p:cNvSpPr/>
            <p:nvPr/>
          </p:nvSpPr>
          <p:spPr>
            <a:xfrm>
              <a:off x="4228211" y="1874528"/>
              <a:ext cx="34635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0" name="箭號: 五邊形 1989">
              <a:extLst>
                <a:ext uri="{FF2B5EF4-FFF2-40B4-BE49-F238E27FC236}">
                  <a16:creationId xmlns:a16="http://schemas.microsoft.com/office/drawing/2014/main" id="{F3D0ACC3-3646-4E97-B198-D3260A866413}"/>
                </a:ext>
              </a:extLst>
            </p:cNvPr>
            <p:cNvSpPr/>
            <p:nvPr/>
          </p:nvSpPr>
          <p:spPr>
            <a:xfrm>
              <a:off x="5129186" y="1874528"/>
              <a:ext cx="345101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1" name="箭號: 五邊形 1990">
              <a:extLst>
                <a:ext uri="{FF2B5EF4-FFF2-40B4-BE49-F238E27FC236}">
                  <a16:creationId xmlns:a16="http://schemas.microsoft.com/office/drawing/2014/main" id="{16262706-12A1-4224-B506-B987B3F5CEC0}"/>
                </a:ext>
              </a:extLst>
            </p:cNvPr>
            <p:cNvSpPr/>
            <p:nvPr/>
          </p:nvSpPr>
          <p:spPr>
            <a:xfrm>
              <a:off x="4587543" y="1874528"/>
              <a:ext cx="447669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2" name="箭號: 五邊形 1991">
              <a:extLst>
                <a:ext uri="{FF2B5EF4-FFF2-40B4-BE49-F238E27FC236}">
                  <a16:creationId xmlns:a16="http://schemas.microsoft.com/office/drawing/2014/main" id="{654187C5-080D-4D3B-B243-3A185A465259}"/>
                </a:ext>
              </a:extLst>
            </p:cNvPr>
            <p:cNvSpPr/>
            <p:nvPr/>
          </p:nvSpPr>
          <p:spPr>
            <a:xfrm>
              <a:off x="6370179" y="1874528"/>
              <a:ext cx="27982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3" name="箭號: 五邊形 1992">
              <a:extLst>
                <a:ext uri="{FF2B5EF4-FFF2-40B4-BE49-F238E27FC236}">
                  <a16:creationId xmlns:a16="http://schemas.microsoft.com/office/drawing/2014/main" id="{00C32469-6A88-4B5F-A30C-4C0147DBA76B}"/>
                </a:ext>
              </a:extLst>
            </p:cNvPr>
            <p:cNvSpPr/>
            <p:nvPr/>
          </p:nvSpPr>
          <p:spPr>
            <a:xfrm>
              <a:off x="5817365" y="1874528"/>
              <a:ext cx="52165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4" name="箭號: 五邊形 1993">
              <a:extLst>
                <a:ext uri="{FF2B5EF4-FFF2-40B4-BE49-F238E27FC236}">
                  <a16:creationId xmlns:a16="http://schemas.microsoft.com/office/drawing/2014/main" id="{75618F35-3697-4B84-BD72-EF831DBA424E}"/>
                </a:ext>
              </a:extLst>
            </p:cNvPr>
            <p:cNvSpPr/>
            <p:nvPr/>
          </p:nvSpPr>
          <p:spPr>
            <a:xfrm>
              <a:off x="5568263" y="1874528"/>
              <a:ext cx="22169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5" name="箭號: 五邊形 1994">
              <a:extLst>
                <a:ext uri="{FF2B5EF4-FFF2-40B4-BE49-F238E27FC236}">
                  <a16:creationId xmlns:a16="http://schemas.microsoft.com/office/drawing/2014/main" id="{53FF4009-36F6-4117-96C0-B2EEB244DD8F}"/>
                </a:ext>
              </a:extLst>
            </p:cNvPr>
            <p:cNvSpPr/>
            <p:nvPr/>
          </p:nvSpPr>
          <p:spPr>
            <a:xfrm>
              <a:off x="6669665" y="1874528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6" name="手繪多邊形: 圖案 1995">
              <a:extLst>
                <a:ext uri="{FF2B5EF4-FFF2-40B4-BE49-F238E27FC236}">
                  <a16:creationId xmlns:a16="http://schemas.microsoft.com/office/drawing/2014/main" id="{66B33D12-1852-439A-88C6-BAB4620839FA}"/>
                </a:ext>
              </a:extLst>
            </p:cNvPr>
            <p:cNvSpPr/>
            <p:nvPr/>
          </p:nvSpPr>
          <p:spPr>
            <a:xfrm>
              <a:off x="5761832" y="1867680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997" name="箭號: 五邊形 1996">
              <a:extLst>
                <a:ext uri="{FF2B5EF4-FFF2-40B4-BE49-F238E27FC236}">
                  <a16:creationId xmlns:a16="http://schemas.microsoft.com/office/drawing/2014/main" id="{E3554D23-7D26-4F7F-942B-514A5845029B}"/>
                </a:ext>
              </a:extLst>
            </p:cNvPr>
            <p:cNvSpPr/>
            <p:nvPr/>
          </p:nvSpPr>
          <p:spPr>
            <a:xfrm>
              <a:off x="8338849" y="2217492"/>
              <a:ext cx="415333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8" name="箭號: 五邊形 1997">
              <a:extLst>
                <a:ext uri="{FF2B5EF4-FFF2-40B4-BE49-F238E27FC236}">
                  <a16:creationId xmlns:a16="http://schemas.microsoft.com/office/drawing/2014/main" id="{EA3E09F8-0CE0-4BB7-A5A2-178C44A3C549}"/>
                </a:ext>
              </a:extLst>
            </p:cNvPr>
            <p:cNvSpPr/>
            <p:nvPr/>
          </p:nvSpPr>
          <p:spPr>
            <a:xfrm>
              <a:off x="7653502" y="2217492"/>
              <a:ext cx="59797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999" name="箭號: 五邊形 1998">
              <a:extLst>
                <a:ext uri="{FF2B5EF4-FFF2-40B4-BE49-F238E27FC236}">
                  <a16:creationId xmlns:a16="http://schemas.microsoft.com/office/drawing/2014/main" id="{DDEF80D8-FC89-4A67-B04A-94200D6765B2}"/>
                </a:ext>
              </a:extLst>
            </p:cNvPr>
            <p:cNvSpPr/>
            <p:nvPr/>
          </p:nvSpPr>
          <p:spPr>
            <a:xfrm>
              <a:off x="7225662" y="2217492"/>
              <a:ext cx="359617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0" name="箭號: 五邊形 1999">
              <a:extLst>
                <a:ext uri="{FF2B5EF4-FFF2-40B4-BE49-F238E27FC236}">
                  <a16:creationId xmlns:a16="http://schemas.microsoft.com/office/drawing/2014/main" id="{30B6FE29-CD56-47DA-BD94-7089D547E4D0}"/>
                </a:ext>
              </a:extLst>
            </p:cNvPr>
            <p:cNvSpPr/>
            <p:nvPr/>
          </p:nvSpPr>
          <p:spPr>
            <a:xfrm>
              <a:off x="8782458" y="2217492"/>
              <a:ext cx="39956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1" name="箭號: 五邊形 2000">
              <a:extLst>
                <a:ext uri="{FF2B5EF4-FFF2-40B4-BE49-F238E27FC236}">
                  <a16:creationId xmlns:a16="http://schemas.microsoft.com/office/drawing/2014/main" id="{D62676E5-0040-40EE-AD5F-C52EE367295E}"/>
                </a:ext>
              </a:extLst>
            </p:cNvPr>
            <p:cNvSpPr/>
            <p:nvPr/>
          </p:nvSpPr>
          <p:spPr>
            <a:xfrm>
              <a:off x="9226517" y="2217492"/>
              <a:ext cx="460879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2" name="箭號: 五邊形 2001">
              <a:extLst>
                <a:ext uri="{FF2B5EF4-FFF2-40B4-BE49-F238E27FC236}">
                  <a16:creationId xmlns:a16="http://schemas.microsoft.com/office/drawing/2014/main" id="{DA4B36B6-F342-4BFF-9FDC-246F8D9D07F1}"/>
                </a:ext>
              </a:extLst>
            </p:cNvPr>
            <p:cNvSpPr/>
            <p:nvPr/>
          </p:nvSpPr>
          <p:spPr>
            <a:xfrm>
              <a:off x="9712378" y="2217492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3" name="手繪多邊形: 圖案 2002">
              <a:extLst>
                <a:ext uri="{FF2B5EF4-FFF2-40B4-BE49-F238E27FC236}">
                  <a16:creationId xmlns:a16="http://schemas.microsoft.com/office/drawing/2014/main" id="{5AB1C5A8-E132-487C-A2FD-0419B676978C}"/>
                </a:ext>
              </a:extLst>
            </p:cNvPr>
            <p:cNvSpPr/>
            <p:nvPr/>
          </p:nvSpPr>
          <p:spPr>
            <a:xfrm>
              <a:off x="8722858" y="2210644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04" name="箭號: 五邊形 2003">
              <a:extLst>
                <a:ext uri="{FF2B5EF4-FFF2-40B4-BE49-F238E27FC236}">
                  <a16:creationId xmlns:a16="http://schemas.microsoft.com/office/drawing/2014/main" id="{8682EBC1-7C0D-4D11-8D69-6B60AAA4D5FF}"/>
                </a:ext>
              </a:extLst>
            </p:cNvPr>
            <p:cNvSpPr/>
            <p:nvPr/>
          </p:nvSpPr>
          <p:spPr>
            <a:xfrm>
              <a:off x="5393980" y="2217492"/>
              <a:ext cx="415333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5" name="箭號: 五邊形 2004">
              <a:extLst>
                <a:ext uri="{FF2B5EF4-FFF2-40B4-BE49-F238E27FC236}">
                  <a16:creationId xmlns:a16="http://schemas.microsoft.com/office/drawing/2014/main" id="{F12D11EB-6246-4D01-90CC-9B62FEA83B09}"/>
                </a:ext>
              </a:extLst>
            </p:cNvPr>
            <p:cNvSpPr/>
            <p:nvPr/>
          </p:nvSpPr>
          <p:spPr>
            <a:xfrm>
              <a:off x="4708634" y="2217492"/>
              <a:ext cx="622897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6" name="箭號: 五邊形 2005">
              <a:extLst>
                <a:ext uri="{FF2B5EF4-FFF2-40B4-BE49-F238E27FC236}">
                  <a16:creationId xmlns:a16="http://schemas.microsoft.com/office/drawing/2014/main" id="{4530DE52-DC98-42D3-B9F9-42425B4F39BB}"/>
                </a:ext>
              </a:extLst>
            </p:cNvPr>
            <p:cNvSpPr/>
            <p:nvPr/>
          </p:nvSpPr>
          <p:spPr>
            <a:xfrm>
              <a:off x="4179531" y="2217492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7" name="箭號: 五邊形 2006">
              <a:extLst>
                <a:ext uri="{FF2B5EF4-FFF2-40B4-BE49-F238E27FC236}">
                  <a16:creationId xmlns:a16="http://schemas.microsoft.com/office/drawing/2014/main" id="{3CB42EC3-6D38-4584-9E0E-AECE5E1B2460}"/>
                </a:ext>
              </a:extLst>
            </p:cNvPr>
            <p:cNvSpPr/>
            <p:nvPr/>
          </p:nvSpPr>
          <p:spPr>
            <a:xfrm>
              <a:off x="5837590" y="2217492"/>
              <a:ext cx="323550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8" name="箭號: 五邊形 2007">
              <a:extLst>
                <a:ext uri="{FF2B5EF4-FFF2-40B4-BE49-F238E27FC236}">
                  <a16:creationId xmlns:a16="http://schemas.microsoft.com/office/drawing/2014/main" id="{36D42D0F-2844-4410-BB8F-06F142F2FF10}"/>
                </a:ext>
              </a:extLst>
            </p:cNvPr>
            <p:cNvSpPr/>
            <p:nvPr/>
          </p:nvSpPr>
          <p:spPr>
            <a:xfrm>
              <a:off x="6281649" y="2217492"/>
              <a:ext cx="460879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09" name="箭號: 五邊形 2008">
              <a:extLst>
                <a:ext uri="{FF2B5EF4-FFF2-40B4-BE49-F238E27FC236}">
                  <a16:creationId xmlns:a16="http://schemas.microsoft.com/office/drawing/2014/main" id="{0AE41F9F-F999-4B98-BB68-7CDBA35B8FF4}"/>
                </a:ext>
              </a:extLst>
            </p:cNvPr>
            <p:cNvSpPr/>
            <p:nvPr/>
          </p:nvSpPr>
          <p:spPr>
            <a:xfrm>
              <a:off x="6767508" y="2217492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0" name="手繪多邊形: 圖案 2009">
              <a:extLst>
                <a:ext uri="{FF2B5EF4-FFF2-40B4-BE49-F238E27FC236}">
                  <a16:creationId xmlns:a16="http://schemas.microsoft.com/office/drawing/2014/main" id="{89885630-AF84-497B-A012-8B65217A408C}"/>
                </a:ext>
              </a:extLst>
            </p:cNvPr>
            <p:cNvSpPr/>
            <p:nvPr/>
          </p:nvSpPr>
          <p:spPr>
            <a:xfrm>
              <a:off x="5777968" y="2210644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11" name="箭號: 五邊形 2010">
              <a:extLst>
                <a:ext uri="{FF2B5EF4-FFF2-40B4-BE49-F238E27FC236}">
                  <a16:creationId xmlns:a16="http://schemas.microsoft.com/office/drawing/2014/main" id="{0AAF1DDE-A231-4103-8118-47162F62466D}"/>
                </a:ext>
              </a:extLst>
            </p:cNvPr>
            <p:cNvSpPr/>
            <p:nvPr/>
          </p:nvSpPr>
          <p:spPr>
            <a:xfrm>
              <a:off x="8688095" y="2130087"/>
              <a:ext cx="28108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2" name="箭號: 五邊形 2011">
              <a:extLst>
                <a:ext uri="{FF2B5EF4-FFF2-40B4-BE49-F238E27FC236}">
                  <a16:creationId xmlns:a16="http://schemas.microsoft.com/office/drawing/2014/main" id="{862079EF-E28A-43E4-9FCC-19459525B353}"/>
                </a:ext>
              </a:extLst>
            </p:cNvPr>
            <p:cNvSpPr/>
            <p:nvPr/>
          </p:nvSpPr>
          <p:spPr>
            <a:xfrm>
              <a:off x="7911904" y="2130087"/>
              <a:ext cx="2691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3" name="箭號: 五邊形 2012">
              <a:extLst>
                <a:ext uri="{FF2B5EF4-FFF2-40B4-BE49-F238E27FC236}">
                  <a16:creationId xmlns:a16="http://schemas.microsoft.com/office/drawing/2014/main" id="{F691D8E1-87C0-4663-BDED-144E7CB8BECD}"/>
                </a:ext>
              </a:extLst>
            </p:cNvPr>
            <p:cNvSpPr/>
            <p:nvPr/>
          </p:nvSpPr>
          <p:spPr>
            <a:xfrm>
              <a:off x="7525498" y="2130087"/>
              <a:ext cx="35683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4" name="箭號: 五邊形 2013">
              <a:extLst>
                <a:ext uri="{FF2B5EF4-FFF2-40B4-BE49-F238E27FC236}">
                  <a16:creationId xmlns:a16="http://schemas.microsoft.com/office/drawing/2014/main" id="{99B266D5-BD06-4502-B2F8-6D13729AD9B8}"/>
                </a:ext>
              </a:extLst>
            </p:cNvPr>
            <p:cNvSpPr/>
            <p:nvPr/>
          </p:nvSpPr>
          <p:spPr>
            <a:xfrm>
              <a:off x="8993337" y="2130087"/>
              <a:ext cx="335011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5" name="箭號: 五邊形 2014">
              <a:extLst>
                <a:ext uri="{FF2B5EF4-FFF2-40B4-BE49-F238E27FC236}">
                  <a16:creationId xmlns:a16="http://schemas.microsoft.com/office/drawing/2014/main" id="{B9576DDC-B3C4-440B-B6D6-2FD7D138F9F7}"/>
                </a:ext>
              </a:extLst>
            </p:cNvPr>
            <p:cNvSpPr/>
            <p:nvPr/>
          </p:nvSpPr>
          <p:spPr>
            <a:xfrm>
              <a:off x="9521761" y="2130087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6" name="箭號: 五邊形 2015">
              <a:extLst>
                <a:ext uri="{FF2B5EF4-FFF2-40B4-BE49-F238E27FC236}">
                  <a16:creationId xmlns:a16="http://schemas.microsoft.com/office/drawing/2014/main" id="{3865371D-EFFB-40BB-BED1-502D1E2758D0}"/>
                </a:ext>
              </a:extLst>
            </p:cNvPr>
            <p:cNvSpPr/>
            <p:nvPr/>
          </p:nvSpPr>
          <p:spPr>
            <a:xfrm>
              <a:off x="8242733" y="2130087"/>
              <a:ext cx="426678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7" name="箭號: 五邊形 2016">
              <a:extLst>
                <a:ext uri="{FF2B5EF4-FFF2-40B4-BE49-F238E27FC236}">
                  <a16:creationId xmlns:a16="http://schemas.microsoft.com/office/drawing/2014/main" id="{BD4134D1-FCF5-47F4-BC2A-3734928DC14D}"/>
                </a:ext>
              </a:extLst>
            </p:cNvPr>
            <p:cNvSpPr/>
            <p:nvPr/>
          </p:nvSpPr>
          <p:spPr>
            <a:xfrm>
              <a:off x="9833835" y="2130087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18" name="手繪多邊形: 圖案 2017">
              <a:extLst>
                <a:ext uri="{FF2B5EF4-FFF2-40B4-BE49-F238E27FC236}">
                  <a16:creationId xmlns:a16="http://schemas.microsoft.com/office/drawing/2014/main" id="{91FB2458-F81B-4373-AE39-EB8788722A82}"/>
                </a:ext>
              </a:extLst>
            </p:cNvPr>
            <p:cNvSpPr/>
            <p:nvPr/>
          </p:nvSpPr>
          <p:spPr>
            <a:xfrm>
              <a:off x="8646549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19" name="手繪多邊形: 圖案 2018">
              <a:extLst>
                <a:ext uri="{FF2B5EF4-FFF2-40B4-BE49-F238E27FC236}">
                  <a16:creationId xmlns:a16="http://schemas.microsoft.com/office/drawing/2014/main" id="{4AB29DC3-50BB-43AD-9FE4-10E199B2BD5F}"/>
                </a:ext>
              </a:extLst>
            </p:cNvPr>
            <p:cNvSpPr/>
            <p:nvPr/>
          </p:nvSpPr>
          <p:spPr>
            <a:xfrm>
              <a:off x="8943499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20" name="箭號: 五邊形 2019">
              <a:extLst>
                <a:ext uri="{FF2B5EF4-FFF2-40B4-BE49-F238E27FC236}">
                  <a16:creationId xmlns:a16="http://schemas.microsoft.com/office/drawing/2014/main" id="{0DC55C5A-3140-41B7-BEC1-EA18F744E052}"/>
                </a:ext>
              </a:extLst>
            </p:cNvPr>
            <p:cNvSpPr/>
            <p:nvPr/>
          </p:nvSpPr>
          <p:spPr>
            <a:xfrm>
              <a:off x="5743227" y="2130087"/>
              <a:ext cx="28108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1" name="箭號: 五邊形 2020">
              <a:extLst>
                <a:ext uri="{FF2B5EF4-FFF2-40B4-BE49-F238E27FC236}">
                  <a16:creationId xmlns:a16="http://schemas.microsoft.com/office/drawing/2014/main" id="{31AC596C-6DCC-49B0-BDA9-2EA34990D309}"/>
                </a:ext>
              </a:extLst>
            </p:cNvPr>
            <p:cNvSpPr/>
            <p:nvPr/>
          </p:nvSpPr>
          <p:spPr>
            <a:xfrm>
              <a:off x="4967035" y="2130087"/>
              <a:ext cx="2691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2" name="箭號: 五邊形 2021">
              <a:extLst>
                <a:ext uri="{FF2B5EF4-FFF2-40B4-BE49-F238E27FC236}">
                  <a16:creationId xmlns:a16="http://schemas.microsoft.com/office/drawing/2014/main" id="{9D70A51E-F2EE-4D05-AAC4-5347F16DCEBE}"/>
                </a:ext>
              </a:extLst>
            </p:cNvPr>
            <p:cNvSpPr/>
            <p:nvPr/>
          </p:nvSpPr>
          <p:spPr>
            <a:xfrm>
              <a:off x="4668312" y="2130087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3" name="箭號: 五邊形 2022">
              <a:extLst>
                <a:ext uri="{FF2B5EF4-FFF2-40B4-BE49-F238E27FC236}">
                  <a16:creationId xmlns:a16="http://schemas.microsoft.com/office/drawing/2014/main" id="{8C2C4D14-412D-45F9-A12B-EB4E109EA467}"/>
                </a:ext>
              </a:extLst>
            </p:cNvPr>
            <p:cNvSpPr/>
            <p:nvPr/>
          </p:nvSpPr>
          <p:spPr>
            <a:xfrm>
              <a:off x="4096362" y="2130087"/>
              <a:ext cx="432901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4" name="箭號: 五邊形 2023">
              <a:extLst>
                <a:ext uri="{FF2B5EF4-FFF2-40B4-BE49-F238E27FC236}">
                  <a16:creationId xmlns:a16="http://schemas.microsoft.com/office/drawing/2014/main" id="{5EB60F54-88FB-4C0C-8D00-AA597B3D52F5}"/>
                </a:ext>
              </a:extLst>
            </p:cNvPr>
            <p:cNvSpPr/>
            <p:nvPr/>
          </p:nvSpPr>
          <p:spPr>
            <a:xfrm>
              <a:off x="6048468" y="2130087"/>
              <a:ext cx="440288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5" name="箭號: 五邊形 2024">
              <a:extLst>
                <a:ext uri="{FF2B5EF4-FFF2-40B4-BE49-F238E27FC236}">
                  <a16:creationId xmlns:a16="http://schemas.microsoft.com/office/drawing/2014/main" id="{BD74252D-F4B9-4173-851C-5C35AF193215}"/>
                </a:ext>
              </a:extLst>
            </p:cNvPr>
            <p:cNvSpPr/>
            <p:nvPr/>
          </p:nvSpPr>
          <p:spPr>
            <a:xfrm>
              <a:off x="6576892" y="2130087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6" name="箭號: 五邊形 2025">
              <a:extLst>
                <a:ext uri="{FF2B5EF4-FFF2-40B4-BE49-F238E27FC236}">
                  <a16:creationId xmlns:a16="http://schemas.microsoft.com/office/drawing/2014/main" id="{FC0E8392-F7B4-4A96-8675-9C66D7DF2AC7}"/>
                </a:ext>
              </a:extLst>
            </p:cNvPr>
            <p:cNvSpPr/>
            <p:nvPr/>
          </p:nvSpPr>
          <p:spPr>
            <a:xfrm>
              <a:off x="5269369" y="2130087"/>
              <a:ext cx="45517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7" name="箭號: 五邊形 2026">
              <a:extLst>
                <a:ext uri="{FF2B5EF4-FFF2-40B4-BE49-F238E27FC236}">
                  <a16:creationId xmlns:a16="http://schemas.microsoft.com/office/drawing/2014/main" id="{EB6154EA-8BD2-4653-BCF8-4D26A7CE8B37}"/>
                </a:ext>
              </a:extLst>
            </p:cNvPr>
            <p:cNvSpPr/>
            <p:nvPr/>
          </p:nvSpPr>
          <p:spPr>
            <a:xfrm>
              <a:off x="6888966" y="2130087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28" name="手繪多邊形: 圖案 2027">
              <a:extLst>
                <a:ext uri="{FF2B5EF4-FFF2-40B4-BE49-F238E27FC236}">
                  <a16:creationId xmlns:a16="http://schemas.microsoft.com/office/drawing/2014/main" id="{B3D39F42-6923-463A-A9D1-1432E3F0541A}"/>
                </a:ext>
              </a:extLst>
            </p:cNvPr>
            <p:cNvSpPr/>
            <p:nvPr/>
          </p:nvSpPr>
          <p:spPr>
            <a:xfrm>
              <a:off x="5701677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29" name="手繪多邊形: 圖案 2028">
              <a:extLst>
                <a:ext uri="{FF2B5EF4-FFF2-40B4-BE49-F238E27FC236}">
                  <a16:creationId xmlns:a16="http://schemas.microsoft.com/office/drawing/2014/main" id="{701FC512-ED6D-4AE8-96AD-1F9CDCE56BD2}"/>
                </a:ext>
              </a:extLst>
            </p:cNvPr>
            <p:cNvSpPr/>
            <p:nvPr/>
          </p:nvSpPr>
          <p:spPr>
            <a:xfrm>
              <a:off x="5998604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30" name="箭號: 五邊形 2029">
              <a:extLst>
                <a:ext uri="{FF2B5EF4-FFF2-40B4-BE49-F238E27FC236}">
                  <a16:creationId xmlns:a16="http://schemas.microsoft.com/office/drawing/2014/main" id="{EB409E8A-DA74-42C2-9BCA-E63991EEFEEE}"/>
                </a:ext>
              </a:extLst>
            </p:cNvPr>
            <p:cNvSpPr/>
            <p:nvPr/>
          </p:nvSpPr>
          <p:spPr>
            <a:xfrm>
              <a:off x="7737349" y="1437714"/>
              <a:ext cx="3118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2031" name="直線接點 2030">
              <a:extLst>
                <a:ext uri="{FF2B5EF4-FFF2-40B4-BE49-F238E27FC236}">
                  <a16:creationId xmlns:a16="http://schemas.microsoft.com/office/drawing/2014/main" id="{1120CB05-4C64-49F9-A012-49721EDF2916}"/>
                </a:ext>
              </a:extLst>
            </p:cNvPr>
            <p:cNvCxnSpPr>
              <a:cxnSpLocks/>
            </p:cNvCxnSpPr>
            <p:nvPr/>
          </p:nvCxnSpPr>
          <p:spPr>
            <a:xfrm>
              <a:off x="7734910" y="143419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2" name="手繪多邊形: 圖案 2031">
              <a:extLst>
                <a:ext uri="{FF2B5EF4-FFF2-40B4-BE49-F238E27FC236}">
                  <a16:creationId xmlns:a16="http://schemas.microsoft.com/office/drawing/2014/main" id="{D98F3809-3263-4103-A973-E12C9EA74F3E}"/>
                </a:ext>
              </a:extLst>
            </p:cNvPr>
            <p:cNvSpPr/>
            <p:nvPr/>
          </p:nvSpPr>
          <p:spPr>
            <a:xfrm>
              <a:off x="8016927" y="1430862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36" name="箭號: 五邊形 2035">
              <a:extLst>
                <a:ext uri="{FF2B5EF4-FFF2-40B4-BE49-F238E27FC236}">
                  <a16:creationId xmlns:a16="http://schemas.microsoft.com/office/drawing/2014/main" id="{C51B6B06-9786-46C1-B18E-74FA264B7730}"/>
                </a:ext>
              </a:extLst>
            </p:cNvPr>
            <p:cNvSpPr/>
            <p:nvPr/>
          </p:nvSpPr>
          <p:spPr>
            <a:xfrm>
              <a:off x="4673180" y="1437710"/>
              <a:ext cx="321967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37" name="箭號: 五邊形 2036">
              <a:extLst>
                <a:ext uri="{FF2B5EF4-FFF2-40B4-BE49-F238E27FC236}">
                  <a16:creationId xmlns:a16="http://schemas.microsoft.com/office/drawing/2014/main" id="{92FF3E79-48B0-476D-84BB-819A3A3CE262}"/>
                </a:ext>
              </a:extLst>
            </p:cNvPr>
            <p:cNvSpPr/>
            <p:nvPr/>
          </p:nvSpPr>
          <p:spPr>
            <a:xfrm>
              <a:off x="4132185" y="1437710"/>
              <a:ext cx="512941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38" name="手繪多邊形: 圖案 2037">
              <a:extLst>
                <a:ext uri="{FF2B5EF4-FFF2-40B4-BE49-F238E27FC236}">
                  <a16:creationId xmlns:a16="http://schemas.microsoft.com/office/drawing/2014/main" id="{6D848BCC-2F1B-4112-BFDE-46F4642D29E8}"/>
                </a:ext>
              </a:extLst>
            </p:cNvPr>
            <p:cNvSpPr/>
            <p:nvPr/>
          </p:nvSpPr>
          <p:spPr>
            <a:xfrm>
              <a:off x="4962870" y="143085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2039" name="箭號: 五邊形 2038">
              <a:extLst>
                <a:ext uri="{FF2B5EF4-FFF2-40B4-BE49-F238E27FC236}">
                  <a16:creationId xmlns:a16="http://schemas.microsoft.com/office/drawing/2014/main" id="{28A53AA9-3B55-47D0-8618-622231BF652E}"/>
                </a:ext>
              </a:extLst>
            </p:cNvPr>
            <p:cNvSpPr/>
            <p:nvPr/>
          </p:nvSpPr>
          <p:spPr>
            <a:xfrm>
              <a:off x="6207907" y="1437707"/>
              <a:ext cx="326753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2040" name="直線接點 2039">
              <a:extLst>
                <a:ext uri="{FF2B5EF4-FFF2-40B4-BE49-F238E27FC236}">
                  <a16:creationId xmlns:a16="http://schemas.microsoft.com/office/drawing/2014/main" id="{6206DDD4-50CA-43C5-88DD-2581584AD0B5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6" y="1434192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1" name="箭號: 五邊形 2040">
              <a:extLst>
                <a:ext uri="{FF2B5EF4-FFF2-40B4-BE49-F238E27FC236}">
                  <a16:creationId xmlns:a16="http://schemas.microsoft.com/office/drawing/2014/main" id="{F31B382A-3FD5-489A-AB27-453BC354313D}"/>
                </a:ext>
              </a:extLst>
            </p:cNvPr>
            <p:cNvSpPr/>
            <p:nvPr/>
          </p:nvSpPr>
          <p:spPr>
            <a:xfrm>
              <a:off x="6566563" y="1437707"/>
              <a:ext cx="157200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2042" name="手繪多邊形: 圖案 2041">
              <a:extLst>
                <a:ext uri="{FF2B5EF4-FFF2-40B4-BE49-F238E27FC236}">
                  <a16:creationId xmlns:a16="http://schemas.microsoft.com/office/drawing/2014/main" id="{CBC2B9DD-09D6-463E-B3B3-8819376358EE}"/>
                </a:ext>
              </a:extLst>
            </p:cNvPr>
            <p:cNvSpPr/>
            <p:nvPr/>
          </p:nvSpPr>
          <p:spPr>
            <a:xfrm>
              <a:off x="6698039" y="143041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grpSp>
          <p:nvGrpSpPr>
            <p:cNvPr id="2043" name="群組 2042">
              <a:extLst>
                <a:ext uri="{FF2B5EF4-FFF2-40B4-BE49-F238E27FC236}">
                  <a16:creationId xmlns:a16="http://schemas.microsoft.com/office/drawing/2014/main" id="{88083B26-DB48-484C-9389-5E08C32C1765}"/>
                </a:ext>
              </a:extLst>
            </p:cNvPr>
            <p:cNvGrpSpPr/>
            <p:nvPr/>
          </p:nvGrpSpPr>
          <p:grpSpPr>
            <a:xfrm>
              <a:off x="4281023" y="1341265"/>
              <a:ext cx="0" cy="517952"/>
              <a:chOff x="2392961" y="930932"/>
              <a:chExt cx="0" cy="648094"/>
            </a:xfrm>
          </p:grpSpPr>
          <p:cxnSp>
            <p:nvCxnSpPr>
              <p:cNvPr id="2242" name="直線接點 2241">
                <a:extLst>
                  <a:ext uri="{FF2B5EF4-FFF2-40B4-BE49-F238E27FC236}">
                    <a16:creationId xmlns:a16="http://schemas.microsoft.com/office/drawing/2014/main" id="{7F806BE4-1F58-448A-8697-F0AE880B5B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3" name="直線接點 2242">
                <a:extLst>
                  <a:ext uri="{FF2B5EF4-FFF2-40B4-BE49-F238E27FC236}">
                    <a16:creationId xmlns:a16="http://schemas.microsoft.com/office/drawing/2014/main" id="{43EA89EE-D44A-4147-936E-C57AD89208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4" name="直線接點 2243">
                <a:extLst>
                  <a:ext uri="{FF2B5EF4-FFF2-40B4-BE49-F238E27FC236}">
                    <a16:creationId xmlns:a16="http://schemas.microsoft.com/office/drawing/2014/main" id="{45AD0B9D-00FA-425C-833B-888315A060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5" name="直線接點 2244">
                <a:extLst>
                  <a:ext uri="{FF2B5EF4-FFF2-40B4-BE49-F238E27FC236}">
                    <a16:creationId xmlns:a16="http://schemas.microsoft.com/office/drawing/2014/main" id="{66710822-D117-4493-BF3F-99E6F43CE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6" name="直線接點 2245">
                <a:extLst>
                  <a:ext uri="{FF2B5EF4-FFF2-40B4-BE49-F238E27FC236}">
                    <a16:creationId xmlns:a16="http://schemas.microsoft.com/office/drawing/2014/main" id="{73B38F9A-C58A-4930-AEC4-C2C1784599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7" name="直線接點 2246">
                <a:extLst>
                  <a:ext uri="{FF2B5EF4-FFF2-40B4-BE49-F238E27FC236}">
                    <a16:creationId xmlns:a16="http://schemas.microsoft.com/office/drawing/2014/main" id="{7AFD79F8-ED12-4659-9CDE-B247F71C32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4" name="群組 2043">
              <a:extLst>
                <a:ext uri="{FF2B5EF4-FFF2-40B4-BE49-F238E27FC236}">
                  <a16:creationId xmlns:a16="http://schemas.microsoft.com/office/drawing/2014/main" id="{59999F87-D13B-4C40-A05D-A098625DFD0E}"/>
                </a:ext>
              </a:extLst>
            </p:cNvPr>
            <p:cNvGrpSpPr/>
            <p:nvPr/>
          </p:nvGrpSpPr>
          <p:grpSpPr>
            <a:xfrm>
              <a:off x="4350654" y="1341265"/>
              <a:ext cx="0" cy="517952"/>
              <a:chOff x="2392961" y="930932"/>
              <a:chExt cx="0" cy="648094"/>
            </a:xfrm>
          </p:grpSpPr>
          <p:cxnSp>
            <p:nvCxnSpPr>
              <p:cNvPr id="2236" name="直線接點 2235">
                <a:extLst>
                  <a:ext uri="{FF2B5EF4-FFF2-40B4-BE49-F238E27FC236}">
                    <a16:creationId xmlns:a16="http://schemas.microsoft.com/office/drawing/2014/main" id="{9C10C225-CEDF-4ECC-9444-CE93E6B62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7" name="直線接點 2236">
                <a:extLst>
                  <a:ext uri="{FF2B5EF4-FFF2-40B4-BE49-F238E27FC236}">
                    <a16:creationId xmlns:a16="http://schemas.microsoft.com/office/drawing/2014/main" id="{832EB124-EA50-467E-95EB-3BD7CA988D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8" name="直線接點 2237">
                <a:extLst>
                  <a:ext uri="{FF2B5EF4-FFF2-40B4-BE49-F238E27FC236}">
                    <a16:creationId xmlns:a16="http://schemas.microsoft.com/office/drawing/2014/main" id="{6895C4B2-86D5-4E09-A461-0C66873A3E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9" name="直線接點 2238">
                <a:extLst>
                  <a:ext uri="{FF2B5EF4-FFF2-40B4-BE49-F238E27FC236}">
                    <a16:creationId xmlns:a16="http://schemas.microsoft.com/office/drawing/2014/main" id="{D7385D5C-3C24-46F2-80D0-FC0DF5A4F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0" name="直線接點 2239">
                <a:extLst>
                  <a:ext uri="{FF2B5EF4-FFF2-40B4-BE49-F238E27FC236}">
                    <a16:creationId xmlns:a16="http://schemas.microsoft.com/office/drawing/2014/main" id="{E8F9E2F0-94EB-4E5B-AF4A-30279ADA8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41" name="直線接點 2240">
                <a:extLst>
                  <a:ext uri="{FF2B5EF4-FFF2-40B4-BE49-F238E27FC236}">
                    <a16:creationId xmlns:a16="http://schemas.microsoft.com/office/drawing/2014/main" id="{A3522DF7-D246-4F70-B3CF-2E04C8B241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5" name="群組 2044">
              <a:extLst>
                <a:ext uri="{FF2B5EF4-FFF2-40B4-BE49-F238E27FC236}">
                  <a16:creationId xmlns:a16="http://schemas.microsoft.com/office/drawing/2014/main" id="{E389998D-AF63-4C6C-B31B-9F0A8551CFEC}"/>
                </a:ext>
              </a:extLst>
            </p:cNvPr>
            <p:cNvGrpSpPr/>
            <p:nvPr/>
          </p:nvGrpSpPr>
          <p:grpSpPr>
            <a:xfrm>
              <a:off x="4485113" y="1341265"/>
              <a:ext cx="0" cy="517952"/>
              <a:chOff x="2392961" y="930932"/>
              <a:chExt cx="0" cy="648094"/>
            </a:xfrm>
          </p:grpSpPr>
          <p:cxnSp>
            <p:nvCxnSpPr>
              <p:cNvPr id="2230" name="直線接點 2229">
                <a:extLst>
                  <a:ext uri="{FF2B5EF4-FFF2-40B4-BE49-F238E27FC236}">
                    <a16:creationId xmlns:a16="http://schemas.microsoft.com/office/drawing/2014/main" id="{F11E2F45-21FA-46F6-B617-5AD467868C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1" name="直線接點 2230">
                <a:extLst>
                  <a:ext uri="{FF2B5EF4-FFF2-40B4-BE49-F238E27FC236}">
                    <a16:creationId xmlns:a16="http://schemas.microsoft.com/office/drawing/2014/main" id="{8672FE22-DEDE-4C47-BE1B-C434371DB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2" name="直線接點 2231">
                <a:extLst>
                  <a:ext uri="{FF2B5EF4-FFF2-40B4-BE49-F238E27FC236}">
                    <a16:creationId xmlns:a16="http://schemas.microsoft.com/office/drawing/2014/main" id="{501C522F-1F56-48C8-9ACF-3A31E1482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3" name="直線接點 2232">
                <a:extLst>
                  <a:ext uri="{FF2B5EF4-FFF2-40B4-BE49-F238E27FC236}">
                    <a16:creationId xmlns:a16="http://schemas.microsoft.com/office/drawing/2014/main" id="{00CF4A55-4438-4589-9A0E-584FC992B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4" name="直線接點 2233">
                <a:extLst>
                  <a:ext uri="{FF2B5EF4-FFF2-40B4-BE49-F238E27FC236}">
                    <a16:creationId xmlns:a16="http://schemas.microsoft.com/office/drawing/2014/main" id="{1D8B30DF-ACD3-487B-BAC1-542649BFA6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5" name="直線接點 2234">
                <a:extLst>
                  <a:ext uri="{FF2B5EF4-FFF2-40B4-BE49-F238E27FC236}">
                    <a16:creationId xmlns:a16="http://schemas.microsoft.com/office/drawing/2014/main" id="{D3C0CECA-E424-4A3E-B26F-86597BC4E0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6" name="群組 2045">
              <a:extLst>
                <a:ext uri="{FF2B5EF4-FFF2-40B4-BE49-F238E27FC236}">
                  <a16:creationId xmlns:a16="http://schemas.microsoft.com/office/drawing/2014/main" id="{B53DAF3C-C2EE-4430-ABA8-B54FFA3251F1}"/>
                </a:ext>
              </a:extLst>
            </p:cNvPr>
            <p:cNvGrpSpPr/>
            <p:nvPr/>
          </p:nvGrpSpPr>
          <p:grpSpPr>
            <a:xfrm>
              <a:off x="4424689" y="1341266"/>
              <a:ext cx="0" cy="517952"/>
              <a:chOff x="2392961" y="930932"/>
              <a:chExt cx="0" cy="648094"/>
            </a:xfrm>
          </p:grpSpPr>
          <p:cxnSp>
            <p:nvCxnSpPr>
              <p:cNvPr id="2224" name="直線接點 2223">
                <a:extLst>
                  <a:ext uri="{FF2B5EF4-FFF2-40B4-BE49-F238E27FC236}">
                    <a16:creationId xmlns:a16="http://schemas.microsoft.com/office/drawing/2014/main" id="{807F5C65-7319-4CF8-8DC8-83303F7E3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5" name="直線接點 2224">
                <a:extLst>
                  <a:ext uri="{FF2B5EF4-FFF2-40B4-BE49-F238E27FC236}">
                    <a16:creationId xmlns:a16="http://schemas.microsoft.com/office/drawing/2014/main" id="{CC87F4D4-343B-4D1A-83E6-B6CE51E40E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6" name="直線接點 2225">
                <a:extLst>
                  <a:ext uri="{FF2B5EF4-FFF2-40B4-BE49-F238E27FC236}">
                    <a16:creationId xmlns:a16="http://schemas.microsoft.com/office/drawing/2014/main" id="{2A9A20E7-088A-4ACD-8A07-66340B2984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7" name="直線接點 2226">
                <a:extLst>
                  <a:ext uri="{FF2B5EF4-FFF2-40B4-BE49-F238E27FC236}">
                    <a16:creationId xmlns:a16="http://schemas.microsoft.com/office/drawing/2014/main" id="{774DE363-0BEF-4C8E-B5AA-7ACC232E2C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8" name="直線接點 2227">
                <a:extLst>
                  <a:ext uri="{FF2B5EF4-FFF2-40B4-BE49-F238E27FC236}">
                    <a16:creationId xmlns:a16="http://schemas.microsoft.com/office/drawing/2014/main" id="{55939B4C-412F-4D83-AD82-33CD0B5AD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9" name="直線接點 2228">
                <a:extLst>
                  <a:ext uri="{FF2B5EF4-FFF2-40B4-BE49-F238E27FC236}">
                    <a16:creationId xmlns:a16="http://schemas.microsoft.com/office/drawing/2014/main" id="{0C43561B-A79A-4BC8-B6D9-18E3490F2C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7" name="群組 2046">
              <a:extLst>
                <a:ext uri="{FF2B5EF4-FFF2-40B4-BE49-F238E27FC236}">
                  <a16:creationId xmlns:a16="http://schemas.microsoft.com/office/drawing/2014/main" id="{95614A13-FD30-47CC-B359-F1195BA762FA}"/>
                </a:ext>
              </a:extLst>
            </p:cNvPr>
            <p:cNvGrpSpPr/>
            <p:nvPr/>
          </p:nvGrpSpPr>
          <p:grpSpPr>
            <a:xfrm>
              <a:off x="4341607" y="1865714"/>
              <a:ext cx="0" cy="423876"/>
              <a:chOff x="2650608" y="1587152"/>
              <a:chExt cx="0" cy="530380"/>
            </a:xfrm>
          </p:grpSpPr>
          <p:cxnSp>
            <p:nvCxnSpPr>
              <p:cNvPr id="2220" name="直線接點 2219">
                <a:extLst>
                  <a:ext uri="{FF2B5EF4-FFF2-40B4-BE49-F238E27FC236}">
                    <a16:creationId xmlns:a16="http://schemas.microsoft.com/office/drawing/2014/main" id="{FD1955AE-AEF0-463F-9FFF-DB1BA73781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1" name="直線接點 2220">
                <a:extLst>
                  <a:ext uri="{FF2B5EF4-FFF2-40B4-BE49-F238E27FC236}">
                    <a16:creationId xmlns:a16="http://schemas.microsoft.com/office/drawing/2014/main" id="{6E359043-048C-46F8-B793-0215C7C8E3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2" name="直線接點 2221">
                <a:extLst>
                  <a:ext uri="{FF2B5EF4-FFF2-40B4-BE49-F238E27FC236}">
                    <a16:creationId xmlns:a16="http://schemas.microsoft.com/office/drawing/2014/main" id="{ECE6C3D6-7076-4763-81FD-C3F0A1C567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23" name="直線接點 2222">
                <a:extLst>
                  <a:ext uri="{FF2B5EF4-FFF2-40B4-BE49-F238E27FC236}">
                    <a16:creationId xmlns:a16="http://schemas.microsoft.com/office/drawing/2014/main" id="{6B9D1D7D-2221-485C-935E-822B63788F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8" name="群組 2047">
              <a:extLst>
                <a:ext uri="{FF2B5EF4-FFF2-40B4-BE49-F238E27FC236}">
                  <a16:creationId xmlns:a16="http://schemas.microsoft.com/office/drawing/2014/main" id="{FAC6C4F1-5BE6-4AA0-B98E-16B3908A6226}"/>
                </a:ext>
              </a:extLst>
            </p:cNvPr>
            <p:cNvGrpSpPr/>
            <p:nvPr/>
          </p:nvGrpSpPr>
          <p:grpSpPr>
            <a:xfrm>
              <a:off x="4241939" y="1865715"/>
              <a:ext cx="0" cy="423877"/>
              <a:chOff x="2650608" y="1587152"/>
              <a:chExt cx="0" cy="530380"/>
            </a:xfrm>
          </p:grpSpPr>
          <p:cxnSp>
            <p:nvCxnSpPr>
              <p:cNvPr id="2215" name="直線接點 2214">
                <a:extLst>
                  <a:ext uri="{FF2B5EF4-FFF2-40B4-BE49-F238E27FC236}">
                    <a16:creationId xmlns:a16="http://schemas.microsoft.com/office/drawing/2014/main" id="{73A0DF68-7FBA-4C91-B0C6-D06E6BA97D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6" name="直線接點 2215">
                <a:extLst>
                  <a:ext uri="{FF2B5EF4-FFF2-40B4-BE49-F238E27FC236}">
                    <a16:creationId xmlns:a16="http://schemas.microsoft.com/office/drawing/2014/main" id="{43A6EEF0-0551-4740-BCF1-A7254B593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7" name="直線接點 2216">
                <a:extLst>
                  <a:ext uri="{FF2B5EF4-FFF2-40B4-BE49-F238E27FC236}">
                    <a16:creationId xmlns:a16="http://schemas.microsoft.com/office/drawing/2014/main" id="{9BD49C79-D557-4EF7-B330-9592EB2A77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8" name="直線接點 2217">
                <a:extLst>
                  <a:ext uri="{FF2B5EF4-FFF2-40B4-BE49-F238E27FC236}">
                    <a16:creationId xmlns:a16="http://schemas.microsoft.com/office/drawing/2014/main" id="{FFB3C220-5B3C-4236-BF9B-1D448A73C4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9" name="直線接點 2218">
                <a:extLst>
                  <a:ext uri="{FF2B5EF4-FFF2-40B4-BE49-F238E27FC236}">
                    <a16:creationId xmlns:a16="http://schemas.microsoft.com/office/drawing/2014/main" id="{8F96D164-6F35-4E5D-A1D7-06EC094684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49" name="群組 2048">
              <a:extLst>
                <a:ext uri="{FF2B5EF4-FFF2-40B4-BE49-F238E27FC236}">
                  <a16:creationId xmlns:a16="http://schemas.microsoft.com/office/drawing/2014/main" id="{93C2BEF8-D84B-4E8B-947A-C1701430A4EA}"/>
                </a:ext>
              </a:extLst>
            </p:cNvPr>
            <p:cNvGrpSpPr/>
            <p:nvPr/>
          </p:nvGrpSpPr>
          <p:grpSpPr>
            <a:xfrm>
              <a:off x="4301292" y="1865716"/>
              <a:ext cx="0" cy="423877"/>
              <a:chOff x="2650608" y="1587152"/>
              <a:chExt cx="0" cy="530380"/>
            </a:xfrm>
          </p:grpSpPr>
          <p:cxnSp>
            <p:nvCxnSpPr>
              <p:cNvPr id="2211" name="直線接點 2210">
                <a:extLst>
                  <a:ext uri="{FF2B5EF4-FFF2-40B4-BE49-F238E27FC236}">
                    <a16:creationId xmlns:a16="http://schemas.microsoft.com/office/drawing/2014/main" id="{C6FA7920-E02A-4B60-B9D4-E8AEBAD5E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2" name="直線接點 2211">
                <a:extLst>
                  <a:ext uri="{FF2B5EF4-FFF2-40B4-BE49-F238E27FC236}">
                    <a16:creationId xmlns:a16="http://schemas.microsoft.com/office/drawing/2014/main" id="{88206A14-1017-4D61-A16D-E34EF9BECD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3" name="直線接點 2212">
                <a:extLst>
                  <a:ext uri="{FF2B5EF4-FFF2-40B4-BE49-F238E27FC236}">
                    <a16:creationId xmlns:a16="http://schemas.microsoft.com/office/drawing/2014/main" id="{4619C169-D43D-4BD7-B987-06A9F1EA74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4" name="直線接點 2213">
                <a:extLst>
                  <a:ext uri="{FF2B5EF4-FFF2-40B4-BE49-F238E27FC236}">
                    <a16:creationId xmlns:a16="http://schemas.microsoft.com/office/drawing/2014/main" id="{58DA12FA-0DB6-439B-9171-B87CC431FE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2050" name="群組 2049">
              <a:extLst>
                <a:ext uri="{FF2B5EF4-FFF2-40B4-BE49-F238E27FC236}">
                  <a16:creationId xmlns:a16="http://schemas.microsoft.com/office/drawing/2014/main" id="{ADD874B7-7A4C-4562-93EB-50ACF8C6D91B}"/>
                </a:ext>
              </a:extLst>
            </p:cNvPr>
            <p:cNvGrpSpPr/>
            <p:nvPr/>
          </p:nvGrpSpPr>
          <p:grpSpPr>
            <a:xfrm>
              <a:off x="4884628" y="1865716"/>
              <a:ext cx="0" cy="423877"/>
              <a:chOff x="2650608" y="1587152"/>
              <a:chExt cx="0" cy="530380"/>
            </a:xfrm>
          </p:grpSpPr>
          <p:cxnSp>
            <p:nvCxnSpPr>
              <p:cNvPr id="2206" name="直線接點 2205">
                <a:extLst>
                  <a:ext uri="{FF2B5EF4-FFF2-40B4-BE49-F238E27FC236}">
                    <a16:creationId xmlns:a16="http://schemas.microsoft.com/office/drawing/2014/main" id="{62121CB7-ED70-4776-8F07-2582DD217A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07" name="直線接點 2206">
                <a:extLst>
                  <a:ext uri="{FF2B5EF4-FFF2-40B4-BE49-F238E27FC236}">
                    <a16:creationId xmlns:a16="http://schemas.microsoft.com/office/drawing/2014/main" id="{50D17405-700D-488A-A7D1-C2FC7D45E3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08" name="直線接點 2207">
                <a:extLst>
                  <a:ext uri="{FF2B5EF4-FFF2-40B4-BE49-F238E27FC236}">
                    <a16:creationId xmlns:a16="http://schemas.microsoft.com/office/drawing/2014/main" id="{60083BC6-B420-4CF0-BFCA-29C2126BA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09" name="直線接點 2208">
                <a:extLst>
                  <a:ext uri="{FF2B5EF4-FFF2-40B4-BE49-F238E27FC236}">
                    <a16:creationId xmlns:a16="http://schemas.microsoft.com/office/drawing/2014/main" id="{7789A62A-E10A-4464-ADE9-7F65D90B5A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10" name="直線接點 2209">
                <a:extLst>
                  <a:ext uri="{FF2B5EF4-FFF2-40B4-BE49-F238E27FC236}">
                    <a16:creationId xmlns:a16="http://schemas.microsoft.com/office/drawing/2014/main" id="{D4325ED6-3C58-438F-8F32-ECD51705A8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2051" name="直線接點 2050">
              <a:extLst>
                <a:ext uri="{FF2B5EF4-FFF2-40B4-BE49-F238E27FC236}">
                  <a16:creationId xmlns:a16="http://schemas.microsoft.com/office/drawing/2014/main" id="{823DBD90-F11B-4DD8-B9CF-93C8B2E1DF00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185904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2" name="直線接點 2051">
              <a:extLst>
                <a:ext uri="{FF2B5EF4-FFF2-40B4-BE49-F238E27FC236}">
                  <a16:creationId xmlns:a16="http://schemas.microsoft.com/office/drawing/2014/main" id="{69DE7F65-FFC9-4D9B-AE8F-4C5E9AC427C2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3" name="直線接點 2052">
              <a:extLst>
                <a:ext uri="{FF2B5EF4-FFF2-40B4-BE49-F238E27FC236}">
                  <a16:creationId xmlns:a16="http://schemas.microsoft.com/office/drawing/2014/main" id="{BE1E968B-95C1-4478-A77B-BADCC4E98620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4" name="直線接點 2053">
              <a:extLst>
                <a:ext uri="{FF2B5EF4-FFF2-40B4-BE49-F238E27FC236}">
                  <a16:creationId xmlns:a16="http://schemas.microsoft.com/office/drawing/2014/main" id="{3A5CD9C8-2C50-497F-99A8-84AD2F1B3F64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5" name="直線接點 2054">
              <a:extLst>
                <a:ext uri="{FF2B5EF4-FFF2-40B4-BE49-F238E27FC236}">
                  <a16:creationId xmlns:a16="http://schemas.microsoft.com/office/drawing/2014/main" id="{8C7FB591-1C92-4E12-BBD7-9A73C3C98973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185904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6" name="直線接點 2055">
              <a:extLst>
                <a:ext uri="{FF2B5EF4-FFF2-40B4-BE49-F238E27FC236}">
                  <a16:creationId xmlns:a16="http://schemas.microsoft.com/office/drawing/2014/main" id="{55116F8F-DE6D-4C7A-85C6-AF0524381F33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194645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7" name="直線接點 2056">
              <a:extLst>
                <a:ext uri="{FF2B5EF4-FFF2-40B4-BE49-F238E27FC236}">
                  <a16:creationId xmlns:a16="http://schemas.microsoft.com/office/drawing/2014/main" id="{020CB869-8FCA-45CE-A40F-91C64156606C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0338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8" name="直線接點 2057">
              <a:extLst>
                <a:ext uri="{FF2B5EF4-FFF2-40B4-BE49-F238E27FC236}">
                  <a16:creationId xmlns:a16="http://schemas.microsoft.com/office/drawing/2014/main" id="{5CD40C69-D550-4EC6-9E67-F03E10FCB8F4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12127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9" name="直線接點 2058">
              <a:extLst>
                <a:ext uri="{FF2B5EF4-FFF2-40B4-BE49-F238E27FC236}">
                  <a16:creationId xmlns:a16="http://schemas.microsoft.com/office/drawing/2014/main" id="{0A39188C-8A6F-473E-BA9B-74AC9939BD9C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0" name="直線接點 2059">
              <a:extLst>
                <a:ext uri="{FF2B5EF4-FFF2-40B4-BE49-F238E27FC236}">
                  <a16:creationId xmlns:a16="http://schemas.microsoft.com/office/drawing/2014/main" id="{B3FC14DC-2DD2-499B-95ED-00D46C798964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1" name="直線接點 2060">
              <a:extLst>
                <a:ext uri="{FF2B5EF4-FFF2-40B4-BE49-F238E27FC236}">
                  <a16:creationId xmlns:a16="http://schemas.microsoft.com/office/drawing/2014/main" id="{383E5215-FCC4-4AAF-B77D-48998FDED379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03386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2" name="直線接點 2061">
              <a:extLst>
                <a:ext uri="{FF2B5EF4-FFF2-40B4-BE49-F238E27FC236}">
                  <a16:creationId xmlns:a16="http://schemas.microsoft.com/office/drawing/2014/main" id="{AD7E913D-B7E5-402C-80E3-AE10720AC4F2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12127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3" name="直線接點 2062">
              <a:extLst>
                <a:ext uri="{FF2B5EF4-FFF2-40B4-BE49-F238E27FC236}">
                  <a16:creationId xmlns:a16="http://schemas.microsoft.com/office/drawing/2014/main" id="{5C985AC5-E188-41D8-A01D-B93691711CD0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4" name="直線接點 2063">
              <a:extLst>
                <a:ext uri="{FF2B5EF4-FFF2-40B4-BE49-F238E27FC236}">
                  <a16:creationId xmlns:a16="http://schemas.microsoft.com/office/drawing/2014/main" id="{CCB7600D-47CD-45C5-94CB-1A4E1E9E0546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5" name="直線接點 2064">
              <a:extLst>
                <a:ext uri="{FF2B5EF4-FFF2-40B4-BE49-F238E27FC236}">
                  <a16:creationId xmlns:a16="http://schemas.microsoft.com/office/drawing/2014/main" id="{250FC12D-6CE3-4A2A-B6F3-1E44DE483A3D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6" name="直線接點 2065">
              <a:extLst>
                <a:ext uri="{FF2B5EF4-FFF2-40B4-BE49-F238E27FC236}">
                  <a16:creationId xmlns:a16="http://schemas.microsoft.com/office/drawing/2014/main" id="{85DE2CD4-214C-4C0F-A647-F35396580711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7" name="直線接點 2066">
              <a:extLst>
                <a:ext uri="{FF2B5EF4-FFF2-40B4-BE49-F238E27FC236}">
                  <a16:creationId xmlns:a16="http://schemas.microsoft.com/office/drawing/2014/main" id="{EDFF78A0-9729-4A8C-BB30-D8FB81ED0E34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8" name="直線接點 2067">
              <a:extLst>
                <a:ext uri="{FF2B5EF4-FFF2-40B4-BE49-F238E27FC236}">
                  <a16:creationId xmlns:a16="http://schemas.microsoft.com/office/drawing/2014/main" id="{8449114A-9241-4778-A474-E859AF19CB43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69" name="直線接點 2068">
              <a:extLst>
                <a:ext uri="{FF2B5EF4-FFF2-40B4-BE49-F238E27FC236}">
                  <a16:creationId xmlns:a16="http://schemas.microsoft.com/office/drawing/2014/main" id="{E7BBC4D2-4F78-4F5F-9895-9C2E783AF8A2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0" name="直線接點 2069">
              <a:extLst>
                <a:ext uri="{FF2B5EF4-FFF2-40B4-BE49-F238E27FC236}">
                  <a16:creationId xmlns:a16="http://schemas.microsoft.com/office/drawing/2014/main" id="{8E6B9CE0-4008-46C0-B4EA-617F3FD280D6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1" name="直線接點 2070">
              <a:extLst>
                <a:ext uri="{FF2B5EF4-FFF2-40B4-BE49-F238E27FC236}">
                  <a16:creationId xmlns:a16="http://schemas.microsoft.com/office/drawing/2014/main" id="{79A0403B-C5F6-4A14-9FBD-816AF1B265D4}"/>
                </a:ext>
              </a:extLst>
            </p:cNvPr>
            <p:cNvCxnSpPr>
              <a:cxnSpLocks/>
            </p:cNvCxnSpPr>
            <p:nvPr/>
          </p:nvCxnSpPr>
          <p:spPr>
            <a:xfrm>
              <a:off x="6400346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2" name="直線接點 2071">
              <a:extLst>
                <a:ext uri="{FF2B5EF4-FFF2-40B4-BE49-F238E27FC236}">
                  <a16:creationId xmlns:a16="http://schemas.microsoft.com/office/drawing/2014/main" id="{320674B1-A728-4935-8F0F-D47AE2B59E3F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42867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3" name="直線接點 2072">
              <a:extLst>
                <a:ext uri="{FF2B5EF4-FFF2-40B4-BE49-F238E27FC236}">
                  <a16:creationId xmlns:a16="http://schemas.microsoft.com/office/drawing/2014/main" id="{DF05836E-326A-46F6-9673-B0FBE7A92400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51608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4" name="直線接點 2073">
              <a:extLst>
                <a:ext uri="{FF2B5EF4-FFF2-40B4-BE49-F238E27FC236}">
                  <a16:creationId xmlns:a16="http://schemas.microsoft.com/office/drawing/2014/main" id="{AA8E1828-B579-43BA-B2BA-1825870285AF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5" name="直線接點 2074">
              <a:extLst>
                <a:ext uri="{FF2B5EF4-FFF2-40B4-BE49-F238E27FC236}">
                  <a16:creationId xmlns:a16="http://schemas.microsoft.com/office/drawing/2014/main" id="{DEBDC24A-7F6E-47B1-A9A6-E621F0F2D34F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6" name="直線接點 2075">
              <a:extLst>
                <a:ext uri="{FF2B5EF4-FFF2-40B4-BE49-F238E27FC236}">
                  <a16:creationId xmlns:a16="http://schemas.microsoft.com/office/drawing/2014/main" id="{3005B190-7991-40E0-B207-495CD40F631D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7" name="直線接點 2076">
              <a:extLst>
                <a:ext uri="{FF2B5EF4-FFF2-40B4-BE49-F238E27FC236}">
                  <a16:creationId xmlns:a16="http://schemas.microsoft.com/office/drawing/2014/main" id="{72021D7B-A9D6-4D96-9781-C15887DF0C24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8" name="直線接點 2077">
              <a:extLst>
                <a:ext uri="{FF2B5EF4-FFF2-40B4-BE49-F238E27FC236}">
                  <a16:creationId xmlns:a16="http://schemas.microsoft.com/office/drawing/2014/main" id="{B0F4E2D9-D85D-4AE3-9F8F-26E9C508B877}"/>
                </a:ext>
              </a:extLst>
            </p:cNvPr>
            <p:cNvCxnSpPr>
              <a:cxnSpLocks/>
            </p:cNvCxnSpPr>
            <p:nvPr/>
          </p:nvCxnSpPr>
          <p:spPr>
            <a:xfrm>
              <a:off x="6492077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79" name="直線接點 2078">
              <a:extLst>
                <a:ext uri="{FF2B5EF4-FFF2-40B4-BE49-F238E27FC236}">
                  <a16:creationId xmlns:a16="http://schemas.microsoft.com/office/drawing/2014/main" id="{5EB54CE6-1446-44E7-B08A-0344C7121B11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69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0" name="直線接點 2079">
              <a:extLst>
                <a:ext uri="{FF2B5EF4-FFF2-40B4-BE49-F238E27FC236}">
                  <a16:creationId xmlns:a16="http://schemas.microsoft.com/office/drawing/2014/main" id="{B36D4F3D-570D-448A-9ECC-B8C7FF972915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69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1" name="直線接點 2080">
              <a:extLst>
                <a:ext uri="{FF2B5EF4-FFF2-40B4-BE49-F238E27FC236}">
                  <a16:creationId xmlns:a16="http://schemas.microsoft.com/office/drawing/2014/main" id="{68348134-B9E9-4535-9B73-05849CE23528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42867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2" name="直線接點 2081">
              <a:extLst>
                <a:ext uri="{FF2B5EF4-FFF2-40B4-BE49-F238E27FC236}">
                  <a16:creationId xmlns:a16="http://schemas.microsoft.com/office/drawing/2014/main" id="{12D2BF92-FDC0-4141-BB37-7B9B31CC4827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51608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3" name="直線接點 2082">
              <a:extLst>
                <a:ext uri="{FF2B5EF4-FFF2-40B4-BE49-F238E27FC236}">
                  <a16:creationId xmlns:a16="http://schemas.microsoft.com/office/drawing/2014/main" id="{27704EDE-3ACB-429D-BD6B-37A5CC50A282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4" name="直線接點 2083">
              <a:extLst>
                <a:ext uri="{FF2B5EF4-FFF2-40B4-BE49-F238E27FC236}">
                  <a16:creationId xmlns:a16="http://schemas.microsoft.com/office/drawing/2014/main" id="{91A49837-4981-4E4D-885B-9D034C900C79}"/>
                </a:ext>
              </a:extLst>
            </p:cNvPr>
            <p:cNvCxnSpPr>
              <a:cxnSpLocks/>
            </p:cNvCxnSpPr>
            <p:nvPr/>
          </p:nvCxnSpPr>
          <p:spPr>
            <a:xfrm>
              <a:off x="761198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5" name="直線接點 2084">
              <a:extLst>
                <a:ext uri="{FF2B5EF4-FFF2-40B4-BE49-F238E27FC236}">
                  <a16:creationId xmlns:a16="http://schemas.microsoft.com/office/drawing/2014/main" id="{C7E5364F-DD95-4B88-A526-88874D8D22CC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67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6" name="直線接點 2085">
              <a:extLst>
                <a:ext uri="{FF2B5EF4-FFF2-40B4-BE49-F238E27FC236}">
                  <a16:creationId xmlns:a16="http://schemas.microsoft.com/office/drawing/2014/main" id="{30A4C962-A85A-44C5-8DF7-247E47EB91EB}"/>
                </a:ext>
              </a:extLst>
            </p:cNvPr>
            <p:cNvCxnSpPr>
              <a:cxnSpLocks/>
            </p:cNvCxnSpPr>
            <p:nvPr/>
          </p:nvCxnSpPr>
          <p:spPr>
            <a:xfrm>
              <a:off x="7592977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7" name="直線接點 2086">
              <a:extLst>
                <a:ext uri="{FF2B5EF4-FFF2-40B4-BE49-F238E27FC236}">
                  <a16:creationId xmlns:a16="http://schemas.microsoft.com/office/drawing/2014/main" id="{50D4100E-6074-4393-B055-A7F28CCA8324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60349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8" name="直線接點 2087">
              <a:extLst>
                <a:ext uri="{FF2B5EF4-FFF2-40B4-BE49-F238E27FC236}">
                  <a16:creationId xmlns:a16="http://schemas.microsoft.com/office/drawing/2014/main" id="{DFEB58BA-DBD3-4886-A96D-774FEB0A9FC2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89" name="直線接點 2088">
              <a:extLst>
                <a:ext uri="{FF2B5EF4-FFF2-40B4-BE49-F238E27FC236}">
                  <a16:creationId xmlns:a16="http://schemas.microsoft.com/office/drawing/2014/main" id="{DEB4C20A-401D-468B-8F6F-E4E349C6D9E7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4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0" name="直線接點 2089">
              <a:extLst>
                <a:ext uri="{FF2B5EF4-FFF2-40B4-BE49-F238E27FC236}">
                  <a16:creationId xmlns:a16="http://schemas.microsoft.com/office/drawing/2014/main" id="{1486B488-032A-4705-AEAE-B9C3535946AF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4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1" name="直線接點 2090">
              <a:extLst>
                <a:ext uri="{FF2B5EF4-FFF2-40B4-BE49-F238E27FC236}">
                  <a16:creationId xmlns:a16="http://schemas.microsoft.com/office/drawing/2014/main" id="{B819257A-7919-4F70-9560-F661F38AB509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7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2" name="直線接點 2091">
              <a:extLst>
                <a:ext uri="{FF2B5EF4-FFF2-40B4-BE49-F238E27FC236}">
                  <a16:creationId xmlns:a16="http://schemas.microsoft.com/office/drawing/2014/main" id="{DEB39B2D-ADBB-40B8-9E8B-0C61A16E1F60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7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3" name="直線接點 2092">
              <a:extLst>
                <a:ext uri="{FF2B5EF4-FFF2-40B4-BE49-F238E27FC236}">
                  <a16:creationId xmlns:a16="http://schemas.microsoft.com/office/drawing/2014/main" id="{04E19452-5A95-49F2-82DE-99A7B72ABDEA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51608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4" name="直線接點 2093">
              <a:extLst>
                <a:ext uri="{FF2B5EF4-FFF2-40B4-BE49-F238E27FC236}">
                  <a16:creationId xmlns:a16="http://schemas.microsoft.com/office/drawing/2014/main" id="{265A4389-DCD9-48C7-B86D-94864117B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5" name="直線接點 2094">
              <a:extLst>
                <a:ext uri="{FF2B5EF4-FFF2-40B4-BE49-F238E27FC236}">
                  <a16:creationId xmlns:a16="http://schemas.microsoft.com/office/drawing/2014/main" id="{E8F9FC0B-AAF6-4FE1-8D95-299DAFDB3B32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6" name="直線接點 2095">
              <a:extLst>
                <a:ext uri="{FF2B5EF4-FFF2-40B4-BE49-F238E27FC236}">
                  <a16:creationId xmlns:a16="http://schemas.microsoft.com/office/drawing/2014/main" id="{595E0B97-AD64-48AD-9D16-1BA8B609FD67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1" y="160349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7" name="直線接點 2096">
              <a:extLst>
                <a:ext uri="{FF2B5EF4-FFF2-40B4-BE49-F238E27FC236}">
                  <a16:creationId xmlns:a16="http://schemas.microsoft.com/office/drawing/2014/main" id="{B0E9756E-D2CA-46F8-9960-A6AE7DA1A9D8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1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8" name="直線接點 2097">
              <a:extLst>
                <a:ext uri="{FF2B5EF4-FFF2-40B4-BE49-F238E27FC236}">
                  <a16:creationId xmlns:a16="http://schemas.microsoft.com/office/drawing/2014/main" id="{E99938E9-32A6-4051-A8C4-E51E55316109}"/>
                </a:ext>
              </a:extLst>
            </p:cNvPr>
            <p:cNvCxnSpPr>
              <a:cxnSpLocks/>
            </p:cNvCxnSpPr>
            <p:nvPr/>
          </p:nvCxnSpPr>
          <p:spPr>
            <a:xfrm>
              <a:off x="8172912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99" name="直線接點 2098">
              <a:extLst>
                <a:ext uri="{FF2B5EF4-FFF2-40B4-BE49-F238E27FC236}">
                  <a16:creationId xmlns:a16="http://schemas.microsoft.com/office/drawing/2014/main" id="{B793DFCD-F743-4139-81A5-365D2304F890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6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0" name="直線接點 2099">
              <a:extLst>
                <a:ext uri="{FF2B5EF4-FFF2-40B4-BE49-F238E27FC236}">
                  <a16:creationId xmlns:a16="http://schemas.microsoft.com/office/drawing/2014/main" id="{43D63272-FF5B-4E21-A03F-42F59A168B40}"/>
                </a:ext>
              </a:extLst>
            </p:cNvPr>
            <p:cNvCxnSpPr>
              <a:cxnSpLocks/>
            </p:cNvCxnSpPr>
            <p:nvPr/>
          </p:nvCxnSpPr>
          <p:spPr>
            <a:xfrm>
              <a:off x="8153906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7" name="直線接點 2116">
              <a:extLst>
                <a:ext uri="{FF2B5EF4-FFF2-40B4-BE49-F238E27FC236}">
                  <a16:creationId xmlns:a16="http://schemas.microsoft.com/office/drawing/2014/main" id="{94D9F662-FB8A-450F-8E34-8211452F54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186571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8" name="直線接點 2117">
              <a:extLst>
                <a:ext uri="{FF2B5EF4-FFF2-40B4-BE49-F238E27FC236}">
                  <a16:creationId xmlns:a16="http://schemas.microsoft.com/office/drawing/2014/main" id="{63894944-4FEA-4950-B4E4-E1E142F72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195312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19" name="直線接點 2118">
              <a:extLst>
                <a:ext uri="{FF2B5EF4-FFF2-40B4-BE49-F238E27FC236}">
                  <a16:creationId xmlns:a16="http://schemas.microsoft.com/office/drawing/2014/main" id="{A93943B0-32BC-41B2-B14A-CAE90FA47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03386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0" name="直線接點 2119">
              <a:extLst>
                <a:ext uri="{FF2B5EF4-FFF2-40B4-BE49-F238E27FC236}">
                  <a16:creationId xmlns:a16="http://schemas.microsoft.com/office/drawing/2014/main" id="{3B15B94C-2C87-4E57-81C9-2D3B24EA8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12126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1" name="直線接點 2120">
              <a:extLst>
                <a:ext uri="{FF2B5EF4-FFF2-40B4-BE49-F238E27FC236}">
                  <a16:creationId xmlns:a16="http://schemas.microsoft.com/office/drawing/2014/main" id="{9BAD66D2-1B7A-43C6-ACDF-5BA1FC0A2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2" name="直線接點 2121">
              <a:extLst>
                <a:ext uri="{FF2B5EF4-FFF2-40B4-BE49-F238E27FC236}">
                  <a16:creationId xmlns:a16="http://schemas.microsoft.com/office/drawing/2014/main" id="{DA027989-4A39-4632-80CB-173A601927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3773" y="21212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3" name="直線接點 2122">
              <a:extLst>
                <a:ext uri="{FF2B5EF4-FFF2-40B4-BE49-F238E27FC236}">
                  <a16:creationId xmlns:a16="http://schemas.microsoft.com/office/drawing/2014/main" id="{B74EA3F6-B3BD-4F83-B61C-DE4D42675C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3773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4" name="直線接點 2123">
              <a:extLst>
                <a:ext uri="{FF2B5EF4-FFF2-40B4-BE49-F238E27FC236}">
                  <a16:creationId xmlns:a16="http://schemas.microsoft.com/office/drawing/2014/main" id="{C514394F-41CF-429C-B04C-6BB8537A59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186571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5" name="直線接點 2124">
              <a:extLst>
                <a:ext uri="{FF2B5EF4-FFF2-40B4-BE49-F238E27FC236}">
                  <a16:creationId xmlns:a16="http://schemas.microsoft.com/office/drawing/2014/main" id="{A554C5AA-984B-48CD-90DF-F5F5FD87FB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03386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6" name="直線接點 2125">
              <a:extLst>
                <a:ext uri="{FF2B5EF4-FFF2-40B4-BE49-F238E27FC236}">
                  <a16:creationId xmlns:a16="http://schemas.microsoft.com/office/drawing/2014/main" id="{9127C3E7-1122-45F1-A090-FC5EF9873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12127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7" name="直線接點 2126">
              <a:extLst>
                <a:ext uri="{FF2B5EF4-FFF2-40B4-BE49-F238E27FC236}">
                  <a16:creationId xmlns:a16="http://schemas.microsoft.com/office/drawing/2014/main" id="{69E94279-9990-41CC-B601-65F61430B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8" name="直線接點 2127">
              <a:extLst>
                <a:ext uri="{FF2B5EF4-FFF2-40B4-BE49-F238E27FC236}">
                  <a16:creationId xmlns:a16="http://schemas.microsoft.com/office/drawing/2014/main" id="{43377AB5-6658-43EE-BBFB-271C27784E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186761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29" name="直線接點 2128">
              <a:extLst>
                <a:ext uri="{FF2B5EF4-FFF2-40B4-BE49-F238E27FC236}">
                  <a16:creationId xmlns:a16="http://schemas.microsoft.com/office/drawing/2014/main" id="{B9612D73-E4B2-4860-BD63-7968BF0D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195502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0" name="直線接點 2129">
              <a:extLst>
                <a:ext uri="{FF2B5EF4-FFF2-40B4-BE49-F238E27FC236}">
                  <a16:creationId xmlns:a16="http://schemas.microsoft.com/office/drawing/2014/main" id="{27375EB8-D051-4D98-AD44-EFEE6CF5EA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03576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1" name="直線接點 2130">
              <a:extLst>
                <a:ext uri="{FF2B5EF4-FFF2-40B4-BE49-F238E27FC236}">
                  <a16:creationId xmlns:a16="http://schemas.microsoft.com/office/drawing/2014/main" id="{A2C16A24-62FC-4E59-89FC-DC3ECC04F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12317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2" name="直線接點 2131">
              <a:extLst>
                <a:ext uri="{FF2B5EF4-FFF2-40B4-BE49-F238E27FC236}">
                  <a16:creationId xmlns:a16="http://schemas.microsoft.com/office/drawing/2014/main" id="{D71520BA-6ED2-4578-91C1-149B6F806D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21058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3" name="直線接點 2132">
              <a:extLst>
                <a:ext uri="{FF2B5EF4-FFF2-40B4-BE49-F238E27FC236}">
                  <a16:creationId xmlns:a16="http://schemas.microsoft.com/office/drawing/2014/main" id="{4F73B3FA-BC3C-497A-8333-A8FD59D54DA4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185904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4" name="直線接點 2133">
              <a:extLst>
                <a:ext uri="{FF2B5EF4-FFF2-40B4-BE49-F238E27FC236}">
                  <a16:creationId xmlns:a16="http://schemas.microsoft.com/office/drawing/2014/main" id="{CCD38F96-ED83-4D91-A422-9A5F3D9134DB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5" name="直線接點 2134">
              <a:extLst>
                <a:ext uri="{FF2B5EF4-FFF2-40B4-BE49-F238E27FC236}">
                  <a16:creationId xmlns:a16="http://schemas.microsoft.com/office/drawing/2014/main" id="{5F8FA240-3CB7-419F-871F-103A15015DC1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6" name="直線接點 2135">
              <a:extLst>
                <a:ext uri="{FF2B5EF4-FFF2-40B4-BE49-F238E27FC236}">
                  <a16:creationId xmlns:a16="http://schemas.microsoft.com/office/drawing/2014/main" id="{5935D0A2-BF70-4778-9B9D-8A94B7F360E9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7" name="直線接點 2136">
              <a:extLst>
                <a:ext uri="{FF2B5EF4-FFF2-40B4-BE49-F238E27FC236}">
                  <a16:creationId xmlns:a16="http://schemas.microsoft.com/office/drawing/2014/main" id="{B713CF32-0A36-4F59-9519-2FB710E4B133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186285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8" name="直線接點 2137">
              <a:extLst>
                <a:ext uri="{FF2B5EF4-FFF2-40B4-BE49-F238E27FC236}">
                  <a16:creationId xmlns:a16="http://schemas.microsoft.com/office/drawing/2014/main" id="{A398A6DA-E8A0-4BAE-BC47-0417614662A9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19521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9" name="直線接點 2138">
              <a:extLst>
                <a:ext uri="{FF2B5EF4-FFF2-40B4-BE49-F238E27FC236}">
                  <a16:creationId xmlns:a16="http://schemas.microsoft.com/office/drawing/2014/main" id="{F7C04F90-513E-4FF1-B5C8-A29490555B86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0" name="直線接點 2139">
              <a:extLst>
                <a:ext uri="{FF2B5EF4-FFF2-40B4-BE49-F238E27FC236}">
                  <a16:creationId xmlns:a16="http://schemas.microsoft.com/office/drawing/2014/main" id="{5CBC5B76-C62F-4E85-98FA-25288211A0A2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1" name="直線接點 2140">
              <a:extLst>
                <a:ext uri="{FF2B5EF4-FFF2-40B4-BE49-F238E27FC236}">
                  <a16:creationId xmlns:a16="http://schemas.microsoft.com/office/drawing/2014/main" id="{7C42DC1A-F018-4733-9FE0-39E2DDEB667C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2" name="直線接點 2141">
              <a:extLst>
                <a:ext uri="{FF2B5EF4-FFF2-40B4-BE49-F238E27FC236}">
                  <a16:creationId xmlns:a16="http://schemas.microsoft.com/office/drawing/2014/main" id="{999F549A-677A-41AB-A7A0-62DC7514A2F4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85904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3" name="直線接點 2142">
              <a:extLst>
                <a:ext uri="{FF2B5EF4-FFF2-40B4-BE49-F238E27FC236}">
                  <a16:creationId xmlns:a16="http://schemas.microsoft.com/office/drawing/2014/main" id="{EB4D7340-B592-4C8D-B894-DE8F774B59B8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94645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4" name="直線接點 2143">
              <a:extLst>
                <a:ext uri="{FF2B5EF4-FFF2-40B4-BE49-F238E27FC236}">
                  <a16:creationId xmlns:a16="http://schemas.microsoft.com/office/drawing/2014/main" id="{C3B726EC-524C-49CB-9E03-BEC6E6B4A60F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0338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5" name="直線接點 2144">
              <a:extLst>
                <a:ext uri="{FF2B5EF4-FFF2-40B4-BE49-F238E27FC236}">
                  <a16:creationId xmlns:a16="http://schemas.microsoft.com/office/drawing/2014/main" id="{7C2EF35E-4ED8-4056-A979-5EEE337EDB75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12127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6" name="直線接點 2145">
              <a:extLst>
                <a:ext uri="{FF2B5EF4-FFF2-40B4-BE49-F238E27FC236}">
                  <a16:creationId xmlns:a16="http://schemas.microsoft.com/office/drawing/2014/main" id="{9D30AEA6-4528-4FCA-93E5-3A38EDF0AF0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7" name="直線接點 2146">
              <a:extLst>
                <a:ext uri="{FF2B5EF4-FFF2-40B4-BE49-F238E27FC236}">
                  <a16:creationId xmlns:a16="http://schemas.microsoft.com/office/drawing/2014/main" id="{3E3D61B7-E0D7-46F2-9C65-E98401D09556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185904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8" name="直線接點 2147">
              <a:extLst>
                <a:ext uri="{FF2B5EF4-FFF2-40B4-BE49-F238E27FC236}">
                  <a16:creationId xmlns:a16="http://schemas.microsoft.com/office/drawing/2014/main" id="{21B5B627-54CB-49E8-A85F-BC80A6D777C8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194645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49" name="直線接點 2148">
              <a:extLst>
                <a:ext uri="{FF2B5EF4-FFF2-40B4-BE49-F238E27FC236}">
                  <a16:creationId xmlns:a16="http://schemas.microsoft.com/office/drawing/2014/main" id="{CE8472FD-B69E-4039-A553-1BCD26E724EA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03386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0" name="直線接點 2149">
              <a:extLst>
                <a:ext uri="{FF2B5EF4-FFF2-40B4-BE49-F238E27FC236}">
                  <a16:creationId xmlns:a16="http://schemas.microsoft.com/office/drawing/2014/main" id="{825137A8-E3F6-4332-84EC-05F2C2B6665F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12127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1" name="直線接點 2150">
              <a:extLst>
                <a:ext uri="{FF2B5EF4-FFF2-40B4-BE49-F238E27FC236}">
                  <a16:creationId xmlns:a16="http://schemas.microsoft.com/office/drawing/2014/main" id="{7FD8874B-DC36-4C7E-8A19-9A8C8071EC1E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2" name="直線接點 2151">
              <a:extLst>
                <a:ext uri="{FF2B5EF4-FFF2-40B4-BE49-F238E27FC236}">
                  <a16:creationId xmlns:a16="http://schemas.microsoft.com/office/drawing/2014/main" id="{38A71E4F-3AF3-4CF2-9308-807340730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195122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3" name="直線接點 2152">
              <a:extLst>
                <a:ext uri="{FF2B5EF4-FFF2-40B4-BE49-F238E27FC236}">
                  <a16:creationId xmlns:a16="http://schemas.microsoft.com/office/drawing/2014/main" id="{3ED2557F-E56F-4E13-AF90-D1092043114E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4" name="直線接點 2153">
              <a:extLst>
                <a:ext uri="{FF2B5EF4-FFF2-40B4-BE49-F238E27FC236}">
                  <a16:creationId xmlns:a16="http://schemas.microsoft.com/office/drawing/2014/main" id="{B2E56F01-642D-477F-94BE-249A942C4216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194835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5" name="直線接點 2154">
              <a:extLst>
                <a:ext uri="{FF2B5EF4-FFF2-40B4-BE49-F238E27FC236}">
                  <a16:creationId xmlns:a16="http://schemas.microsoft.com/office/drawing/2014/main" id="{00926209-132C-497B-B3B1-351672C40AB1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203576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56" name="直線接點 2155">
              <a:extLst>
                <a:ext uri="{FF2B5EF4-FFF2-40B4-BE49-F238E27FC236}">
                  <a16:creationId xmlns:a16="http://schemas.microsoft.com/office/drawing/2014/main" id="{17A503C6-2A3D-47A0-9A63-8FDDC0F88CAA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22105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3" name="直線接點 2162">
              <a:extLst>
                <a:ext uri="{FF2B5EF4-FFF2-40B4-BE49-F238E27FC236}">
                  <a16:creationId xmlns:a16="http://schemas.microsoft.com/office/drawing/2014/main" id="{A05F3B99-F1DC-4CFE-8460-8A3E532B466E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4" name="直線接點 2163">
              <a:extLst>
                <a:ext uri="{FF2B5EF4-FFF2-40B4-BE49-F238E27FC236}">
                  <a16:creationId xmlns:a16="http://schemas.microsoft.com/office/drawing/2014/main" id="{CD9B8A85-94C3-46AA-8D17-F0104E5DE08A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19483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5" name="直線接點 2164">
              <a:extLst>
                <a:ext uri="{FF2B5EF4-FFF2-40B4-BE49-F238E27FC236}">
                  <a16:creationId xmlns:a16="http://schemas.microsoft.com/office/drawing/2014/main" id="{9E11B677-BA5A-4D01-8AD8-996DE76B2603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21231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66" name="直線接點 2165">
              <a:extLst>
                <a:ext uri="{FF2B5EF4-FFF2-40B4-BE49-F238E27FC236}">
                  <a16:creationId xmlns:a16="http://schemas.microsoft.com/office/drawing/2014/main" id="{0C49B18E-E844-401F-AF38-7546CC3C2ED9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221058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2" name="直線接點 2171">
              <a:extLst>
                <a:ext uri="{FF2B5EF4-FFF2-40B4-BE49-F238E27FC236}">
                  <a16:creationId xmlns:a16="http://schemas.microsoft.com/office/drawing/2014/main" id="{7933C431-B2EF-4145-8741-499A1FAE61C2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87617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3" name="直線接點 2172">
              <a:extLst>
                <a:ext uri="{FF2B5EF4-FFF2-40B4-BE49-F238E27FC236}">
                  <a16:creationId xmlns:a16="http://schemas.microsoft.com/office/drawing/2014/main" id="{4A1A0BA9-D497-4D1D-B24A-8CDAE7F85BA9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4" name="直線接點 2173">
              <a:extLst>
                <a:ext uri="{FF2B5EF4-FFF2-40B4-BE49-F238E27FC236}">
                  <a16:creationId xmlns:a16="http://schemas.microsoft.com/office/drawing/2014/main" id="{30C8A6DE-55D2-4A93-8460-8C07579DAE09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5" name="直線接點 2174">
              <a:extLst>
                <a:ext uri="{FF2B5EF4-FFF2-40B4-BE49-F238E27FC236}">
                  <a16:creationId xmlns:a16="http://schemas.microsoft.com/office/drawing/2014/main" id="{CE26C622-47EE-4A30-8E7B-24EE8BD4DF0E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6" name="直線接點 2175">
              <a:extLst>
                <a:ext uri="{FF2B5EF4-FFF2-40B4-BE49-F238E27FC236}">
                  <a16:creationId xmlns:a16="http://schemas.microsoft.com/office/drawing/2014/main" id="{C0A6B7BA-FADD-4E2B-8B8A-7637ECA6E414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42858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7" name="直線接點 2176">
              <a:extLst>
                <a:ext uri="{FF2B5EF4-FFF2-40B4-BE49-F238E27FC236}">
                  <a16:creationId xmlns:a16="http://schemas.microsoft.com/office/drawing/2014/main" id="{E8E60C81-FB50-4C48-8AC1-07920DE385A1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51599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8" name="直線接點 2177">
              <a:extLst>
                <a:ext uri="{FF2B5EF4-FFF2-40B4-BE49-F238E27FC236}">
                  <a16:creationId xmlns:a16="http://schemas.microsoft.com/office/drawing/2014/main" id="{0BEE602A-8318-42BD-A1CD-EB18AFD539A8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6034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79" name="直線接點 2178">
              <a:extLst>
                <a:ext uri="{FF2B5EF4-FFF2-40B4-BE49-F238E27FC236}">
                  <a16:creationId xmlns:a16="http://schemas.microsoft.com/office/drawing/2014/main" id="{7FC5F9B7-FC41-4E1A-AEC9-5CFED458FD58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69081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0" name="直線接點 2179">
              <a:extLst>
                <a:ext uri="{FF2B5EF4-FFF2-40B4-BE49-F238E27FC236}">
                  <a16:creationId xmlns:a16="http://schemas.microsoft.com/office/drawing/2014/main" id="{ADE1B45C-22C1-415E-B13E-8E20FB681CE5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1" name="直線接點 2180">
              <a:extLst>
                <a:ext uri="{FF2B5EF4-FFF2-40B4-BE49-F238E27FC236}">
                  <a16:creationId xmlns:a16="http://schemas.microsoft.com/office/drawing/2014/main" id="{F969FE19-61DE-4ABA-BED4-F11806BFD05E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951157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2" name="直線接點 2181">
              <a:extLst>
                <a:ext uri="{FF2B5EF4-FFF2-40B4-BE49-F238E27FC236}">
                  <a16:creationId xmlns:a16="http://schemas.microsoft.com/office/drawing/2014/main" id="{7E96DBB7-9070-479E-AD01-7DE4EF75AAB2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0338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3" name="直線接點 2182">
              <a:extLst>
                <a:ext uri="{FF2B5EF4-FFF2-40B4-BE49-F238E27FC236}">
                  <a16:creationId xmlns:a16="http://schemas.microsoft.com/office/drawing/2014/main" id="{AF4DB9B1-CA1F-4298-AD56-A27397128CF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4" name="直線接點 2183">
              <a:extLst>
                <a:ext uri="{FF2B5EF4-FFF2-40B4-BE49-F238E27FC236}">
                  <a16:creationId xmlns:a16="http://schemas.microsoft.com/office/drawing/2014/main" id="{407FFC39-B5A0-49AC-B27E-3EB9A1A48041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20867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5" name="直線接點 2184">
              <a:extLst>
                <a:ext uri="{FF2B5EF4-FFF2-40B4-BE49-F238E27FC236}">
                  <a16:creationId xmlns:a16="http://schemas.microsoft.com/office/drawing/2014/main" id="{77108DC3-3646-451A-A810-EDFD0EE3E961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42845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6" name="直線接點 2185">
              <a:extLst>
                <a:ext uri="{FF2B5EF4-FFF2-40B4-BE49-F238E27FC236}">
                  <a16:creationId xmlns:a16="http://schemas.microsoft.com/office/drawing/2014/main" id="{8230092E-9BD0-4A72-B2CD-7B2C84C7741D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51586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7" name="直線接點 2186">
              <a:extLst>
                <a:ext uri="{FF2B5EF4-FFF2-40B4-BE49-F238E27FC236}">
                  <a16:creationId xmlns:a16="http://schemas.microsoft.com/office/drawing/2014/main" id="{B06D14D6-0E73-4B04-8DD1-E45469FAF9EF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60326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8" name="直線接點 2187">
              <a:extLst>
                <a:ext uri="{FF2B5EF4-FFF2-40B4-BE49-F238E27FC236}">
                  <a16:creationId xmlns:a16="http://schemas.microsoft.com/office/drawing/2014/main" id="{D04B5180-614F-4231-88F9-7525CF5C30D8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690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89" name="直線接點 2188">
              <a:extLst>
                <a:ext uri="{FF2B5EF4-FFF2-40B4-BE49-F238E27FC236}">
                  <a16:creationId xmlns:a16="http://schemas.microsoft.com/office/drawing/2014/main" id="{F9A12E5C-35D1-4A22-8EB8-5F91073D7707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77808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0" name="直線接點 2189">
              <a:extLst>
                <a:ext uri="{FF2B5EF4-FFF2-40B4-BE49-F238E27FC236}">
                  <a16:creationId xmlns:a16="http://schemas.microsoft.com/office/drawing/2014/main" id="{A0188352-3D49-49E2-A846-6C7C2E8BC2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4931" y="13393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1" name="直線接點 2190">
              <a:extLst>
                <a:ext uri="{FF2B5EF4-FFF2-40B4-BE49-F238E27FC236}">
                  <a16:creationId xmlns:a16="http://schemas.microsoft.com/office/drawing/2014/main" id="{524C6DB4-EB71-49C1-9B84-DD737B446E8D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86333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2" name="直線接點 2191">
              <a:extLst>
                <a:ext uri="{FF2B5EF4-FFF2-40B4-BE49-F238E27FC236}">
                  <a16:creationId xmlns:a16="http://schemas.microsoft.com/office/drawing/2014/main" id="{1607731C-0FCF-4D1F-89FF-7776C4BA18A4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0381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3" name="直線接點 2192">
              <a:extLst>
                <a:ext uri="{FF2B5EF4-FFF2-40B4-BE49-F238E27FC236}">
                  <a16:creationId xmlns:a16="http://schemas.microsoft.com/office/drawing/2014/main" id="{F29CE616-70B5-4061-875C-F78658F754E8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125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4" name="直線接點 2193">
              <a:extLst>
                <a:ext uri="{FF2B5EF4-FFF2-40B4-BE49-F238E27FC236}">
                  <a16:creationId xmlns:a16="http://schemas.microsoft.com/office/drawing/2014/main" id="{52C5E686-E521-4E90-8D0B-36FF0C1AF04C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21296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5" name="直線接點 2194">
              <a:extLst>
                <a:ext uri="{FF2B5EF4-FFF2-40B4-BE49-F238E27FC236}">
                  <a16:creationId xmlns:a16="http://schemas.microsoft.com/office/drawing/2014/main" id="{2F9B3125-F4ED-4537-BA68-BB7A060175CD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4157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6" name="直線接點 2195">
              <a:extLst>
                <a:ext uri="{FF2B5EF4-FFF2-40B4-BE49-F238E27FC236}">
                  <a16:creationId xmlns:a16="http://schemas.microsoft.com/office/drawing/2014/main" id="{A662755B-C415-45E0-AF40-24CF00FF91C4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50315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7" name="直線接點 2196">
              <a:extLst>
                <a:ext uri="{FF2B5EF4-FFF2-40B4-BE49-F238E27FC236}">
                  <a16:creationId xmlns:a16="http://schemas.microsoft.com/office/drawing/2014/main" id="{545E9B7A-6518-4490-9F17-D75B7D75A135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67797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8" name="直線接點 2197">
              <a:extLst>
                <a:ext uri="{FF2B5EF4-FFF2-40B4-BE49-F238E27FC236}">
                  <a16:creationId xmlns:a16="http://schemas.microsoft.com/office/drawing/2014/main" id="{7081DCC1-B2B4-44F7-8CCD-A9E568A7C7FE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43105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99" name="直線接點 2198">
              <a:extLst>
                <a:ext uri="{FF2B5EF4-FFF2-40B4-BE49-F238E27FC236}">
                  <a16:creationId xmlns:a16="http://schemas.microsoft.com/office/drawing/2014/main" id="{CFB47D00-D795-466A-8447-C831075E854D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51846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0" name="直線接點 2199">
              <a:extLst>
                <a:ext uri="{FF2B5EF4-FFF2-40B4-BE49-F238E27FC236}">
                  <a16:creationId xmlns:a16="http://schemas.microsoft.com/office/drawing/2014/main" id="{B3C7F217-9FEF-4E77-B283-4E943257A8A7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69328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1" name="直線接點 2200">
              <a:extLst>
                <a:ext uri="{FF2B5EF4-FFF2-40B4-BE49-F238E27FC236}">
                  <a16:creationId xmlns:a16="http://schemas.microsoft.com/office/drawing/2014/main" id="{7FB925E5-5EC3-4BEF-8C9E-DAD18F664F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907" y="13436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2" name="直線接點 2201">
              <a:extLst>
                <a:ext uri="{FF2B5EF4-FFF2-40B4-BE49-F238E27FC236}">
                  <a16:creationId xmlns:a16="http://schemas.microsoft.com/office/drawing/2014/main" id="{B1A16B34-C84D-4F82-889C-45E2DBA5D26D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42858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3" name="直線接點 2202">
              <a:extLst>
                <a:ext uri="{FF2B5EF4-FFF2-40B4-BE49-F238E27FC236}">
                  <a16:creationId xmlns:a16="http://schemas.microsoft.com/office/drawing/2014/main" id="{F5BACA55-0717-49C6-953F-FDF48E0EF3EC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51599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4" name="直線接點 2203">
              <a:extLst>
                <a:ext uri="{FF2B5EF4-FFF2-40B4-BE49-F238E27FC236}">
                  <a16:creationId xmlns:a16="http://schemas.microsoft.com/office/drawing/2014/main" id="{49CACB19-C1D3-4BA4-B07E-7B2737B74CE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60340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205" name="直線接點 2204">
              <a:extLst>
                <a:ext uri="{FF2B5EF4-FFF2-40B4-BE49-F238E27FC236}">
                  <a16:creationId xmlns:a16="http://schemas.microsoft.com/office/drawing/2014/main" id="{2128A7C3-DE61-40EC-83AF-8645DB2EA8A4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69081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0E17AEFD-2274-44BF-B396-C1C5C886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Challenge 1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Chromosome-scale Loss of Heterozygosity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8F91ADB-904F-47D0-B665-2AFFE5A25D34}"/>
              </a:ext>
            </a:extLst>
          </p:cNvPr>
          <p:cNvSpPr txBox="1"/>
          <p:nvPr/>
        </p:nvSpPr>
        <p:spPr>
          <a:xfrm>
            <a:off x="3663420" y="983472"/>
            <a:ext cx="281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Existing phasing approaches</a:t>
            </a:r>
            <a:endParaRPr lang="zh-TW" altLang="en-US" dirty="0"/>
          </a:p>
        </p:txBody>
      </p:sp>
      <p:sp>
        <p:nvSpPr>
          <p:cNvPr id="1844" name="文字方塊 1843">
            <a:extLst>
              <a:ext uri="{FF2B5EF4-FFF2-40B4-BE49-F238E27FC236}">
                <a16:creationId xmlns:a16="http://schemas.microsoft.com/office/drawing/2014/main" id="{64C83D81-22BE-49A7-B9E7-E104F28AC13E}"/>
              </a:ext>
            </a:extLst>
          </p:cNvPr>
          <p:cNvSpPr txBox="1"/>
          <p:nvPr/>
        </p:nvSpPr>
        <p:spPr>
          <a:xfrm>
            <a:off x="3663420" y="2465392"/>
            <a:ext cx="1823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Expected phasing</a:t>
            </a:r>
            <a:endParaRPr lang="zh-TW" altLang="en-US" dirty="0"/>
          </a:p>
        </p:txBody>
      </p:sp>
      <p:sp>
        <p:nvSpPr>
          <p:cNvPr id="1598" name="文字方塊 1597">
            <a:extLst>
              <a:ext uri="{FF2B5EF4-FFF2-40B4-BE49-F238E27FC236}">
                <a16:creationId xmlns:a16="http://schemas.microsoft.com/office/drawing/2014/main" id="{9757D79F-D67C-40B1-998C-CABB8756AADC}"/>
              </a:ext>
            </a:extLst>
          </p:cNvPr>
          <p:cNvSpPr txBox="1"/>
          <p:nvPr/>
        </p:nvSpPr>
        <p:spPr>
          <a:xfrm>
            <a:off x="1799676" y="5832920"/>
            <a:ext cx="1042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Expected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D688AB3-4C3A-4F7F-920A-DC0C34D2C54F}"/>
              </a:ext>
            </a:extLst>
          </p:cNvPr>
          <p:cNvGrpSpPr/>
          <p:nvPr/>
        </p:nvGrpSpPr>
        <p:grpSpPr>
          <a:xfrm>
            <a:off x="1468320" y="1594722"/>
            <a:ext cx="2015293" cy="1444935"/>
            <a:chOff x="1468320" y="861218"/>
            <a:chExt cx="2015293" cy="1444935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BDD185B-F824-491E-B747-888044B96AAF}"/>
                </a:ext>
              </a:extLst>
            </p:cNvPr>
            <p:cNvGrpSpPr/>
            <p:nvPr/>
          </p:nvGrpSpPr>
          <p:grpSpPr>
            <a:xfrm>
              <a:off x="1468320" y="861218"/>
              <a:ext cx="1479174" cy="1435468"/>
              <a:chOff x="2203126" y="1349479"/>
              <a:chExt cx="1479174" cy="1435468"/>
            </a:xfrm>
          </p:grpSpPr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94D974B8-0A64-4DDE-8DC3-1858D18030FF}"/>
                  </a:ext>
                </a:extLst>
              </p:cNvPr>
              <p:cNvSpPr txBox="1"/>
              <p:nvPr/>
            </p:nvSpPr>
            <p:spPr>
              <a:xfrm>
                <a:off x="2572787" y="1349479"/>
                <a:ext cx="10150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400" dirty="0"/>
                  <a:t>Tumor cells</a:t>
                </a:r>
              </a:p>
            </p:txBody>
          </p:sp>
          <p:sp>
            <p:nvSpPr>
              <p:cNvPr id="375" name="橢圓 374">
                <a:extLst>
                  <a:ext uri="{FF2B5EF4-FFF2-40B4-BE49-F238E27FC236}">
                    <a16:creationId xmlns:a16="http://schemas.microsoft.com/office/drawing/2014/main" id="{FC8A2298-1D7A-4671-8E73-E8C47442C19B}"/>
                  </a:ext>
                </a:extLst>
              </p:cNvPr>
              <p:cNvSpPr/>
              <p:nvPr/>
            </p:nvSpPr>
            <p:spPr>
              <a:xfrm>
                <a:off x="2513770" y="1616417"/>
                <a:ext cx="1168530" cy="116853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52A67F68-7C4A-4D47-BB9B-F13B33C883D9}"/>
                  </a:ext>
                </a:extLst>
              </p:cNvPr>
              <p:cNvGrpSpPr/>
              <p:nvPr/>
            </p:nvGrpSpPr>
            <p:grpSpPr>
              <a:xfrm>
                <a:off x="2581921" y="1993537"/>
                <a:ext cx="1031930" cy="191990"/>
                <a:chOff x="2375242" y="1807509"/>
                <a:chExt cx="1031930" cy="191990"/>
              </a:xfrm>
            </p:grpSpPr>
            <p:sp>
              <p:nvSpPr>
                <p:cNvPr id="393" name="橢圓 392">
                  <a:extLst>
                    <a:ext uri="{FF2B5EF4-FFF2-40B4-BE49-F238E27FC236}">
                      <a16:creationId xmlns:a16="http://schemas.microsoft.com/office/drawing/2014/main" id="{7E7B7A2D-02F5-40B5-82FB-0CFD174A5AA8}"/>
                    </a:ext>
                  </a:extLst>
                </p:cNvPr>
                <p:cNvSpPr/>
                <p:nvPr/>
              </p:nvSpPr>
              <p:spPr>
                <a:xfrm>
                  <a:off x="2841945" y="1807749"/>
                  <a:ext cx="565227" cy="191750"/>
                </a:xfrm>
                <a:prstGeom prst="ellipse">
                  <a:avLst/>
                </a:prstGeom>
                <a:solidFill>
                  <a:srgbClr val="B8C9E9"/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6" name="手繪多邊形: 圖案 395">
                  <a:extLst>
                    <a:ext uri="{FF2B5EF4-FFF2-40B4-BE49-F238E27FC236}">
                      <a16:creationId xmlns:a16="http://schemas.microsoft.com/office/drawing/2014/main" id="{B474592B-529F-45F5-BC97-3762B25E6E4F}"/>
                    </a:ext>
                  </a:extLst>
                </p:cNvPr>
                <p:cNvSpPr/>
                <p:nvPr/>
              </p:nvSpPr>
              <p:spPr>
                <a:xfrm>
                  <a:off x="2841942" y="1900677"/>
                  <a:ext cx="1601" cy="5897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99" name="橢圓 398">
                  <a:extLst>
                    <a:ext uri="{FF2B5EF4-FFF2-40B4-BE49-F238E27FC236}">
                      <a16:creationId xmlns:a16="http://schemas.microsoft.com/office/drawing/2014/main" id="{EAE7CB9B-8EF1-48FF-B758-D8C38A5D334C}"/>
                    </a:ext>
                  </a:extLst>
                </p:cNvPr>
                <p:cNvSpPr/>
                <p:nvPr/>
              </p:nvSpPr>
              <p:spPr>
                <a:xfrm>
                  <a:off x="2375242" y="1807509"/>
                  <a:ext cx="468302" cy="191990"/>
                </a:xfrm>
                <a:prstGeom prst="ellipse">
                  <a:avLst/>
                </a:prstGeom>
                <a:solidFill>
                  <a:srgbClr val="B8C9E9"/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0" name="橢圓 399">
                  <a:extLst>
                    <a:ext uri="{FF2B5EF4-FFF2-40B4-BE49-F238E27FC236}">
                      <a16:creationId xmlns:a16="http://schemas.microsoft.com/office/drawing/2014/main" id="{686882F2-1167-4B90-AC2E-FE72B022717D}"/>
                    </a:ext>
                  </a:extLst>
                </p:cNvPr>
                <p:cNvSpPr/>
                <p:nvPr/>
              </p:nvSpPr>
              <p:spPr>
                <a:xfrm>
                  <a:off x="2802392" y="1819473"/>
                  <a:ext cx="80002" cy="168301"/>
                </a:xfrm>
                <a:prstGeom prst="ellipse">
                  <a:avLst/>
                </a:prstGeom>
                <a:solidFill>
                  <a:srgbClr val="B8C9E9"/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4" name="群組 33">
                <a:extLst>
                  <a:ext uri="{FF2B5EF4-FFF2-40B4-BE49-F238E27FC236}">
                    <a16:creationId xmlns:a16="http://schemas.microsoft.com/office/drawing/2014/main" id="{309157C4-678D-4778-A240-D06C60E05106}"/>
                  </a:ext>
                </a:extLst>
              </p:cNvPr>
              <p:cNvGrpSpPr/>
              <p:nvPr/>
            </p:nvGrpSpPr>
            <p:grpSpPr>
              <a:xfrm>
                <a:off x="2582509" y="2256676"/>
                <a:ext cx="1031340" cy="191990"/>
                <a:chOff x="5580474" y="1661567"/>
                <a:chExt cx="1031340" cy="191990"/>
              </a:xfrm>
            </p:grpSpPr>
            <p:sp>
              <p:nvSpPr>
                <p:cNvPr id="394" name="橢圓 393">
                  <a:extLst>
                    <a:ext uri="{FF2B5EF4-FFF2-40B4-BE49-F238E27FC236}">
                      <a16:creationId xmlns:a16="http://schemas.microsoft.com/office/drawing/2014/main" id="{D1CC51A4-5A17-4B13-9A70-BC5C8D556407}"/>
                    </a:ext>
                  </a:extLst>
                </p:cNvPr>
                <p:cNvSpPr/>
                <p:nvPr/>
              </p:nvSpPr>
              <p:spPr>
                <a:xfrm>
                  <a:off x="5580474" y="1661807"/>
                  <a:ext cx="467714" cy="191750"/>
                </a:xfrm>
                <a:prstGeom prst="ellipse">
                  <a:avLst/>
                </a:prstGeom>
                <a:solidFill>
                  <a:srgbClr val="2F5597"/>
                </a:solidFill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5" name="手繪多邊形: 圖案 394">
                  <a:extLst>
                    <a:ext uri="{FF2B5EF4-FFF2-40B4-BE49-F238E27FC236}">
                      <a16:creationId xmlns:a16="http://schemas.microsoft.com/office/drawing/2014/main" id="{93482F77-6559-4F4B-A620-8EFDEF32409E}"/>
                    </a:ext>
                  </a:extLst>
                </p:cNvPr>
                <p:cNvSpPr/>
                <p:nvPr/>
              </p:nvSpPr>
              <p:spPr>
                <a:xfrm>
                  <a:off x="6046586" y="1754733"/>
                  <a:ext cx="1601" cy="5897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97" name="橢圓 396">
                  <a:extLst>
                    <a:ext uri="{FF2B5EF4-FFF2-40B4-BE49-F238E27FC236}">
                      <a16:creationId xmlns:a16="http://schemas.microsoft.com/office/drawing/2014/main" id="{E96AAE39-1866-4BCC-B998-83464E2226C0}"/>
                    </a:ext>
                  </a:extLst>
                </p:cNvPr>
                <p:cNvSpPr/>
                <p:nvPr/>
              </p:nvSpPr>
              <p:spPr>
                <a:xfrm>
                  <a:off x="6046587" y="1661807"/>
                  <a:ext cx="565227" cy="191750"/>
                </a:xfrm>
                <a:prstGeom prst="ellipse">
                  <a:avLst/>
                </a:prstGeom>
                <a:solidFill>
                  <a:srgbClr val="2F5597"/>
                </a:solidFill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5" name="橢圓 404">
                  <a:extLst>
                    <a:ext uri="{FF2B5EF4-FFF2-40B4-BE49-F238E27FC236}">
                      <a16:creationId xmlns:a16="http://schemas.microsoft.com/office/drawing/2014/main" id="{C205299A-9C68-4EBF-BCBD-596DD43D82D8}"/>
                    </a:ext>
                  </a:extLst>
                </p:cNvPr>
                <p:cNvSpPr/>
                <p:nvPr/>
              </p:nvSpPr>
              <p:spPr>
                <a:xfrm>
                  <a:off x="5580474" y="1661567"/>
                  <a:ext cx="468302" cy="191990"/>
                </a:xfrm>
                <a:prstGeom prst="ellipse">
                  <a:avLst/>
                </a:prstGeom>
                <a:noFill/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6" name="橢圓 405">
                  <a:extLst>
                    <a:ext uri="{FF2B5EF4-FFF2-40B4-BE49-F238E27FC236}">
                      <a16:creationId xmlns:a16="http://schemas.microsoft.com/office/drawing/2014/main" id="{A76355B8-538D-45E4-8F16-8E6A07BDA4EE}"/>
                    </a:ext>
                  </a:extLst>
                </p:cNvPr>
                <p:cNvSpPr/>
                <p:nvPr/>
              </p:nvSpPr>
              <p:spPr>
                <a:xfrm>
                  <a:off x="6007036" y="1673531"/>
                  <a:ext cx="80002" cy="168301"/>
                </a:xfrm>
                <a:prstGeom prst="ellipse">
                  <a:avLst/>
                </a:prstGeom>
                <a:solidFill>
                  <a:srgbClr val="2F5597"/>
                </a:solidFill>
                <a:ln>
                  <a:solidFill>
                    <a:schemeClr val="accent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562" name="手繪多邊形: 圖案 561">
                <a:extLst>
                  <a:ext uri="{FF2B5EF4-FFF2-40B4-BE49-F238E27FC236}">
                    <a16:creationId xmlns:a16="http://schemas.microsoft.com/office/drawing/2014/main" id="{AA08720F-A7AD-4B24-8FFD-9CAC2493227B}"/>
                  </a:ext>
                </a:extLst>
              </p:cNvPr>
              <p:cNvSpPr/>
              <p:nvPr/>
            </p:nvSpPr>
            <p:spPr>
              <a:xfrm>
                <a:off x="3136264" y="1990775"/>
                <a:ext cx="411421" cy="191750"/>
              </a:xfrm>
              <a:custGeom>
                <a:avLst/>
                <a:gdLst>
                  <a:gd name="connsiteX0" fmla="*/ 194971 w 411421"/>
                  <a:gd name="connsiteY0" fmla="*/ 0 h 191750"/>
                  <a:gd name="connsiteX1" fmla="*/ 394809 w 411421"/>
                  <a:gd name="connsiteY1" fmla="*/ 28081 h 191750"/>
                  <a:gd name="connsiteX2" fmla="*/ 411421 w 411421"/>
                  <a:gd name="connsiteY2" fmla="*/ 34912 h 191750"/>
                  <a:gd name="connsiteX3" fmla="*/ 411421 w 411421"/>
                  <a:gd name="connsiteY3" fmla="*/ 156839 h 191750"/>
                  <a:gd name="connsiteX4" fmla="*/ 394809 w 411421"/>
                  <a:gd name="connsiteY4" fmla="*/ 163669 h 191750"/>
                  <a:gd name="connsiteX5" fmla="*/ 194971 w 411421"/>
                  <a:gd name="connsiteY5" fmla="*/ 191750 h 191750"/>
                  <a:gd name="connsiteX6" fmla="*/ 84965 w 411421"/>
                  <a:gd name="connsiteY6" fmla="*/ 184216 h 191750"/>
                  <a:gd name="connsiteX7" fmla="*/ 0 w 411421"/>
                  <a:gd name="connsiteY7" fmla="*/ 164782 h 191750"/>
                  <a:gd name="connsiteX8" fmla="*/ 0 w 411421"/>
                  <a:gd name="connsiteY8" fmla="*/ 26968 h 191750"/>
                  <a:gd name="connsiteX9" fmla="*/ 84965 w 411421"/>
                  <a:gd name="connsiteY9" fmla="*/ 7534 h 191750"/>
                  <a:gd name="connsiteX10" fmla="*/ 194971 w 411421"/>
                  <a:gd name="connsiteY10" fmla="*/ 0 h 19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11421" h="191750">
                    <a:moveTo>
                      <a:pt x="194971" y="0"/>
                    </a:moveTo>
                    <a:cubicBezTo>
                      <a:pt x="273013" y="0"/>
                      <a:pt x="343666" y="10731"/>
                      <a:pt x="394809" y="28081"/>
                    </a:cubicBezTo>
                    <a:lnTo>
                      <a:pt x="411421" y="34912"/>
                    </a:lnTo>
                    <a:lnTo>
                      <a:pt x="411421" y="156839"/>
                    </a:lnTo>
                    <a:lnTo>
                      <a:pt x="394809" y="163669"/>
                    </a:lnTo>
                    <a:cubicBezTo>
                      <a:pt x="343666" y="181019"/>
                      <a:pt x="273013" y="191750"/>
                      <a:pt x="194971" y="191750"/>
                    </a:cubicBezTo>
                    <a:cubicBezTo>
                      <a:pt x="155950" y="191750"/>
                      <a:pt x="118777" y="189067"/>
                      <a:pt x="84965" y="184216"/>
                    </a:cubicBezTo>
                    <a:lnTo>
                      <a:pt x="0" y="164782"/>
                    </a:lnTo>
                    <a:lnTo>
                      <a:pt x="0" y="26968"/>
                    </a:lnTo>
                    <a:lnTo>
                      <a:pt x="84965" y="7534"/>
                    </a:lnTo>
                    <a:cubicBezTo>
                      <a:pt x="118777" y="2683"/>
                      <a:pt x="155950" y="0"/>
                      <a:pt x="194971" y="0"/>
                    </a:cubicBezTo>
                    <a:close/>
                  </a:path>
                </a:pathLst>
              </a:cu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1" name="矩形: 圓角 340">
                <a:extLst>
                  <a:ext uri="{FF2B5EF4-FFF2-40B4-BE49-F238E27FC236}">
                    <a16:creationId xmlns:a16="http://schemas.microsoft.com/office/drawing/2014/main" id="{0595183C-4F59-4036-BF93-17AFEC0A3743}"/>
                  </a:ext>
                </a:extLst>
              </p:cNvPr>
              <p:cNvSpPr/>
              <p:nvPr/>
            </p:nvSpPr>
            <p:spPr>
              <a:xfrm>
                <a:off x="3100064" y="1935602"/>
                <a:ext cx="290080" cy="567211"/>
              </a:xfrm>
              <a:prstGeom prst="round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585" name="圖形 584" descr="女性形象 以實心填滿">
                <a:extLst>
                  <a:ext uri="{FF2B5EF4-FFF2-40B4-BE49-F238E27FC236}">
                    <a16:creationId xmlns:a16="http://schemas.microsoft.com/office/drawing/2014/main" id="{1A99A7DD-E392-4175-AF99-21A565992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203126" y="1894817"/>
                <a:ext cx="325637" cy="325637"/>
              </a:xfrm>
              <a:prstGeom prst="rect">
                <a:avLst/>
              </a:prstGeom>
            </p:spPr>
          </p:pic>
          <p:pic>
            <p:nvPicPr>
              <p:cNvPr id="586" name="圖形 585" descr="男性形象 以實心填滿">
                <a:extLst>
                  <a:ext uri="{FF2B5EF4-FFF2-40B4-BE49-F238E27FC236}">
                    <a16:creationId xmlns:a16="http://schemas.microsoft.com/office/drawing/2014/main" id="{C764B6F7-399C-46F1-80B7-729DB8F01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203127" y="2248732"/>
                <a:ext cx="325637" cy="325637"/>
              </a:xfrm>
              <a:prstGeom prst="rect">
                <a:avLst/>
              </a:prstGeom>
            </p:spPr>
          </p:pic>
        </p:grpSp>
        <p:grpSp>
          <p:nvGrpSpPr>
            <p:cNvPr id="1852" name="群組 1851">
              <a:extLst>
                <a:ext uri="{FF2B5EF4-FFF2-40B4-BE49-F238E27FC236}">
                  <a16:creationId xmlns:a16="http://schemas.microsoft.com/office/drawing/2014/main" id="{FB6D4CC6-8847-4C90-9CDC-FDF388E64247}"/>
                </a:ext>
              </a:extLst>
            </p:cNvPr>
            <p:cNvGrpSpPr/>
            <p:nvPr/>
          </p:nvGrpSpPr>
          <p:grpSpPr>
            <a:xfrm>
              <a:off x="2678378" y="1159528"/>
              <a:ext cx="805235" cy="1146625"/>
              <a:chOff x="3060137" y="1644513"/>
              <a:chExt cx="1160646" cy="1146625"/>
            </a:xfrm>
          </p:grpSpPr>
          <p:cxnSp>
            <p:nvCxnSpPr>
              <p:cNvPr id="1853" name="直線接點 1852">
                <a:extLst>
                  <a:ext uri="{FF2B5EF4-FFF2-40B4-BE49-F238E27FC236}">
                    <a16:creationId xmlns:a16="http://schemas.microsoft.com/office/drawing/2014/main" id="{554D87C9-7869-47CC-BD62-A311DDC689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0137" y="2498202"/>
                <a:ext cx="1159344" cy="292936"/>
              </a:xfrm>
              <a:prstGeom prst="line">
                <a:avLst/>
              </a:prstGeom>
              <a:noFill/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54" name="直線接點 1853">
                <a:extLst>
                  <a:ext uri="{FF2B5EF4-FFF2-40B4-BE49-F238E27FC236}">
                    <a16:creationId xmlns:a16="http://schemas.microsoft.com/office/drawing/2014/main" id="{70201660-1AFE-48F5-9A93-45E09A5472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60137" y="1644513"/>
                <a:ext cx="1160646" cy="324300"/>
              </a:xfrm>
              <a:prstGeom prst="line">
                <a:avLst/>
              </a:prstGeom>
              <a:noFill/>
              <a:ln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3329" name="群組 3328">
            <a:extLst>
              <a:ext uri="{FF2B5EF4-FFF2-40B4-BE49-F238E27FC236}">
                <a16:creationId xmlns:a16="http://schemas.microsoft.com/office/drawing/2014/main" id="{23060897-245A-4470-91B5-6ABF423BE455}"/>
              </a:ext>
            </a:extLst>
          </p:cNvPr>
          <p:cNvGrpSpPr/>
          <p:nvPr/>
        </p:nvGrpSpPr>
        <p:grpSpPr>
          <a:xfrm>
            <a:off x="4015383" y="2806647"/>
            <a:ext cx="6101628" cy="954515"/>
            <a:chOff x="4015383" y="1339363"/>
            <a:chExt cx="6101628" cy="954515"/>
          </a:xfrm>
        </p:grpSpPr>
        <p:sp>
          <p:nvSpPr>
            <p:cNvPr id="3330" name="箭號: 五邊形 3329">
              <a:extLst>
                <a:ext uri="{FF2B5EF4-FFF2-40B4-BE49-F238E27FC236}">
                  <a16:creationId xmlns:a16="http://schemas.microsoft.com/office/drawing/2014/main" id="{32823F9F-DB63-4B37-8771-A67937041590}"/>
                </a:ext>
              </a:extLst>
            </p:cNvPr>
            <p:cNvSpPr/>
            <p:nvPr/>
          </p:nvSpPr>
          <p:spPr>
            <a:xfrm>
              <a:off x="7686645" y="1787120"/>
              <a:ext cx="5869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31" name="箭號: 五邊形 3330">
              <a:extLst>
                <a:ext uri="{FF2B5EF4-FFF2-40B4-BE49-F238E27FC236}">
                  <a16:creationId xmlns:a16="http://schemas.microsoft.com/office/drawing/2014/main" id="{8813B2F1-F1D5-4337-B0A4-24E5B95C621E}"/>
                </a:ext>
              </a:extLst>
            </p:cNvPr>
            <p:cNvSpPr/>
            <p:nvPr/>
          </p:nvSpPr>
          <p:spPr>
            <a:xfrm>
              <a:off x="7479126" y="1787120"/>
              <a:ext cx="19423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32" name="直線接點 3331">
              <a:extLst>
                <a:ext uri="{FF2B5EF4-FFF2-40B4-BE49-F238E27FC236}">
                  <a16:creationId xmlns:a16="http://schemas.microsoft.com/office/drawing/2014/main" id="{3436FF64-767F-4299-8D1E-DFB32D202FD4}"/>
                </a:ext>
              </a:extLst>
            </p:cNvPr>
            <p:cNvCxnSpPr>
              <a:cxnSpLocks/>
            </p:cNvCxnSpPr>
            <p:nvPr/>
          </p:nvCxnSpPr>
          <p:spPr>
            <a:xfrm>
              <a:off x="7476687" y="178360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3" name="手繪多邊形: 圖案 3332">
              <a:extLst>
                <a:ext uri="{FF2B5EF4-FFF2-40B4-BE49-F238E27FC236}">
                  <a16:creationId xmlns:a16="http://schemas.microsoft.com/office/drawing/2014/main" id="{E1AA33B2-C657-49CD-80C8-DE8F7015ADDA}"/>
                </a:ext>
              </a:extLst>
            </p:cNvPr>
            <p:cNvSpPr/>
            <p:nvPr/>
          </p:nvSpPr>
          <p:spPr>
            <a:xfrm>
              <a:off x="8242732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334" name="箭號: 五邊形 3333">
              <a:extLst>
                <a:ext uri="{FF2B5EF4-FFF2-40B4-BE49-F238E27FC236}">
                  <a16:creationId xmlns:a16="http://schemas.microsoft.com/office/drawing/2014/main" id="{A87A31BC-6EFF-40CD-9C6C-CF5F0238A547}"/>
                </a:ext>
              </a:extLst>
            </p:cNvPr>
            <p:cNvSpPr/>
            <p:nvPr/>
          </p:nvSpPr>
          <p:spPr>
            <a:xfrm>
              <a:off x="4077482" y="1787120"/>
              <a:ext cx="376710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35" name="箭號: 五邊形 3334">
              <a:extLst>
                <a:ext uri="{FF2B5EF4-FFF2-40B4-BE49-F238E27FC236}">
                  <a16:creationId xmlns:a16="http://schemas.microsoft.com/office/drawing/2014/main" id="{54AC2CA1-CDA9-4491-9D5C-33824F085153}"/>
                </a:ext>
              </a:extLst>
            </p:cNvPr>
            <p:cNvSpPr/>
            <p:nvPr/>
          </p:nvSpPr>
          <p:spPr>
            <a:xfrm>
              <a:off x="4476792" y="1787120"/>
              <a:ext cx="51908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36" name="手繪多邊形: 圖案 3335">
              <a:extLst>
                <a:ext uri="{FF2B5EF4-FFF2-40B4-BE49-F238E27FC236}">
                  <a16:creationId xmlns:a16="http://schemas.microsoft.com/office/drawing/2014/main" id="{EC02EAF1-EE70-4FC2-8619-F848422F45CC}"/>
                </a:ext>
              </a:extLst>
            </p:cNvPr>
            <p:cNvSpPr/>
            <p:nvPr/>
          </p:nvSpPr>
          <p:spPr>
            <a:xfrm>
              <a:off x="4962870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337" name="箭號: 五邊形 3336">
              <a:extLst>
                <a:ext uri="{FF2B5EF4-FFF2-40B4-BE49-F238E27FC236}">
                  <a16:creationId xmlns:a16="http://schemas.microsoft.com/office/drawing/2014/main" id="{B17628D7-0ADD-43E2-9E4D-520731201AC0}"/>
                </a:ext>
              </a:extLst>
            </p:cNvPr>
            <p:cNvSpPr/>
            <p:nvPr/>
          </p:nvSpPr>
          <p:spPr>
            <a:xfrm>
              <a:off x="6207906" y="1787120"/>
              <a:ext cx="13582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38" name="直線接點 3337">
              <a:extLst>
                <a:ext uri="{FF2B5EF4-FFF2-40B4-BE49-F238E27FC236}">
                  <a16:creationId xmlns:a16="http://schemas.microsoft.com/office/drawing/2014/main" id="{BEC0A4FD-B09B-4ECD-A412-5C434E2B0F8D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6" y="178360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9" name="箭號: 五邊形 3338">
              <a:extLst>
                <a:ext uri="{FF2B5EF4-FFF2-40B4-BE49-F238E27FC236}">
                  <a16:creationId xmlns:a16="http://schemas.microsoft.com/office/drawing/2014/main" id="{D5780909-9AEC-4BBC-A162-9170000CD6AA}"/>
                </a:ext>
              </a:extLst>
            </p:cNvPr>
            <p:cNvSpPr/>
            <p:nvPr/>
          </p:nvSpPr>
          <p:spPr>
            <a:xfrm>
              <a:off x="6370177" y="1787120"/>
              <a:ext cx="35431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40" name="手繪多邊形: 圖案 3339">
              <a:extLst>
                <a:ext uri="{FF2B5EF4-FFF2-40B4-BE49-F238E27FC236}">
                  <a16:creationId xmlns:a16="http://schemas.microsoft.com/office/drawing/2014/main" id="{41A9ACD8-2F2A-444F-9A0E-215E0B0CECF2}"/>
                </a:ext>
              </a:extLst>
            </p:cNvPr>
            <p:cNvSpPr/>
            <p:nvPr/>
          </p:nvSpPr>
          <p:spPr>
            <a:xfrm>
              <a:off x="6692218" y="178027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3341" name="直線接點 3340">
              <a:extLst>
                <a:ext uri="{FF2B5EF4-FFF2-40B4-BE49-F238E27FC236}">
                  <a16:creationId xmlns:a16="http://schemas.microsoft.com/office/drawing/2014/main" id="{4AE3CD08-29A4-4C6F-A768-F65264282F9D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8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2" name="直線接點 3341">
              <a:extLst>
                <a:ext uri="{FF2B5EF4-FFF2-40B4-BE49-F238E27FC236}">
                  <a16:creationId xmlns:a16="http://schemas.microsoft.com/office/drawing/2014/main" id="{7E7E2AF6-120F-49D6-96CC-47B4CA43E29A}"/>
                </a:ext>
              </a:extLst>
            </p:cNvPr>
            <p:cNvCxnSpPr>
              <a:cxnSpLocks/>
            </p:cNvCxnSpPr>
            <p:nvPr/>
          </p:nvCxnSpPr>
          <p:spPr>
            <a:xfrm>
              <a:off x="6400346" y="178193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3" name="直線接點 3342">
              <a:extLst>
                <a:ext uri="{FF2B5EF4-FFF2-40B4-BE49-F238E27FC236}">
                  <a16:creationId xmlns:a16="http://schemas.microsoft.com/office/drawing/2014/main" id="{705655CA-D6EE-45A7-B017-2EF155AB14E4}"/>
                </a:ext>
              </a:extLst>
            </p:cNvPr>
            <p:cNvCxnSpPr>
              <a:cxnSpLocks/>
            </p:cNvCxnSpPr>
            <p:nvPr/>
          </p:nvCxnSpPr>
          <p:spPr>
            <a:xfrm>
              <a:off x="7519444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4" name="直線接點 3343">
              <a:extLst>
                <a:ext uri="{FF2B5EF4-FFF2-40B4-BE49-F238E27FC236}">
                  <a16:creationId xmlns:a16="http://schemas.microsoft.com/office/drawing/2014/main" id="{E91F9F93-5E03-49A6-8652-1033AA018C2A}"/>
                </a:ext>
              </a:extLst>
            </p:cNvPr>
            <p:cNvCxnSpPr>
              <a:cxnSpLocks/>
            </p:cNvCxnSpPr>
            <p:nvPr/>
          </p:nvCxnSpPr>
          <p:spPr>
            <a:xfrm>
              <a:off x="7537727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5" name="直線接點 3344">
              <a:extLst>
                <a:ext uri="{FF2B5EF4-FFF2-40B4-BE49-F238E27FC236}">
                  <a16:creationId xmlns:a16="http://schemas.microsoft.com/office/drawing/2014/main" id="{7D96E7BD-BB60-4B68-BD06-D129458BA69A}"/>
                </a:ext>
              </a:extLst>
            </p:cNvPr>
            <p:cNvCxnSpPr>
              <a:cxnSpLocks/>
            </p:cNvCxnSpPr>
            <p:nvPr/>
          </p:nvCxnSpPr>
          <p:spPr>
            <a:xfrm>
              <a:off x="7500438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6" name="直線接點 3345">
              <a:extLst>
                <a:ext uri="{FF2B5EF4-FFF2-40B4-BE49-F238E27FC236}">
                  <a16:creationId xmlns:a16="http://schemas.microsoft.com/office/drawing/2014/main" id="{349290AF-586A-41BC-97FE-453BB642F025}"/>
                </a:ext>
              </a:extLst>
            </p:cNvPr>
            <p:cNvCxnSpPr>
              <a:cxnSpLocks/>
            </p:cNvCxnSpPr>
            <p:nvPr/>
          </p:nvCxnSpPr>
          <p:spPr>
            <a:xfrm>
              <a:off x="7559761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7" name="直線接點 3346">
              <a:extLst>
                <a:ext uri="{FF2B5EF4-FFF2-40B4-BE49-F238E27FC236}">
                  <a16:creationId xmlns:a16="http://schemas.microsoft.com/office/drawing/2014/main" id="{5E2879B2-CA75-4079-9EA6-E2F9D0A7F0DC}"/>
                </a:ext>
              </a:extLst>
            </p:cNvPr>
            <p:cNvCxnSpPr>
              <a:cxnSpLocks/>
            </p:cNvCxnSpPr>
            <p:nvPr/>
          </p:nvCxnSpPr>
          <p:spPr>
            <a:xfrm>
              <a:off x="7611983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8" name="直線接點 3347">
              <a:extLst>
                <a:ext uri="{FF2B5EF4-FFF2-40B4-BE49-F238E27FC236}">
                  <a16:creationId xmlns:a16="http://schemas.microsoft.com/office/drawing/2014/main" id="{0BD2C5D2-E1E9-4E55-9024-85B8D14A560F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67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49" name="直線接點 3348">
              <a:extLst>
                <a:ext uri="{FF2B5EF4-FFF2-40B4-BE49-F238E27FC236}">
                  <a16:creationId xmlns:a16="http://schemas.microsoft.com/office/drawing/2014/main" id="{A8B37C0B-C392-4B90-A00E-4F0DAE9F63D2}"/>
                </a:ext>
              </a:extLst>
            </p:cNvPr>
            <p:cNvCxnSpPr>
              <a:cxnSpLocks/>
            </p:cNvCxnSpPr>
            <p:nvPr/>
          </p:nvCxnSpPr>
          <p:spPr>
            <a:xfrm>
              <a:off x="7592977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0" name="直線接點 3349">
              <a:extLst>
                <a:ext uri="{FF2B5EF4-FFF2-40B4-BE49-F238E27FC236}">
                  <a16:creationId xmlns:a16="http://schemas.microsoft.com/office/drawing/2014/main" id="{C0D1AF44-EF1B-4078-9E9C-BEE488D7FBFC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1" name="直線接點 3350">
              <a:extLst>
                <a:ext uri="{FF2B5EF4-FFF2-40B4-BE49-F238E27FC236}">
                  <a16:creationId xmlns:a16="http://schemas.microsoft.com/office/drawing/2014/main" id="{D9D83A05-19B2-4F3E-9B72-F2F8D312644E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3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2" name="直線接點 3351">
              <a:extLst>
                <a:ext uri="{FF2B5EF4-FFF2-40B4-BE49-F238E27FC236}">
                  <a16:creationId xmlns:a16="http://schemas.microsoft.com/office/drawing/2014/main" id="{A2C5A557-7D46-4582-9844-485B8A2CEB8D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6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3" name="直線接點 3352">
              <a:extLst>
                <a:ext uri="{FF2B5EF4-FFF2-40B4-BE49-F238E27FC236}">
                  <a16:creationId xmlns:a16="http://schemas.microsoft.com/office/drawing/2014/main" id="{E5AFFDDF-6B5D-46AC-AB7A-1BCABD6B8291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4" name="直線接點 3353">
              <a:extLst>
                <a:ext uri="{FF2B5EF4-FFF2-40B4-BE49-F238E27FC236}">
                  <a16:creationId xmlns:a16="http://schemas.microsoft.com/office/drawing/2014/main" id="{0203BF3A-0CBE-496C-A600-550513E9916E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0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5" name="直線接點 3354">
              <a:extLst>
                <a:ext uri="{FF2B5EF4-FFF2-40B4-BE49-F238E27FC236}">
                  <a16:creationId xmlns:a16="http://schemas.microsoft.com/office/drawing/2014/main" id="{CB9C2B18-5FC0-4FF6-930B-594C0233B139}"/>
                </a:ext>
              </a:extLst>
            </p:cNvPr>
            <p:cNvCxnSpPr>
              <a:cxnSpLocks/>
            </p:cNvCxnSpPr>
            <p:nvPr/>
          </p:nvCxnSpPr>
          <p:spPr>
            <a:xfrm>
              <a:off x="8172912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6" name="直線接點 3355">
              <a:extLst>
                <a:ext uri="{FF2B5EF4-FFF2-40B4-BE49-F238E27FC236}">
                  <a16:creationId xmlns:a16="http://schemas.microsoft.com/office/drawing/2014/main" id="{FAB36A79-5BFA-42C6-A617-22D3ACD54245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6" y="177830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7" name="直線接點 3356">
              <a:extLst>
                <a:ext uri="{FF2B5EF4-FFF2-40B4-BE49-F238E27FC236}">
                  <a16:creationId xmlns:a16="http://schemas.microsoft.com/office/drawing/2014/main" id="{01538740-8EEE-4FC8-B5CD-05EFE4641D61}"/>
                </a:ext>
              </a:extLst>
            </p:cNvPr>
            <p:cNvCxnSpPr>
              <a:cxnSpLocks/>
            </p:cNvCxnSpPr>
            <p:nvPr/>
          </p:nvCxnSpPr>
          <p:spPr>
            <a:xfrm>
              <a:off x="8153906" y="1778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8" name="直線接點 3357">
              <a:extLst>
                <a:ext uri="{FF2B5EF4-FFF2-40B4-BE49-F238E27FC236}">
                  <a16:creationId xmlns:a16="http://schemas.microsoft.com/office/drawing/2014/main" id="{783281CF-FD7F-4575-857A-3833200CA423}"/>
                </a:ext>
              </a:extLst>
            </p:cNvPr>
            <p:cNvCxnSpPr>
              <a:cxnSpLocks/>
            </p:cNvCxnSpPr>
            <p:nvPr/>
          </p:nvCxnSpPr>
          <p:spPr>
            <a:xfrm>
              <a:off x="8213230" y="177830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59" name="直線接點 3358">
              <a:extLst>
                <a:ext uri="{FF2B5EF4-FFF2-40B4-BE49-F238E27FC236}">
                  <a16:creationId xmlns:a16="http://schemas.microsoft.com/office/drawing/2014/main" id="{69CE6DBA-15E2-472F-97B0-ABCAC518A0CF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77822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60" name="直線接點 3359">
              <a:extLst>
                <a:ext uri="{FF2B5EF4-FFF2-40B4-BE49-F238E27FC236}">
                  <a16:creationId xmlns:a16="http://schemas.microsoft.com/office/drawing/2014/main" id="{35038AAF-88A8-478E-8B99-309CA503627E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76538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61" name="直線接點 3360">
              <a:extLst>
                <a:ext uri="{FF2B5EF4-FFF2-40B4-BE49-F238E27FC236}">
                  <a16:creationId xmlns:a16="http://schemas.microsoft.com/office/drawing/2014/main" id="{FC25A800-90FE-4FBC-B6EE-436ADEF5AFCB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7806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62" name="直線接點 3361">
              <a:extLst>
                <a:ext uri="{FF2B5EF4-FFF2-40B4-BE49-F238E27FC236}">
                  <a16:creationId xmlns:a16="http://schemas.microsoft.com/office/drawing/2014/main" id="{F6B67A4B-8FA0-4E98-8ABE-6DEB4ED318BE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6" y="177822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363" name="箭號: 五邊形 3362">
              <a:extLst>
                <a:ext uri="{FF2B5EF4-FFF2-40B4-BE49-F238E27FC236}">
                  <a16:creationId xmlns:a16="http://schemas.microsoft.com/office/drawing/2014/main" id="{7E7DBD99-524A-48B7-BAFA-DC129E874110}"/>
                </a:ext>
              </a:extLst>
            </p:cNvPr>
            <p:cNvSpPr/>
            <p:nvPr/>
          </p:nvSpPr>
          <p:spPr>
            <a:xfrm>
              <a:off x="7144023" y="2042680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64" name="箭號: 五邊形 3363">
              <a:extLst>
                <a:ext uri="{FF2B5EF4-FFF2-40B4-BE49-F238E27FC236}">
                  <a16:creationId xmlns:a16="http://schemas.microsoft.com/office/drawing/2014/main" id="{DAE5AFBD-2113-47ED-9930-63B88B96CACB}"/>
                </a:ext>
              </a:extLst>
            </p:cNvPr>
            <p:cNvSpPr/>
            <p:nvPr/>
          </p:nvSpPr>
          <p:spPr>
            <a:xfrm>
              <a:off x="7673791" y="2042680"/>
              <a:ext cx="62679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65" name="箭號: 五邊形 3364">
              <a:extLst>
                <a:ext uri="{FF2B5EF4-FFF2-40B4-BE49-F238E27FC236}">
                  <a16:creationId xmlns:a16="http://schemas.microsoft.com/office/drawing/2014/main" id="{D2620922-39D9-4504-B514-1B016A25A320}"/>
                </a:ext>
              </a:extLst>
            </p:cNvPr>
            <p:cNvSpPr/>
            <p:nvPr/>
          </p:nvSpPr>
          <p:spPr>
            <a:xfrm>
              <a:off x="9217032" y="2042680"/>
              <a:ext cx="37783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66" name="箭號: 五邊形 3365">
              <a:extLst>
                <a:ext uri="{FF2B5EF4-FFF2-40B4-BE49-F238E27FC236}">
                  <a16:creationId xmlns:a16="http://schemas.microsoft.com/office/drawing/2014/main" id="{5CFEBF25-4A84-45FC-89DB-3B351C13E87E}"/>
                </a:ext>
              </a:extLst>
            </p:cNvPr>
            <p:cNvSpPr/>
            <p:nvPr/>
          </p:nvSpPr>
          <p:spPr>
            <a:xfrm>
              <a:off x="8799881" y="2042680"/>
              <a:ext cx="402930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67" name="箭號: 五邊形 3366">
              <a:extLst>
                <a:ext uri="{FF2B5EF4-FFF2-40B4-BE49-F238E27FC236}">
                  <a16:creationId xmlns:a16="http://schemas.microsoft.com/office/drawing/2014/main" id="{2E125C61-EA79-48B1-B14D-A58E4DC70C09}"/>
                </a:ext>
              </a:extLst>
            </p:cNvPr>
            <p:cNvSpPr/>
            <p:nvPr/>
          </p:nvSpPr>
          <p:spPr>
            <a:xfrm>
              <a:off x="8338849" y="2042680"/>
              <a:ext cx="4001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68" name="箭號: 五邊形 3367">
              <a:extLst>
                <a:ext uri="{FF2B5EF4-FFF2-40B4-BE49-F238E27FC236}">
                  <a16:creationId xmlns:a16="http://schemas.microsoft.com/office/drawing/2014/main" id="{4F7A3EAA-A91D-4893-8987-47E41157E2D6}"/>
                </a:ext>
              </a:extLst>
            </p:cNvPr>
            <p:cNvSpPr/>
            <p:nvPr/>
          </p:nvSpPr>
          <p:spPr>
            <a:xfrm>
              <a:off x="9710067" y="2042680"/>
              <a:ext cx="32626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69" name="直線接點 3368">
              <a:extLst>
                <a:ext uri="{FF2B5EF4-FFF2-40B4-BE49-F238E27FC236}">
                  <a16:creationId xmlns:a16="http://schemas.microsoft.com/office/drawing/2014/main" id="{4F0CFB3B-E3EB-4F38-BDD2-CFC2C6BF8347}"/>
                </a:ext>
              </a:extLst>
            </p:cNvPr>
            <p:cNvCxnSpPr>
              <a:cxnSpLocks/>
            </p:cNvCxnSpPr>
            <p:nvPr/>
          </p:nvCxnSpPr>
          <p:spPr>
            <a:xfrm>
              <a:off x="8344139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0" name="直線接點 3369">
              <a:extLst>
                <a:ext uri="{FF2B5EF4-FFF2-40B4-BE49-F238E27FC236}">
                  <a16:creationId xmlns:a16="http://schemas.microsoft.com/office/drawing/2014/main" id="{9345E0C7-5044-4FE5-AA6A-74B848DDD667}"/>
                </a:ext>
              </a:extLst>
            </p:cNvPr>
            <p:cNvCxnSpPr>
              <a:cxnSpLocks/>
            </p:cNvCxnSpPr>
            <p:nvPr/>
          </p:nvCxnSpPr>
          <p:spPr>
            <a:xfrm>
              <a:off x="8803286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1" name="箭號: 五邊形 3370">
              <a:extLst>
                <a:ext uri="{FF2B5EF4-FFF2-40B4-BE49-F238E27FC236}">
                  <a16:creationId xmlns:a16="http://schemas.microsoft.com/office/drawing/2014/main" id="{E5B3DD5D-5EBE-47A4-A5AF-563E48C683BF}"/>
                </a:ext>
              </a:extLst>
            </p:cNvPr>
            <p:cNvSpPr/>
            <p:nvPr/>
          </p:nvSpPr>
          <p:spPr>
            <a:xfrm>
              <a:off x="4199155" y="2042680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72" name="箭號: 五邊形 3371">
              <a:extLst>
                <a:ext uri="{FF2B5EF4-FFF2-40B4-BE49-F238E27FC236}">
                  <a16:creationId xmlns:a16="http://schemas.microsoft.com/office/drawing/2014/main" id="{BBC99BC8-6BD2-4E4B-B477-984EA7EB311E}"/>
                </a:ext>
              </a:extLst>
            </p:cNvPr>
            <p:cNvSpPr/>
            <p:nvPr/>
          </p:nvSpPr>
          <p:spPr>
            <a:xfrm>
              <a:off x="4728923" y="2042680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73" name="箭號: 五邊形 3372">
              <a:extLst>
                <a:ext uri="{FF2B5EF4-FFF2-40B4-BE49-F238E27FC236}">
                  <a16:creationId xmlns:a16="http://schemas.microsoft.com/office/drawing/2014/main" id="{EC4EB351-29F3-44FD-A414-C27AEC0DE614}"/>
                </a:ext>
              </a:extLst>
            </p:cNvPr>
            <p:cNvSpPr/>
            <p:nvPr/>
          </p:nvSpPr>
          <p:spPr>
            <a:xfrm>
              <a:off x="6272164" y="2042680"/>
              <a:ext cx="37783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74" name="箭號: 五邊形 3373">
              <a:extLst>
                <a:ext uri="{FF2B5EF4-FFF2-40B4-BE49-F238E27FC236}">
                  <a16:creationId xmlns:a16="http://schemas.microsoft.com/office/drawing/2014/main" id="{712DCC82-02D4-4E2D-A06D-0835CD7F08EB}"/>
                </a:ext>
              </a:extLst>
            </p:cNvPr>
            <p:cNvSpPr/>
            <p:nvPr/>
          </p:nvSpPr>
          <p:spPr>
            <a:xfrm>
              <a:off x="5858417" y="2042680"/>
              <a:ext cx="39952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75" name="箭號: 五邊形 3374">
              <a:extLst>
                <a:ext uri="{FF2B5EF4-FFF2-40B4-BE49-F238E27FC236}">
                  <a16:creationId xmlns:a16="http://schemas.microsoft.com/office/drawing/2014/main" id="{A364E19C-6B6F-4ABA-A418-31A742B67551}"/>
                </a:ext>
              </a:extLst>
            </p:cNvPr>
            <p:cNvSpPr/>
            <p:nvPr/>
          </p:nvSpPr>
          <p:spPr>
            <a:xfrm>
              <a:off x="5403404" y="2042680"/>
              <a:ext cx="43345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76" name="箭號: 五邊形 3375">
              <a:extLst>
                <a:ext uri="{FF2B5EF4-FFF2-40B4-BE49-F238E27FC236}">
                  <a16:creationId xmlns:a16="http://schemas.microsoft.com/office/drawing/2014/main" id="{C560EEFB-3C2E-41BE-9299-D7A2D5EDA19A}"/>
                </a:ext>
              </a:extLst>
            </p:cNvPr>
            <p:cNvSpPr/>
            <p:nvPr/>
          </p:nvSpPr>
          <p:spPr>
            <a:xfrm>
              <a:off x="6695764" y="2042680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77" name="直線接點 3376">
              <a:extLst>
                <a:ext uri="{FF2B5EF4-FFF2-40B4-BE49-F238E27FC236}">
                  <a16:creationId xmlns:a16="http://schemas.microsoft.com/office/drawing/2014/main" id="{CABD6BF7-A629-496C-8595-58DF5C994219}"/>
                </a:ext>
              </a:extLst>
            </p:cNvPr>
            <p:cNvCxnSpPr>
              <a:cxnSpLocks/>
            </p:cNvCxnSpPr>
            <p:nvPr/>
          </p:nvCxnSpPr>
          <p:spPr>
            <a:xfrm>
              <a:off x="5399272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8" name="直線接點 3377">
              <a:extLst>
                <a:ext uri="{FF2B5EF4-FFF2-40B4-BE49-F238E27FC236}">
                  <a16:creationId xmlns:a16="http://schemas.microsoft.com/office/drawing/2014/main" id="{19C99C83-968B-41F9-965B-785C295289B0}"/>
                </a:ext>
              </a:extLst>
            </p:cNvPr>
            <p:cNvCxnSpPr>
              <a:cxnSpLocks/>
            </p:cNvCxnSpPr>
            <p:nvPr/>
          </p:nvCxnSpPr>
          <p:spPr>
            <a:xfrm>
              <a:off x="5858523" y="20391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9" name="箭號: 五邊形 3378">
              <a:extLst>
                <a:ext uri="{FF2B5EF4-FFF2-40B4-BE49-F238E27FC236}">
                  <a16:creationId xmlns:a16="http://schemas.microsoft.com/office/drawing/2014/main" id="{848AEFFD-2DBD-43B4-9DF2-4FDC42818A21}"/>
                </a:ext>
              </a:extLst>
            </p:cNvPr>
            <p:cNvSpPr/>
            <p:nvPr/>
          </p:nvSpPr>
          <p:spPr>
            <a:xfrm>
              <a:off x="7262337" y="1961937"/>
              <a:ext cx="64956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0" name="箭號: 五邊形 3379">
              <a:extLst>
                <a:ext uri="{FF2B5EF4-FFF2-40B4-BE49-F238E27FC236}">
                  <a16:creationId xmlns:a16="http://schemas.microsoft.com/office/drawing/2014/main" id="{587A0848-881E-4717-B2B3-5FBBF94265CF}"/>
                </a:ext>
              </a:extLst>
            </p:cNvPr>
            <p:cNvSpPr/>
            <p:nvPr/>
          </p:nvSpPr>
          <p:spPr>
            <a:xfrm>
              <a:off x="6908344" y="1961937"/>
              <a:ext cx="32442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1" name="箭號: 五邊形 3380">
              <a:extLst>
                <a:ext uri="{FF2B5EF4-FFF2-40B4-BE49-F238E27FC236}">
                  <a16:creationId xmlns:a16="http://schemas.microsoft.com/office/drawing/2014/main" id="{4556B178-AA53-4434-B711-6552D24B4E08}"/>
                </a:ext>
              </a:extLst>
            </p:cNvPr>
            <p:cNvSpPr/>
            <p:nvPr/>
          </p:nvSpPr>
          <p:spPr>
            <a:xfrm>
              <a:off x="7941472" y="1961937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2" name="箭號: 五邊形 3381">
              <a:extLst>
                <a:ext uri="{FF2B5EF4-FFF2-40B4-BE49-F238E27FC236}">
                  <a16:creationId xmlns:a16="http://schemas.microsoft.com/office/drawing/2014/main" id="{11EA258E-855A-4E25-928E-8790A78FBF81}"/>
                </a:ext>
              </a:extLst>
            </p:cNvPr>
            <p:cNvSpPr/>
            <p:nvPr/>
          </p:nvSpPr>
          <p:spPr>
            <a:xfrm>
              <a:off x="9441803" y="1961937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3" name="箭號: 五邊形 3382">
              <a:extLst>
                <a:ext uri="{FF2B5EF4-FFF2-40B4-BE49-F238E27FC236}">
                  <a16:creationId xmlns:a16="http://schemas.microsoft.com/office/drawing/2014/main" id="{73BD662A-0B05-4738-AE60-0A16D6CE47A2}"/>
                </a:ext>
              </a:extLst>
            </p:cNvPr>
            <p:cNvSpPr/>
            <p:nvPr/>
          </p:nvSpPr>
          <p:spPr>
            <a:xfrm>
              <a:off x="9059979" y="1961937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4" name="箭號: 五邊形 3383">
              <a:extLst>
                <a:ext uri="{FF2B5EF4-FFF2-40B4-BE49-F238E27FC236}">
                  <a16:creationId xmlns:a16="http://schemas.microsoft.com/office/drawing/2014/main" id="{849805CB-5D67-4809-860A-2A1673805931}"/>
                </a:ext>
              </a:extLst>
            </p:cNvPr>
            <p:cNvSpPr/>
            <p:nvPr/>
          </p:nvSpPr>
          <p:spPr>
            <a:xfrm>
              <a:off x="8379081" y="1961937"/>
              <a:ext cx="48054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5" name="箭號: 五邊形 3384">
              <a:extLst>
                <a:ext uri="{FF2B5EF4-FFF2-40B4-BE49-F238E27FC236}">
                  <a16:creationId xmlns:a16="http://schemas.microsoft.com/office/drawing/2014/main" id="{72F7825B-0DBB-48C9-8A14-4F0B23F9F461}"/>
                </a:ext>
              </a:extLst>
            </p:cNvPr>
            <p:cNvSpPr/>
            <p:nvPr/>
          </p:nvSpPr>
          <p:spPr>
            <a:xfrm>
              <a:off x="9819318" y="1961937"/>
              <a:ext cx="26039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86" name="直線接點 3385">
              <a:extLst>
                <a:ext uri="{FF2B5EF4-FFF2-40B4-BE49-F238E27FC236}">
                  <a16:creationId xmlns:a16="http://schemas.microsoft.com/office/drawing/2014/main" id="{EE1807FE-8C6C-4FF8-BF3B-76879D82445D}"/>
                </a:ext>
              </a:extLst>
            </p:cNvPr>
            <p:cNvCxnSpPr>
              <a:cxnSpLocks/>
            </p:cNvCxnSpPr>
            <p:nvPr/>
          </p:nvCxnSpPr>
          <p:spPr>
            <a:xfrm>
              <a:off x="8376691" y="19584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7" name="手繪多邊形: 圖案 3386">
              <a:extLst>
                <a:ext uri="{FF2B5EF4-FFF2-40B4-BE49-F238E27FC236}">
                  <a16:creationId xmlns:a16="http://schemas.microsoft.com/office/drawing/2014/main" id="{E9A15B2B-A6C3-476E-BDB4-B233EF909089}"/>
                </a:ext>
              </a:extLst>
            </p:cNvPr>
            <p:cNvSpPr/>
            <p:nvPr/>
          </p:nvSpPr>
          <p:spPr>
            <a:xfrm>
              <a:off x="7206314" y="19550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388" name="箭號: 五邊形 3387">
              <a:extLst>
                <a:ext uri="{FF2B5EF4-FFF2-40B4-BE49-F238E27FC236}">
                  <a16:creationId xmlns:a16="http://schemas.microsoft.com/office/drawing/2014/main" id="{D2B6DE41-FB35-40FE-B1D0-864D0E07B989}"/>
                </a:ext>
              </a:extLst>
            </p:cNvPr>
            <p:cNvSpPr/>
            <p:nvPr/>
          </p:nvSpPr>
          <p:spPr>
            <a:xfrm>
              <a:off x="4482831" y="1961937"/>
              <a:ext cx="48420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89" name="箭號: 五邊形 3388">
              <a:extLst>
                <a:ext uri="{FF2B5EF4-FFF2-40B4-BE49-F238E27FC236}">
                  <a16:creationId xmlns:a16="http://schemas.microsoft.com/office/drawing/2014/main" id="{9391AF8F-C8D4-4B7E-A011-B3069F4BC759}"/>
                </a:ext>
              </a:extLst>
            </p:cNvPr>
            <p:cNvSpPr/>
            <p:nvPr/>
          </p:nvSpPr>
          <p:spPr>
            <a:xfrm>
              <a:off x="4015383" y="1961937"/>
              <a:ext cx="27251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90" name="箭號: 五邊形 3389">
              <a:extLst>
                <a:ext uri="{FF2B5EF4-FFF2-40B4-BE49-F238E27FC236}">
                  <a16:creationId xmlns:a16="http://schemas.microsoft.com/office/drawing/2014/main" id="{1090C2CB-2D0B-40F7-8DA7-60BED89141D1}"/>
                </a:ext>
              </a:extLst>
            </p:cNvPr>
            <p:cNvSpPr/>
            <p:nvPr/>
          </p:nvSpPr>
          <p:spPr>
            <a:xfrm>
              <a:off x="4996604" y="1961937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91" name="箭號: 五邊形 3390">
              <a:extLst>
                <a:ext uri="{FF2B5EF4-FFF2-40B4-BE49-F238E27FC236}">
                  <a16:creationId xmlns:a16="http://schemas.microsoft.com/office/drawing/2014/main" id="{5D97B421-818C-4D53-A932-95FEA7596F8A}"/>
                </a:ext>
              </a:extLst>
            </p:cNvPr>
            <p:cNvSpPr/>
            <p:nvPr/>
          </p:nvSpPr>
          <p:spPr>
            <a:xfrm>
              <a:off x="6496935" y="1961937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92" name="箭號: 五邊形 3391">
              <a:extLst>
                <a:ext uri="{FF2B5EF4-FFF2-40B4-BE49-F238E27FC236}">
                  <a16:creationId xmlns:a16="http://schemas.microsoft.com/office/drawing/2014/main" id="{9DEDD0BD-DF0F-43C5-857E-F054D3F4C571}"/>
                </a:ext>
              </a:extLst>
            </p:cNvPr>
            <p:cNvSpPr/>
            <p:nvPr/>
          </p:nvSpPr>
          <p:spPr>
            <a:xfrm>
              <a:off x="6014728" y="1961937"/>
              <a:ext cx="37783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393" name="箭號: 五邊形 3392">
              <a:extLst>
                <a:ext uri="{FF2B5EF4-FFF2-40B4-BE49-F238E27FC236}">
                  <a16:creationId xmlns:a16="http://schemas.microsoft.com/office/drawing/2014/main" id="{D70D2132-59DF-4B82-B142-AC6EFD21EC38}"/>
                </a:ext>
              </a:extLst>
            </p:cNvPr>
            <p:cNvSpPr/>
            <p:nvPr/>
          </p:nvSpPr>
          <p:spPr>
            <a:xfrm>
              <a:off x="5434213" y="1961937"/>
              <a:ext cx="48054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94" name="直線接點 3393">
              <a:extLst>
                <a:ext uri="{FF2B5EF4-FFF2-40B4-BE49-F238E27FC236}">
                  <a16:creationId xmlns:a16="http://schemas.microsoft.com/office/drawing/2014/main" id="{FDEDBBF5-C591-487A-9629-ACD889F4864E}"/>
                </a:ext>
              </a:extLst>
            </p:cNvPr>
            <p:cNvCxnSpPr>
              <a:cxnSpLocks/>
            </p:cNvCxnSpPr>
            <p:nvPr/>
          </p:nvCxnSpPr>
          <p:spPr>
            <a:xfrm>
              <a:off x="5431823" y="19584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5" name="手繪多邊形: 圖案 3394">
              <a:extLst>
                <a:ext uri="{FF2B5EF4-FFF2-40B4-BE49-F238E27FC236}">
                  <a16:creationId xmlns:a16="http://schemas.microsoft.com/office/drawing/2014/main" id="{172D974E-BD62-4731-8576-3B19A5BFF0B1}"/>
                </a:ext>
              </a:extLst>
            </p:cNvPr>
            <p:cNvSpPr/>
            <p:nvPr/>
          </p:nvSpPr>
          <p:spPr>
            <a:xfrm>
              <a:off x="4261436" y="19550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396" name="箭號: 五邊形 3395">
              <a:extLst>
                <a:ext uri="{FF2B5EF4-FFF2-40B4-BE49-F238E27FC236}">
                  <a16:creationId xmlns:a16="http://schemas.microsoft.com/office/drawing/2014/main" id="{E2D8A576-A63F-43EA-9BB4-15BB70032245}"/>
                </a:ext>
              </a:extLst>
            </p:cNvPr>
            <p:cNvSpPr/>
            <p:nvPr/>
          </p:nvSpPr>
          <p:spPr>
            <a:xfrm>
              <a:off x="7792060" y="1350079"/>
              <a:ext cx="1939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397" name="直線接點 3396">
              <a:extLst>
                <a:ext uri="{FF2B5EF4-FFF2-40B4-BE49-F238E27FC236}">
                  <a16:creationId xmlns:a16="http://schemas.microsoft.com/office/drawing/2014/main" id="{70AEC1E9-7EF5-4C3D-AF4F-CD3AD7CE32DE}"/>
                </a:ext>
              </a:extLst>
            </p:cNvPr>
            <p:cNvCxnSpPr>
              <a:cxnSpLocks/>
            </p:cNvCxnSpPr>
            <p:nvPr/>
          </p:nvCxnSpPr>
          <p:spPr>
            <a:xfrm>
              <a:off x="7789620" y="134656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98" name="手繪多邊形: 圖案 3397">
              <a:extLst>
                <a:ext uri="{FF2B5EF4-FFF2-40B4-BE49-F238E27FC236}">
                  <a16:creationId xmlns:a16="http://schemas.microsoft.com/office/drawing/2014/main" id="{E3C980E3-D63E-4917-9239-B9499D257059}"/>
                </a:ext>
              </a:extLst>
            </p:cNvPr>
            <p:cNvSpPr/>
            <p:nvPr/>
          </p:nvSpPr>
          <p:spPr>
            <a:xfrm>
              <a:off x="7953740" y="1343231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399" name="箭號: 五邊形 3398">
              <a:extLst>
                <a:ext uri="{FF2B5EF4-FFF2-40B4-BE49-F238E27FC236}">
                  <a16:creationId xmlns:a16="http://schemas.microsoft.com/office/drawing/2014/main" id="{355B1B4A-B780-4158-86B5-1B98BBEF8F84}"/>
                </a:ext>
              </a:extLst>
            </p:cNvPr>
            <p:cNvSpPr/>
            <p:nvPr/>
          </p:nvSpPr>
          <p:spPr>
            <a:xfrm>
              <a:off x="4214379" y="1350079"/>
              <a:ext cx="23981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00" name="箭號: 五邊形 3399">
              <a:extLst>
                <a:ext uri="{FF2B5EF4-FFF2-40B4-BE49-F238E27FC236}">
                  <a16:creationId xmlns:a16="http://schemas.microsoft.com/office/drawing/2014/main" id="{2E525EF2-18F4-4777-B373-CE7625B0C840}"/>
                </a:ext>
              </a:extLst>
            </p:cNvPr>
            <p:cNvSpPr/>
            <p:nvPr/>
          </p:nvSpPr>
          <p:spPr>
            <a:xfrm>
              <a:off x="4476792" y="1350079"/>
              <a:ext cx="51835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01" name="手繪多邊形: 圖案 3400">
              <a:extLst>
                <a:ext uri="{FF2B5EF4-FFF2-40B4-BE49-F238E27FC236}">
                  <a16:creationId xmlns:a16="http://schemas.microsoft.com/office/drawing/2014/main" id="{044AA7B7-9443-4839-94AC-1BCAF4E8343E}"/>
                </a:ext>
              </a:extLst>
            </p:cNvPr>
            <p:cNvSpPr/>
            <p:nvPr/>
          </p:nvSpPr>
          <p:spPr>
            <a:xfrm>
              <a:off x="4962856" y="1343231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02" name="箭號: 五邊形 3401">
              <a:extLst>
                <a:ext uri="{FF2B5EF4-FFF2-40B4-BE49-F238E27FC236}">
                  <a16:creationId xmlns:a16="http://schemas.microsoft.com/office/drawing/2014/main" id="{E77577B9-4C3E-4893-8506-63B49B5EB9BB}"/>
                </a:ext>
              </a:extLst>
            </p:cNvPr>
            <p:cNvSpPr/>
            <p:nvPr/>
          </p:nvSpPr>
          <p:spPr>
            <a:xfrm>
              <a:off x="7686646" y="1524895"/>
              <a:ext cx="41339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03" name="直線接點 3402">
              <a:extLst>
                <a:ext uri="{FF2B5EF4-FFF2-40B4-BE49-F238E27FC236}">
                  <a16:creationId xmlns:a16="http://schemas.microsoft.com/office/drawing/2014/main" id="{8A6C5133-770E-404D-ADE5-E6AB16B8548A}"/>
                </a:ext>
              </a:extLst>
            </p:cNvPr>
            <p:cNvCxnSpPr>
              <a:cxnSpLocks/>
            </p:cNvCxnSpPr>
            <p:nvPr/>
          </p:nvCxnSpPr>
          <p:spPr>
            <a:xfrm>
              <a:off x="7684206" y="15213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4" name="手繪多邊形: 圖案 3403">
              <a:extLst>
                <a:ext uri="{FF2B5EF4-FFF2-40B4-BE49-F238E27FC236}">
                  <a16:creationId xmlns:a16="http://schemas.microsoft.com/office/drawing/2014/main" id="{99992FD9-45AF-47E3-96A0-CF6FD7FF7595}"/>
                </a:ext>
              </a:extLst>
            </p:cNvPr>
            <p:cNvSpPr/>
            <p:nvPr/>
          </p:nvSpPr>
          <p:spPr>
            <a:xfrm>
              <a:off x="8067767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05" name="箭號: 五邊形 3404">
              <a:extLst>
                <a:ext uri="{FF2B5EF4-FFF2-40B4-BE49-F238E27FC236}">
                  <a16:creationId xmlns:a16="http://schemas.microsoft.com/office/drawing/2014/main" id="{3DFEC903-5CBA-467C-8EEA-87CBF3A94BC6}"/>
                </a:ext>
              </a:extLst>
            </p:cNvPr>
            <p:cNvSpPr/>
            <p:nvPr/>
          </p:nvSpPr>
          <p:spPr>
            <a:xfrm>
              <a:off x="4774110" y="1524895"/>
              <a:ext cx="221038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06" name="箭號: 五邊形 3405">
              <a:extLst>
                <a:ext uri="{FF2B5EF4-FFF2-40B4-BE49-F238E27FC236}">
                  <a16:creationId xmlns:a16="http://schemas.microsoft.com/office/drawing/2014/main" id="{1DCBCA58-95D3-4D2B-B79B-DA635BABC68E}"/>
                </a:ext>
              </a:extLst>
            </p:cNvPr>
            <p:cNvSpPr/>
            <p:nvPr/>
          </p:nvSpPr>
          <p:spPr>
            <a:xfrm>
              <a:off x="4257680" y="1524895"/>
              <a:ext cx="49534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07" name="手繪多邊形: 圖案 3406">
              <a:extLst>
                <a:ext uri="{FF2B5EF4-FFF2-40B4-BE49-F238E27FC236}">
                  <a16:creationId xmlns:a16="http://schemas.microsoft.com/office/drawing/2014/main" id="{60FEBF09-B9AB-491B-BCDB-28B5D3AFFC21}"/>
                </a:ext>
              </a:extLst>
            </p:cNvPr>
            <p:cNvSpPr/>
            <p:nvPr/>
          </p:nvSpPr>
          <p:spPr>
            <a:xfrm>
              <a:off x="4962871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08" name="箭號: 五邊形 3407">
              <a:extLst>
                <a:ext uri="{FF2B5EF4-FFF2-40B4-BE49-F238E27FC236}">
                  <a16:creationId xmlns:a16="http://schemas.microsoft.com/office/drawing/2014/main" id="{CEDCD952-99F5-4A9D-A97E-2C9AFD6387E3}"/>
                </a:ext>
              </a:extLst>
            </p:cNvPr>
            <p:cNvSpPr/>
            <p:nvPr/>
          </p:nvSpPr>
          <p:spPr>
            <a:xfrm>
              <a:off x="6207908" y="1524895"/>
              <a:ext cx="43465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09" name="直線接點 3408">
              <a:extLst>
                <a:ext uri="{FF2B5EF4-FFF2-40B4-BE49-F238E27FC236}">
                  <a16:creationId xmlns:a16="http://schemas.microsoft.com/office/drawing/2014/main" id="{EB756AFB-D7D8-4956-818F-1D8E1ABA95C9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8" y="15213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0" name="箭號: 五邊形 3409">
              <a:extLst>
                <a:ext uri="{FF2B5EF4-FFF2-40B4-BE49-F238E27FC236}">
                  <a16:creationId xmlns:a16="http://schemas.microsoft.com/office/drawing/2014/main" id="{EC7B8378-C9BB-42EB-9093-B299BE27137E}"/>
                </a:ext>
              </a:extLst>
            </p:cNvPr>
            <p:cNvSpPr/>
            <p:nvPr/>
          </p:nvSpPr>
          <p:spPr>
            <a:xfrm>
              <a:off x="6667516" y="1524895"/>
              <a:ext cx="5255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11" name="手繪多邊形: 圖案 3410">
              <a:extLst>
                <a:ext uri="{FF2B5EF4-FFF2-40B4-BE49-F238E27FC236}">
                  <a16:creationId xmlns:a16="http://schemas.microsoft.com/office/drawing/2014/main" id="{F99DDCCF-B23F-4A12-8C9C-27F0BA8650C0}"/>
                </a:ext>
              </a:extLst>
            </p:cNvPr>
            <p:cNvSpPr/>
            <p:nvPr/>
          </p:nvSpPr>
          <p:spPr>
            <a:xfrm>
              <a:off x="6692213" y="15180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12" name="箭號: 五邊形 3411">
              <a:extLst>
                <a:ext uri="{FF2B5EF4-FFF2-40B4-BE49-F238E27FC236}">
                  <a16:creationId xmlns:a16="http://schemas.microsoft.com/office/drawing/2014/main" id="{4056282F-C279-499A-BF29-01C6574D8C24}"/>
                </a:ext>
              </a:extLst>
            </p:cNvPr>
            <p:cNvSpPr/>
            <p:nvPr/>
          </p:nvSpPr>
          <p:spPr>
            <a:xfrm>
              <a:off x="7987446" y="1612041"/>
              <a:ext cx="17373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13" name="箭號: 五邊形 3412">
              <a:extLst>
                <a:ext uri="{FF2B5EF4-FFF2-40B4-BE49-F238E27FC236}">
                  <a16:creationId xmlns:a16="http://schemas.microsoft.com/office/drawing/2014/main" id="{F4B31CED-83DD-4C12-92EB-86B5A09A8B90}"/>
                </a:ext>
              </a:extLst>
            </p:cNvPr>
            <p:cNvSpPr/>
            <p:nvPr/>
          </p:nvSpPr>
          <p:spPr>
            <a:xfrm>
              <a:off x="7635033" y="1612304"/>
              <a:ext cx="3430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14" name="直線接點 3413">
              <a:extLst>
                <a:ext uri="{FF2B5EF4-FFF2-40B4-BE49-F238E27FC236}">
                  <a16:creationId xmlns:a16="http://schemas.microsoft.com/office/drawing/2014/main" id="{0528396C-C4BD-4A84-A563-D7AF4B1C06DE}"/>
                </a:ext>
              </a:extLst>
            </p:cNvPr>
            <p:cNvCxnSpPr>
              <a:cxnSpLocks/>
            </p:cNvCxnSpPr>
            <p:nvPr/>
          </p:nvCxnSpPr>
          <p:spPr>
            <a:xfrm>
              <a:off x="7632594" y="160878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15" name="手繪多邊形: 圖案 3414">
              <a:extLst>
                <a:ext uri="{FF2B5EF4-FFF2-40B4-BE49-F238E27FC236}">
                  <a16:creationId xmlns:a16="http://schemas.microsoft.com/office/drawing/2014/main" id="{BF9F48DD-F90F-4168-A1FF-4083CDCC35BE}"/>
                </a:ext>
              </a:extLst>
            </p:cNvPr>
            <p:cNvSpPr/>
            <p:nvPr/>
          </p:nvSpPr>
          <p:spPr>
            <a:xfrm>
              <a:off x="8131091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16" name="箭號: 五邊形 3415">
              <a:extLst>
                <a:ext uri="{FF2B5EF4-FFF2-40B4-BE49-F238E27FC236}">
                  <a16:creationId xmlns:a16="http://schemas.microsoft.com/office/drawing/2014/main" id="{89EB9D20-407E-4824-92D8-6B758F48E53D}"/>
                </a:ext>
              </a:extLst>
            </p:cNvPr>
            <p:cNvSpPr/>
            <p:nvPr/>
          </p:nvSpPr>
          <p:spPr>
            <a:xfrm>
              <a:off x="4318373" y="1612304"/>
              <a:ext cx="30742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17" name="箭號: 五邊形 3416">
              <a:extLst>
                <a:ext uri="{FF2B5EF4-FFF2-40B4-BE49-F238E27FC236}">
                  <a16:creationId xmlns:a16="http://schemas.microsoft.com/office/drawing/2014/main" id="{F8610C65-1A3B-46B6-B62A-38BF1C6BE1D2}"/>
                </a:ext>
              </a:extLst>
            </p:cNvPr>
            <p:cNvSpPr/>
            <p:nvPr/>
          </p:nvSpPr>
          <p:spPr>
            <a:xfrm>
              <a:off x="4132185" y="1612304"/>
              <a:ext cx="1564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18" name="箭號: 五邊形 3417">
              <a:extLst>
                <a:ext uri="{FF2B5EF4-FFF2-40B4-BE49-F238E27FC236}">
                  <a16:creationId xmlns:a16="http://schemas.microsoft.com/office/drawing/2014/main" id="{E0140B9C-CBF8-4CD1-9CC6-F7AEC50E0EF1}"/>
                </a:ext>
              </a:extLst>
            </p:cNvPr>
            <p:cNvSpPr/>
            <p:nvPr/>
          </p:nvSpPr>
          <p:spPr>
            <a:xfrm>
              <a:off x="4673180" y="1612304"/>
              <a:ext cx="32269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19" name="手繪多邊形: 圖案 3418">
              <a:extLst>
                <a:ext uri="{FF2B5EF4-FFF2-40B4-BE49-F238E27FC236}">
                  <a16:creationId xmlns:a16="http://schemas.microsoft.com/office/drawing/2014/main" id="{0A4D5D6A-4E92-44D7-85CF-F33FFD9AC03A}"/>
                </a:ext>
              </a:extLst>
            </p:cNvPr>
            <p:cNvSpPr/>
            <p:nvPr/>
          </p:nvSpPr>
          <p:spPr>
            <a:xfrm>
              <a:off x="4962870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20" name="箭號: 五邊形 3419">
              <a:extLst>
                <a:ext uri="{FF2B5EF4-FFF2-40B4-BE49-F238E27FC236}">
                  <a16:creationId xmlns:a16="http://schemas.microsoft.com/office/drawing/2014/main" id="{7EC975A3-9DB5-4482-84FE-661019959FA0}"/>
                </a:ext>
              </a:extLst>
            </p:cNvPr>
            <p:cNvSpPr/>
            <p:nvPr/>
          </p:nvSpPr>
          <p:spPr>
            <a:xfrm>
              <a:off x="6343725" y="1612304"/>
              <a:ext cx="19093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21" name="箭號: 五邊形 3420">
              <a:extLst>
                <a:ext uri="{FF2B5EF4-FFF2-40B4-BE49-F238E27FC236}">
                  <a16:creationId xmlns:a16="http://schemas.microsoft.com/office/drawing/2014/main" id="{56F2C863-D397-4E10-96CA-5179B5C2779F}"/>
                </a:ext>
              </a:extLst>
            </p:cNvPr>
            <p:cNvSpPr/>
            <p:nvPr/>
          </p:nvSpPr>
          <p:spPr>
            <a:xfrm>
              <a:off x="6207907" y="1612304"/>
              <a:ext cx="1283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22" name="直線接點 3421">
              <a:extLst>
                <a:ext uri="{FF2B5EF4-FFF2-40B4-BE49-F238E27FC236}">
                  <a16:creationId xmlns:a16="http://schemas.microsoft.com/office/drawing/2014/main" id="{BD6FB5DD-0D67-4D1E-8DA7-A8644B26C42E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3" y="160878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3" name="箭號: 五邊形 3422">
              <a:extLst>
                <a:ext uri="{FF2B5EF4-FFF2-40B4-BE49-F238E27FC236}">
                  <a16:creationId xmlns:a16="http://schemas.microsoft.com/office/drawing/2014/main" id="{9CF55DB5-5176-4F27-9EBA-228391768CF7}"/>
                </a:ext>
              </a:extLst>
            </p:cNvPr>
            <p:cNvSpPr/>
            <p:nvPr/>
          </p:nvSpPr>
          <p:spPr>
            <a:xfrm>
              <a:off x="6566563" y="1612304"/>
              <a:ext cx="15865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24" name="手繪多邊形: 圖案 3423">
              <a:extLst>
                <a:ext uri="{FF2B5EF4-FFF2-40B4-BE49-F238E27FC236}">
                  <a16:creationId xmlns:a16="http://schemas.microsoft.com/office/drawing/2014/main" id="{C77115CB-2550-4945-A616-A0A3086A5BD0}"/>
                </a:ext>
              </a:extLst>
            </p:cNvPr>
            <p:cNvSpPr/>
            <p:nvPr/>
          </p:nvSpPr>
          <p:spPr>
            <a:xfrm>
              <a:off x="6692187" y="160545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25" name="箭號: 五邊形 3424">
              <a:extLst>
                <a:ext uri="{FF2B5EF4-FFF2-40B4-BE49-F238E27FC236}">
                  <a16:creationId xmlns:a16="http://schemas.microsoft.com/office/drawing/2014/main" id="{491E9717-1ED6-421E-B1D3-B0980399041F}"/>
                </a:ext>
              </a:extLst>
            </p:cNvPr>
            <p:cNvSpPr/>
            <p:nvPr/>
          </p:nvSpPr>
          <p:spPr>
            <a:xfrm>
              <a:off x="7986198" y="1699712"/>
              <a:ext cx="23801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26" name="箭號: 五邊形 3425">
              <a:extLst>
                <a:ext uri="{FF2B5EF4-FFF2-40B4-BE49-F238E27FC236}">
                  <a16:creationId xmlns:a16="http://schemas.microsoft.com/office/drawing/2014/main" id="{5539C90F-CABC-454F-B66E-F2FF3FD4A0DE}"/>
                </a:ext>
              </a:extLst>
            </p:cNvPr>
            <p:cNvSpPr/>
            <p:nvPr/>
          </p:nvSpPr>
          <p:spPr>
            <a:xfrm>
              <a:off x="7585408" y="1699712"/>
              <a:ext cx="31627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27" name="直線接點 3426">
              <a:extLst>
                <a:ext uri="{FF2B5EF4-FFF2-40B4-BE49-F238E27FC236}">
                  <a16:creationId xmlns:a16="http://schemas.microsoft.com/office/drawing/2014/main" id="{4AE398A9-F439-42CF-B004-C8076FB0D1FF}"/>
                </a:ext>
              </a:extLst>
            </p:cNvPr>
            <p:cNvCxnSpPr>
              <a:cxnSpLocks/>
            </p:cNvCxnSpPr>
            <p:nvPr/>
          </p:nvCxnSpPr>
          <p:spPr>
            <a:xfrm>
              <a:off x="7582968" y="1696197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8" name="手繪多邊形: 圖案 3427">
              <a:extLst>
                <a:ext uri="{FF2B5EF4-FFF2-40B4-BE49-F238E27FC236}">
                  <a16:creationId xmlns:a16="http://schemas.microsoft.com/office/drawing/2014/main" id="{C02B1AA1-E32D-4DD1-A9D7-F9C8B3286A9D}"/>
                </a:ext>
              </a:extLst>
            </p:cNvPr>
            <p:cNvSpPr/>
            <p:nvPr/>
          </p:nvSpPr>
          <p:spPr>
            <a:xfrm>
              <a:off x="8192662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29" name="箭號: 五邊形 3428">
              <a:extLst>
                <a:ext uri="{FF2B5EF4-FFF2-40B4-BE49-F238E27FC236}">
                  <a16:creationId xmlns:a16="http://schemas.microsoft.com/office/drawing/2014/main" id="{30FBEF68-8DD5-49E9-A61E-ADFF5C78053D}"/>
                </a:ext>
              </a:extLst>
            </p:cNvPr>
            <p:cNvSpPr/>
            <p:nvPr/>
          </p:nvSpPr>
          <p:spPr>
            <a:xfrm>
              <a:off x="4161038" y="1699712"/>
              <a:ext cx="416302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0" name="箭號: 五邊形 3429">
              <a:extLst>
                <a:ext uri="{FF2B5EF4-FFF2-40B4-BE49-F238E27FC236}">
                  <a16:creationId xmlns:a16="http://schemas.microsoft.com/office/drawing/2014/main" id="{FED589F7-937A-4217-B10E-EDE36EE7C1A1}"/>
                </a:ext>
              </a:extLst>
            </p:cNvPr>
            <p:cNvSpPr/>
            <p:nvPr/>
          </p:nvSpPr>
          <p:spPr>
            <a:xfrm>
              <a:off x="4708634" y="1699712"/>
              <a:ext cx="289804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1" name="手繪多邊形: 圖案 3430">
              <a:extLst>
                <a:ext uri="{FF2B5EF4-FFF2-40B4-BE49-F238E27FC236}">
                  <a16:creationId xmlns:a16="http://schemas.microsoft.com/office/drawing/2014/main" id="{D35B73B3-1F53-4560-9AB0-59D582314E92}"/>
                </a:ext>
              </a:extLst>
            </p:cNvPr>
            <p:cNvSpPr/>
            <p:nvPr/>
          </p:nvSpPr>
          <p:spPr>
            <a:xfrm>
              <a:off x="4962871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32" name="箭號: 五邊形 3431">
              <a:extLst>
                <a:ext uri="{FF2B5EF4-FFF2-40B4-BE49-F238E27FC236}">
                  <a16:creationId xmlns:a16="http://schemas.microsoft.com/office/drawing/2014/main" id="{7A763183-09B5-4958-8AFE-F0A598471CE2}"/>
                </a:ext>
              </a:extLst>
            </p:cNvPr>
            <p:cNvSpPr/>
            <p:nvPr/>
          </p:nvSpPr>
          <p:spPr>
            <a:xfrm>
              <a:off x="6207907" y="1699712"/>
              <a:ext cx="2589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33" name="直線接點 3432">
              <a:extLst>
                <a:ext uri="{FF2B5EF4-FFF2-40B4-BE49-F238E27FC236}">
                  <a16:creationId xmlns:a16="http://schemas.microsoft.com/office/drawing/2014/main" id="{E0E738C1-174E-4C4C-BDEB-9C3B5E74F313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9" y="169619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34" name="箭號: 五邊形 3433">
              <a:extLst>
                <a:ext uri="{FF2B5EF4-FFF2-40B4-BE49-F238E27FC236}">
                  <a16:creationId xmlns:a16="http://schemas.microsoft.com/office/drawing/2014/main" id="{AEB57003-AEC3-4E33-A097-56E782E2D6E4}"/>
                </a:ext>
              </a:extLst>
            </p:cNvPr>
            <p:cNvSpPr/>
            <p:nvPr/>
          </p:nvSpPr>
          <p:spPr>
            <a:xfrm>
              <a:off x="6496129" y="1699712"/>
              <a:ext cx="22837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5" name="手繪多邊形: 圖案 3434">
              <a:extLst>
                <a:ext uri="{FF2B5EF4-FFF2-40B4-BE49-F238E27FC236}">
                  <a16:creationId xmlns:a16="http://schemas.microsoft.com/office/drawing/2014/main" id="{2F1C0621-B64B-47A8-B948-6AE5436DE541}"/>
                </a:ext>
              </a:extLst>
            </p:cNvPr>
            <p:cNvSpPr/>
            <p:nvPr/>
          </p:nvSpPr>
          <p:spPr>
            <a:xfrm>
              <a:off x="6692199" y="169286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36" name="箭號: 五邊形 3435">
              <a:extLst>
                <a:ext uri="{FF2B5EF4-FFF2-40B4-BE49-F238E27FC236}">
                  <a16:creationId xmlns:a16="http://schemas.microsoft.com/office/drawing/2014/main" id="{5E8C071F-8D69-47C6-B72E-298519ED7CB0}"/>
                </a:ext>
              </a:extLst>
            </p:cNvPr>
            <p:cNvSpPr/>
            <p:nvPr/>
          </p:nvSpPr>
          <p:spPr>
            <a:xfrm>
              <a:off x="7075989" y="1874528"/>
              <a:ext cx="44344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7" name="箭號: 五邊形 3436">
              <a:extLst>
                <a:ext uri="{FF2B5EF4-FFF2-40B4-BE49-F238E27FC236}">
                  <a16:creationId xmlns:a16="http://schemas.microsoft.com/office/drawing/2014/main" id="{9F65E510-7379-434B-86CC-FDD220AAC4A3}"/>
                </a:ext>
              </a:extLst>
            </p:cNvPr>
            <p:cNvSpPr/>
            <p:nvPr/>
          </p:nvSpPr>
          <p:spPr>
            <a:xfrm>
              <a:off x="8073330" y="1874528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8" name="箭號: 五邊形 3437">
              <a:extLst>
                <a:ext uri="{FF2B5EF4-FFF2-40B4-BE49-F238E27FC236}">
                  <a16:creationId xmlns:a16="http://schemas.microsoft.com/office/drawing/2014/main" id="{D2F7DC23-DD85-49AA-AE03-B870634C0B6B}"/>
                </a:ext>
              </a:extLst>
            </p:cNvPr>
            <p:cNvSpPr/>
            <p:nvPr/>
          </p:nvSpPr>
          <p:spPr>
            <a:xfrm>
              <a:off x="7532410" y="1874528"/>
              <a:ext cx="50976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39" name="箭號: 五邊形 3438">
              <a:extLst>
                <a:ext uri="{FF2B5EF4-FFF2-40B4-BE49-F238E27FC236}">
                  <a16:creationId xmlns:a16="http://schemas.microsoft.com/office/drawing/2014/main" id="{4E657B19-C279-47E9-9121-B9025BD78C75}"/>
                </a:ext>
              </a:extLst>
            </p:cNvPr>
            <p:cNvSpPr/>
            <p:nvPr/>
          </p:nvSpPr>
          <p:spPr>
            <a:xfrm>
              <a:off x="9151424" y="1874528"/>
              <a:ext cx="44344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0" name="箭號: 五邊形 3439">
              <a:extLst>
                <a:ext uri="{FF2B5EF4-FFF2-40B4-BE49-F238E27FC236}">
                  <a16:creationId xmlns:a16="http://schemas.microsoft.com/office/drawing/2014/main" id="{06899470-4369-47C5-AF7C-421E033A7CB3}"/>
                </a:ext>
              </a:extLst>
            </p:cNvPr>
            <p:cNvSpPr/>
            <p:nvPr/>
          </p:nvSpPr>
          <p:spPr>
            <a:xfrm>
              <a:off x="8762232" y="1874528"/>
              <a:ext cx="36952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1" name="箭號: 五邊形 3440">
              <a:extLst>
                <a:ext uri="{FF2B5EF4-FFF2-40B4-BE49-F238E27FC236}">
                  <a16:creationId xmlns:a16="http://schemas.microsoft.com/office/drawing/2014/main" id="{FAF7A71E-A602-4AED-93B8-D441445CC751}"/>
                </a:ext>
              </a:extLst>
            </p:cNvPr>
            <p:cNvSpPr/>
            <p:nvPr/>
          </p:nvSpPr>
          <p:spPr>
            <a:xfrm>
              <a:off x="8513130" y="1874528"/>
              <a:ext cx="22169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2" name="箭號: 五邊形 3441">
              <a:extLst>
                <a:ext uri="{FF2B5EF4-FFF2-40B4-BE49-F238E27FC236}">
                  <a16:creationId xmlns:a16="http://schemas.microsoft.com/office/drawing/2014/main" id="{C64D3F92-6538-4CCE-8A81-586031FB916A}"/>
                </a:ext>
              </a:extLst>
            </p:cNvPr>
            <p:cNvSpPr/>
            <p:nvPr/>
          </p:nvSpPr>
          <p:spPr>
            <a:xfrm>
              <a:off x="9614532" y="1874528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3" name="手繪多邊形: 圖案 3442">
              <a:extLst>
                <a:ext uri="{FF2B5EF4-FFF2-40B4-BE49-F238E27FC236}">
                  <a16:creationId xmlns:a16="http://schemas.microsoft.com/office/drawing/2014/main" id="{5257F96E-FD75-46A0-A7CA-1B6AD52310F9}"/>
                </a:ext>
              </a:extLst>
            </p:cNvPr>
            <p:cNvSpPr/>
            <p:nvPr/>
          </p:nvSpPr>
          <p:spPr>
            <a:xfrm>
              <a:off x="8706720" y="1867680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44" name="箭號: 五邊形 3443">
              <a:extLst>
                <a:ext uri="{FF2B5EF4-FFF2-40B4-BE49-F238E27FC236}">
                  <a16:creationId xmlns:a16="http://schemas.microsoft.com/office/drawing/2014/main" id="{7AE4DDB9-40B0-411D-8104-960BC57FA8F4}"/>
                </a:ext>
              </a:extLst>
            </p:cNvPr>
            <p:cNvSpPr/>
            <p:nvPr/>
          </p:nvSpPr>
          <p:spPr>
            <a:xfrm>
              <a:off x="4228211" y="1874528"/>
              <a:ext cx="34635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5" name="箭號: 五邊形 3444">
              <a:extLst>
                <a:ext uri="{FF2B5EF4-FFF2-40B4-BE49-F238E27FC236}">
                  <a16:creationId xmlns:a16="http://schemas.microsoft.com/office/drawing/2014/main" id="{4EE96CF5-C612-4982-9B95-8F580ED8CA08}"/>
                </a:ext>
              </a:extLst>
            </p:cNvPr>
            <p:cNvSpPr/>
            <p:nvPr/>
          </p:nvSpPr>
          <p:spPr>
            <a:xfrm>
              <a:off x="5129186" y="1874528"/>
              <a:ext cx="345101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6" name="箭號: 五邊形 3445">
              <a:extLst>
                <a:ext uri="{FF2B5EF4-FFF2-40B4-BE49-F238E27FC236}">
                  <a16:creationId xmlns:a16="http://schemas.microsoft.com/office/drawing/2014/main" id="{7DF1FA5E-2B18-4BFA-A495-CEA2F5EA7B94}"/>
                </a:ext>
              </a:extLst>
            </p:cNvPr>
            <p:cNvSpPr/>
            <p:nvPr/>
          </p:nvSpPr>
          <p:spPr>
            <a:xfrm>
              <a:off x="4587543" y="1874528"/>
              <a:ext cx="447669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7" name="箭號: 五邊形 3446">
              <a:extLst>
                <a:ext uri="{FF2B5EF4-FFF2-40B4-BE49-F238E27FC236}">
                  <a16:creationId xmlns:a16="http://schemas.microsoft.com/office/drawing/2014/main" id="{4A1CEC11-EA53-44D2-A92A-D07BC845FD0D}"/>
                </a:ext>
              </a:extLst>
            </p:cNvPr>
            <p:cNvSpPr/>
            <p:nvPr/>
          </p:nvSpPr>
          <p:spPr>
            <a:xfrm>
              <a:off x="6370179" y="1874528"/>
              <a:ext cx="27982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8" name="箭號: 五邊形 3447">
              <a:extLst>
                <a:ext uri="{FF2B5EF4-FFF2-40B4-BE49-F238E27FC236}">
                  <a16:creationId xmlns:a16="http://schemas.microsoft.com/office/drawing/2014/main" id="{FA576C91-75F2-4513-836F-AD8801C163E5}"/>
                </a:ext>
              </a:extLst>
            </p:cNvPr>
            <p:cNvSpPr/>
            <p:nvPr/>
          </p:nvSpPr>
          <p:spPr>
            <a:xfrm>
              <a:off x="5817365" y="1874528"/>
              <a:ext cx="521659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49" name="箭號: 五邊形 3448">
              <a:extLst>
                <a:ext uri="{FF2B5EF4-FFF2-40B4-BE49-F238E27FC236}">
                  <a16:creationId xmlns:a16="http://schemas.microsoft.com/office/drawing/2014/main" id="{372E8A05-BFF3-47FE-B667-19F45DCD520A}"/>
                </a:ext>
              </a:extLst>
            </p:cNvPr>
            <p:cNvSpPr/>
            <p:nvPr/>
          </p:nvSpPr>
          <p:spPr>
            <a:xfrm>
              <a:off x="5568263" y="1874528"/>
              <a:ext cx="22169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0" name="箭號: 五邊形 3449">
              <a:extLst>
                <a:ext uri="{FF2B5EF4-FFF2-40B4-BE49-F238E27FC236}">
                  <a16:creationId xmlns:a16="http://schemas.microsoft.com/office/drawing/2014/main" id="{D1D3A4DC-3FDC-4A17-9201-7AEBB2F096F9}"/>
                </a:ext>
              </a:extLst>
            </p:cNvPr>
            <p:cNvSpPr/>
            <p:nvPr/>
          </p:nvSpPr>
          <p:spPr>
            <a:xfrm>
              <a:off x="6669665" y="1874528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1" name="手繪多邊形: 圖案 3450">
              <a:extLst>
                <a:ext uri="{FF2B5EF4-FFF2-40B4-BE49-F238E27FC236}">
                  <a16:creationId xmlns:a16="http://schemas.microsoft.com/office/drawing/2014/main" id="{34510067-13E2-4F93-B513-D55E6F3F4FD3}"/>
                </a:ext>
              </a:extLst>
            </p:cNvPr>
            <p:cNvSpPr/>
            <p:nvPr/>
          </p:nvSpPr>
          <p:spPr>
            <a:xfrm>
              <a:off x="5761832" y="1867680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52" name="箭號: 五邊形 3451">
              <a:extLst>
                <a:ext uri="{FF2B5EF4-FFF2-40B4-BE49-F238E27FC236}">
                  <a16:creationId xmlns:a16="http://schemas.microsoft.com/office/drawing/2014/main" id="{B609983C-253A-461F-874D-B3AC09A596D1}"/>
                </a:ext>
              </a:extLst>
            </p:cNvPr>
            <p:cNvSpPr/>
            <p:nvPr/>
          </p:nvSpPr>
          <p:spPr>
            <a:xfrm>
              <a:off x="8338849" y="2217492"/>
              <a:ext cx="415333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3" name="箭號: 五邊形 3452">
              <a:extLst>
                <a:ext uri="{FF2B5EF4-FFF2-40B4-BE49-F238E27FC236}">
                  <a16:creationId xmlns:a16="http://schemas.microsoft.com/office/drawing/2014/main" id="{59078725-2C76-4F65-A46A-F7F14C6ACFF6}"/>
                </a:ext>
              </a:extLst>
            </p:cNvPr>
            <p:cNvSpPr/>
            <p:nvPr/>
          </p:nvSpPr>
          <p:spPr>
            <a:xfrm>
              <a:off x="7653502" y="2217492"/>
              <a:ext cx="59797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4" name="箭號: 五邊形 3453">
              <a:extLst>
                <a:ext uri="{FF2B5EF4-FFF2-40B4-BE49-F238E27FC236}">
                  <a16:creationId xmlns:a16="http://schemas.microsoft.com/office/drawing/2014/main" id="{16B242C0-F5B4-4E50-9957-B6D3DF839FE2}"/>
                </a:ext>
              </a:extLst>
            </p:cNvPr>
            <p:cNvSpPr/>
            <p:nvPr/>
          </p:nvSpPr>
          <p:spPr>
            <a:xfrm>
              <a:off x="7225662" y="2217492"/>
              <a:ext cx="359617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5" name="箭號: 五邊形 3454">
              <a:extLst>
                <a:ext uri="{FF2B5EF4-FFF2-40B4-BE49-F238E27FC236}">
                  <a16:creationId xmlns:a16="http://schemas.microsoft.com/office/drawing/2014/main" id="{CD8C27D9-C7C9-4E26-BA7D-0E9BD28D452A}"/>
                </a:ext>
              </a:extLst>
            </p:cNvPr>
            <p:cNvSpPr/>
            <p:nvPr/>
          </p:nvSpPr>
          <p:spPr>
            <a:xfrm>
              <a:off x="8782458" y="2217492"/>
              <a:ext cx="39956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6" name="箭號: 五邊形 3455">
              <a:extLst>
                <a:ext uri="{FF2B5EF4-FFF2-40B4-BE49-F238E27FC236}">
                  <a16:creationId xmlns:a16="http://schemas.microsoft.com/office/drawing/2014/main" id="{59B3B32A-0296-4DD1-AF93-44B42EB660AA}"/>
                </a:ext>
              </a:extLst>
            </p:cNvPr>
            <p:cNvSpPr/>
            <p:nvPr/>
          </p:nvSpPr>
          <p:spPr>
            <a:xfrm>
              <a:off x="9226517" y="2217492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7" name="箭號: 五邊形 3456">
              <a:extLst>
                <a:ext uri="{FF2B5EF4-FFF2-40B4-BE49-F238E27FC236}">
                  <a16:creationId xmlns:a16="http://schemas.microsoft.com/office/drawing/2014/main" id="{09CAECE3-0C75-40FA-884F-53D10D0F5855}"/>
                </a:ext>
              </a:extLst>
            </p:cNvPr>
            <p:cNvSpPr/>
            <p:nvPr/>
          </p:nvSpPr>
          <p:spPr>
            <a:xfrm>
              <a:off x="9712378" y="2217492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58" name="手繪多邊形: 圖案 3457">
              <a:extLst>
                <a:ext uri="{FF2B5EF4-FFF2-40B4-BE49-F238E27FC236}">
                  <a16:creationId xmlns:a16="http://schemas.microsoft.com/office/drawing/2014/main" id="{78F416C6-4A10-439D-B0FA-9B1A690EFCA2}"/>
                </a:ext>
              </a:extLst>
            </p:cNvPr>
            <p:cNvSpPr/>
            <p:nvPr/>
          </p:nvSpPr>
          <p:spPr>
            <a:xfrm>
              <a:off x="8722858" y="2210644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59" name="箭號: 五邊形 3458">
              <a:extLst>
                <a:ext uri="{FF2B5EF4-FFF2-40B4-BE49-F238E27FC236}">
                  <a16:creationId xmlns:a16="http://schemas.microsoft.com/office/drawing/2014/main" id="{73420DEA-A54B-47D4-9ACE-FFE02E2B300E}"/>
                </a:ext>
              </a:extLst>
            </p:cNvPr>
            <p:cNvSpPr/>
            <p:nvPr/>
          </p:nvSpPr>
          <p:spPr>
            <a:xfrm>
              <a:off x="5393980" y="2217492"/>
              <a:ext cx="415333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0" name="箭號: 五邊形 3459">
              <a:extLst>
                <a:ext uri="{FF2B5EF4-FFF2-40B4-BE49-F238E27FC236}">
                  <a16:creationId xmlns:a16="http://schemas.microsoft.com/office/drawing/2014/main" id="{FBDDB856-0328-4DEA-9F21-6B864F517AF1}"/>
                </a:ext>
              </a:extLst>
            </p:cNvPr>
            <p:cNvSpPr/>
            <p:nvPr/>
          </p:nvSpPr>
          <p:spPr>
            <a:xfrm>
              <a:off x="4708634" y="2217492"/>
              <a:ext cx="622897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1" name="箭號: 五邊形 3460">
              <a:extLst>
                <a:ext uri="{FF2B5EF4-FFF2-40B4-BE49-F238E27FC236}">
                  <a16:creationId xmlns:a16="http://schemas.microsoft.com/office/drawing/2014/main" id="{590C78A6-EC84-4D02-9592-0A3252D7162E}"/>
                </a:ext>
              </a:extLst>
            </p:cNvPr>
            <p:cNvSpPr/>
            <p:nvPr/>
          </p:nvSpPr>
          <p:spPr>
            <a:xfrm>
              <a:off x="4179531" y="2217492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2" name="箭號: 五邊形 3461">
              <a:extLst>
                <a:ext uri="{FF2B5EF4-FFF2-40B4-BE49-F238E27FC236}">
                  <a16:creationId xmlns:a16="http://schemas.microsoft.com/office/drawing/2014/main" id="{41B0C71F-4820-4B2C-91E8-E600CBEA3D64}"/>
                </a:ext>
              </a:extLst>
            </p:cNvPr>
            <p:cNvSpPr/>
            <p:nvPr/>
          </p:nvSpPr>
          <p:spPr>
            <a:xfrm>
              <a:off x="5837590" y="2217492"/>
              <a:ext cx="323550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3" name="箭號: 五邊形 3462">
              <a:extLst>
                <a:ext uri="{FF2B5EF4-FFF2-40B4-BE49-F238E27FC236}">
                  <a16:creationId xmlns:a16="http://schemas.microsoft.com/office/drawing/2014/main" id="{51B217A1-FE8B-4DD2-BFC0-E2593215A954}"/>
                </a:ext>
              </a:extLst>
            </p:cNvPr>
            <p:cNvSpPr/>
            <p:nvPr/>
          </p:nvSpPr>
          <p:spPr>
            <a:xfrm>
              <a:off x="6281649" y="2217492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4" name="箭號: 五邊形 3463">
              <a:extLst>
                <a:ext uri="{FF2B5EF4-FFF2-40B4-BE49-F238E27FC236}">
                  <a16:creationId xmlns:a16="http://schemas.microsoft.com/office/drawing/2014/main" id="{812C2E45-5578-4DF6-9251-E5F2507E2838}"/>
                </a:ext>
              </a:extLst>
            </p:cNvPr>
            <p:cNvSpPr/>
            <p:nvPr/>
          </p:nvSpPr>
          <p:spPr>
            <a:xfrm>
              <a:off x="6767508" y="2217492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5" name="手繪多邊形: 圖案 3464">
              <a:extLst>
                <a:ext uri="{FF2B5EF4-FFF2-40B4-BE49-F238E27FC236}">
                  <a16:creationId xmlns:a16="http://schemas.microsoft.com/office/drawing/2014/main" id="{37CF5060-3298-4BE6-9AA5-DBFDFDDBAF94}"/>
                </a:ext>
              </a:extLst>
            </p:cNvPr>
            <p:cNvSpPr/>
            <p:nvPr/>
          </p:nvSpPr>
          <p:spPr>
            <a:xfrm>
              <a:off x="5777968" y="2210644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66" name="箭號: 五邊形 3465">
              <a:extLst>
                <a:ext uri="{FF2B5EF4-FFF2-40B4-BE49-F238E27FC236}">
                  <a16:creationId xmlns:a16="http://schemas.microsoft.com/office/drawing/2014/main" id="{31242DF2-F662-4259-9F50-ABA276C795C9}"/>
                </a:ext>
              </a:extLst>
            </p:cNvPr>
            <p:cNvSpPr/>
            <p:nvPr/>
          </p:nvSpPr>
          <p:spPr>
            <a:xfrm>
              <a:off x="8688095" y="2130087"/>
              <a:ext cx="28108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7" name="箭號: 五邊形 3466">
              <a:extLst>
                <a:ext uri="{FF2B5EF4-FFF2-40B4-BE49-F238E27FC236}">
                  <a16:creationId xmlns:a16="http://schemas.microsoft.com/office/drawing/2014/main" id="{406817C9-9785-4850-B2E5-2D448EA56EA7}"/>
                </a:ext>
              </a:extLst>
            </p:cNvPr>
            <p:cNvSpPr/>
            <p:nvPr/>
          </p:nvSpPr>
          <p:spPr>
            <a:xfrm>
              <a:off x="7911904" y="2130087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8" name="箭號: 五邊形 3467">
              <a:extLst>
                <a:ext uri="{FF2B5EF4-FFF2-40B4-BE49-F238E27FC236}">
                  <a16:creationId xmlns:a16="http://schemas.microsoft.com/office/drawing/2014/main" id="{8E8A39F4-37AB-4CC0-A9B5-2A670BA91056}"/>
                </a:ext>
              </a:extLst>
            </p:cNvPr>
            <p:cNvSpPr/>
            <p:nvPr/>
          </p:nvSpPr>
          <p:spPr>
            <a:xfrm>
              <a:off x="7525498" y="2130087"/>
              <a:ext cx="35683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69" name="箭號: 五邊形 3468">
              <a:extLst>
                <a:ext uri="{FF2B5EF4-FFF2-40B4-BE49-F238E27FC236}">
                  <a16:creationId xmlns:a16="http://schemas.microsoft.com/office/drawing/2014/main" id="{2DFC21F5-F3AB-4213-ACB8-B578EDAA7413}"/>
                </a:ext>
              </a:extLst>
            </p:cNvPr>
            <p:cNvSpPr/>
            <p:nvPr/>
          </p:nvSpPr>
          <p:spPr>
            <a:xfrm>
              <a:off x="8993337" y="2130087"/>
              <a:ext cx="335011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0" name="箭號: 五邊形 3469">
              <a:extLst>
                <a:ext uri="{FF2B5EF4-FFF2-40B4-BE49-F238E27FC236}">
                  <a16:creationId xmlns:a16="http://schemas.microsoft.com/office/drawing/2014/main" id="{B0D5DED5-9C40-4DB1-BE28-923051B4D887}"/>
                </a:ext>
              </a:extLst>
            </p:cNvPr>
            <p:cNvSpPr/>
            <p:nvPr/>
          </p:nvSpPr>
          <p:spPr>
            <a:xfrm>
              <a:off x="9521761" y="2130087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1" name="箭號: 五邊形 3470">
              <a:extLst>
                <a:ext uri="{FF2B5EF4-FFF2-40B4-BE49-F238E27FC236}">
                  <a16:creationId xmlns:a16="http://schemas.microsoft.com/office/drawing/2014/main" id="{8175E60B-2D5D-4AB9-85E5-C89E9F2D7DE8}"/>
                </a:ext>
              </a:extLst>
            </p:cNvPr>
            <p:cNvSpPr/>
            <p:nvPr/>
          </p:nvSpPr>
          <p:spPr>
            <a:xfrm>
              <a:off x="8242733" y="2130087"/>
              <a:ext cx="426678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2" name="箭號: 五邊形 3471">
              <a:extLst>
                <a:ext uri="{FF2B5EF4-FFF2-40B4-BE49-F238E27FC236}">
                  <a16:creationId xmlns:a16="http://schemas.microsoft.com/office/drawing/2014/main" id="{418DC188-8478-4055-B76F-76D4683E97D2}"/>
                </a:ext>
              </a:extLst>
            </p:cNvPr>
            <p:cNvSpPr/>
            <p:nvPr/>
          </p:nvSpPr>
          <p:spPr>
            <a:xfrm>
              <a:off x="9833835" y="2130087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3" name="手繪多邊形: 圖案 3472">
              <a:extLst>
                <a:ext uri="{FF2B5EF4-FFF2-40B4-BE49-F238E27FC236}">
                  <a16:creationId xmlns:a16="http://schemas.microsoft.com/office/drawing/2014/main" id="{6E7D0DE9-7A4D-44A5-A716-83168BD13C29}"/>
                </a:ext>
              </a:extLst>
            </p:cNvPr>
            <p:cNvSpPr/>
            <p:nvPr/>
          </p:nvSpPr>
          <p:spPr>
            <a:xfrm>
              <a:off x="8646549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74" name="手繪多邊形: 圖案 3473">
              <a:extLst>
                <a:ext uri="{FF2B5EF4-FFF2-40B4-BE49-F238E27FC236}">
                  <a16:creationId xmlns:a16="http://schemas.microsoft.com/office/drawing/2014/main" id="{A7BF4AE5-97AF-4017-9AAF-F241964D04C7}"/>
                </a:ext>
              </a:extLst>
            </p:cNvPr>
            <p:cNvSpPr/>
            <p:nvPr/>
          </p:nvSpPr>
          <p:spPr>
            <a:xfrm>
              <a:off x="8943499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75" name="箭號: 五邊形 3474">
              <a:extLst>
                <a:ext uri="{FF2B5EF4-FFF2-40B4-BE49-F238E27FC236}">
                  <a16:creationId xmlns:a16="http://schemas.microsoft.com/office/drawing/2014/main" id="{0903CA83-AB85-4A0F-A734-D16E5BC09709}"/>
                </a:ext>
              </a:extLst>
            </p:cNvPr>
            <p:cNvSpPr/>
            <p:nvPr/>
          </p:nvSpPr>
          <p:spPr>
            <a:xfrm>
              <a:off x="5743227" y="2130087"/>
              <a:ext cx="28108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6" name="箭號: 五邊形 3475">
              <a:extLst>
                <a:ext uri="{FF2B5EF4-FFF2-40B4-BE49-F238E27FC236}">
                  <a16:creationId xmlns:a16="http://schemas.microsoft.com/office/drawing/2014/main" id="{2F7C1E0B-3626-453D-BD02-C695302AB442}"/>
                </a:ext>
              </a:extLst>
            </p:cNvPr>
            <p:cNvSpPr/>
            <p:nvPr/>
          </p:nvSpPr>
          <p:spPr>
            <a:xfrm>
              <a:off x="4967035" y="2130087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7" name="箭號: 五邊形 3476">
              <a:extLst>
                <a:ext uri="{FF2B5EF4-FFF2-40B4-BE49-F238E27FC236}">
                  <a16:creationId xmlns:a16="http://schemas.microsoft.com/office/drawing/2014/main" id="{F4E2E43A-53BC-4F81-9CEF-304A3FEED557}"/>
                </a:ext>
              </a:extLst>
            </p:cNvPr>
            <p:cNvSpPr/>
            <p:nvPr/>
          </p:nvSpPr>
          <p:spPr>
            <a:xfrm>
              <a:off x="4668312" y="2130087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8" name="箭號: 五邊形 3477">
              <a:extLst>
                <a:ext uri="{FF2B5EF4-FFF2-40B4-BE49-F238E27FC236}">
                  <a16:creationId xmlns:a16="http://schemas.microsoft.com/office/drawing/2014/main" id="{0B409A16-6C18-4755-8CC3-114A1AC2FAD9}"/>
                </a:ext>
              </a:extLst>
            </p:cNvPr>
            <p:cNvSpPr/>
            <p:nvPr/>
          </p:nvSpPr>
          <p:spPr>
            <a:xfrm>
              <a:off x="4096362" y="2130087"/>
              <a:ext cx="432901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79" name="箭號: 五邊形 3478">
              <a:extLst>
                <a:ext uri="{FF2B5EF4-FFF2-40B4-BE49-F238E27FC236}">
                  <a16:creationId xmlns:a16="http://schemas.microsoft.com/office/drawing/2014/main" id="{34DBC82B-ADB2-45FF-B9AF-57DEF959335F}"/>
                </a:ext>
              </a:extLst>
            </p:cNvPr>
            <p:cNvSpPr/>
            <p:nvPr/>
          </p:nvSpPr>
          <p:spPr>
            <a:xfrm>
              <a:off x="6048468" y="2130087"/>
              <a:ext cx="440288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80" name="箭號: 五邊形 3479">
              <a:extLst>
                <a:ext uri="{FF2B5EF4-FFF2-40B4-BE49-F238E27FC236}">
                  <a16:creationId xmlns:a16="http://schemas.microsoft.com/office/drawing/2014/main" id="{B452F768-70EC-4B10-AAE2-EADF2548AEF5}"/>
                </a:ext>
              </a:extLst>
            </p:cNvPr>
            <p:cNvSpPr/>
            <p:nvPr/>
          </p:nvSpPr>
          <p:spPr>
            <a:xfrm>
              <a:off x="6576892" y="2130087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81" name="箭號: 五邊形 3480">
              <a:extLst>
                <a:ext uri="{FF2B5EF4-FFF2-40B4-BE49-F238E27FC236}">
                  <a16:creationId xmlns:a16="http://schemas.microsoft.com/office/drawing/2014/main" id="{B16F8179-6F2A-4041-AEC3-4CBA7415019F}"/>
                </a:ext>
              </a:extLst>
            </p:cNvPr>
            <p:cNvSpPr/>
            <p:nvPr/>
          </p:nvSpPr>
          <p:spPr>
            <a:xfrm>
              <a:off x="5269369" y="2130087"/>
              <a:ext cx="45517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82" name="箭號: 五邊形 3481">
              <a:extLst>
                <a:ext uri="{FF2B5EF4-FFF2-40B4-BE49-F238E27FC236}">
                  <a16:creationId xmlns:a16="http://schemas.microsoft.com/office/drawing/2014/main" id="{9039347D-3A66-488A-B6E6-C11391C0E0ED}"/>
                </a:ext>
              </a:extLst>
            </p:cNvPr>
            <p:cNvSpPr/>
            <p:nvPr/>
          </p:nvSpPr>
          <p:spPr>
            <a:xfrm>
              <a:off x="6888966" y="2130087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83" name="手繪多邊形: 圖案 3482">
              <a:extLst>
                <a:ext uri="{FF2B5EF4-FFF2-40B4-BE49-F238E27FC236}">
                  <a16:creationId xmlns:a16="http://schemas.microsoft.com/office/drawing/2014/main" id="{65FB7F12-D962-4F74-8F7A-EFC5BA76DAEC}"/>
                </a:ext>
              </a:extLst>
            </p:cNvPr>
            <p:cNvSpPr/>
            <p:nvPr/>
          </p:nvSpPr>
          <p:spPr>
            <a:xfrm>
              <a:off x="5701677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84" name="手繪多邊形: 圖案 3483">
              <a:extLst>
                <a:ext uri="{FF2B5EF4-FFF2-40B4-BE49-F238E27FC236}">
                  <a16:creationId xmlns:a16="http://schemas.microsoft.com/office/drawing/2014/main" id="{BE7895EF-1DA5-41FD-A57A-4005614E2D1D}"/>
                </a:ext>
              </a:extLst>
            </p:cNvPr>
            <p:cNvSpPr/>
            <p:nvPr/>
          </p:nvSpPr>
          <p:spPr>
            <a:xfrm>
              <a:off x="5998604" y="212323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85" name="箭號: 五邊形 3484">
              <a:extLst>
                <a:ext uri="{FF2B5EF4-FFF2-40B4-BE49-F238E27FC236}">
                  <a16:creationId xmlns:a16="http://schemas.microsoft.com/office/drawing/2014/main" id="{C102EFA7-3AD9-420A-979A-8E91FC79CB2D}"/>
                </a:ext>
              </a:extLst>
            </p:cNvPr>
            <p:cNvSpPr/>
            <p:nvPr/>
          </p:nvSpPr>
          <p:spPr>
            <a:xfrm>
              <a:off x="7737349" y="1437714"/>
              <a:ext cx="3118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86" name="直線接點 3485">
              <a:extLst>
                <a:ext uri="{FF2B5EF4-FFF2-40B4-BE49-F238E27FC236}">
                  <a16:creationId xmlns:a16="http://schemas.microsoft.com/office/drawing/2014/main" id="{7377376B-6EDA-4CD6-8969-BF4AA2E50FD7}"/>
                </a:ext>
              </a:extLst>
            </p:cNvPr>
            <p:cNvCxnSpPr>
              <a:cxnSpLocks/>
            </p:cNvCxnSpPr>
            <p:nvPr/>
          </p:nvCxnSpPr>
          <p:spPr>
            <a:xfrm>
              <a:off x="7734910" y="143419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7" name="手繪多邊形: 圖案 3486">
              <a:extLst>
                <a:ext uri="{FF2B5EF4-FFF2-40B4-BE49-F238E27FC236}">
                  <a16:creationId xmlns:a16="http://schemas.microsoft.com/office/drawing/2014/main" id="{958682D7-15AB-48BD-8158-742C55163C35}"/>
                </a:ext>
              </a:extLst>
            </p:cNvPr>
            <p:cNvSpPr/>
            <p:nvPr/>
          </p:nvSpPr>
          <p:spPr>
            <a:xfrm>
              <a:off x="8016927" y="1430862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88" name="箭號: 五邊形 3487">
              <a:extLst>
                <a:ext uri="{FF2B5EF4-FFF2-40B4-BE49-F238E27FC236}">
                  <a16:creationId xmlns:a16="http://schemas.microsoft.com/office/drawing/2014/main" id="{10A84977-2D18-4804-AE64-3D7438ED0F6F}"/>
                </a:ext>
              </a:extLst>
            </p:cNvPr>
            <p:cNvSpPr/>
            <p:nvPr/>
          </p:nvSpPr>
          <p:spPr>
            <a:xfrm>
              <a:off x="4673180" y="1437710"/>
              <a:ext cx="321967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89" name="箭號: 五邊形 3488">
              <a:extLst>
                <a:ext uri="{FF2B5EF4-FFF2-40B4-BE49-F238E27FC236}">
                  <a16:creationId xmlns:a16="http://schemas.microsoft.com/office/drawing/2014/main" id="{5F771FF6-05C9-4D14-8F3A-87933402EB53}"/>
                </a:ext>
              </a:extLst>
            </p:cNvPr>
            <p:cNvSpPr/>
            <p:nvPr/>
          </p:nvSpPr>
          <p:spPr>
            <a:xfrm>
              <a:off x="4132185" y="1437710"/>
              <a:ext cx="512941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90" name="手繪多邊形: 圖案 3489">
              <a:extLst>
                <a:ext uri="{FF2B5EF4-FFF2-40B4-BE49-F238E27FC236}">
                  <a16:creationId xmlns:a16="http://schemas.microsoft.com/office/drawing/2014/main" id="{EB7F39DF-83F1-4B95-881F-43D7EF782334}"/>
                </a:ext>
              </a:extLst>
            </p:cNvPr>
            <p:cNvSpPr/>
            <p:nvPr/>
          </p:nvSpPr>
          <p:spPr>
            <a:xfrm>
              <a:off x="4962870" y="143085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3491" name="箭號: 五邊形 3490">
              <a:extLst>
                <a:ext uri="{FF2B5EF4-FFF2-40B4-BE49-F238E27FC236}">
                  <a16:creationId xmlns:a16="http://schemas.microsoft.com/office/drawing/2014/main" id="{1186FA8D-61AA-458E-AE95-414450FEAFDA}"/>
                </a:ext>
              </a:extLst>
            </p:cNvPr>
            <p:cNvSpPr/>
            <p:nvPr/>
          </p:nvSpPr>
          <p:spPr>
            <a:xfrm>
              <a:off x="6207907" y="1437707"/>
              <a:ext cx="326753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3492" name="直線接點 3491">
              <a:extLst>
                <a:ext uri="{FF2B5EF4-FFF2-40B4-BE49-F238E27FC236}">
                  <a16:creationId xmlns:a16="http://schemas.microsoft.com/office/drawing/2014/main" id="{3177C7F2-EBE2-4922-8385-C106B7E484DB}"/>
                </a:ext>
              </a:extLst>
            </p:cNvPr>
            <p:cNvCxnSpPr>
              <a:cxnSpLocks/>
            </p:cNvCxnSpPr>
            <p:nvPr/>
          </p:nvCxnSpPr>
          <p:spPr>
            <a:xfrm>
              <a:off x="6207906" y="1434192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3" name="箭號: 五邊形 3492">
              <a:extLst>
                <a:ext uri="{FF2B5EF4-FFF2-40B4-BE49-F238E27FC236}">
                  <a16:creationId xmlns:a16="http://schemas.microsoft.com/office/drawing/2014/main" id="{1A55CB42-3FD6-4840-8D49-0DCC762881B0}"/>
                </a:ext>
              </a:extLst>
            </p:cNvPr>
            <p:cNvSpPr/>
            <p:nvPr/>
          </p:nvSpPr>
          <p:spPr>
            <a:xfrm>
              <a:off x="6566563" y="1437707"/>
              <a:ext cx="157200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3494" name="手繪多邊形: 圖案 3493">
              <a:extLst>
                <a:ext uri="{FF2B5EF4-FFF2-40B4-BE49-F238E27FC236}">
                  <a16:creationId xmlns:a16="http://schemas.microsoft.com/office/drawing/2014/main" id="{7B7887B6-A315-454B-B627-0B5DE59C5531}"/>
                </a:ext>
              </a:extLst>
            </p:cNvPr>
            <p:cNvSpPr/>
            <p:nvPr/>
          </p:nvSpPr>
          <p:spPr>
            <a:xfrm>
              <a:off x="6698039" y="143041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grpSp>
          <p:nvGrpSpPr>
            <p:cNvPr id="3495" name="群組 3494">
              <a:extLst>
                <a:ext uri="{FF2B5EF4-FFF2-40B4-BE49-F238E27FC236}">
                  <a16:creationId xmlns:a16="http://schemas.microsoft.com/office/drawing/2014/main" id="{FD083168-49B5-4BCF-860C-AB25EC09DF0A}"/>
                </a:ext>
              </a:extLst>
            </p:cNvPr>
            <p:cNvGrpSpPr/>
            <p:nvPr/>
          </p:nvGrpSpPr>
          <p:grpSpPr>
            <a:xfrm>
              <a:off x="4281023" y="1341265"/>
              <a:ext cx="0" cy="517952"/>
              <a:chOff x="2392961" y="930932"/>
              <a:chExt cx="0" cy="648094"/>
            </a:xfrm>
          </p:grpSpPr>
          <p:cxnSp>
            <p:nvCxnSpPr>
              <p:cNvPr id="3667" name="直線接點 3666">
                <a:extLst>
                  <a:ext uri="{FF2B5EF4-FFF2-40B4-BE49-F238E27FC236}">
                    <a16:creationId xmlns:a16="http://schemas.microsoft.com/office/drawing/2014/main" id="{09BB6E9B-0A46-4E7C-9D53-CE391268E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8" name="直線接點 3667">
                <a:extLst>
                  <a:ext uri="{FF2B5EF4-FFF2-40B4-BE49-F238E27FC236}">
                    <a16:creationId xmlns:a16="http://schemas.microsoft.com/office/drawing/2014/main" id="{97D9C480-8257-4FE8-983F-BB358DB17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9" name="直線接點 3668">
                <a:extLst>
                  <a:ext uri="{FF2B5EF4-FFF2-40B4-BE49-F238E27FC236}">
                    <a16:creationId xmlns:a16="http://schemas.microsoft.com/office/drawing/2014/main" id="{C068CD7A-C816-4E84-9062-14C5AEB70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70" name="直線接點 3669">
                <a:extLst>
                  <a:ext uri="{FF2B5EF4-FFF2-40B4-BE49-F238E27FC236}">
                    <a16:creationId xmlns:a16="http://schemas.microsoft.com/office/drawing/2014/main" id="{BA6DD477-7359-4977-BBCC-B1F135CBE0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71" name="直線接點 3670">
                <a:extLst>
                  <a:ext uri="{FF2B5EF4-FFF2-40B4-BE49-F238E27FC236}">
                    <a16:creationId xmlns:a16="http://schemas.microsoft.com/office/drawing/2014/main" id="{A0525BA4-4D91-4DE2-8092-0BC9734A70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72" name="直線接點 3671">
                <a:extLst>
                  <a:ext uri="{FF2B5EF4-FFF2-40B4-BE49-F238E27FC236}">
                    <a16:creationId xmlns:a16="http://schemas.microsoft.com/office/drawing/2014/main" id="{41011B76-F931-4C2B-B72D-F0235FE4B2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496" name="群組 3495">
              <a:extLst>
                <a:ext uri="{FF2B5EF4-FFF2-40B4-BE49-F238E27FC236}">
                  <a16:creationId xmlns:a16="http://schemas.microsoft.com/office/drawing/2014/main" id="{7BBAE65C-AEA4-4800-8831-BF18C175C000}"/>
                </a:ext>
              </a:extLst>
            </p:cNvPr>
            <p:cNvGrpSpPr/>
            <p:nvPr/>
          </p:nvGrpSpPr>
          <p:grpSpPr>
            <a:xfrm>
              <a:off x="4350654" y="1341265"/>
              <a:ext cx="0" cy="517952"/>
              <a:chOff x="2392961" y="930932"/>
              <a:chExt cx="0" cy="648094"/>
            </a:xfrm>
          </p:grpSpPr>
          <p:cxnSp>
            <p:nvCxnSpPr>
              <p:cNvPr id="3661" name="直線接點 3660">
                <a:extLst>
                  <a:ext uri="{FF2B5EF4-FFF2-40B4-BE49-F238E27FC236}">
                    <a16:creationId xmlns:a16="http://schemas.microsoft.com/office/drawing/2014/main" id="{D7CCA646-8DBC-46A3-9A73-AF4739EED7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2" name="直線接點 3661">
                <a:extLst>
                  <a:ext uri="{FF2B5EF4-FFF2-40B4-BE49-F238E27FC236}">
                    <a16:creationId xmlns:a16="http://schemas.microsoft.com/office/drawing/2014/main" id="{9B1A4676-9BDE-4D4A-A034-4238AAC88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3" name="直線接點 3662">
                <a:extLst>
                  <a:ext uri="{FF2B5EF4-FFF2-40B4-BE49-F238E27FC236}">
                    <a16:creationId xmlns:a16="http://schemas.microsoft.com/office/drawing/2014/main" id="{CD5327D4-61B4-4ECB-B61D-360BA0FF2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4" name="直線接點 3663">
                <a:extLst>
                  <a:ext uri="{FF2B5EF4-FFF2-40B4-BE49-F238E27FC236}">
                    <a16:creationId xmlns:a16="http://schemas.microsoft.com/office/drawing/2014/main" id="{9ECBC959-4396-41FA-9F03-C71FD3C032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5" name="直線接點 3664">
                <a:extLst>
                  <a:ext uri="{FF2B5EF4-FFF2-40B4-BE49-F238E27FC236}">
                    <a16:creationId xmlns:a16="http://schemas.microsoft.com/office/drawing/2014/main" id="{82C6BDDF-D18C-4192-BD7E-A5F1D2EC2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6" name="直線接點 3665">
                <a:extLst>
                  <a:ext uri="{FF2B5EF4-FFF2-40B4-BE49-F238E27FC236}">
                    <a16:creationId xmlns:a16="http://schemas.microsoft.com/office/drawing/2014/main" id="{D55B772C-3062-4FD1-9593-BDFC30C53D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497" name="群組 3496">
              <a:extLst>
                <a:ext uri="{FF2B5EF4-FFF2-40B4-BE49-F238E27FC236}">
                  <a16:creationId xmlns:a16="http://schemas.microsoft.com/office/drawing/2014/main" id="{2EBF69FE-4F7E-4A7D-8A3D-06ED888EDD2B}"/>
                </a:ext>
              </a:extLst>
            </p:cNvPr>
            <p:cNvGrpSpPr/>
            <p:nvPr/>
          </p:nvGrpSpPr>
          <p:grpSpPr>
            <a:xfrm>
              <a:off x="4485113" y="1341265"/>
              <a:ext cx="0" cy="517952"/>
              <a:chOff x="2392961" y="930932"/>
              <a:chExt cx="0" cy="648094"/>
            </a:xfrm>
          </p:grpSpPr>
          <p:cxnSp>
            <p:nvCxnSpPr>
              <p:cNvPr id="3655" name="直線接點 3654">
                <a:extLst>
                  <a:ext uri="{FF2B5EF4-FFF2-40B4-BE49-F238E27FC236}">
                    <a16:creationId xmlns:a16="http://schemas.microsoft.com/office/drawing/2014/main" id="{6CAC428A-BA94-484B-95EF-D938244DB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6" name="直線接點 3655">
                <a:extLst>
                  <a:ext uri="{FF2B5EF4-FFF2-40B4-BE49-F238E27FC236}">
                    <a16:creationId xmlns:a16="http://schemas.microsoft.com/office/drawing/2014/main" id="{0C1CC6F8-9338-4B59-A8C0-88859B798A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7" name="直線接點 3656">
                <a:extLst>
                  <a:ext uri="{FF2B5EF4-FFF2-40B4-BE49-F238E27FC236}">
                    <a16:creationId xmlns:a16="http://schemas.microsoft.com/office/drawing/2014/main" id="{1A663F91-CDB9-43EF-9112-4195B39615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8" name="直線接點 3657">
                <a:extLst>
                  <a:ext uri="{FF2B5EF4-FFF2-40B4-BE49-F238E27FC236}">
                    <a16:creationId xmlns:a16="http://schemas.microsoft.com/office/drawing/2014/main" id="{8425AA0C-22AF-44C4-A4ED-A93D725DAD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9" name="直線接點 3658">
                <a:extLst>
                  <a:ext uri="{FF2B5EF4-FFF2-40B4-BE49-F238E27FC236}">
                    <a16:creationId xmlns:a16="http://schemas.microsoft.com/office/drawing/2014/main" id="{C35BD4C1-7405-4F6A-984A-A3F74D035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60" name="直線接點 3659">
                <a:extLst>
                  <a:ext uri="{FF2B5EF4-FFF2-40B4-BE49-F238E27FC236}">
                    <a16:creationId xmlns:a16="http://schemas.microsoft.com/office/drawing/2014/main" id="{8BC9211F-6FB5-408A-A500-3E4DC258D7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498" name="群組 3497">
              <a:extLst>
                <a:ext uri="{FF2B5EF4-FFF2-40B4-BE49-F238E27FC236}">
                  <a16:creationId xmlns:a16="http://schemas.microsoft.com/office/drawing/2014/main" id="{C9EFB57F-9A42-415E-A34A-FA71041ADEA1}"/>
                </a:ext>
              </a:extLst>
            </p:cNvPr>
            <p:cNvGrpSpPr/>
            <p:nvPr/>
          </p:nvGrpSpPr>
          <p:grpSpPr>
            <a:xfrm>
              <a:off x="4424689" y="1341266"/>
              <a:ext cx="0" cy="517952"/>
              <a:chOff x="2392961" y="930932"/>
              <a:chExt cx="0" cy="648094"/>
            </a:xfrm>
          </p:grpSpPr>
          <p:cxnSp>
            <p:nvCxnSpPr>
              <p:cNvPr id="3649" name="直線接點 3648">
                <a:extLst>
                  <a:ext uri="{FF2B5EF4-FFF2-40B4-BE49-F238E27FC236}">
                    <a16:creationId xmlns:a16="http://schemas.microsoft.com/office/drawing/2014/main" id="{FB50A8B3-6BA5-4DB8-9A91-20029D118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0" name="直線接點 3649">
                <a:extLst>
                  <a:ext uri="{FF2B5EF4-FFF2-40B4-BE49-F238E27FC236}">
                    <a16:creationId xmlns:a16="http://schemas.microsoft.com/office/drawing/2014/main" id="{874D2E99-3B2A-43BF-AB3F-A4F43F5A65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1" name="直線接點 3650">
                <a:extLst>
                  <a:ext uri="{FF2B5EF4-FFF2-40B4-BE49-F238E27FC236}">
                    <a16:creationId xmlns:a16="http://schemas.microsoft.com/office/drawing/2014/main" id="{CAC67F4D-F958-41CA-9917-0EB09F4D8E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2" name="直線接點 3651">
                <a:extLst>
                  <a:ext uri="{FF2B5EF4-FFF2-40B4-BE49-F238E27FC236}">
                    <a16:creationId xmlns:a16="http://schemas.microsoft.com/office/drawing/2014/main" id="{19865D8E-200F-47FC-9B98-37D80A2FA2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3" name="直線接點 3652">
                <a:extLst>
                  <a:ext uri="{FF2B5EF4-FFF2-40B4-BE49-F238E27FC236}">
                    <a16:creationId xmlns:a16="http://schemas.microsoft.com/office/drawing/2014/main" id="{5C4AC5EC-F058-4098-96AF-3BDB2B1BF5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54" name="直線接點 3653">
                <a:extLst>
                  <a:ext uri="{FF2B5EF4-FFF2-40B4-BE49-F238E27FC236}">
                    <a16:creationId xmlns:a16="http://schemas.microsoft.com/office/drawing/2014/main" id="{C1F9D813-A059-44EE-BDCF-D2B5A18703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499" name="群組 3498">
              <a:extLst>
                <a:ext uri="{FF2B5EF4-FFF2-40B4-BE49-F238E27FC236}">
                  <a16:creationId xmlns:a16="http://schemas.microsoft.com/office/drawing/2014/main" id="{3C7D6176-C2E3-4553-9040-17701192C618}"/>
                </a:ext>
              </a:extLst>
            </p:cNvPr>
            <p:cNvGrpSpPr/>
            <p:nvPr/>
          </p:nvGrpSpPr>
          <p:grpSpPr>
            <a:xfrm>
              <a:off x="4341607" y="1865714"/>
              <a:ext cx="0" cy="423876"/>
              <a:chOff x="2650608" y="1587152"/>
              <a:chExt cx="0" cy="530380"/>
            </a:xfrm>
          </p:grpSpPr>
          <p:cxnSp>
            <p:nvCxnSpPr>
              <p:cNvPr id="3645" name="直線接點 3644">
                <a:extLst>
                  <a:ext uri="{FF2B5EF4-FFF2-40B4-BE49-F238E27FC236}">
                    <a16:creationId xmlns:a16="http://schemas.microsoft.com/office/drawing/2014/main" id="{A87E00BD-6343-40DF-9334-B271B4D6BB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6" name="直線接點 3645">
                <a:extLst>
                  <a:ext uri="{FF2B5EF4-FFF2-40B4-BE49-F238E27FC236}">
                    <a16:creationId xmlns:a16="http://schemas.microsoft.com/office/drawing/2014/main" id="{9CAFF1CA-9152-4246-93EC-4B06E31856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7" name="直線接點 3646">
                <a:extLst>
                  <a:ext uri="{FF2B5EF4-FFF2-40B4-BE49-F238E27FC236}">
                    <a16:creationId xmlns:a16="http://schemas.microsoft.com/office/drawing/2014/main" id="{DB1A2A23-1536-478A-B5AD-9B8D9FF29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8" name="直線接點 3647">
                <a:extLst>
                  <a:ext uri="{FF2B5EF4-FFF2-40B4-BE49-F238E27FC236}">
                    <a16:creationId xmlns:a16="http://schemas.microsoft.com/office/drawing/2014/main" id="{DCE72593-B543-4028-9366-F45D50CCF9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500" name="群組 3499">
              <a:extLst>
                <a:ext uri="{FF2B5EF4-FFF2-40B4-BE49-F238E27FC236}">
                  <a16:creationId xmlns:a16="http://schemas.microsoft.com/office/drawing/2014/main" id="{CB58936A-A147-4743-94A3-6F725E2B2022}"/>
                </a:ext>
              </a:extLst>
            </p:cNvPr>
            <p:cNvGrpSpPr/>
            <p:nvPr/>
          </p:nvGrpSpPr>
          <p:grpSpPr>
            <a:xfrm>
              <a:off x="4241939" y="1865715"/>
              <a:ext cx="0" cy="423877"/>
              <a:chOff x="2650608" y="1587152"/>
              <a:chExt cx="0" cy="530380"/>
            </a:xfrm>
          </p:grpSpPr>
          <p:cxnSp>
            <p:nvCxnSpPr>
              <p:cNvPr id="3640" name="直線接點 3639">
                <a:extLst>
                  <a:ext uri="{FF2B5EF4-FFF2-40B4-BE49-F238E27FC236}">
                    <a16:creationId xmlns:a16="http://schemas.microsoft.com/office/drawing/2014/main" id="{35E5D0D3-16E4-4C45-886D-A2F4845CA2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1" name="直線接點 3640">
                <a:extLst>
                  <a:ext uri="{FF2B5EF4-FFF2-40B4-BE49-F238E27FC236}">
                    <a16:creationId xmlns:a16="http://schemas.microsoft.com/office/drawing/2014/main" id="{37CAD77F-343C-47EB-B6BA-0E5F59BEF6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2" name="直線接點 3641">
                <a:extLst>
                  <a:ext uri="{FF2B5EF4-FFF2-40B4-BE49-F238E27FC236}">
                    <a16:creationId xmlns:a16="http://schemas.microsoft.com/office/drawing/2014/main" id="{54F9EDBD-9DAB-4E67-BC0A-9949D07097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3" name="直線接點 3642">
                <a:extLst>
                  <a:ext uri="{FF2B5EF4-FFF2-40B4-BE49-F238E27FC236}">
                    <a16:creationId xmlns:a16="http://schemas.microsoft.com/office/drawing/2014/main" id="{D779D96D-E70D-45DE-A5A3-F68FB88C42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44" name="直線接點 3643">
                <a:extLst>
                  <a:ext uri="{FF2B5EF4-FFF2-40B4-BE49-F238E27FC236}">
                    <a16:creationId xmlns:a16="http://schemas.microsoft.com/office/drawing/2014/main" id="{65AC62BE-135E-4B0C-A169-4B08D69BC1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501" name="群組 3500">
              <a:extLst>
                <a:ext uri="{FF2B5EF4-FFF2-40B4-BE49-F238E27FC236}">
                  <a16:creationId xmlns:a16="http://schemas.microsoft.com/office/drawing/2014/main" id="{B6E9F6D7-353C-467B-96BC-36937790A8A0}"/>
                </a:ext>
              </a:extLst>
            </p:cNvPr>
            <p:cNvGrpSpPr/>
            <p:nvPr/>
          </p:nvGrpSpPr>
          <p:grpSpPr>
            <a:xfrm>
              <a:off x="4301292" y="1865716"/>
              <a:ext cx="0" cy="423877"/>
              <a:chOff x="2650608" y="1587152"/>
              <a:chExt cx="0" cy="530380"/>
            </a:xfrm>
          </p:grpSpPr>
          <p:cxnSp>
            <p:nvCxnSpPr>
              <p:cNvPr id="3636" name="直線接點 3635">
                <a:extLst>
                  <a:ext uri="{FF2B5EF4-FFF2-40B4-BE49-F238E27FC236}">
                    <a16:creationId xmlns:a16="http://schemas.microsoft.com/office/drawing/2014/main" id="{388B74F7-645C-438A-8AC6-877014AAC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7" name="直線接點 3636">
                <a:extLst>
                  <a:ext uri="{FF2B5EF4-FFF2-40B4-BE49-F238E27FC236}">
                    <a16:creationId xmlns:a16="http://schemas.microsoft.com/office/drawing/2014/main" id="{E8D390B7-E312-44B1-BC6F-994BD8E70B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8" name="直線接點 3637">
                <a:extLst>
                  <a:ext uri="{FF2B5EF4-FFF2-40B4-BE49-F238E27FC236}">
                    <a16:creationId xmlns:a16="http://schemas.microsoft.com/office/drawing/2014/main" id="{4DCDE930-725F-4427-BA3B-83C34F391A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9" name="直線接點 3638">
                <a:extLst>
                  <a:ext uri="{FF2B5EF4-FFF2-40B4-BE49-F238E27FC236}">
                    <a16:creationId xmlns:a16="http://schemas.microsoft.com/office/drawing/2014/main" id="{22D6ACB6-2007-4BCC-A317-01E978C024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502" name="群組 3501">
              <a:extLst>
                <a:ext uri="{FF2B5EF4-FFF2-40B4-BE49-F238E27FC236}">
                  <a16:creationId xmlns:a16="http://schemas.microsoft.com/office/drawing/2014/main" id="{3EA01A70-A04C-4938-840E-16FB7451A05B}"/>
                </a:ext>
              </a:extLst>
            </p:cNvPr>
            <p:cNvGrpSpPr/>
            <p:nvPr/>
          </p:nvGrpSpPr>
          <p:grpSpPr>
            <a:xfrm>
              <a:off x="4884628" y="1865716"/>
              <a:ext cx="0" cy="423877"/>
              <a:chOff x="2650608" y="1587152"/>
              <a:chExt cx="0" cy="530380"/>
            </a:xfrm>
          </p:grpSpPr>
          <p:cxnSp>
            <p:nvCxnSpPr>
              <p:cNvPr id="3631" name="直線接點 3630">
                <a:extLst>
                  <a:ext uri="{FF2B5EF4-FFF2-40B4-BE49-F238E27FC236}">
                    <a16:creationId xmlns:a16="http://schemas.microsoft.com/office/drawing/2014/main" id="{5CF0A77B-2494-454D-94A0-E0E7FC1109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2" name="直線接點 3631">
                <a:extLst>
                  <a:ext uri="{FF2B5EF4-FFF2-40B4-BE49-F238E27FC236}">
                    <a16:creationId xmlns:a16="http://schemas.microsoft.com/office/drawing/2014/main" id="{3050BBB6-0EB9-4784-A4A6-B386F5426C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3" name="直線接點 3632">
                <a:extLst>
                  <a:ext uri="{FF2B5EF4-FFF2-40B4-BE49-F238E27FC236}">
                    <a16:creationId xmlns:a16="http://schemas.microsoft.com/office/drawing/2014/main" id="{6760DF6F-6542-4DDC-951A-EB6F4BCC7C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4" name="直線接點 3633">
                <a:extLst>
                  <a:ext uri="{FF2B5EF4-FFF2-40B4-BE49-F238E27FC236}">
                    <a16:creationId xmlns:a16="http://schemas.microsoft.com/office/drawing/2014/main" id="{975F0471-80EF-4473-A5BC-E47E836B5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35" name="直線接點 3634">
                <a:extLst>
                  <a:ext uri="{FF2B5EF4-FFF2-40B4-BE49-F238E27FC236}">
                    <a16:creationId xmlns:a16="http://schemas.microsoft.com/office/drawing/2014/main" id="{A5397DBA-521E-4AD7-ADBE-CC193B96D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3503" name="直線接點 3502">
              <a:extLst>
                <a:ext uri="{FF2B5EF4-FFF2-40B4-BE49-F238E27FC236}">
                  <a16:creationId xmlns:a16="http://schemas.microsoft.com/office/drawing/2014/main" id="{F8C42F08-4823-46C8-B26F-156D41F39F8F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185904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4" name="直線接點 3503">
              <a:extLst>
                <a:ext uri="{FF2B5EF4-FFF2-40B4-BE49-F238E27FC236}">
                  <a16:creationId xmlns:a16="http://schemas.microsoft.com/office/drawing/2014/main" id="{01CA8614-10C1-49EC-BB91-46BE7E9A4BE6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5" name="直線接點 3504">
              <a:extLst>
                <a:ext uri="{FF2B5EF4-FFF2-40B4-BE49-F238E27FC236}">
                  <a16:creationId xmlns:a16="http://schemas.microsoft.com/office/drawing/2014/main" id="{48562567-91E8-4906-8796-34FDEE693E62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6" name="直線接點 3505">
              <a:extLst>
                <a:ext uri="{FF2B5EF4-FFF2-40B4-BE49-F238E27FC236}">
                  <a16:creationId xmlns:a16="http://schemas.microsoft.com/office/drawing/2014/main" id="{9A643683-BE69-433D-A64E-C4740236E50D}"/>
                </a:ext>
              </a:extLst>
            </p:cNvPr>
            <p:cNvCxnSpPr>
              <a:cxnSpLocks/>
            </p:cNvCxnSpPr>
            <p:nvPr/>
          </p:nvCxnSpPr>
          <p:spPr>
            <a:xfrm>
              <a:off x="528307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7" name="直線接點 3506">
              <a:extLst>
                <a:ext uri="{FF2B5EF4-FFF2-40B4-BE49-F238E27FC236}">
                  <a16:creationId xmlns:a16="http://schemas.microsoft.com/office/drawing/2014/main" id="{CCBB17AA-744F-424C-859A-D3F34A36FEEF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185904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8" name="直線接點 3507">
              <a:extLst>
                <a:ext uri="{FF2B5EF4-FFF2-40B4-BE49-F238E27FC236}">
                  <a16:creationId xmlns:a16="http://schemas.microsoft.com/office/drawing/2014/main" id="{3B1C895D-B8E1-43F6-A8A6-32F8AF569C73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194645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09" name="直線接點 3508">
              <a:extLst>
                <a:ext uri="{FF2B5EF4-FFF2-40B4-BE49-F238E27FC236}">
                  <a16:creationId xmlns:a16="http://schemas.microsoft.com/office/drawing/2014/main" id="{6FB5B421-34C7-420D-AFB2-EB0B7B959564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0338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0" name="直線接點 3509">
              <a:extLst>
                <a:ext uri="{FF2B5EF4-FFF2-40B4-BE49-F238E27FC236}">
                  <a16:creationId xmlns:a16="http://schemas.microsoft.com/office/drawing/2014/main" id="{A807A8B0-4FF3-488A-91C4-D31BDC34AD57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12127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1" name="直線接點 3510">
              <a:extLst>
                <a:ext uri="{FF2B5EF4-FFF2-40B4-BE49-F238E27FC236}">
                  <a16:creationId xmlns:a16="http://schemas.microsoft.com/office/drawing/2014/main" id="{3D472004-E2B9-4F3F-AA9B-0DB5483965F4}"/>
                </a:ext>
              </a:extLst>
            </p:cNvPr>
            <p:cNvCxnSpPr>
              <a:cxnSpLocks/>
            </p:cNvCxnSpPr>
            <p:nvPr/>
          </p:nvCxnSpPr>
          <p:spPr>
            <a:xfrm>
              <a:off x="5638439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2" name="直線接點 3511">
              <a:extLst>
                <a:ext uri="{FF2B5EF4-FFF2-40B4-BE49-F238E27FC236}">
                  <a16:creationId xmlns:a16="http://schemas.microsoft.com/office/drawing/2014/main" id="{980F4A3F-455A-4CD3-BCFC-4BBE0EF885BD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3" name="直線接點 3512">
              <a:extLst>
                <a:ext uri="{FF2B5EF4-FFF2-40B4-BE49-F238E27FC236}">
                  <a16:creationId xmlns:a16="http://schemas.microsoft.com/office/drawing/2014/main" id="{E8FEC5D9-DB08-4423-882D-CC16C2CF68E2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03386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4" name="直線接點 3513">
              <a:extLst>
                <a:ext uri="{FF2B5EF4-FFF2-40B4-BE49-F238E27FC236}">
                  <a16:creationId xmlns:a16="http://schemas.microsoft.com/office/drawing/2014/main" id="{B96C92E2-B4EE-41D4-9535-2E31AA1E6D9B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12127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5" name="直線接點 3514">
              <a:extLst>
                <a:ext uri="{FF2B5EF4-FFF2-40B4-BE49-F238E27FC236}">
                  <a16:creationId xmlns:a16="http://schemas.microsoft.com/office/drawing/2014/main" id="{18E283C8-7415-4687-BAF0-B816781BE718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4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6" name="直線接點 3515">
              <a:extLst>
                <a:ext uri="{FF2B5EF4-FFF2-40B4-BE49-F238E27FC236}">
                  <a16:creationId xmlns:a16="http://schemas.microsoft.com/office/drawing/2014/main" id="{7A3070D1-553B-4E8B-B129-52E4C40F9267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7" name="直線接點 3516">
              <a:extLst>
                <a:ext uri="{FF2B5EF4-FFF2-40B4-BE49-F238E27FC236}">
                  <a16:creationId xmlns:a16="http://schemas.microsoft.com/office/drawing/2014/main" id="{F626D8E5-F437-4F0D-B997-44ACB4E47BBC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8" name="直線接點 3517">
              <a:extLst>
                <a:ext uri="{FF2B5EF4-FFF2-40B4-BE49-F238E27FC236}">
                  <a16:creationId xmlns:a16="http://schemas.microsoft.com/office/drawing/2014/main" id="{0C737877-3359-46AF-8A68-ED7C81BF6288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19" name="直線接點 3518">
              <a:extLst>
                <a:ext uri="{FF2B5EF4-FFF2-40B4-BE49-F238E27FC236}">
                  <a16:creationId xmlns:a16="http://schemas.microsoft.com/office/drawing/2014/main" id="{427AA5A4-2932-4E3E-9CD2-84D8016F43F0}"/>
                </a:ext>
              </a:extLst>
            </p:cNvPr>
            <p:cNvCxnSpPr>
              <a:cxnSpLocks/>
            </p:cNvCxnSpPr>
            <p:nvPr/>
          </p:nvCxnSpPr>
          <p:spPr>
            <a:xfrm>
              <a:off x="6247689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0" name="直線接點 3519">
              <a:extLst>
                <a:ext uri="{FF2B5EF4-FFF2-40B4-BE49-F238E27FC236}">
                  <a16:creationId xmlns:a16="http://schemas.microsoft.com/office/drawing/2014/main" id="{BFD42373-F859-46F8-AEA8-27CAB4E45617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1" name="直線接點 3520">
              <a:extLst>
                <a:ext uri="{FF2B5EF4-FFF2-40B4-BE49-F238E27FC236}">
                  <a16:creationId xmlns:a16="http://schemas.microsoft.com/office/drawing/2014/main" id="{8D2DE6B0-640C-4F09-AB53-C5AD884E2531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2" name="直線接點 3521">
              <a:extLst>
                <a:ext uri="{FF2B5EF4-FFF2-40B4-BE49-F238E27FC236}">
                  <a16:creationId xmlns:a16="http://schemas.microsoft.com/office/drawing/2014/main" id="{37ADDB5A-52B3-4962-A2EC-2D1263EF7CB7}"/>
                </a:ext>
              </a:extLst>
            </p:cNvPr>
            <p:cNvCxnSpPr>
              <a:cxnSpLocks/>
            </p:cNvCxnSpPr>
            <p:nvPr/>
          </p:nvCxnSpPr>
          <p:spPr>
            <a:xfrm>
              <a:off x="6279784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3" name="直線接點 3522">
              <a:extLst>
                <a:ext uri="{FF2B5EF4-FFF2-40B4-BE49-F238E27FC236}">
                  <a16:creationId xmlns:a16="http://schemas.microsoft.com/office/drawing/2014/main" id="{90373207-0128-49BE-8E5D-2490931278B3}"/>
                </a:ext>
              </a:extLst>
            </p:cNvPr>
            <p:cNvCxnSpPr>
              <a:cxnSpLocks/>
            </p:cNvCxnSpPr>
            <p:nvPr/>
          </p:nvCxnSpPr>
          <p:spPr>
            <a:xfrm>
              <a:off x="6400346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4" name="直線接點 3523">
              <a:extLst>
                <a:ext uri="{FF2B5EF4-FFF2-40B4-BE49-F238E27FC236}">
                  <a16:creationId xmlns:a16="http://schemas.microsoft.com/office/drawing/2014/main" id="{554616C0-8BB7-4EB4-ABCB-0B0058F02753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42867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5" name="直線接點 3524">
              <a:extLst>
                <a:ext uri="{FF2B5EF4-FFF2-40B4-BE49-F238E27FC236}">
                  <a16:creationId xmlns:a16="http://schemas.microsoft.com/office/drawing/2014/main" id="{C2344669-E25E-49F1-8E36-557C4BEE1155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51608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6" name="直線接點 3525">
              <a:extLst>
                <a:ext uri="{FF2B5EF4-FFF2-40B4-BE49-F238E27FC236}">
                  <a16:creationId xmlns:a16="http://schemas.microsoft.com/office/drawing/2014/main" id="{703B1DA7-7A3C-4E09-9536-64233DBA660E}"/>
                </a:ext>
              </a:extLst>
            </p:cNvPr>
            <p:cNvCxnSpPr>
              <a:cxnSpLocks/>
            </p:cNvCxnSpPr>
            <p:nvPr/>
          </p:nvCxnSpPr>
          <p:spPr>
            <a:xfrm>
              <a:off x="6321550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7" name="直線接點 3526">
              <a:extLst>
                <a:ext uri="{FF2B5EF4-FFF2-40B4-BE49-F238E27FC236}">
                  <a16:creationId xmlns:a16="http://schemas.microsoft.com/office/drawing/2014/main" id="{C67F6FEF-6EE3-4E95-8614-08C41D41F005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42867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8" name="直線接點 3527">
              <a:extLst>
                <a:ext uri="{FF2B5EF4-FFF2-40B4-BE49-F238E27FC236}">
                  <a16:creationId xmlns:a16="http://schemas.microsoft.com/office/drawing/2014/main" id="{5FAE5754-CC4E-4884-B15F-2B9C534B63EB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5160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29" name="直線接點 3528">
              <a:extLst>
                <a:ext uri="{FF2B5EF4-FFF2-40B4-BE49-F238E27FC236}">
                  <a16:creationId xmlns:a16="http://schemas.microsoft.com/office/drawing/2014/main" id="{F140D105-690C-4EE7-87F5-769D648AA6FE}"/>
                </a:ext>
              </a:extLst>
            </p:cNvPr>
            <p:cNvCxnSpPr>
              <a:cxnSpLocks/>
            </p:cNvCxnSpPr>
            <p:nvPr/>
          </p:nvCxnSpPr>
          <p:spPr>
            <a:xfrm>
              <a:off x="652281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0" name="直線接點 3529">
              <a:extLst>
                <a:ext uri="{FF2B5EF4-FFF2-40B4-BE49-F238E27FC236}">
                  <a16:creationId xmlns:a16="http://schemas.microsoft.com/office/drawing/2014/main" id="{EDB288E0-25E4-462F-850F-A4577EF3BA72}"/>
                </a:ext>
              </a:extLst>
            </p:cNvPr>
            <p:cNvCxnSpPr>
              <a:cxnSpLocks/>
            </p:cNvCxnSpPr>
            <p:nvPr/>
          </p:nvCxnSpPr>
          <p:spPr>
            <a:xfrm>
              <a:off x="6492077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1" name="直線接點 3530">
              <a:extLst>
                <a:ext uri="{FF2B5EF4-FFF2-40B4-BE49-F238E27FC236}">
                  <a16:creationId xmlns:a16="http://schemas.microsoft.com/office/drawing/2014/main" id="{CD609DC7-921A-4075-A603-B12CBB8ECC28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69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2" name="直線接點 3531">
              <a:extLst>
                <a:ext uri="{FF2B5EF4-FFF2-40B4-BE49-F238E27FC236}">
                  <a16:creationId xmlns:a16="http://schemas.microsoft.com/office/drawing/2014/main" id="{F4D241E0-D40A-4C23-A4A1-7514C74A11D4}"/>
                </a:ext>
              </a:extLst>
            </p:cNvPr>
            <p:cNvCxnSpPr>
              <a:cxnSpLocks/>
            </p:cNvCxnSpPr>
            <p:nvPr/>
          </p:nvCxnSpPr>
          <p:spPr>
            <a:xfrm>
              <a:off x="6675469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3" name="直線接點 3532">
              <a:extLst>
                <a:ext uri="{FF2B5EF4-FFF2-40B4-BE49-F238E27FC236}">
                  <a16:creationId xmlns:a16="http://schemas.microsoft.com/office/drawing/2014/main" id="{9E953243-9A75-41AB-A7BB-D19F2B111118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42867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4" name="直線接點 3533">
              <a:extLst>
                <a:ext uri="{FF2B5EF4-FFF2-40B4-BE49-F238E27FC236}">
                  <a16:creationId xmlns:a16="http://schemas.microsoft.com/office/drawing/2014/main" id="{0461AA80-EF27-4F19-805E-BA81BEED75D6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51608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5" name="直線接點 3534">
              <a:extLst>
                <a:ext uri="{FF2B5EF4-FFF2-40B4-BE49-F238E27FC236}">
                  <a16:creationId xmlns:a16="http://schemas.microsoft.com/office/drawing/2014/main" id="{F31A1560-D627-46F7-8E1B-B71B548C3523}"/>
                </a:ext>
              </a:extLst>
            </p:cNvPr>
            <p:cNvCxnSpPr>
              <a:cxnSpLocks/>
            </p:cNvCxnSpPr>
            <p:nvPr/>
          </p:nvCxnSpPr>
          <p:spPr>
            <a:xfrm>
              <a:off x="659667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6" name="直線接點 3535">
              <a:extLst>
                <a:ext uri="{FF2B5EF4-FFF2-40B4-BE49-F238E27FC236}">
                  <a16:creationId xmlns:a16="http://schemas.microsoft.com/office/drawing/2014/main" id="{6A06035D-77BB-4E6C-B925-37384E4582DD}"/>
                </a:ext>
              </a:extLst>
            </p:cNvPr>
            <p:cNvCxnSpPr>
              <a:cxnSpLocks/>
            </p:cNvCxnSpPr>
            <p:nvPr/>
          </p:nvCxnSpPr>
          <p:spPr>
            <a:xfrm>
              <a:off x="7611983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7" name="直線接點 3536">
              <a:extLst>
                <a:ext uri="{FF2B5EF4-FFF2-40B4-BE49-F238E27FC236}">
                  <a16:creationId xmlns:a16="http://schemas.microsoft.com/office/drawing/2014/main" id="{19DEB276-6B84-44BE-9D24-BB4B3FF60EE1}"/>
                </a:ext>
              </a:extLst>
            </p:cNvPr>
            <p:cNvCxnSpPr>
              <a:cxnSpLocks/>
            </p:cNvCxnSpPr>
            <p:nvPr/>
          </p:nvCxnSpPr>
          <p:spPr>
            <a:xfrm>
              <a:off x="7630267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8" name="直線接點 3537">
              <a:extLst>
                <a:ext uri="{FF2B5EF4-FFF2-40B4-BE49-F238E27FC236}">
                  <a16:creationId xmlns:a16="http://schemas.microsoft.com/office/drawing/2014/main" id="{E6FEE1FE-4374-42D2-8956-5BC554C5481C}"/>
                </a:ext>
              </a:extLst>
            </p:cNvPr>
            <p:cNvCxnSpPr>
              <a:cxnSpLocks/>
            </p:cNvCxnSpPr>
            <p:nvPr/>
          </p:nvCxnSpPr>
          <p:spPr>
            <a:xfrm>
              <a:off x="7592977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39" name="直線接點 3538">
              <a:extLst>
                <a:ext uri="{FF2B5EF4-FFF2-40B4-BE49-F238E27FC236}">
                  <a16:creationId xmlns:a16="http://schemas.microsoft.com/office/drawing/2014/main" id="{D452D973-F777-49E5-B03C-E4EEA4E4E69C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60349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0" name="直線接點 3539">
              <a:extLst>
                <a:ext uri="{FF2B5EF4-FFF2-40B4-BE49-F238E27FC236}">
                  <a16:creationId xmlns:a16="http://schemas.microsoft.com/office/drawing/2014/main" id="{1A67F07D-09BD-4CCB-AC36-6CEDCEEDD191}"/>
                </a:ext>
              </a:extLst>
            </p:cNvPr>
            <p:cNvCxnSpPr>
              <a:cxnSpLocks/>
            </p:cNvCxnSpPr>
            <p:nvPr/>
          </p:nvCxnSpPr>
          <p:spPr>
            <a:xfrm>
              <a:off x="7652301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1" name="直線接點 3540">
              <a:extLst>
                <a:ext uri="{FF2B5EF4-FFF2-40B4-BE49-F238E27FC236}">
                  <a16:creationId xmlns:a16="http://schemas.microsoft.com/office/drawing/2014/main" id="{84D0FB6E-58E3-449C-A2AA-E2D415295D3D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4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2" name="直線接點 3541">
              <a:extLst>
                <a:ext uri="{FF2B5EF4-FFF2-40B4-BE49-F238E27FC236}">
                  <a16:creationId xmlns:a16="http://schemas.microsoft.com/office/drawing/2014/main" id="{10ADE260-DDF3-49D7-A073-4FFC2D535FD0}"/>
                </a:ext>
              </a:extLst>
            </p:cNvPr>
            <p:cNvCxnSpPr>
              <a:cxnSpLocks/>
            </p:cNvCxnSpPr>
            <p:nvPr/>
          </p:nvCxnSpPr>
          <p:spPr>
            <a:xfrm>
              <a:off x="8086044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3" name="直線接點 3542">
              <a:extLst>
                <a:ext uri="{FF2B5EF4-FFF2-40B4-BE49-F238E27FC236}">
                  <a16:creationId xmlns:a16="http://schemas.microsoft.com/office/drawing/2014/main" id="{3294F5D8-CC6D-4E71-8E9D-4D7945E8DA32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7" y="160349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4" name="直線接點 3543">
              <a:extLst>
                <a:ext uri="{FF2B5EF4-FFF2-40B4-BE49-F238E27FC236}">
                  <a16:creationId xmlns:a16="http://schemas.microsoft.com/office/drawing/2014/main" id="{EE36FFF0-FC5F-4238-9C35-D8971C6CB87E}"/>
                </a:ext>
              </a:extLst>
            </p:cNvPr>
            <p:cNvCxnSpPr>
              <a:cxnSpLocks/>
            </p:cNvCxnSpPr>
            <p:nvPr/>
          </p:nvCxnSpPr>
          <p:spPr>
            <a:xfrm>
              <a:off x="8104327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5" name="直線接點 3544">
              <a:extLst>
                <a:ext uri="{FF2B5EF4-FFF2-40B4-BE49-F238E27FC236}">
                  <a16:creationId xmlns:a16="http://schemas.microsoft.com/office/drawing/2014/main" id="{FE820652-1E0D-4215-BDFE-A7BC0CD9B64D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51608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6" name="直線接點 3545">
              <a:extLst>
                <a:ext uri="{FF2B5EF4-FFF2-40B4-BE49-F238E27FC236}">
                  <a16:creationId xmlns:a16="http://schemas.microsoft.com/office/drawing/2014/main" id="{0978F9E5-CE81-440B-8F4E-FAF03B181E82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60349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7" name="直線接點 3546">
              <a:extLst>
                <a:ext uri="{FF2B5EF4-FFF2-40B4-BE49-F238E27FC236}">
                  <a16:creationId xmlns:a16="http://schemas.microsoft.com/office/drawing/2014/main" id="{2CF0FB4C-3E42-49A7-80BF-80AC2AB28DFB}"/>
                </a:ext>
              </a:extLst>
            </p:cNvPr>
            <p:cNvCxnSpPr>
              <a:cxnSpLocks/>
            </p:cNvCxnSpPr>
            <p:nvPr/>
          </p:nvCxnSpPr>
          <p:spPr>
            <a:xfrm>
              <a:off x="8067037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8" name="直線接點 3547">
              <a:extLst>
                <a:ext uri="{FF2B5EF4-FFF2-40B4-BE49-F238E27FC236}">
                  <a16:creationId xmlns:a16="http://schemas.microsoft.com/office/drawing/2014/main" id="{6114FA57-63C4-4557-B00A-9E498BD109E0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1" y="160349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49" name="直線接點 3548">
              <a:extLst>
                <a:ext uri="{FF2B5EF4-FFF2-40B4-BE49-F238E27FC236}">
                  <a16:creationId xmlns:a16="http://schemas.microsoft.com/office/drawing/2014/main" id="{D7F15A8D-F2A3-467F-B69F-9E3A6FB09E14}"/>
                </a:ext>
              </a:extLst>
            </p:cNvPr>
            <p:cNvCxnSpPr>
              <a:cxnSpLocks/>
            </p:cNvCxnSpPr>
            <p:nvPr/>
          </p:nvCxnSpPr>
          <p:spPr>
            <a:xfrm>
              <a:off x="8126361" y="169089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0" name="直線接點 3549">
              <a:extLst>
                <a:ext uri="{FF2B5EF4-FFF2-40B4-BE49-F238E27FC236}">
                  <a16:creationId xmlns:a16="http://schemas.microsoft.com/office/drawing/2014/main" id="{7A6ECF86-DC13-4DBD-A3BC-EB0A3FB37D4C}"/>
                </a:ext>
              </a:extLst>
            </p:cNvPr>
            <p:cNvCxnSpPr>
              <a:cxnSpLocks/>
            </p:cNvCxnSpPr>
            <p:nvPr/>
          </p:nvCxnSpPr>
          <p:spPr>
            <a:xfrm>
              <a:off x="8172912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1" name="直線接點 3550">
              <a:extLst>
                <a:ext uri="{FF2B5EF4-FFF2-40B4-BE49-F238E27FC236}">
                  <a16:creationId xmlns:a16="http://schemas.microsoft.com/office/drawing/2014/main" id="{CE34962F-DCE2-4EB0-B1C5-126CD77D67D4}"/>
                </a:ext>
              </a:extLst>
            </p:cNvPr>
            <p:cNvCxnSpPr>
              <a:cxnSpLocks/>
            </p:cNvCxnSpPr>
            <p:nvPr/>
          </p:nvCxnSpPr>
          <p:spPr>
            <a:xfrm>
              <a:off x="8191196" y="169089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2" name="直線接點 3551">
              <a:extLst>
                <a:ext uri="{FF2B5EF4-FFF2-40B4-BE49-F238E27FC236}">
                  <a16:creationId xmlns:a16="http://schemas.microsoft.com/office/drawing/2014/main" id="{4E541C9C-297B-4D9B-8ACC-CC627A3B2A87}"/>
                </a:ext>
              </a:extLst>
            </p:cNvPr>
            <p:cNvCxnSpPr>
              <a:cxnSpLocks/>
            </p:cNvCxnSpPr>
            <p:nvPr/>
          </p:nvCxnSpPr>
          <p:spPr>
            <a:xfrm>
              <a:off x="8153906" y="169089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3" name="直線接點 3552">
              <a:extLst>
                <a:ext uri="{FF2B5EF4-FFF2-40B4-BE49-F238E27FC236}">
                  <a16:creationId xmlns:a16="http://schemas.microsoft.com/office/drawing/2014/main" id="{E7CC82E5-24A3-4AA3-ABC5-549CCAADA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186571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4" name="直線接點 3553">
              <a:extLst>
                <a:ext uri="{FF2B5EF4-FFF2-40B4-BE49-F238E27FC236}">
                  <a16:creationId xmlns:a16="http://schemas.microsoft.com/office/drawing/2014/main" id="{69E801D1-CBF0-46CE-9860-196DE06B89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195312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5" name="直線接點 3554">
              <a:extLst>
                <a:ext uri="{FF2B5EF4-FFF2-40B4-BE49-F238E27FC236}">
                  <a16:creationId xmlns:a16="http://schemas.microsoft.com/office/drawing/2014/main" id="{703E35DA-3555-46F1-8F26-61326FA183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03386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6" name="直線接點 3555">
              <a:extLst>
                <a:ext uri="{FF2B5EF4-FFF2-40B4-BE49-F238E27FC236}">
                  <a16:creationId xmlns:a16="http://schemas.microsoft.com/office/drawing/2014/main" id="{575349AE-0666-4B40-A6A8-1AE8852DAC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12126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7" name="直線接點 3556">
              <a:extLst>
                <a:ext uri="{FF2B5EF4-FFF2-40B4-BE49-F238E27FC236}">
                  <a16:creationId xmlns:a16="http://schemas.microsoft.com/office/drawing/2014/main" id="{07581AAD-0973-431C-8995-071966B2CA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41523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8" name="直線接點 3557">
              <a:extLst>
                <a:ext uri="{FF2B5EF4-FFF2-40B4-BE49-F238E27FC236}">
                  <a16:creationId xmlns:a16="http://schemas.microsoft.com/office/drawing/2014/main" id="{889F4986-4AEF-4820-B22B-9009CC28E1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3773" y="21212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59" name="直線接點 3558">
              <a:extLst>
                <a:ext uri="{FF2B5EF4-FFF2-40B4-BE49-F238E27FC236}">
                  <a16:creationId xmlns:a16="http://schemas.microsoft.com/office/drawing/2014/main" id="{0C7166C7-B974-4921-B39A-4E1571B3B7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53773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0" name="直線接點 3559">
              <a:extLst>
                <a:ext uri="{FF2B5EF4-FFF2-40B4-BE49-F238E27FC236}">
                  <a16:creationId xmlns:a16="http://schemas.microsoft.com/office/drawing/2014/main" id="{33BD771D-B952-42E8-AC45-00DDC6B40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186571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1" name="直線接點 3560">
              <a:extLst>
                <a:ext uri="{FF2B5EF4-FFF2-40B4-BE49-F238E27FC236}">
                  <a16:creationId xmlns:a16="http://schemas.microsoft.com/office/drawing/2014/main" id="{992CF1E5-BCB1-48F3-81F4-938E6B7D6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03386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2" name="直線接點 3561">
              <a:extLst>
                <a:ext uri="{FF2B5EF4-FFF2-40B4-BE49-F238E27FC236}">
                  <a16:creationId xmlns:a16="http://schemas.microsoft.com/office/drawing/2014/main" id="{C0473A3C-53A2-4C2F-86CD-2040858473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12127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3" name="直線接點 3562">
              <a:extLst>
                <a:ext uri="{FF2B5EF4-FFF2-40B4-BE49-F238E27FC236}">
                  <a16:creationId xmlns:a16="http://schemas.microsoft.com/office/drawing/2014/main" id="{793B91CB-7421-4170-8415-5E59B9909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4" name="直線接點 3563">
              <a:extLst>
                <a:ext uri="{FF2B5EF4-FFF2-40B4-BE49-F238E27FC236}">
                  <a16:creationId xmlns:a16="http://schemas.microsoft.com/office/drawing/2014/main" id="{C44AB57F-E459-4957-B817-976F55E621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186761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5" name="直線接點 3564">
              <a:extLst>
                <a:ext uri="{FF2B5EF4-FFF2-40B4-BE49-F238E27FC236}">
                  <a16:creationId xmlns:a16="http://schemas.microsoft.com/office/drawing/2014/main" id="{6555D93D-6A0B-4504-90E5-76FB1F0E7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195502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6" name="直線接點 3565">
              <a:extLst>
                <a:ext uri="{FF2B5EF4-FFF2-40B4-BE49-F238E27FC236}">
                  <a16:creationId xmlns:a16="http://schemas.microsoft.com/office/drawing/2014/main" id="{28BC831F-1FE9-4F13-8192-612647CE55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03576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7" name="直線接點 3566">
              <a:extLst>
                <a:ext uri="{FF2B5EF4-FFF2-40B4-BE49-F238E27FC236}">
                  <a16:creationId xmlns:a16="http://schemas.microsoft.com/office/drawing/2014/main" id="{51DF2B6D-FBBD-4E1A-B26A-29F7E4AC73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12317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8" name="直線接點 3567">
              <a:extLst>
                <a:ext uri="{FF2B5EF4-FFF2-40B4-BE49-F238E27FC236}">
                  <a16:creationId xmlns:a16="http://schemas.microsoft.com/office/drawing/2014/main" id="{7503C0C2-ADD7-44FB-A803-D80D21DD7B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32366" y="221058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69" name="直線接點 3568">
              <a:extLst>
                <a:ext uri="{FF2B5EF4-FFF2-40B4-BE49-F238E27FC236}">
                  <a16:creationId xmlns:a16="http://schemas.microsoft.com/office/drawing/2014/main" id="{209494F7-AD11-4E5D-BA09-33887D022D27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185904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0" name="直線接點 3569">
              <a:extLst>
                <a:ext uri="{FF2B5EF4-FFF2-40B4-BE49-F238E27FC236}">
                  <a16:creationId xmlns:a16="http://schemas.microsoft.com/office/drawing/2014/main" id="{27AC9E79-A185-4486-90C3-3EFB21421D58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194645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1" name="直線接點 3570">
              <a:extLst>
                <a:ext uri="{FF2B5EF4-FFF2-40B4-BE49-F238E27FC236}">
                  <a16:creationId xmlns:a16="http://schemas.microsoft.com/office/drawing/2014/main" id="{5A2362F2-229C-4C60-9336-5FA1D70C9492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2" name="直線接點 3571">
              <a:extLst>
                <a:ext uri="{FF2B5EF4-FFF2-40B4-BE49-F238E27FC236}">
                  <a16:creationId xmlns:a16="http://schemas.microsoft.com/office/drawing/2014/main" id="{0CFD852D-E27F-4A18-8D1A-9294F980287C}"/>
                </a:ext>
              </a:extLst>
            </p:cNvPr>
            <p:cNvCxnSpPr>
              <a:cxnSpLocks/>
            </p:cNvCxnSpPr>
            <p:nvPr/>
          </p:nvCxnSpPr>
          <p:spPr>
            <a:xfrm>
              <a:off x="7378504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3" name="直線接點 3572">
              <a:extLst>
                <a:ext uri="{FF2B5EF4-FFF2-40B4-BE49-F238E27FC236}">
                  <a16:creationId xmlns:a16="http://schemas.microsoft.com/office/drawing/2014/main" id="{87B1AA64-70CB-4406-B044-93CD697D6BE9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186285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4" name="直線接點 3573">
              <a:extLst>
                <a:ext uri="{FF2B5EF4-FFF2-40B4-BE49-F238E27FC236}">
                  <a16:creationId xmlns:a16="http://schemas.microsoft.com/office/drawing/2014/main" id="{E5FA827C-736C-4961-A982-0D4F1A3ECA0E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19521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5" name="直線接點 3574">
              <a:extLst>
                <a:ext uri="{FF2B5EF4-FFF2-40B4-BE49-F238E27FC236}">
                  <a16:creationId xmlns:a16="http://schemas.microsoft.com/office/drawing/2014/main" id="{C5DF1EA6-B475-4FAC-8443-E3F022E6F53F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6" name="直線接點 3575">
              <a:extLst>
                <a:ext uri="{FF2B5EF4-FFF2-40B4-BE49-F238E27FC236}">
                  <a16:creationId xmlns:a16="http://schemas.microsoft.com/office/drawing/2014/main" id="{FEDBD56A-700B-429D-84A0-7EF6B29BF875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7" name="直線接點 3576">
              <a:extLst>
                <a:ext uri="{FF2B5EF4-FFF2-40B4-BE49-F238E27FC236}">
                  <a16:creationId xmlns:a16="http://schemas.microsoft.com/office/drawing/2014/main" id="{6CB348D8-2434-4E1F-B374-E98CA56D6830}"/>
                </a:ext>
              </a:extLst>
            </p:cNvPr>
            <p:cNvCxnSpPr>
              <a:cxnSpLocks/>
            </p:cNvCxnSpPr>
            <p:nvPr/>
          </p:nvCxnSpPr>
          <p:spPr>
            <a:xfrm>
              <a:off x="6996730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8" name="直線接點 3577">
              <a:extLst>
                <a:ext uri="{FF2B5EF4-FFF2-40B4-BE49-F238E27FC236}">
                  <a16:creationId xmlns:a16="http://schemas.microsoft.com/office/drawing/2014/main" id="{D1D56C6D-B958-41B3-8C83-BF79DAE18144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85904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79" name="直線接點 3578">
              <a:extLst>
                <a:ext uri="{FF2B5EF4-FFF2-40B4-BE49-F238E27FC236}">
                  <a16:creationId xmlns:a16="http://schemas.microsoft.com/office/drawing/2014/main" id="{DE4A9697-EAE9-4CDB-A7D9-9A54EB3EF137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94645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0" name="直線接點 3579">
              <a:extLst>
                <a:ext uri="{FF2B5EF4-FFF2-40B4-BE49-F238E27FC236}">
                  <a16:creationId xmlns:a16="http://schemas.microsoft.com/office/drawing/2014/main" id="{82CD8B23-42CE-4BFE-934C-AD0946C13521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0338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1" name="直線接點 3580">
              <a:extLst>
                <a:ext uri="{FF2B5EF4-FFF2-40B4-BE49-F238E27FC236}">
                  <a16:creationId xmlns:a16="http://schemas.microsoft.com/office/drawing/2014/main" id="{23FD3CD1-912E-4DF0-8709-9AB2712ECEFE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12127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2" name="直線接點 3581">
              <a:extLst>
                <a:ext uri="{FF2B5EF4-FFF2-40B4-BE49-F238E27FC236}">
                  <a16:creationId xmlns:a16="http://schemas.microsoft.com/office/drawing/2014/main" id="{4D2603BD-BF43-4BB9-B230-DC27711AEB4C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22086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3" name="直線接點 3582">
              <a:extLst>
                <a:ext uri="{FF2B5EF4-FFF2-40B4-BE49-F238E27FC236}">
                  <a16:creationId xmlns:a16="http://schemas.microsoft.com/office/drawing/2014/main" id="{F8250608-3722-488A-81C1-9BE896B8A84C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185904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4" name="直線接點 3583">
              <a:extLst>
                <a:ext uri="{FF2B5EF4-FFF2-40B4-BE49-F238E27FC236}">
                  <a16:creationId xmlns:a16="http://schemas.microsoft.com/office/drawing/2014/main" id="{9C8996D6-EB6E-4C97-8E27-41F666B8C9D6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194645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5" name="直線接點 3584">
              <a:extLst>
                <a:ext uri="{FF2B5EF4-FFF2-40B4-BE49-F238E27FC236}">
                  <a16:creationId xmlns:a16="http://schemas.microsoft.com/office/drawing/2014/main" id="{E4819E65-A7F0-466E-9612-022B6BBC47E8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03386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6" name="直線接點 3585">
              <a:extLst>
                <a:ext uri="{FF2B5EF4-FFF2-40B4-BE49-F238E27FC236}">
                  <a16:creationId xmlns:a16="http://schemas.microsoft.com/office/drawing/2014/main" id="{6758F3BF-FDBD-4747-AA76-90639AC01C02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12127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7" name="直線接點 3586">
              <a:extLst>
                <a:ext uri="{FF2B5EF4-FFF2-40B4-BE49-F238E27FC236}">
                  <a16:creationId xmlns:a16="http://schemas.microsoft.com/office/drawing/2014/main" id="{9FFAA9A3-F788-4A64-94AD-B7C086DE829C}"/>
                </a:ext>
              </a:extLst>
            </p:cNvPr>
            <p:cNvCxnSpPr>
              <a:cxnSpLocks/>
            </p:cNvCxnSpPr>
            <p:nvPr/>
          </p:nvCxnSpPr>
          <p:spPr>
            <a:xfrm>
              <a:off x="8610115" y="22086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8" name="直線接點 3587">
              <a:extLst>
                <a:ext uri="{FF2B5EF4-FFF2-40B4-BE49-F238E27FC236}">
                  <a16:creationId xmlns:a16="http://schemas.microsoft.com/office/drawing/2014/main" id="{92F440DB-EA71-4160-8CBD-D159239BA9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6908" y="195122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89" name="直線接點 3588">
              <a:extLst>
                <a:ext uri="{FF2B5EF4-FFF2-40B4-BE49-F238E27FC236}">
                  <a16:creationId xmlns:a16="http://schemas.microsoft.com/office/drawing/2014/main" id="{85EF7158-D231-462C-90B7-2972D6AF6793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0" name="直線接點 3589">
              <a:extLst>
                <a:ext uri="{FF2B5EF4-FFF2-40B4-BE49-F238E27FC236}">
                  <a16:creationId xmlns:a16="http://schemas.microsoft.com/office/drawing/2014/main" id="{67B1B28C-55D7-4548-BBFF-81DBA9D2B94A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194835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1" name="直線接點 3590">
              <a:extLst>
                <a:ext uri="{FF2B5EF4-FFF2-40B4-BE49-F238E27FC236}">
                  <a16:creationId xmlns:a16="http://schemas.microsoft.com/office/drawing/2014/main" id="{E1D1F29D-7189-446B-B025-6293C3486AF5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203576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2" name="直線接點 3591">
              <a:extLst>
                <a:ext uri="{FF2B5EF4-FFF2-40B4-BE49-F238E27FC236}">
                  <a16:creationId xmlns:a16="http://schemas.microsoft.com/office/drawing/2014/main" id="{54225A06-7602-48CC-B9F2-7182FE3057E6}"/>
                </a:ext>
              </a:extLst>
            </p:cNvPr>
            <p:cNvCxnSpPr>
              <a:cxnSpLocks/>
            </p:cNvCxnSpPr>
            <p:nvPr/>
          </p:nvCxnSpPr>
          <p:spPr>
            <a:xfrm>
              <a:off x="9348015" y="22105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3" name="直線接點 3592">
              <a:extLst>
                <a:ext uri="{FF2B5EF4-FFF2-40B4-BE49-F238E27FC236}">
                  <a16:creationId xmlns:a16="http://schemas.microsoft.com/office/drawing/2014/main" id="{BDB31293-C507-487C-B3AC-6F5CCBBBC8E3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4" name="直線接點 3593">
              <a:extLst>
                <a:ext uri="{FF2B5EF4-FFF2-40B4-BE49-F238E27FC236}">
                  <a16:creationId xmlns:a16="http://schemas.microsoft.com/office/drawing/2014/main" id="{DE98A251-FA48-4B1E-BB2B-21D7D9103C58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19483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5" name="直線接點 3594">
              <a:extLst>
                <a:ext uri="{FF2B5EF4-FFF2-40B4-BE49-F238E27FC236}">
                  <a16:creationId xmlns:a16="http://schemas.microsoft.com/office/drawing/2014/main" id="{A665C495-252C-4232-8522-914BB855010B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21231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6" name="直線接點 3595">
              <a:extLst>
                <a:ext uri="{FF2B5EF4-FFF2-40B4-BE49-F238E27FC236}">
                  <a16:creationId xmlns:a16="http://schemas.microsoft.com/office/drawing/2014/main" id="{B449D973-E997-4C38-B267-6704151F7028}"/>
                </a:ext>
              </a:extLst>
            </p:cNvPr>
            <p:cNvCxnSpPr>
              <a:cxnSpLocks/>
            </p:cNvCxnSpPr>
            <p:nvPr/>
          </p:nvCxnSpPr>
          <p:spPr>
            <a:xfrm>
              <a:off x="9654018" y="221058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7" name="直線接點 3596">
              <a:extLst>
                <a:ext uri="{FF2B5EF4-FFF2-40B4-BE49-F238E27FC236}">
                  <a16:creationId xmlns:a16="http://schemas.microsoft.com/office/drawing/2014/main" id="{FB781A44-FEA3-4AAC-B9EB-8C48ECCC072D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87617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8" name="直線接點 3597">
              <a:extLst>
                <a:ext uri="{FF2B5EF4-FFF2-40B4-BE49-F238E27FC236}">
                  <a16:creationId xmlns:a16="http://schemas.microsoft.com/office/drawing/2014/main" id="{000B2C83-21D6-45F2-9AE1-E6583478A7DF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03386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99" name="直線接點 3598">
              <a:extLst>
                <a:ext uri="{FF2B5EF4-FFF2-40B4-BE49-F238E27FC236}">
                  <a16:creationId xmlns:a16="http://schemas.microsoft.com/office/drawing/2014/main" id="{FC91C467-DC52-4C8C-B69D-E75DCBB773CD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0" name="直線接點 3599">
              <a:extLst>
                <a:ext uri="{FF2B5EF4-FFF2-40B4-BE49-F238E27FC236}">
                  <a16:creationId xmlns:a16="http://schemas.microsoft.com/office/drawing/2014/main" id="{AAEF999A-C792-4774-B7B9-6BB2F7289A9C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22086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1" name="直線接點 3600">
              <a:extLst>
                <a:ext uri="{FF2B5EF4-FFF2-40B4-BE49-F238E27FC236}">
                  <a16:creationId xmlns:a16="http://schemas.microsoft.com/office/drawing/2014/main" id="{ADEF2A46-6A47-46AB-8D8E-2418DAE02773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42858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2" name="直線接點 3601">
              <a:extLst>
                <a:ext uri="{FF2B5EF4-FFF2-40B4-BE49-F238E27FC236}">
                  <a16:creationId xmlns:a16="http://schemas.microsoft.com/office/drawing/2014/main" id="{FD8FF1A0-F951-4420-BD9F-8DE35F4DBB61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51599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3" name="直線接點 3602">
              <a:extLst>
                <a:ext uri="{FF2B5EF4-FFF2-40B4-BE49-F238E27FC236}">
                  <a16:creationId xmlns:a16="http://schemas.microsoft.com/office/drawing/2014/main" id="{BAD6CE58-9165-4631-BB64-F2592FF4CB72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60340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4" name="直線接點 3603">
              <a:extLst>
                <a:ext uri="{FF2B5EF4-FFF2-40B4-BE49-F238E27FC236}">
                  <a16:creationId xmlns:a16="http://schemas.microsoft.com/office/drawing/2014/main" id="{488A9CF4-8819-49CB-8D6A-D4AED129F38D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71" y="169081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5" name="直線接點 3604">
              <a:extLst>
                <a:ext uri="{FF2B5EF4-FFF2-40B4-BE49-F238E27FC236}">
                  <a16:creationId xmlns:a16="http://schemas.microsoft.com/office/drawing/2014/main" id="{03C0880B-D968-47C3-86EB-A640BAF9BC4F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8609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6" name="直線接點 3605">
              <a:extLst>
                <a:ext uri="{FF2B5EF4-FFF2-40B4-BE49-F238E27FC236}">
                  <a16:creationId xmlns:a16="http://schemas.microsoft.com/office/drawing/2014/main" id="{E40F3DBC-4B04-4252-9C61-4976EBA38477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951157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7" name="直線接點 3606">
              <a:extLst>
                <a:ext uri="{FF2B5EF4-FFF2-40B4-BE49-F238E27FC236}">
                  <a16:creationId xmlns:a16="http://schemas.microsoft.com/office/drawing/2014/main" id="{ACE3730B-0C91-4027-A106-1D0618277695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0338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8" name="直線接點 3607">
              <a:extLst>
                <a:ext uri="{FF2B5EF4-FFF2-40B4-BE49-F238E27FC236}">
                  <a16:creationId xmlns:a16="http://schemas.microsoft.com/office/drawing/2014/main" id="{79264E89-F0E0-49A1-80CE-AA260EE01241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12127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09" name="直線接點 3608">
              <a:extLst>
                <a:ext uri="{FF2B5EF4-FFF2-40B4-BE49-F238E27FC236}">
                  <a16:creationId xmlns:a16="http://schemas.microsoft.com/office/drawing/2014/main" id="{4BE5EF0C-3CCA-4B83-8C7A-0FC9AF8C43D3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220867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0" name="直線接點 3609">
              <a:extLst>
                <a:ext uri="{FF2B5EF4-FFF2-40B4-BE49-F238E27FC236}">
                  <a16:creationId xmlns:a16="http://schemas.microsoft.com/office/drawing/2014/main" id="{034D91EB-5B40-415A-90AB-776FCF6B5DF3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42845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1" name="直線接點 3610">
              <a:extLst>
                <a:ext uri="{FF2B5EF4-FFF2-40B4-BE49-F238E27FC236}">
                  <a16:creationId xmlns:a16="http://schemas.microsoft.com/office/drawing/2014/main" id="{087AD0AC-EEA6-45DC-B631-98FFFA2D1A95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51586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2" name="直線接點 3611">
              <a:extLst>
                <a:ext uri="{FF2B5EF4-FFF2-40B4-BE49-F238E27FC236}">
                  <a16:creationId xmlns:a16="http://schemas.microsoft.com/office/drawing/2014/main" id="{95E11073-7067-40A5-A806-9864365FC2C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60326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3" name="直線接點 3612">
              <a:extLst>
                <a:ext uri="{FF2B5EF4-FFF2-40B4-BE49-F238E27FC236}">
                  <a16:creationId xmlns:a16="http://schemas.microsoft.com/office/drawing/2014/main" id="{6ECB27EC-01DA-46EA-A0E1-FE95E9D1DCA7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69067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4" name="直線接點 3613">
              <a:extLst>
                <a:ext uri="{FF2B5EF4-FFF2-40B4-BE49-F238E27FC236}">
                  <a16:creationId xmlns:a16="http://schemas.microsoft.com/office/drawing/2014/main" id="{05D35C81-4E9C-46C1-A967-56C6E2F5F98E}"/>
                </a:ext>
              </a:extLst>
            </p:cNvPr>
            <p:cNvCxnSpPr>
              <a:cxnSpLocks/>
            </p:cNvCxnSpPr>
            <p:nvPr/>
          </p:nvCxnSpPr>
          <p:spPr>
            <a:xfrm>
              <a:off x="4834931" y="177808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5" name="直線接點 3614">
              <a:extLst>
                <a:ext uri="{FF2B5EF4-FFF2-40B4-BE49-F238E27FC236}">
                  <a16:creationId xmlns:a16="http://schemas.microsoft.com/office/drawing/2014/main" id="{58F66026-B8E5-476E-8617-4E55E41327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4931" y="13393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6" name="直線接點 3615">
              <a:extLst>
                <a:ext uri="{FF2B5EF4-FFF2-40B4-BE49-F238E27FC236}">
                  <a16:creationId xmlns:a16="http://schemas.microsoft.com/office/drawing/2014/main" id="{3115EAA9-2E2E-4EA9-8401-46AB892F7B33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86333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7" name="直線接點 3616">
              <a:extLst>
                <a:ext uri="{FF2B5EF4-FFF2-40B4-BE49-F238E27FC236}">
                  <a16:creationId xmlns:a16="http://schemas.microsoft.com/office/drawing/2014/main" id="{478D95EA-17D9-4BDE-89B9-41A5C87B1847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0381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8" name="直線接點 3617">
              <a:extLst>
                <a:ext uri="{FF2B5EF4-FFF2-40B4-BE49-F238E27FC236}">
                  <a16:creationId xmlns:a16="http://schemas.microsoft.com/office/drawing/2014/main" id="{D039E017-C7D2-4908-A080-2F5F6D98DB9B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125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19" name="直線接點 3618">
              <a:extLst>
                <a:ext uri="{FF2B5EF4-FFF2-40B4-BE49-F238E27FC236}">
                  <a16:creationId xmlns:a16="http://schemas.microsoft.com/office/drawing/2014/main" id="{FFBF19DA-EDBB-4271-B97A-CFB23F13D8EE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221296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0" name="直線接點 3619">
              <a:extLst>
                <a:ext uri="{FF2B5EF4-FFF2-40B4-BE49-F238E27FC236}">
                  <a16:creationId xmlns:a16="http://schemas.microsoft.com/office/drawing/2014/main" id="{4D66FEB6-35B9-41F2-AA55-1A3A13A76C5A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4157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1" name="直線接點 3620">
              <a:extLst>
                <a:ext uri="{FF2B5EF4-FFF2-40B4-BE49-F238E27FC236}">
                  <a16:creationId xmlns:a16="http://schemas.microsoft.com/office/drawing/2014/main" id="{295D1C82-063A-4BBE-A7F7-A496AA55CD1A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50315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2" name="直線接點 3621">
              <a:extLst>
                <a:ext uri="{FF2B5EF4-FFF2-40B4-BE49-F238E27FC236}">
                  <a16:creationId xmlns:a16="http://schemas.microsoft.com/office/drawing/2014/main" id="{510CEEA9-E8BF-4212-90CC-A66ADB9E0AFD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67797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3" name="直線接點 3622">
              <a:extLst>
                <a:ext uri="{FF2B5EF4-FFF2-40B4-BE49-F238E27FC236}">
                  <a16:creationId xmlns:a16="http://schemas.microsoft.com/office/drawing/2014/main" id="{1231B6FD-871B-44B6-9DDE-E652F567CE85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43105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4" name="直線接點 3623">
              <a:extLst>
                <a:ext uri="{FF2B5EF4-FFF2-40B4-BE49-F238E27FC236}">
                  <a16:creationId xmlns:a16="http://schemas.microsoft.com/office/drawing/2014/main" id="{0C6373B7-C6E9-4F53-A45C-3FAC0835DC08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51846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5" name="直線接點 3624">
              <a:extLst>
                <a:ext uri="{FF2B5EF4-FFF2-40B4-BE49-F238E27FC236}">
                  <a16:creationId xmlns:a16="http://schemas.microsoft.com/office/drawing/2014/main" id="{071746AC-DB51-4413-8A24-1FCCC8921E33}"/>
                </a:ext>
              </a:extLst>
            </p:cNvPr>
            <p:cNvCxnSpPr>
              <a:cxnSpLocks/>
            </p:cNvCxnSpPr>
            <p:nvPr/>
          </p:nvCxnSpPr>
          <p:spPr>
            <a:xfrm>
              <a:off x="4300907" y="169328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6" name="直線接點 3625">
              <a:extLst>
                <a:ext uri="{FF2B5EF4-FFF2-40B4-BE49-F238E27FC236}">
                  <a16:creationId xmlns:a16="http://schemas.microsoft.com/office/drawing/2014/main" id="{112A41DA-85C3-4A6D-9363-A7D4B4C7D6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907" y="13436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7" name="直線接點 3626">
              <a:extLst>
                <a:ext uri="{FF2B5EF4-FFF2-40B4-BE49-F238E27FC236}">
                  <a16:creationId xmlns:a16="http://schemas.microsoft.com/office/drawing/2014/main" id="{5F2DBF3F-36DC-4E09-A0CD-8EDD3B81B2E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42858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8" name="直線接點 3627">
              <a:extLst>
                <a:ext uri="{FF2B5EF4-FFF2-40B4-BE49-F238E27FC236}">
                  <a16:creationId xmlns:a16="http://schemas.microsoft.com/office/drawing/2014/main" id="{C4DCCE12-2844-40BA-8D94-7F296292DBD9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51599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9" name="直線接點 3628">
              <a:extLst>
                <a:ext uri="{FF2B5EF4-FFF2-40B4-BE49-F238E27FC236}">
                  <a16:creationId xmlns:a16="http://schemas.microsoft.com/office/drawing/2014/main" id="{E114A4A0-434C-4F96-AAA4-A0C11E869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60340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30" name="直線接點 3629">
              <a:extLst>
                <a:ext uri="{FF2B5EF4-FFF2-40B4-BE49-F238E27FC236}">
                  <a16:creationId xmlns:a16="http://schemas.microsoft.com/office/drawing/2014/main" id="{B13FE5BE-7219-41DB-9ACB-095097091700}"/>
                </a:ext>
              </a:extLst>
            </p:cNvPr>
            <p:cNvCxnSpPr>
              <a:cxnSpLocks/>
            </p:cNvCxnSpPr>
            <p:nvPr/>
          </p:nvCxnSpPr>
          <p:spPr>
            <a:xfrm>
              <a:off x="7840457" y="169081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448E515-D07E-4A31-A0E3-26DFE4CCDFB3}"/>
              </a:ext>
            </a:extLst>
          </p:cNvPr>
          <p:cNvGrpSpPr/>
          <p:nvPr/>
        </p:nvGrpSpPr>
        <p:grpSpPr>
          <a:xfrm>
            <a:off x="1402889" y="4010168"/>
            <a:ext cx="9023444" cy="1200329"/>
            <a:chOff x="1402889" y="3867052"/>
            <a:chExt cx="9023444" cy="120032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F2B4ACA-F919-4DA0-B0FD-ED8A95D8826F}"/>
                </a:ext>
              </a:extLst>
            </p:cNvPr>
            <p:cNvSpPr txBox="1"/>
            <p:nvPr/>
          </p:nvSpPr>
          <p:spPr>
            <a:xfrm>
              <a:off x="1402889" y="3867052"/>
              <a:ext cx="1677832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 err="1"/>
                <a:t>CNVkit</a:t>
              </a:r>
              <a:endParaRPr lang="en-US" altLang="zh-TW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 err="1"/>
                <a:t>ExomeDepth</a:t>
              </a:r>
              <a:endParaRPr lang="en-US" altLang="zh-TW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/>
                <a:t>Sniffles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 err="1"/>
                <a:t>Delly</a:t>
              </a:r>
              <a:endParaRPr lang="en-US" altLang="zh-TW" dirty="0"/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5AAAC8EC-E76B-4958-9AC9-3F85E52611F2}"/>
                </a:ext>
              </a:extLst>
            </p:cNvPr>
            <p:cNvGrpSpPr/>
            <p:nvPr/>
          </p:nvGrpSpPr>
          <p:grpSpPr>
            <a:xfrm>
              <a:off x="3156856" y="3912644"/>
              <a:ext cx="7269477" cy="1109145"/>
              <a:chOff x="3156856" y="4030980"/>
              <a:chExt cx="7269477" cy="1109145"/>
            </a:xfrm>
          </p:grpSpPr>
          <p:sp>
            <p:nvSpPr>
              <p:cNvPr id="1505" name="文字方塊 1504">
                <a:extLst>
                  <a:ext uri="{FF2B5EF4-FFF2-40B4-BE49-F238E27FC236}">
                    <a16:creationId xmlns:a16="http://schemas.microsoft.com/office/drawing/2014/main" id="{9971FB4B-925C-4640-AD45-5B4A2AF4DBE6}"/>
                  </a:ext>
                </a:extLst>
              </p:cNvPr>
              <p:cNvSpPr txBox="1"/>
              <p:nvPr/>
            </p:nvSpPr>
            <p:spPr>
              <a:xfrm>
                <a:off x="6925663" y="4832348"/>
                <a:ext cx="4716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W" altLang="zh-TW" sz="1400" dirty="0"/>
                  <a:t>Loci</a:t>
                </a:r>
                <a:endParaRPr lang="zh-TW" altLang="en-US" sz="1400" dirty="0"/>
              </a:p>
            </p:txBody>
          </p:sp>
          <p:cxnSp>
            <p:nvCxnSpPr>
              <p:cNvPr id="1507" name="Straight Connector 75">
                <a:extLst>
                  <a:ext uri="{FF2B5EF4-FFF2-40B4-BE49-F238E27FC236}">
                    <a16:creationId xmlns:a16="http://schemas.microsoft.com/office/drawing/2014/main" id="{6CD22584-4E71-454E-90B6-F5EB24E4CD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49571" y="4849034"/>
                <a:ext cx="687676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06" name="文字方塊 1505">
                <a:extLst>
                  <a:ext uri="{FF2B5EF4-FFF2-40B4-BE49-F238E27FC236}">
                    <a16:creationId xmlns:a16="http://schemas.microsoft.com/office/drawing/2014/main" id="{EDA7F2AD-9F39-4F98-8459-2C4F6F0C5A3A}"/>
                  </a:ext>
                </a:extLst>
              </p:cNvPr>
              <p:cNvSpPr txBox="1"/>
              <p:nvPr/>
            </p:nvSpPr>
            <p:spPr>
              <a:xfrm rot="16200000">
                <a:off x="3061317" y="4332172"/>
                <a:ext cx="4988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/>
                  <a:t>CNV</a:t>
                </a:r>
                <a:endParaRPr lang="en-TW" altLang="zh-TW" sz="1400" dirty="0"/>
              </a:p>
            </p:txBody>
          </p:sp>
          <p:cxnSp>
            <p:nvCxnSpPr>
              <p:cNvPr id="1508" name="Straight Connector 71">
                <a:extLst>
                  <a:ext uri="{FF2B5EF4-FFF2-40B4-BE49-F238E27FC236}">
                    <a16:creationId xmlns:a16="http://schemas.microsoft.com/office/drawing/2014/main" id="{3FD75C55-FB3B-4988-9392-2890933F9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49571" y="4030980"/>
                <a:ext cx="0" cy="81443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: 圓角 22">
                <a:extLst>
                  <a:ext uri="{FF2B5EF4-FFF2-40B4-BE49-F238E27FC236}">
                    <a16:creationId xmlns:a16="http://schemas.microsoft.com/office/drawing/2014/main" id="{0F6C5F20-CFC3-42CD-AD76-79D1121DBB80}"/>
                  </a:ext>
                </a:extLst>
              </p:cNvPr>
              <p:cNvSpPr/>
              <p:nvPr/>
            </p:nvSpPr>
            <p:spPr>
              <a:xfrm>
                <a:off x="4125199" y="4627423"/>
                <a:ext cx="6021371" cy="149929"/>
              </a:xfrm>
              <a:prstGeom prst="round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493" name="圖形 492" descr="男性形象 以實心填滿">
                <a:extLst>
                  <a:ext uri="{FF2B5EF4-FFF2-40B4-BE49-F238E27FC236}">
                    <a16:creationId xmlns:a16="http://schemas.microsoft.com/office/drawing/2014/main" id="{97C2440D-59EA-4AFC-9309-02D296D010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90977" y="4539569"/>
                <a:ext cx="325637" cy="325637"/>
              </a:xfrm>
              <a:prstGeom prst="rect">
                <a:avLst/>
              </a:prstGeom>
            </p:spPr>
          </p:pic>
          <p:sp>
            <p:nvSpPr>
              <p:cNvPr id="1568" name="矩形: 圓角 1567">
                <a:extLst>
                  <a:ext uri="{FF2B5EF4-FFF2-40B4-BE49-F238E27FC236}">
                    <a16:creationId xmlns:a16="http://schemas.microsoft.com/office/drawing/2014/main" id="{4CD88472-EA48-4743-95E6-45482C1CDC86}"/>
                  </a:ext>
                </a:extLst>
              </p:cNvPr>
              <p:cNvSpPr/>
              <p:nvPr/>
            </p:nvSpPr>
            <p:spPr>
              <a:xfrm>
                <a:off x="4125199" y="4304640"/>
                <a:ext cx="832511" cy="149929"/>
              </a:xfrm>
              <a:prstGeom prst="roundRect">
                <a:avLst/>
              </a:prstGeom>
              <a:solidFill>
                <a:srgbClr val="B8C9E9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492" name="圖形 491" descr="女性形象 以實心填滿">
                <a:extLst>
                  <a:ext uri="{FF2B5EF4-FFF2-40B4-BE49-F238E27FC236}">
                    <a16:creationId xmlns:a16="http://schemas.microsoft.com/office/drawing/2014/main" id="{C905B29D-937A-4AF3-9876-CD0CACBBA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90976" y="4216786"/>
                <a:ext cx="325637" cy="325637"/>
              </a:xfrm>
              <a:prstGeom prst="rect">
                <a:avLst/>
              </a:prstGeom>
            </p:spPr>
          </p:pic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BE15E508-0F29-416C-88B0-882BFB359E2D}"/>
                  </a:ext>
                </a:extLst>
              </p:cNvPr>
              <p:cNvGrpSpPr/>
              <p:nvPr/>
            </p:nvGrpSpPr>
            <p:grpSpPr>
              <a:xfrm>
                <a:off x="5032876" y="4191705"/>
                <a:ext cx="5113692" cy="375799"/>
                <a:chOff x="5032876" y="4191705"/>
                <a:chExt cx="5113692" cy="375799"/>
              </a:xfrm>
            </p:grpSpPr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D778AC60-34C0-4E91-875B-43AFAB41FBDF}"/>
                    </a:ext>
                  </a:extLst>
                </p:cNvPr>
                <p:cNvSpPr txBox="1"/>
                <p:nvPr/>
              </p:nvSpPr>
              <p:spPr>
                <a:xfrm>
                  <a:off x="5296683" y="4194938"/>
                  <a:ext cx="573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LOH</a:t>
                  </a:r>
                  <a:endParaRPr lang="zh-TW" altLang="en-US" dirty="0"/>
                </a:p>
              </p:txBody>
            </p:sp>
            <p:sp>
              <p:nvSpPr>
                <p:cNvPr id="1569" name="文字方塊 1568">
                  <a:extLst>
                    <a:ext uri="{FF2B5EF4-FFF2-40B4-BE49-F238E27FC236}">
                      <a16:creationId xmlns:a16="http://schemas.microsoft.com/office/drawing/2014/main" id="{0BB8EDD2-C0D6-4550-A605-46D7E4C4DE7B}"/>
                    </a:ext>
                  </a:extLst>
                </p:cNvPr>
                <p:cNvSpPr txBox="1"/>
                <p:nvPr/>
              </p:nvSpPr>
              <p:spPr>
                <a:xfrm>
                  <a:off x="6809078" y="4194938"/>
                  <a:ext cx="5739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LOH</a:t>
                  </a:r>
                  <a:endParaRPr lang="zh-TW" altLang="en-US" dirty="0"/>
                </a:p>
              </p:txBody>
            </p:sp>
            <p:sp>
              <p:nvSpPr>
                <p:cNvPr id="1570" name="文字方塊 1569">
                  <a:extLst>
                    <a:ext uri="{FF2B5EF4-FFF2-40B4-BE49-F238E27FC236}">
                      <a16:creationId xmlns:a16="http://schemas.microsoft.com/office/drawing/2014/main" id="{24D033D2-80AB-4E64-AE31-5FE1C697A943}"/>
                    </a:ext>
                  </a:extLst>
                </p:cNvPr>
                <p:cNvSpPr txBox="1"/>
                <p:nvPr/>
              </p:nvSpPr>
              <p:spPr>
                <a:xfrm>
                  <a:off x="8980411" y="4194938"/>
                  <a:ext cx="5739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dirty="0"/>
                    <a:t>LOH</a:t>
                  </a:r>
                  <a:endParaRPr lang="zh-TW" altLang="en-US" dirty="0"/>
                </a:p>
              </p:txBody>
            </p:sp>
            <p:sp>
              <p:nvSpPr>
                <p:cNvPr id="1559" name="矩形: 圓角 1558">
                  <a:extLst>
                    <a:ext uri="{FF2B5EF4-FFF2-40B4-BE49-F238E27FC236}">
                      <a16:creationId xmlns:a16="http://schemas.microsoft.com/office/drawing/2014/main" id="{F70ACA0E-AEB8-40C0-8B29-31645A14A16C}"/>
                    </a:ext>
                  </a:extLst>
                </p:cNvPr>
                <p:cNvSpPr/>
                <p:nvPr/>
              </p:nvSpPr>
              <p:spPr>
                <a:xfrm>
                  <a:off x="6235133" y="4191705"/>
                  <a:ext cx="438616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60" name="矩形: 圓角 1559">
                  <a:extLst>
                    <a:ext uri="{FF2B5EF4-FFF2-40B4-BE49-F238E27FC236}">
                      <a16:creationId xmlns:a16="http://schemas.microsoft.com/office/drawing/2014/main" id="{316E44D6-D93B-4341-8115-DD52C928706B}"/>
                    </a:ext>
                  </a:extLst>
                </p:cNvPr>
                <p:cNvSpPr/>
                <p:nvPr/>
              </p:nvSpPr>
              <p:spPr>
                <a:xfrm>
                  <a:off x="6235133" y="4399352"/>
                  <a:ext cx="438616" cy="149929"/>
                </a:xfrm>
                <a:prstGeom prst="roundRect">
                  <a:avLst/>
                </a:prstGeom>
                <a:solidFill>
                  <a:srgbClr val="B8C9E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63" name="矩形: 圓角 1562">
                  <a:extLst>
                    <a:ext uri="{FF2B5EF4-FFF2-40B4-BE49-F238E27FC236}">
                      <a16:creationId xmlns:a16="http://schemas.microsoft.com/office/drawing/2014/main" id="{C08BB92A-CE85-4709-8444-59912D576DC4}"/>
                    </a:ext>
                  </a:extLst>
                </p:cNvPr>
                <p:cNvSpPr/>
                <p:nvPr/>
              </p:nvSpPr>
              <p:spPr>
                <a:xfrm>
                  <a:off x="7686602" y="4191705"/>
                  <a:ext cx="403309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64" name="矩形: 圓角 1563">
                  <a:extLst>
                    <a:ext uri="{FF2B5EF4-FFF2-40B4-BE49-F238E27FC236}">
                      <a16:creationId xmlns:a16="http://schemas.microsoft.com/office/drawing/2014/main" id="{03A9FC57-8107-432D-BDBA-0B27BB23365E}"/>
                    </a:ext>
                  </a:extLst>
                </p:cNvPr>
                <p:cNvSpPr/>
                <p:nvPr/>
              </p:nvSpPr>
              <p:spPr>
                <a:xfrm>
                  <a:off x="7609035" y="4399352"/>
                  <a:ext cx="558442" cy="149929"/>
                </a:xfrm>
                <a:prstGeom prst="roundRect">
                  <a:avLst/>
                </a:prstGeom>
                <a:solidFill>
                  <a:srgbClr val="B8C9E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A80BDC88-0AFF-43E1-A16B-D4FA790C3D1E}"/>
                    </a:ext>
                  </a:extLst>
                </p:cNvPr>
                <p:cNvSpPr/>
                <p:nvPr/>
              </p:nvSpPr>
              <p:spPr>
                <a:xfrm>
                  <a:off x="5032876" y="4198172"/>
                  <a:ext cx="1126113" cy="369332"/>
                </a:xfrm>
                <a:custGeom>
                  <a:avLst/>
                  <a:gdLst>
                    <a:gd name="connsiteX0" fmla="*/ 0 w 1126113"/>
                    <a:gd name="connsiteY0" fmla="*/ 0 h 546798"/>
                    <a:gd name="connsiteX1" fmla="*/ 1126113 w 1126113"/>
                    <a:gd name="connsiteY1" fmla="*/ 0 h 546798"/>
                    <a:gd name="connsiteX2" fmla="*/ 1126113 w 1126113"/>
                    <a:gd name="connsiteY2" fmla="*/ 546798 h 546798"/>
                    <a:gd name="connsiteX3" fmla="*/ 0 w 1126113"/>
                    <a:gd name="connsiteY3" fmla="*/ 546798 h 546798"/>
                    <a:gd name="connsiteX4" fmla="*/ 0 w 1126113"/>
                    <a:gd name="connsiteY4" fmla="*/ 0 h 546798"/>
                    <a:gd name="connsiteX0" fmla="*/ 1126113 w 1217553"/>
                    <a:gd name="connsiteY0" fmla="*/ 0 h 546798"/>
                    <a:gd name="connsiteX1" fmla="*/ 1126113 w 1217553"/>
                    <a:gd name="connsiteY1" fmla="*/ 546798 h 546798"/>
                    <a:gd name="connsiteX2" fmla="*/ 0 w 1217553"/>
                    <a:gd name="connsiteY2" fmla="*/ 546798 h 546798"/>
                    <a:gd name="connsiteX3" fmla="*/ 0 w 1217553"/>
                    <a:gd name="connsiteY3" fmla="*/ 0 h 546798"/>
                    <a:gd name="connsiteX4" fmla="*/ 1217553 w 1217553"/>
                    <a:gd name="connsiteY4" fmla="*/ 91440 h 546798"/>
                    <a:gd name="connsiteX0" fmla="*/ 1126113 w 1126113"/>
                    <a:gd name="connsiteY0" fmla="*/ 0 h 546798"/>
                    <a:gd name="connsiteX1" fmla="*/ 1126113 w 1126113"/>
                    <a:gd name="connsiteY1" fmla="*/ 546798 h 546798"/>
                    <a:gd name="connsiteX2" fmla="*/ 0 w 1126113"/>
                    <a:gd name="connsiteY2" fmla="*/ 546798 h 546798"/>
                    <a:gd name="connsiteX3" fmla="*/ 0 w 1126113"/>
                    <a:gd name="connsiteY3" fmla="*/ 0 h 54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6113" h="546798">
                      <a:moveTo>
                        <a:pt x="1126113" y="0"/>
                      </a:moveTo>
                      <a:lnTo>
                        <a:pt x="1126113" y="546798"/>
                      </a:lnTo>
                      <a:lnTo>
                        <a:pt x="0" y="546798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77" name="矩形 7">
                  <a:extLst>
                    <a:ext uri="{FF2B5EF4-FFF2-40B4-BE49-F238E27FC236}">
                      <a16:creationId xmlns:a16="http://schemas.microsoft.com/office/drawing/2014/main" id="{48DF7243-33F9-477E-B91E-3423D3FF1359}"/>
                    </a:ext>
                  </a:extLst>
                </p:cNvPr>
                <p:cNvSpPr/>
                <p:nvPr/>
              </p:nvSpPr>
              <p:spPr>
                <a:xfrm>
                  <a:off x="6749884" y="4198170"/>
                  <a:ext cx="692329" cy="369333"/>
                </a:xfrm>
                <a:custGeom>
                  <a:avLst/>
                  <a:gdLst>
                    <a:gd name="connsiteX0" fmla="*/ 0 w 1126113"/>
                    <a:gd name="connsiteY0" fmla="*/ 0 h 546798"/>
                    <a:gd name="connsiteX1" fmla="*/ 1126113 w 1126113"/>
                    <a:gd name="connsiteY1" fmla="*/ 0 h 546798"/>
                    <a:gd name="connsiteX2" fmla="*/ 1126113 w 1126113"/>
                    <a:gd name="connsiteY2" fmla="*/ 546798 h 546798"/>
                    <a:gd name="connsiteX3" fmla="*/ 0 w 1126113"/>
                    <a:gd name="connsiteY3" fmla="*/ 546798 h 546798"/>
                    <a:gd name="connsiteX4" fmla="*/ 0 w 1126113"/>
                    <a:gd name="connsiteY4" fmla="*/ 0 h 546798"/>
                    <a:gd name="connsiteX0" fmla="*/ 1126113 w 1217553"/>
                    <a:gd name="connsiteY0" fmla="*/ 0 h 546798"/>
                    <a:gd name="connsiteX1" fmla="*/ 1126113 w 1217553"/>
                    <a:gd name="connsiteY1" fmla="*/ 546798 h 546798"/>
                    <a:gd name="connsiteX2" fmla="*/ 0 w 1217553"/>
                    <a:gd name="connsiteY2" fmla="*/ 546798 h 546798"/>
                    <a:gd name="connsiteX3" fmla="*/ 0 w 1217553"/>
                    <a:gd name="connsiteY3" fmla="*/ 0 h 546798"/>
                    <a:gd name="connsiteX4" fmla="*/ 1217553 w 1217553"/>
                    <a:gd name="connsiteY4" fmla="*/ 91440 h 546798"/>
                    <a:gd name="connsiteX0" fmla="*/ 1126113 w 1126113"/>
                    <a:gd name="connsiteY0" fmla="*/ 0 h 546798"/>
                    <a:gd name="connsiteX1" fmla="*/ 1126113 w 1126113"/>
                    <a:gd name="connsiteY1" fmla="*/ 546798 h 546798"/>
                    <a:gd name="connsiteX2" fmla="*/ 0 w 1126113"/>
                    <a:gd name="connsiteY2" fmla="*/ 546798 h 546798"/>
                    <a:gd name="connsiteX3" fmla="*/ 0 w 1126113"/>
                    <a:gd name="connsiteY3" fmla="*/ 0 h 54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6113" h="546798">
                      <a:moveTo>
                        <a:pt x="1126113" y="0"/>
                      </a:moveTo>
                      <a:lnTo>
                        <a:pt x="1126113" y="546798"/>
                      </a:lnTo>
                      <a:lnTo>
                        <a:pt x="0" y="546798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78" name="矩形 7">
                  <a:extLst>
                    <a:ext uri="{FF2B5EF4-FFF2-40B4-BE49-F238E27FC236}">
                      <a16:creationId xmlns:a16="http://schemas.microsoft.com/office/drawing/2014/main" id="{02E7AE06-0E42-40BA-A497-91AD5ABD967C}"/>
                    </a:ext>
                  </a:extLst>
                </p:cNvPr>
                <p:cNvSpPr/>
                <p:nvPr/>
              </p:nvSpPr>
              <p:spPr>
                <a:xfrm>
                  <a:off x="8334299" y="4191705"/>
                  <a:ext cx="1812269" cy="375799"/>
                </a:xfrm>
                <a:custGeom>
                  <a:avLst/>
                  <a:gdLst>
                    <a:gd name="connsiteX0" fmla="*/ 0 w 1126113"/>
                    <a:gd name="connsiteY0" fmla="*/ 0 h 546798"/>
                    <a:gd name="connsiteX1" fmla="*/ 1126113 w 1126113"/>
                    <a:gd name="connsiteY1" fmla="*/ 0 h 546798"/>
                    <a:gd name="connsiteX2" fmla="*/ 1126113 w 1126113"/>
                    <a:gd name="connsiteY2" fmla="*/ 546798 h 546798"/>
                    <a:gd name="connsiteX3" fmla="*/ 0 w 1126113"/>
                    <a:gd name="connsiteY3" fmla="*/ 546798 h 546798"/>
                    <a:gd name="connsiteX4" fmla="*/ 0 w 1126113"/>
                    <a:gd name="connsiteY4" fmla="*/ 0 h 546798"/>
                    <a:gd name="connsiteX0" fmla="*/ 1126113 w 1217553"/>
                    <a:gd name="connsiteY0" fmla="*/ 0 h 546798"/>
                    <a:gd name="connsiteX1" fmla="*/ 1126113 w 1217553"/>
                    <a:gd name="connsiteY1" fmla="*/ 546798 h 546798"/>
                    <a:gd name="connsiteX2" fmla="*/ 0 w 1217553"/>
                    <a:gd name="connsiteY2" fmla="*/ 546798 h 546798"/>
                    <a:gd name="connsiteX3" fmla="*/ 0 w 1217553"/>
                    <a:gd name="connsiteY3" fmla="*/ 0 h 546798"/>
                    <a:gd name="connsiteX4" fmla="*/ 1217553 w 1217553"/>
                    <a:gd name="connsiteY4" fmla="*/ 91440 h 546798"/>
                    <a:gd name="connsiteX0" fmla="*/ 1126113 w 1126113"/>
                    <a:gd name="connsiteY0" fmla="*/ 0 h 546798"/>
                    <a:gd name="connsiteX1" fmla="*/ 1126113 w 1126113"/>
                    <a:gd name="connsiteY1" fmla="*/ 546798 h 546798"/>
                    <a:gd name="connsiteX2" fmla="*/ 0 w 1126113"/>
                    <a:gd name="connsiteY2" fmla="*/ 546798 h 546798"/>
                    <a:gd name="connsiteX3" fmla="*/ 0 w 1126113"/>
                    <a:gd name="connsiteY3" fmla="*/ 0 h 546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26113" h="546798">
                      <a:moveTo>
                        <a:pt x="1126113" y="0"/>
                      </a:moveTo>
                      <a:lnTo>
                        <a:pt x="1126113" y="546798"/>
                      </a:lnTo>
                      <a:lnTo>
                        <a:pt x="0" y="546798"/>
                      </a:lnTo>
                      <a:lnTo>
                        <a:pt x="0" y="0"/>
                      </a:lnTo>
                    </a:path>
                  </a:pathLst>
                </a:cu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6F0C7E07-1F44-41A6-87A2-3E56D47EC83C}"/>
              </a:ext>
            </a:extLst>
          </p:cNvPr>
          <p:cNvGrpSpPr/>
          <p:nvPr/>
        </p:nvGrpSpPr>
        <p:grpSpPr>
          <a:xfrm>
            <a:off x="3156856" y="5265420"/>
            <a:ext cx="7269477" cy="1504332"/>
            <a:chOff x="3156856" y="5265420"/>
            <a:chExt cx="7269477" cy="1504332"/>
          </a:xfrm>
        </p:grpSpPr>
        <p:sp>
          <p:nvSpPr>
            <p:cNvPr id="786" name="文字方塊 785">
              <a:extLst>
                <a:ext uri="{FF2B5EF4-FFF2-40B4-BE49-F238E27FC236}">
                  <a16:creationId xmlns:a16="http://schemas.microsoft.com/office/drawing/2014/main" id="{1DB3E0B1-34EB-4DB0-B9EB-776372B7FD4E}"/>
                </a:ext>
              </a:extLst>
            </p:cNvPr>
            <p:cNvSpPr txBox="1"/>
            <p:nvPr/>
          </p:nvSpPr>
          <p:spPr>
            <a:xfrm>
              <a:off x="6925663" y="6461975"/>
              <a:ext cx="4716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W" altLang="zh-TW" sz="1400" dirty="0"/>
                <a:t>Loci</a:t>
              </a:r>
              <a:endParaRPr lang="zh-TW" altLang="en-US" sz="1400" dirty="0"/>
            </a:p>
          </p:txBody>
        </p:sp>
        <p:cxnSp>
          <p:nvCxnSpPr>
            <p:cNvPr id="787" name="Straight Connector 75">
              <a:extLst>
                <a:ext uri="{FF2B5EF4-FFF2-40B4-BE49-F238E27FC236}">
                  <a16:creationId xmlns:a16="http://schemas.microsoft.com/office/drawing/2014/main" id="{650C26CC-2F66-4FF0-B738-F0A23F9A0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9571" y="6478661"/>
              <a:ext cx="687676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8" name="文字方塊 787">
              <a:extLst>
                <a:ext uri="{FF2B5EF4-FFF2-40B4-BE49-F238E27FC236}">
                  <a16:creationId xmlns:a16="http://schemas.microsoft.com/office/drawing/2014/main" id="{5A098D1D-3402-4E2E-9448-E8320B56A868}"/>
                </a:ext>
              </a:extLst>
            </p:cNvPr>
            <p:cNvSpPr txBox="1"/>
            <p:nvPr/>
          </p:nvSpPr>
          <p:spPr>
            <a:xfrm rot="16200000">
              <a:off x="3061317" y="5716342"/>
              <a:ext cx="49885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CNV</a:t>
              </a:r>
              <a:endParaRPr lang="en-TW" altLang="zh-TW" sz="1400" dirty="0"/>
            </a:p>
          </p:txBody>
        </p:sp>
        <p:cxnSp>
          <p:nvCxnSpPr>
            <p:cNvPr id="789" name="Straight Connector 71">
              <a:extLst>
                <a:ext uri="{FF2B5EF4-FFF2-40B4-BE49-F238E27FC236}">
                  <a16:creationId xmlns:a16="http://schemas.microsoft.com/office/drawing/2014/main" id="{11B8E492-4A8D-455A-934D-E2B7B6993F70}"/>
                </a:ext>
              </a:extLst>
            </p:cNvPr>
            <p:cNvCxnSpPr>
              <a:cxnSpLocks/>
            </p:cNvCxnSpPr>
            <p:nvPr/>
          </p:nvCxnSpPr>
          <p:spPr>
            <a:xfrm>
              <a:off x="3549571" y="5265420"/>
              <a:ext cx="0" cy="120962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FC3D7443-BCE8-4C23-B5F6-7A8BAFEB9C07}"/>
                </a:ext>
              </a:extLst>
            </p:cNvPr>
            <p:cNvGrpSpPr/>
            <p:nvPr/>
          </p:nvGrpSpPr>
          <p:grpSpPr>
            <a:xfrm>
              <a:off x="3690976" y="5357312"/>
              <a:ext cx="6455594" cy="667034"/>
              <a:chOff x="3690976" y="5827799"/>
              <a:chExt cx="6455594" cy="667034"/>
            </a:xfrm>
          </p:grpSpPr>
          <p:sp>
            <p:nvSpPr>
              <p:cNvPr id="790" name="矩形: 圓角 789">
                <a:extLst>
                  <a:ext uri="{FF2B5EF4-FFF2-40B4-BE49-F238E27FC236}">
                    <a16:creationId xmlns:a16="http://schemas.microsoft.com/office/drawing/2014/main" id="{69036D7E-F76A-400D-8337-5560902821D1}"/>
                  </a:ext>
                </a:extLst>
              </p:cNvPr>
              <p:cNvSpPr/>
              <p:nvPr/>
            </p:nvSpPr>
            <p:spPr>
              <a:xfrm>
                <a:off x="4125199" y="6257050"/>
                <a:ext cx="6021371" cy="149929"/>
              </a:xfrm>
              <a:prstGeom prst="round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791" name="圖形 790" descr="男性形象 以實心填滿">
                <a:extLst>
                  <a:ext uri="{FF2B5EF4-FFF2-40B4-BE49-F238E27FC236}">
                    <a16:creationId xmlns:a16="http://schemas.microsoft.com/office/drawing/2014/main" id="{9E1F0675-E74A-4E35-85D7-4AD8A61652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690977" y="6169196"/>
                <a:ext cx="325637" cy="325637"/>
              </a:xfrm>
              <a:prstGeom prst="rect">
                <a:avLst/>
              </a:prstGeom>
            </p:spPr>
          </p:pic>
          <p:sp>
            <p:nvSpPr>
              <p:cNvPr id="792" name="矩形: 圓角 791">
                <a:extLst>
                  <a:ext uri="{FF2B5EF4-FFF2-40B4-BE49-F238E27FC236}">
                    <a16:creationId xmlns:a16="http://schemas.microsoft.com/office/drawing/2014/main" id="{AA49F65E-9260-417B-A6C2-4B2802D50073}"/>
                  </a:ext>
                </a:extLst>
              </p:cNvPr>
              <p:cNvSpPr/>
              <p:nvPr/>
            </p:nvSpPr>
            <p:spPr>
              <a:xfrm>
                <a:off x="4125199" y="5934267"/>
                <a:ext cx="832511" cy="149929"/>
              </a:xfrm>
              <a:prstGeom prst="roundRect">
                <a:avLst/>
              </a:prstGeom>
              <a:solidFill>
                <a:srgbClr val="B8C9E9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pic>
            <p:nvPicPr>
              <p:cNvPr id="793" name="圖形 792" descr="女性形象 以實心填滿">
                <a:extLst>
                  <a:ext uri="{FF2B5EF4-FFF2-40B4-BE49-F238E27FC236}">
                    <a16:creationId xmlns:a16="http://schemas.microsoft.com/office/drawing/2014/main" id="{2292F16D-E932-4684-AE28-9A1140FB10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90976" y="5846413"/>
                <a:ext cx="325637" cy="325637"/>
              </a:xfrm>
              <a:prstGeom prst="rect">
                <a:avLst/>
              </a:prstGeom>
            </p:spPr>
          </p:pic>
          <p:sp>
            <p:nvSpPr>
              <p:cNvPr id="802" name="矩形 7">
                <a:extLst>
                  <a:ext uri="{FF2B5EF4-FFF2-40B4-BE49-F238E27FC236}">
                    <a16:creationId xmlns:a16="http://schemas.microsoft.com/office/drawing/2014/main" id="{50AF6A64-E474-4B27-B01B-FC7D37389267}"/>
                  </a:ext>
                </a:extLst>
              </p:cNvPr>
              <p:cNvSpPr/>
              <p:nvPr/>
            </p:nvSpPr>
            <p:spPr>
              <a:xfrm>
                <a:off x="5032876" y="5827799"/>
                <a:ext cx="5113692" cy="369332"/>
              </a:xfrm>
              <a:custGeom>
                <a:avLst/>
                <a:gdLst>
                  <a:gd name="connsiteX0" fmla="*/ 0 w 1126113"/>
                  <a:gd name="connsiteY0" fmla="*/ 0 h 546798"/>
                  <a:gd name="connsiteX1" fmla="*/ 1126113 w 1126113"/>
                  <a:gd name="connsiteY1" fmla="*/ 0 h 546798"/>
                  <a:gd name="connsiteX2" fmla="*/ 1126113 w 1126113"/>
                  <a:gd name="connsiteY2" fmla="*/ 546798 h 546798"/>
                  <a:gd name="connsiteX3" fmla="*/ 0 w 1126113"/>
                  <a:gd name="connsiteY3" fmla="*/ 546798 h 546798"/>
                  <a:gd name="connsiteX4" fmla="*/ 0 w 1126113"/>
                  <a:gd name="connsiteY4" fmla="*/ 0 h 546798"/>
                  <a:gd name="connsiteX0" fmla="*/ 1126113 w 1217553"/>
                  <a:gd name="connsiteY0" fmla="*/ 0 h 546798"/>
                  <a:gd name="connsiteX1" fmla="*/ 1126113 w 1217553"/>
                  <a:gd name="connsiteY1" fmla="*/ 546798 h 546798"/>
                  <a:gd name="connsiteX2" fmla="*/ 0 w 1217553"/>
                  <a:gd name="connsiteY2" fmla="*/ 546798 h 546798"/>
                  <a:gd name="connsiteX3" fmla="*/ 0 w 1217553"/>
                  <a:gd name="connsiteY3" fmla="*/ 0 h 546798"/>
                  <a:gd name="connsiteX4" fmla="*/ 1217553 w 1217553"/>
                  <a:gd name="connsiteY4" fmla="*/ 91440 h 546798"/>
                  <a:gd name="connsiteX0" fmla="*/ 1126113 w 1126113"/>
                  <a:gd name="connsiteY0" fmla="*/ 0 h 546798"/>
                  <a:gd name="connsiteX1" fmla="*/ 1126113 w 1126113"/>
                  <a:gd name="connsiteY1" fmla="*/ 546798 h 546798"/>
                  <a:gd name="connsiteX2" fmla="*/ 0 w 1126113"/>
                  <a:gd name="connsiteY2" fmla="*/ 546798 h 546798"/>
                  <a:gd name="connsiteX3" fmla="*/ 0 w 1126113"/>
                  <a:gd name="connsiteY3" fmla="*/ 0 h 546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6113" h="546798">
                    <a:moveTo>
                      <a:pt x="1126113" y="0"/>
                    </a:moveTo>
                    <a:lnTo>
                      <a:pt x="1126113" y="546798"/>
                    </a:lnTo>
                    <a:lnTo>
                      <a:pt x="0" y="546798"/>
                    </a:lnTo>
                    <a:lnTo>
                      <a:pt x="0" y="0"/>
                    </a:lnTo>
                  </a:path>
                </a:pathLst>
              </a:custGeom>
              <a:ln w="1905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6" name="文字方塊 805">
                <a:extLst>
                  <a:ext uri="{FF2B5EF4-FFF2-40B4-BE49-F238E27FC236}">
                    <a16:creationId xmlns:a16="http://schemas.microsoft.com/office/drawing/2014/main" id="{636EF065-2559-4E88-8344-3DF042003894}"/>
                  </a:ext>
                </a:extLst>
              </p:cNvPr>
              <p:cNvSpPr txBox="1"/>
              <p:nvPr/>
            </p:nvSpPr>
            <p:spPr>
              <a:xfrm>
                <a:off x="6275645" y="5827799"/>
                <a:ext cx="2628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LOH (Chromosomal-Scale)</a:t>
                </a:r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D700E166-D18F-4ECC-ADDF-E6F3F9D6EF55}"/>
                </a:ext>
              </a:extLst>
            </p:cNvPr>
            <p:cNvGrpSpPr/>
            <p:nvPr/>
          </p:nvGrpSpPr>
          <p:grpSpPr>
            <a:xfrm>
              <a:off x="6161469" y="5983669"/>
              <a:ext cx="2180295" cy="416011"/>
              <a:chOff x="6161469" y="5370001"/>
              <a:chExt cx="2180295" cy="416011"/>
            </a:xfrm>
          </p:grpSpPr>
          <p:grpSp>
            <p:nvGrpSpPr>
              <p:cNvPr id="18" name="群組 17">
                <a:extLst>
                  <a:ext uri="{FF2B5EF4-FFF2-40B4-BE49-F238E27FC236}">
                    <a16:creationId xmlns:a16="http://schemas.microsoft.com/office/drawing/2014/main" id="{03D46833-7B5F-4FE9-91C6-766584CDC86C}"/>
                  </a:ext>
                </a:extLst>
              </p:cNvPr>
              <p:cNvGrpSpPr/>
              <p:nvPr/>
            </p:nvGrpSpPr>
            <p:grpSpPr>
              <a:xfrm>
                <a:off x="6235133" y="5399218"/>
                <a:ext cx="438616" cy="357576"/>
                <a:chOff x="6235133" y="5410582"/>
                <a:chExt cx="438616" cy="357576"/>
              </a:xfrm>
            </p:grpSpPr>
            <p:sp>
              <p:nvSpPr>
                <p:cNvPr id="798" name="矩形: 圓角 797">
                  <a:extLst>
                    <a:ext uri="{FF2B5EF4-FFF2-40B4-BE49-F238E27FC236}">
                      <a16:creationId xmlns:a16="http://schemas.microsoft.com/office/drawing/2014/main" id="{0679393A-6467-4750-820E-DBFD857806EC}"/>
                    </a:ext>
                  </a:extLst>
                </p:cNvPr>
                <p:cNvSpPr/>
                <p:nvPr/>
              </p:nvSpPr>
              <p:spPr>
                <a:xfrm>
                  <a:off x="6235133" y="5410582"/>
                  <a:ext cx="438616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99" name="矩形: 圓角 798">
                  <a:extLst>
                    <a:ext uri="{FF2B5EF4-FFF2-40B4-BE49-F238E27FC236}">
                      <a16:creationId xmlns:a16="http://schemas.microsoft.com/office/drawing/2014/main" id="{BED73082-CDF3-42A0-BFED-C067011D3380}"/>
                    </a:ext>
                  </a:extLst>
                </p:cNvPr>
                <p:cNvSpPr/>
                <p:nvPr/>
              </p:nvSpPr>
              <p:spPr>
                <a:xfrm>
                  <a:off x="6235133" y="5618229"/>
                  <a:ext cx="438616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1DD7E50E-1C9C-4E6E-B240-7B88E85A953F}"/>
                  </a:ext>
                </a:extLst>
              </p:cNvPr>
              <p:cNvGrpSpPr/>
              <p:nvPr/>
            </p:nvGrpSpPr>
            <p:grpSpPr>
              <a:xfrm>
                <a:off x="7609035" y="5399218"/>
                <a:ext cx="558442" cy="357576"/>
                <a:chOff x="7609035" y="5410582"/>
                <a:chExt cx="558442" cy="357576"/>
              </a:xfrm>
            </p:grpSpPr>
            <p:sp>
              <p:nvSpPr>
                <p:cNvPr id="800" name="矩形: 圓角 799">
                  <a:extLst>
                    <a:ext uri="{FF2B5EF4-FFF2-40B4-BE49-F238E27FC236}">
                      <a16:creationId xmlns:a16="http://schemas.microsoft.com/office/drawing/2014/main" id="{C2132A70-611C-4E42-87D0-69DA713DB5E9}"/>
                    </a:ext>
                  </a:extLst>
                </p:cNvPr>
                <p:cNvSpPr/>
                <p:nvPr/>
              </p:nvSpPr>
              <p:spPr>
                <a:xfrm>
                  <a:off x="7686602" y="5410582"/>
                  <a:ext cx="403309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01" name="矩形: 圓角 800">
                  <a:extLst>
                    <a:ext uri="{FF2B5EF4-FFF2-40B4-BE49-F238E27FC236}">
                      <a16:creationId xmlns:a16="http://schemas.microsoft.com/office/drawing/2014/main" id="{9AF5B24B-F1E7-4C03-80C6-A18F05FF5641}"/>
                    </a:ext>
                  </a:extLst>
                </p:cNvPr>
                <p:cNvSpPr/>
                <p:nvPr/>
              </p:nvSpPr>
              <p:spPr>
                <a:xfrm>
                  <a:off x="7609035" y="5618229"/>
                  <a:ext cx="558442" cy="149929"/>
                </a:xfrm>
                <a:prstGeom prst="roundRect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807" name="矩形: 圓角 806">
                <a:extLst>
                  <a:ext uri="{FF2B5EF4-FFF2-40B4-BE49-F238E27FC236}">
                    <a16:creationId xmlns:a16="http://schemas.microsoft.com/office/drawing/2014/main" id="{365C39D5-C218-4B7D-BFC5-FCE49215B2E1}"/>
                  </a:ext>
                </a:extLst>
              </p:cNvPr>
              <p:cNvSpPr/>
              <p:nvPr/>
            </p:nvSpPr>
            <p:spPr>
              <a:xfrm>
                <a:off x="7445301" y="5370001"/>
                <a:ext cx="896463" cy="416011"/>
              </a:xfrm>
              <a:prstGeom prst="roundRect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8" name="矩形: 圓角 807">
                <a:extLst>
                  <a:ext uri="{FF2B5EF4-FFF2-40B4-BE49-F238E27FC236}">
                    <a16:creationId xmlns:a16="http://schemas.microsoft.com/office/drawing/2014/main" id="{BC049152-6F73-4BAA-9031-130100B16625}"/>
                  </a:ext>
                </a:extLst>
              </p:cNvPr>
              <p:cNvSpPr/>
              <p:nvPr/>
            </p:nvSpPr>
            <p:spPr>
              <a:xfrm>
                <a:off x="6161469" y="5370001"/>
                <a:ext cx="588414" cy="416011"/>
              </a:xfrm>
              <a:prstGeom prst="roundRect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88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箭號: 五邊形 1151">
            <a:extLst>
              <a:ext uri="{FF2B5EF4-FFF2-40B4-BE49-F238E27FC236}">
                <a16:creationId xmlns:a16="http://schemas.microsoft.com/office/drawing/2014/main" id="{AAC9B222-211F-4331-A90C-B11085DC830D}"/>
              </a:ext>
            </a:extLst>
          </p:cNvPr>
          <p:cNvSpPr/>
          <p:nvPr/>
        </p:nvSpPr>
        <p:spPr>
          <a:xfrm>
            <a:off x="4695157" y="1375994"/>
            <a:ext cx="895339" cy="63285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53" name="矩形 1152">
            <a:extLst>
              <a:ext uri="{FF2B5EF4-FFF2-40B4-BE49-F238E27FC236}">
                <a16:creationId xmlns:a16="http://schemas.microsoft.com/office/drawing/2014/main" id="{340E0164-BC89-4DA9-9291-2EDF05F91844}"/>
              </a:ext>
            </a:extLst>
          </p:cNvPr>
          <p:cNvSpPr/>
          <p:nvPr/>
        </p:nvSpPr>
        <p:spPr>
          <a:xfrm>
            <a:off x="5361087" y="1372963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54" name="矩形 1153">
            <a:extLst>
              <a:ext uri="{FF2B5EF4-FFF2-40B4-BE49-F238E27FC236}">
                <a16:creationId xmlns:a16="http://schemas.microsoft.com/office/drawing/2014/main" id="{DAE7470D-FD89-4B65-A187-E08AF9743759}"/>
              </a:ext>
            </a:extLst>
          </p:cNvPr>
          <p:cNvSpPr/>
          <p:nvPr/>
        </p:nvSpPr>
        <p:spPr>
          <a:xfrm>
            <a:off x="4902304" y="1372963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5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kumimoji="0" lang="zh-TW" alt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55" name="矩形 1154">
            <a:extLst>
              <a:ext uri="{FF2B5EF4-FFF2-40B4-BE49-F238E27FC236}">
                <a16:creationId xmlns:a16="http://schemas.microsoft.com/office/drawing/2014/main" id="{5E068804-F137-48B5-A27D-843D4CF29372}"/>
              </a:ext>
            </a:extLst>
          </p:cNvPr>
          <p:cNvSpPr/>
          <p:nvPr/>
        </p:nvSpPr>
        <p:spPr>
          <a:xfrm>
            <a:off x="5134168" y="1372963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T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48" name="箭號: 五邊形 1147">
            <a:extLst>
              <a:ext uri="{FF2B5EF4-FFF2-40B4-BE49-F238E27FC236}">
                <a16:creationId xmlns:a16="http://schemas.microsoft.com/office/drawing/2014/main" id="{7862DA6D-2BCC-4078-BF7E-3508A1232E61}"/>
              </a:ext>
            </a:extLst>
          </p:cNvPr>
          <p:cNvSpPr/>
          <p:nvPr/>
        </p:nvSpPr>
        <p:spPr>
          <a:xfrm>
            <a:off x="4695157" y="1287901"/>
            <a:ext cx="895339" cy="63285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49" name="矩形 1148">
            <a:extLst>
              <a:ext uri="{FF2B5EF4-FFF2-40B4-BE49-F238E27FC236}">
                <a16:creationId xmlns:a16="http://schemas.microsoft.com/office/drawing/2014/main" id="{1085B7FB-8BC7-421A-B063-089D75AC0BA3}"/>
              </a:ext>
            </a:extLst>
          </p:cNvPr>
          <p:cNvSpPr/>
          <p:nvPr/>
        </p:nvSpPr>
        <p:spPr>
          <a:xfrm>
            <a:off x="5361087" y="1284870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kumimoji="0" lang="zh-TW" altLang="en-US" sz="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50" name="矩形 1149">
            <a:extLst>
              <a:ext uri="{FF2B5EF4-FFF2-40B4-BE49-F238E27FC236}">
                <a16:creationId xmlns:a16="http://schemas.microsoft.com/office/drawing/2014/main" id="{1E4552E1-4C5E-413C-BAB5-B60C7343DB7C}"/>
              </a:ext>
            </a:extLst>
          </p:cNvPr>
          <p:cNvSpPr/>
          <p:nvPr/>
        </p:nvSpPr>
        <p:spPr>
          <a:xfrm>
            <a:off x="4902304" y="1284870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kumimoji="0" lang="zh-TW" altLang="en-US" sz="5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51" name="矩形 1150">
            <a:extLst>
              <a:ext uri="{FF2B5EF4-FFF2-40B4-BE49-F238E27FC236}">
                <a16:creationId xmlns:a16="http://schemas.microsoft.com/office/drawing/2014/main" id="{A582560B-ED21-4B32-8415-03529E37174C}"/>
              </a:ext>
            </a:extLst>
          </p:cNvPr>
          <p:cNvSpPr/>
          <p:nvPr/>
        </p:nvSpPr>
        <p:spPr>
          <a:xfrm>
            <a:off x="5134168" y="1284870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T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9" name="箭號: 五邊形 1138">
            <a:extLst>
              <a:ext uri="{FF2B5EF4-FFF2-40B4-BE49-F238E27FC236}">
                <a16:creationId xmlns:a16="http://schemas.microsoft.com/office/drawing/2014/main" id="{FC266F1A-7D93-49AD-835F-0677F888F6CF}"/>
              </a:ext>
            </a:extLst>
          </p:cNvPr>
          <p:cNvSpPr/>
          <p:nvPr/>
        </p:nvSpPr>
        <p:spPr>
          <a:xfrm>
            <a:off x="4695157" y="1982040"/>
            <a:ext cx="895339" cy="63284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40" name="矩形 1139">
            <a:extLst>
              <a:ext uri="{FF2B5EF4-FFF2-40B4-BE49-F238E27FC236}">
                <a16:creationId xmlns:a16="http://schemas.microsoft.com/office/drawing/2014/main" id="{E350415D-2366-4018-ABB4-7637D1558A58}"/>
              </a:ext>
            </a:extLst>
          </p:cNvPr>
          <p:cNvSpPr/>
          <p:nvPr/>
        </p:nvSpPr>
        <p:spPr>
          <a:xfrm>
            <a:off x="4902304" y="1980524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41" name="矩形 1140">
            <a:extLst>
              <a:ext uri="{FF2B5EF4-FFF2-40B4-BE49-F238E27FC236}">
                <a16:creationId xmlns:a16="http://schemas.microsoft.com/office/drawing/2014/main" id="{0D3A105E-C2EC-4D3E-B04A-B0EB0FFD8B18}"/>
              </a:ext>
            </a:extLst>
          </p:cNvPr>
          <p:cNvSpPr/>
          <p:nvPr/>
        </p:nvSpPr>
        <p:spPr>
          <a:xfrm>
            <a:off x="5134168" y="1980524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grpSp>
        <p:nvGrpSpPr>
          <p:cNvPr id="1142" name="群組 1141">
            <a:extLst>
              <a:ext uri="{FF2B5EF4-FFF2-40B4-BE49-F238E27FC236}">
                <a16:creationId xmlns:a16="http://schemas.microsoft.com/office/drawing/2014/main" id="{97507300-1CAE-4EA1-8891-7BD83C0ED51F}"/>
              </a:ext>
            </a:extLst>
          </p:cNvPr>
          <p:cNvGrpSpPr/>
          <p:nvPr/>
        </p:nvGrpSpPr>
        <p:grpSpPr>
          <a:xfrm>
            <a:off x="4695157" y="2067929"/>
            <a:ext cx="895339" cy="64800"/>
            <a:chOff x="4695157" y="3195844"/>
            <a:chExt cx="895339" cy="64800"/>
          </a:xfrm>
        </p:grpSpPr>
        <p:sp>
          <p:nvSpPr>
            <p:cNvPr id="1144" name="箭號: 五邊形 1143">
              <a:extLst>
                <a:ext uri="{FF2B5EF4-FFF2-40B4-BE49-F238E27FC236}">
                  <a16:creationId xmlns:a16="http://schemas.microsoft.com/office/drawing/2014/main" id="{D25DA575-6404-4A70-89E7-55899C9487A7}"/>
                </a:ext>
              </a:extLst>
            </p:cNvPr>
            <p:cNvSpPr/>
            <p:nvPr/>
          </p:nvSpPr>
          <p:spPr>
            <a:xfrm>
              <a:off x="4695157" y="3197360"/>
              <a:ext cx="895339" cy="63284"/>
            </a:xfrm>
            <a:prstGeom prst="homePlate">
              <a:avLst/>
            </a:prstGeom>
            <a:solidFill>
              <a:srgbClr val="F7C5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145" name="矩形 1144">
              <a:extLst>
                <a:ext uri="{FF2B5EF4-FFF2-40B4-BE49-F238E27FC236}">
                  <a16:creationId xmlns:a16="http://schemas.microsoft.com/office/drawing/2014/main" id="{F9401F5A-1CE2-4876-A715-FBCB911F4B8B}"/>
                </a:ext>
              </a:extLst>
            </p:cNvPr>
            <p:cNvSpPr/>
            <p:nvPr/>
          </p:nvSpPr>
          <p:spPr>
            <a:xfrm>
              <a:off x="4902304" y="3195844"/>
              <a:ext cx="69313" cy="64800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rPr>
                <a:t>G</a:t>
              </a:r>
              <a:endParaRPr lang="zh-TW" altLang="en-US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1146" name="矩形 1145">
              <a:extLst>
                <a:ext uri="{FF2B5EF4-FFF2-40B4-BE49-F238E27FC236}">
                  <a16:creationId xmlns:a16="http://schemas.microsoft.com/office/drawing/2014/main" id="{1E16938E-827A-4AD1-A1D9-6D76685CE65F}"/>
                </a:ext>
              </a:extLst>
            </p:cNvPr>
            <p:cNvSpPr/>
            <p:nvPr/>
          </p:nvSpPr>
          <p:spPr>
            <a:xfrm>
              <a:off x="5134168" y="3195844"/>
              <a:ext cx="69313" cy="648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rPr>
                <a:t>C</a:t>
              </a:r>
              <a:endParaRPr lang="zh-TW" altLang="en-US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1147" name="矩形 1146">
              <a:extLst>
                <a:ext uri="{FF2B5EF4-FFF2-40B4-BE49-F238E27FC236}">
                  <a16:creationId xmlns:a16="http://schemas.microsoft.com/office/drawing/2014/main" id="{9FB08602-8613-453F-A61F-27D87EE8ABF0}"/>
                </a:ext>
              </a:extLst>
            </p:cNvPr>
            <p:cNvSpPr/>
            <p:nvPr/>
          </p:nvSpPr>
          <p:spPr>
            <a:xfrm>
              <a:off x="5361087" y="3195844"/>
              <a:ext cx="69313" cy="64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rPr>
                <a:t>A</a:t>
              </a:r>
              <a:endParaRPr lang="zh-TW" altLang="en-US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</p:grpSp>
      <p:sp>
        <p:nvSpPr>
          <p:cNvPr id="1143" name="矩形 1142">
            <a:extLst>
              <a:ext uri="{FF2B5EF4-FFF2-40B4-BE49-F238E27FC236}">
                <a16:creationId xmlns:a16="http://schemas.microsoft.com/office/drawing/2014/main" id="{6913FC1A-20CD-49E0-BCFB-4543E1D9F96A}"/>
              </a:ext>
            </a:extLst>
          </p:cNvPr>
          <p:cNvSpPr/>
          <p:nvPr/>
        </p:nvSpPr>
        <p:spPr>
          <a:xfrm>
            <a:off x="5361087" y="1980524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5" name="箭號: 五邊形 1134">
            <a:extLst>
              <a:ext uri="{FF2B5EF4-FFF2-40B4-BE49-F238E27FC236}">
                <a16:creationId xmlns:a16="http://schemas.microsoft.com/office/drawing/2014/main" id="{C924764A-E954-4235-83F4-D6BD7251861A}"/>
              </a:ext>
            </a:extLst>
          </p:cNvPr>
          <p:cNvSpPr/>
          <p:nvPr/>
        </p:nvSpPr>
        <p:spPr>
          <a:xfrm>
            <a:off x="4695157" y="1895459"/>
            <a:ext cx="895339" cy="63285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36" name="矩形 1135">
            <a:extLst>
              <a:ext uri="{FF2B5EF4-FFF2-40B4-BE49-F238E27FC236}">
                <a16:creationId xmlns:a16="http://schemas.microsoft.com/office/drawing/2014/main" id="{5BC6DFB9-2ED3-4DCC-9A53-5DE70DAA81D0}"/>
              </a:ext>
            </a:extLst>
          </p:cNvPr>
          <p:cNvSpPr/>
          <p:nvPr/>
        </p:nvSpPr>
        <p:spPr>
          <a:xfrm>
            <a:off x="4902304" y="1893943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7" name="矩形 1136">
            <a:extLst>
              <a:ext uri="{FF2B5EF4-FFF2-40B4-BE49-F238E27FC236}">
                <a16:creationId xmlns:a16="http://schemas.microsoft.com/office/drawing/2014/main" id="{5F29B074-AB03-451D-9665-3C17A2643644}"/>
              </a:ext>
            </a:extLst>
          </p:cNvPr>
          <p:cNvSpPr/>
          <p:nvPr/>
        </p:nvSpPr>
        <p:spPr>
          <a:xfrm>
            <a:off x="5134168" y="1893943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8" name="矩形 1137">
            <a:extLst>
              <a:ext uri="{FF2B5EF4-FFF2-40B4-BE49-F238E27FC236}">
                <a16:creationId xmlns:a16="http://schemas.microsoft.com/office/drawing/2014/main" id="{873B6E25-9CB1-49C7-B5ED-78DEBD09A44B}"/>
              </a:ext>
            </a:extLst>
          </p:cNvPr>
          <p:cNvSpPr/>
          <p:nvPr/>
        </p:nvSpPr>
        <p:spPr>
          <a:xfrm>
            <a:off x="5361087" y="1893943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1" name="箭號: 五邊形 1130">
            <a:extLst>
              <a:ext uri="{FF2B5EF4-FFF2-40B4-BE49-F238E27FC236}">
                <a16:creationId xmlns:a16="http://schemas.microsoft.com/office/drawing/2014/main" id="{7971A675-9F27-49EE-BA8F-939DA0074B7B}"/>
              </a:ext>
            </a:extLst>
          </p:cNvPr>
          <p:cNvSpPr/>
          <p:nvPr/>
        </p:nvSpPr>
        <p:spPr>
          <a:xfrm>
            <a:off x="4695157" y="1808881"/>
            <a:ext cx="895339" cy="63285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32" name="矩形 1131">
            <a:extLst>
              <a:ext uri="{FF2B5EF4-FFF2-40B4-BE49-F238E27FC236}">
                <a16:creationId xmlns:a16="http://schemas.microsoft.com/office/drawing/2014/main" id="{5A0F827A-97A3-433D-B7DC-221548FF1C7A}"/>
              </a:ext>
            </a:extLst>
          </p:cNvPr>
          <p:cNvSpPr/>
          <p:nvPr/>
        </p:nvSpPr>
        <p:spPr>
          <a:xfrm>
            <a:off x="4902304" y="1807365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A34A3EEE-D126-4F9E-A00A-5091BCB2FBCC}"/>
              </a:ext>
            </a:extLst>
          </p:cNvPr>
          <p:cNvSpPr/>
          <p:nvPr/>
        </p:nvSpPr>
        <p:spPr>
          <a:xfrm>
            <a:off x="5134168" y="1807365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4" name="矩形 1133">
            <a:extLst>
              <a:ext uri="{FF2B5EF4-FFF2-40B4-BE49-F238E27FC236}">
                <a16:creationId xmlns:a16="http://schemas.microsoft.com/office/drawing/2014/main" id="{E8B83D69-2805-4A54-829A-3D4EE89C3B1C}"/>
              </a:ext>
            </a:extLst>
          </p:cNvPr>
          <p:cNvSpPr/>
          <p:nvPr/>
        </p:nvSpPr>
        <p:spPr>
          <a:xfrm>
            <a:off x="5361087" y="1807365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7" name="箭號: 五邊形 1126">
            <a:extLst>
              <a:ext uri="{FF2B5EF4-FFF2-40B4-BE49-F238E27FC236}">
                <a16:creationId xmlns:a16="http://schemas.microsoft.com/office/drawing/2014/main" id="{42841765-1F16-49F2-8F10-C0E19B268CBF}"/>
              </a:ext>
            </a:extLst>
          </p:cNvPr>
          <p:cNvSpPr/>
          <p:nvPr/>
        </p:nvSpPr>
        <p:spPr>
          <a:xfrm>
            <a:off x="4695157" y="1722303"/>
            <a:ext cx="895339" cy="63285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28" name="矩形 1127">
            <a:extLst>
              <a:ext uri="{FF2B5EF4-FFF2-40B4-BE49-F238E27FC236}">
                <a16:creationId xmlns:a16="http://schemas.microsoft.com/office/drawing/2014/main" id="{8020D284-B2EB-48E6-BB31-57657FCA5EB1}"/>
              </a:ext>
            </a:extLst>
          </p:cNvPr>
          <p:cNvSpPr/>
          <p:nvPr/>
        </p:nvSpPr>
        <p:spPr>
          <a:xfrm>
            <a:off x="4902304" y="1720787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9" name="矩形 1128">
            <a:extLst>
              <a:ext uri="{FF2B5EF4-FFF2-40B4-BE49-F238E27FC236}">
                <a16:creationId xmlns:a16="http://schemas.microsoft.com/office/drawing/2014/main" id="{E407772F-CFE4-4667-9E80-DD0B25E19C26}"/>
              </a:ext>
            </a:extLst>
          </p:cNvPr>
          <p:cNvSpPr/>
          <p:nvPr/>
        </p:nvSpPr>
        <p:spPr>
          <a:xfrm>
            <a:off x="5134168" y="1720787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532B0A6E-777C-472D-AD96-AF453D620511}"/>
              </a:ext>
            </a:extLst>
          </p:cNvPr>
          <p:cNvSpPr/>
          <p:nvPr/>
        </p:nvSpPr>
        <p:spPr>
          <a:xfrm>
            <a:off x="5361087" y="1720787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3" name="箭號: 五邊形 1122">
            <a:extLst>
              <a:ext uri="{FF2B5EF4-FFF2-40B4-BE49-F238E27FC236}">
                <a16:creationId xmlns:a16="http://schemas.microsoft.com/office/drawing/2014/main" id="{2E386C6C-7E5A-480B-8B41-A6D485AC2EBD}"/>
              </a:ext>
            </a:extLst>
          </p:cNvPr>
          <p:cNvSpPr/>
          <p:nvPr/>
        </p:nvSpPr>
        <p:spPr>
          <a:xfrm>
            <a:off x="4695157" y="1635726"/>
            <a:ext cx="895339" cy="63284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24" name="矩形 1123">
            <a:extLst>
              <a:ext uri="{FF2B5EF4-FFF2-40B4-BE49-F238E27FC236}">
                <a16:creationId xmlns:a16="http://schemas.microsoft.com/office/drawing/2014/main" id="{BE3A8B3E-648E-460A-A46A-CC21D5B86DC0}"/>
              </a:ext>
            </a:extLst>
          </p:cNvPr>
          <p:cNvSpPr/>
          <p:nvPr/>
        </p:nvSpPr>
        <p:spPr>
          <a:xfrm>
            <a:off x="4902304" y="1634210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5" name="矩形 1124">
            <a:extLst>
              <a:ext uri="{FF2B5EF4-FFF2-40B4-BE49-F238E27FC236}">
                <a16:creationId xmlns:a16="http://schemas.microsoft.com/office/drawing/2014/main" id="{8BDA1753-4229-4937-94C7-355F06609069}"/>
              </a:ext>
            </a:extLst>
          </p:cNvPr>
          <p:cNvSpPr/>
          <p:nvPr/>
        </p:nvSpPr>
        <p:spPr>
          <a:xfrm>
            <a:off x="5134168" y="1634210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6" name="矩形 1125">
            <a:extLst>
              <a:ext uri="{FF2B5EF4-FFF2-40B4-BE49-F238E27FC236}">
                <a16:creationId xmlns:a16="http://schemas.microsoft.com/office/drawing/2014/main" id="{0BD364E9-9729-48AD-8562-0563DF86F1FF}"/>
              </a:ext>
            </a:extLst>
          </p:cNvPr>
          <p:cNvSpPr/>
          <p:nvPr/>
        </p:nvSpPr>
        <p:spPr>
          <a:xfrm>
            <a:off x="5361087" y="1634210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19" name="箭號: 五邊形 1118">
            <a:extLst>
              <a:ext uri="{FF2B5EF4-FFF2-40B4-BE49-F238E27FC236}">
                <a16:creationId xmlns:a16="http://schemas.microsoft.com/office/drawing/2014/main" id="{B0374EFA-4975-4A34-8649-0F7E5820F984}"/>
              </a:ext>
            </a:extLst>
          </p:cNvPr>
          <p:cNvSpPr/>
          <p:nvPr/>
        </p:nvSpPr>
        <p:spPr>
          <a:xfrm>
            <a:off x="4695157" y="1549149"/>
            <a:ext cx="895339" cy="63284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20" name="矩形 1119">
            <a:extLst>
              <a:ext uri="{FF2B5EF4-FFF2-40B4-BE49-F238E27FC236}">
                <a16:creationId xmlns:a16="http://schemas.microsoft.com/office/drawing/2014/main" id="{B2D7D589-F617-4CC6-9BCC-82FAAE9F230D}"/>
              </a:ext>
            </a:extLst>
          </p:cNvPr>
          <p:cNvSpPr/>
          <p:nvPr/>
        </p:nvSpPr>
        <p:spPr>
          <a:xfrm>
            <a:off x="4902304" y="1547633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1" name="矩形 1120">
            <a:extLst>
              <a:ext uri="{FF2B5EF4-FFF2-40B4-BE49-F238E27FC236}">
                <a16:creationId xmlns:a16="http://schemas.microsoft.com/office/drawing/2014/main" id="{99131401-FF4B-44C4-85F1-94CD84C61C11}"/>
              </a:ext>
            </a:extLst>
          </p:cNvPr>
          <p:cNvSpPr/>
          <p:nvPr/>
        </p:nvSpPr>
        <p:spPr>
          <a:xfrm>
            <a:off x="5134168" y="1547633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22" name="矩形 1121">
            <a:extLst>
              <a:ext uri="{FF2B5EF4-FFF2-40B4-BE49-F238E27FC236}">
                <a16:creationId xmlns:a16="http://schemas.microsoft.com/office/drawing/2014/main" id="{BB892167-442C-4FCA-BBA6-BB201BF14159}"/>
              </a:ext>
            </a:extLst>
          </p:cNvPr>
          <p:cNvSpPr/>
          <p:nvPr/>
        </p:nvSpPr>
        <p:spPr>
          <a:xfrm>
            <a:off x="5361087" y="1547633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15" name="箭號: 五邊形 1114">
            <a:extLst>
              <a:ext uri="{FF2B5EF4-FFF2-40B4-BE49-F238E27FC236}">
                <a16:creationId xmlns:a16="http://schemas.microsoft.com/office/drawing/2014/main" id="{1AB9A3E5-2DE1-4A55-853E-10A1D4206824}"/>
              </a:ext>
            </a:extLst>
          </p:cNvPr>
          <p:cNvSpPr/>
          <p:nvPr/>
        </p:nvSpPr>
        <p:spPr>
          <a:xfrm>
            <a:off x="4695157" y="1462572"/>
            <a:ext cx="895339" cy="63284"/>
          </a:xfrm>
          <a:prstGeom prst="homePlate">
            <a:avLst/>
          </a:prstGeom>
          <a:solidFill>
            <a:srgbClr val="F7C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116" name="矩形 1115">
            <a:extLst>
              <a:ext uri="{FF2B5EF4-FFF2-40B4-BE49-F238E27FC236}">
                <a16:creationId xmlns:a16="http://schemas.microsoft.com/office/drawing/2014/main" id="{B6CB9874-1512-4DD5-97E4-E21AB3DE4ABC}"/>
              </a:ext>
            </a:extLst>
          </p:cNvPr>
          <p:cNvSpPr/>
          <p:nvPr/>
        </p:nvSpPr>
        <p:spPr>
          <a:xfrm>
            <a:off x="4902304" y="1461056"/>
            <a:ext cx="69313" cy="64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G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17" name="矩形 1116">
            <a:extLst>
              <a:ext uri="{FF2B5EF4-FFF2-40B4-BE49-F238E27FC236}">
                <a16:creationId xmlns:a16="http://schemas.microsoft.com/office/drawing/2014/main" id="{256F2D08-9EB3-436C-B926-F9F61EDAE8AD}"/>
              </a:ext>
            </a:extLst>
          </p:cNvPr>
          <p:cNvSpPr/>
          <p:nvPr/>
        </p:nvSpPr>
        <p:spPr>
          <a:xfrm>
            <a:off x="5134168" y="1461056"/>
            <a:ext cx="69313" cy="648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srgbClr val="FFFFFF"/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C</a:t>
            </a:r>
            <a:endParaRPr lang="zh-TW" altLang="en-US" sz="500" b="1" dirty="0">
              <a:solidFill>
                <a:srgbClr val="FFFFFF"/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1118" name="矩形 1117">
            <a:extLst>
              <a:ext uri="{FF2B5EF4-FFF2-40B4-BE49-F238E27FC236}">
                <a16:creationId xmlns:a16="http://schemas.microsoft.com/office/drawing/2014/main" id="{BD39A019-17C8-4A90-B325-D458F4501522}"/>
              </a:ext>
            </a:extLst>
          </p:cNvPr>
          <p:cNvSpPr/>
          <p:nvPr/>
        </p:nvSpPr>
        <p:spPr>
          <a:xfrm>
            <a:off x="5361087" y="1461056"/>
            <a:ext cx="69313" cy="6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50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微軟正黑體"/>
                <a:cs typeface="Calibri" panose="020F0502020204030204" pitchFamily="34" charset="0"/>
              </a:rPr>
              <a:t>A</a:t>
            </a:r>
            <a:endParaRPr lang="zh-TW" altLang="en-US" sz="50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ea typeface="微軟正黑體"/>
              <a:cs typeface="Calibri" panose="020F0502020204030204" pitchFamily="34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E17AEFD-2274-44BF-B396-C1C5C886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Challenge 2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Tumor Purity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endParaRPr lang="zh-TW" altLang="en-US" dirty="0"/>
          </a:p>
        </p:txBody>
      </p:sp>
      <p:sp>
        <p:nvSpPr>
          <p:cNvPr id="1820" name="箭號: 向右 1819">
            <a:extLst>
              <a:ext uri="{FF2B5EF4-FFF2-40B4-BE49-F238E27FC236}">
                <a16:creationId xmlns:a16="http://schemas.microsoft.com/office/drawing/2014/main" id="{9B191770-C7FE-4D6F-B087-D4B167899808}"/>
              </a:ext>
            </a:extLst>
          </p:cNvPr>
          <p:cNvSpPr/>
          <p:nvPr/>
        </p:nvSpPr>
        <p:spPr>
          <a:xfrm>
            <a:off x="9097781" y="5279899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582FBD35-0640-4CF4-BE25-23322D918724}"/>
              </a:ext>
            </a:extLst>
          </p:cNvPr>
          <p:cNvGrpSpPr/>
          <p:nvPr/>
        </p:nvGrpSpPr>
        <p:grpSpPr>
          <a:xfrm>
            <a:off x="5560355" y="3699974"/>
            <a:ext cx="3985452" cy="369332"/>
            <a:chOff x="9040969" y="1354165"/>
            <a:chExt cx="3985452" cy="369332"/>
          </a:xfrm>
        </p:grpSpPr>
        <p:sp>
          <p:nvSpPr>
            <p:cNvPr id="2069" name="矩形: 圓角 2068">
              <a:extLst>
                <a:ext uri="{FF2B5EF4-FFF2-40B4-BE49-F238E27FC236}">
                  <a16:creationId xmlns:a16="http://schemas.microsoft.com/office/drawing/2014/main" id="{5256CD1A-4348-4333-8009-45797B3B1FA7}"/>
                </a:ext>
              </a:extLst>
            </p:cNvPr>
            <p:cNvSpPr/>
            <p:nvPr/>
          </p:nvSpPr>
          <p:spPr>
            <a:xfrm>
              <a:off x="9040969" y="1405418"/>
              <a:ext cx="3985451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921F2991-C682-4916-8449-15FA0162CEB0}"/>
                </a:ext>
              </a:extLst>
            </p:cNvPr>
            <p:cNvSpPr txBox="1"/>
            <p:nvPr/>
          </p:nvSpPr>
          <p:spPr>
            <a:xfrm>
              <a:off x="9135612" y="1354165"/>
              <a:ext cx="38908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/>
                <a:t>Ascat</a:t>
              </a:r>
              <a:r>
                <a:rPr lang="en-US" altLang="zh-TW" dirty="0"/>
                <a:t> Estimate tumor purity</a:t>
              </a:r>
              <a:r>
                <a:rPr lang="zh-TW" altLang="en-US" dirty="0"/>
                <a:t> </a:t>
              </a:r>
              <a:r>
                <a:rPr lang="en-US" altLang="zh-TW" dirty="0"/>
                <a:t>and ploidy </a:t>
              </a:r>
              <a:endParaRPr lang="zh-TW" altLang="en-US" dirty="0"/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085D9B7D-56F7-498E-BE92-5597FF044CBA}"/>
              </a:ext>
            </a:extLst>
          </p:cNvPr>
          <p:cNvGrpSpPr/>
          <p:nvPr/>
        </p:nvGrpSpPr>
        <p:grpSpPr>
          <a:xfrm>
            <a:off x="2452039" y="3699974"/>
            <a:ext cx="2340000" cy="369332"/>
            <a:chOff x="1704132" y="1354165"/>
            <a:chExt cx="2340000" cy="369332"/>
          </a:xfrm>
        </p:grpSpPr>
        <p:sp>
          <p:nvSpPr>
            <p:cNvPr id="2066" name="矩形: 圓角 2065">
              <a:extLst>
                <a:ext uri="{FF2B5EF4-FFF2-40B4-BE49-F238E27FC236}">
                  <a16:creationId xmlns:a16="http://schemas.microsoft.com/office/drawing/2014/main" id="{E412CC0E-3F37-4975-B252-3DFB6C6D62E2}"/>
                </a:ext>
              </a:extLst>
            </p:cNvPr>
            <p:cNvSpPr/>
            <p:nvPr/>
          </p:nvSpPr>
          <p:spPr>
            <a:xfrm>
              <a:off x="1704132" y="1405062"/>
              <a:ext cx="2340000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2057" name="文字方塊 2056">
              <a:extLst>
                <a:ext uri="{FF2B5EF4-FFF2-40B4-BE49-F238E27FC236}">
                  <a16:creationId xmlns:a16="http://schemas.microsoft.com/office/drawing/2014/main" id="{F09886BC-F5CB-4C28-9AEB-BAFD8DAD2F5C}"/>
                </a:ext>
              </a:extLst>
            </p:cNvPr>
            <p:cNvSpPr txBox="1"/>
            <p:nvPr/>
          </p:nvSpPr>
          <p:spPr>
            <a:xfrm>
              <a:off x="1868088" y="1354165"/>
              <a:ext cx="2012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Sample Sequencing</a:t>
              </a:r>
              <a:endParaRPr lang="zh-TW" altLang="en-US" dirty="0"/>
            </a:p>
          </p:txBody>
        </p:sp>
      </p:grpSp>
      <p:sp>
        <p:nvSpPr>
          <p:cNvPr id="2064" name="箭號: 向右 2063">
            <a:extLst>
              <a:ext uri="{FF2B5EF4-FFF2-40B4-BE49-F238E27FC236}">
                <a16:creationId xmlns:a16="http://schemas.microsoft.com/office/drawing/2014/main" id="{84CFD596-3511-4149-8EF2-E281806A2821}"/>
              </a:ext>
            </a:extLst>
          </p:cNvPr>
          <p:cNvSpPr/>
          <p:nvPr/>
        </p:nvSpPr>
        <p:spPr>
          <a:xfrm>
            <a:off x="10645789" y="5279899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A2CF165D-6D63-42B3-9F67-B1CE8BFE83E0}"/>
              </a:ext>
            </a:extLst>
          </p:cNvPr>
          <p:cNvSpPr txBox="1"/>
          <p:nvPr/>
        </p:nvSpPr>
        <p:spPr>
          <a:xfrm>
            <a:off x="11065340" y="516543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0.5</a:t>
            </a:r>
            <a:endParaRPr lang="zh-TW" altLang="en-US" dirty="0"/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28E91171-42EF-452B-9C7E-6730E0770833}"/>
              </a:ext>
            </a:extLst>
          </p:cNvPr>
          <p:cNvGrpSpPr/>
          <p:nvPr/>
        </p:nvGrpSpPr>
        <p:grpSpPr>
          <a:xfrm>
            <a:off x="9612899" y="4544365"/>
            <a:ext cx="791089" cy="1611468"/>
            <a:chOff x="8843876" y="2440817"/>
            <a:chExt cx="1184966" cy="2413806"/>
          </a:xfrm>
        </p:grpSpPr>
        <p:grpSp>
          <p:nvGrpSpPr>
            <p:cNvPr id="517" name="群組 516">
              <a:extLst>
                <a:ext uri="{FF2B5EF4-FFF2-40B4-BE49-F238E27FC236}">
                  <a16:creationId xmlns:a16="http://schemas.microsoft.com/office/drawing/2014/main" id="{7E206446-6C6D-405C-BADC-E264E6463F2F}"/>
                </a:ext>
              </a:extLst>
            </p:cNvPr>
            <p:cNvGrpSpPr/>
            <p:nvPr/>
          </p:nvGrpSpPr>
          <p:grpSpPr>
            <a:xfrm>
              <a:off x="8843876" y="3678129"/>
              <a:ext cx="1184966" cy="1176494"/>
              <a:chOff x="114655" y="3347955"/>
              <a:chExt cx="950122" cy="950122"/>
            </a:xfrm>
          </p:grpSpPr>
          <p:sp>
            <p:nvSpPr>
              <p:cNvPr id="550" name="橢圓 549">
                <a:extLst>
                  <a:ext uri="{FF2B5EF4-FFF2-40B4-BE49-F238E27FC236}">
                    <a16:creationId xmlns:a16="http://schemas.microsoft.com/office/drawing/2014/main" id="{2C79FAF0-A5B7-4BBA-8E86-649BB03F55C3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1" name="橢圓 550">
                <a:extLst>
                  <a:ext uri="{FF2B5EF4-FFF2-40B4-BE49-F238E27FC236}">
                    <a16:creationId xmlns:a16="http://schemas.microsoft.com/office/drawing/2014/main" id="{2B9A45AB-B2CB-4361-8097-23F9089150BA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2" name="橢圓 551">
                <a:extLst>
                  <a:ext uri="{FF2B5EF4-FFF2-40B4-BE49-F238E27FC236}">
                    <a16:creationId xmlns:a16="http://schemas.microsoft.com/office/drawing/2014/main" id="{15A4A17D-1941-4852-A8D4-B7DE2B606CB9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3" name="手繪多邊形: 圖案 552">
                <a:extLst>
                  <a:ext uri="{FF2B5EF4-FFF2-40B4-BE49-F238E27FC236}">
                    <a16:creationId xmlns:a16="http://schemas.microsoft.com/office/drawing/2014/main" id="{368180A1-B4CD-4669-A7CA-C76AB1AAB54F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4" name="手繪多邊形: 圖案 553">
                <a:extLst>
                  <a:ext uri="{FF2B5EF4-FFF2-40B4-BE49-F238E27FC236}">
                    <a16:creationId xmlns:a16="http://schemas.microsoft.com/office/drawing/2014/main" id="{8AA88186-F9BA-4C5F-8941-85D1AA18751F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55" name="手繪多邊形: 圖案 554">
                <a:extLst>
                  <a:ext uri="{FF2B5EF4-FFF2-40B4-BE49-F238E27FC236}">
                    <a16:creationId xmlns:a16="http://schemas.microsoft.com/office/drawing/2014/main" id="{058DBB19-2C10-4269-B28B-633D74463C1A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6" name="手繪多邊形: 圖案 555">
                <a:extLst>
                  <a:ext uri="{FF2B5EF4-FFF2-40B4-BE49-F238E27FC236}">
                    <a16:creationId xmlns:a16="http://schemas.microsoft.com/office/drawing/2014/main" id="{4115BBC3-2D4C-42EA-9364-4980BCB1C168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7" name="手繪多邊形: 圖案 556">
                <a:extLst>
                  <a:ext uri="{FF2B5EF4-FFF2-40B4-BE49-F238E27FC236}">
                    <a16:creationId xmlns:a16="http://schemas.microsoft.com/office/drawing/2014/main" id="{CAC9B46A-CA9C-469C-9530-69F6730D460C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58" name="手繪多邊形: 圖案 557">
                <a:extLst>
                  <a:ext uri="{FF2B5EF4-FFF2-40B4-BE49-F238E27FC236}">
                    <a16:creationId xmlns:a16="http://schemas.microsoft.com/office/drawing/2014/main" id="{6A10AA66-D6DB-4ABE-82D3-390DABEDE34E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59" name="手繪多邊形: 圖案 558">
                <a:extLst>
                  <a:ext uri="{FF2B5EF4-FFF2-40B4-BE49-F238E27FC236}">
                    <a16:creationId xmlns:a16="http://schemas.microsoft.com/office/drawing/2014/main" id="{7E3889C7-4550-45B4-9B75-401209427E24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0" name="手繪多邊形: 圖案 559">
                <a:extLst>
                  <a:ext uri="{FF2B5EF4-FFF2-40B4-BE49-F238E27FC236}">
                    <a16:creationId xmlns:a16="http://schemas.microsoft.com/office/drawing/2014/main" id="{BF8A3574-2161-4EAC-818C-20CCEB231962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61" name="橢圓 560">
                <a:extLst>
                  <a:ext uri="{FF2B5EF4-FFF2-40B4-BE49-F238E27FC236}">
                    <a16:creationId xmlns:a16="http://schemas.microsoft.com/office/drawing/2014/main" id="{A2B4FC71-FC53-4414-89AB-C247BEF4D6EB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2" name="橢圓 561">
                <a:extLst>
                  <a:ext uri="{FF2B5EF4-FFF2-40B4-BE49-F238E27FC236}">
                    <a16:creationId xmlns:a16="http://schemas.microsoft.com/office/drawing/2014/main" id="{FED69801-9BD9-4DE3-8362-CC8F832EC6C8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3" name="橢圓 562">
                <a:extLst>
                  <a:ext uri="{FF2B5EF4-FFF2-40B4-BE49-F238E27FC236}">
                    <a16:creationId xmlns:a16="http://schemas.microsoft.com/office/drawing/2014/main" id="{F14B1F18-07A3-40F9-B52D-491068BCA0D7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4" name="橢圓 563">
                <a:extLst>
                  <a:ext uri="{FF2B5EF4-FFF2-40B4-BE49-F238E27FC236}">
                    <a16:creationId xmlns:a16="http://schemas.microsoft.com/office/drawing/2014/main" id="{3E173B87-CE22-4AB4-BA1F-3D0637FDE450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FA6B9D5F-2B6A-46F4-9BD8-0DDACEBC3D9D}"/>
                </a:ext>
              </a:extLst>
            </p:cNvPr>
            <p:cNvGrpSpPr/>
            <p:nvPr/>
          </p:nvGrpSpPr>
          <p:grpSpPr>
            <a:xfrm>
              <a:off x="8846232" y="2440817"/>
              <a:ext cx="1180255" cy="1180255"/>
              <a:chOff x="8273260" y="1925896"/>
              <a:chExt cx="1180255" cy="1180255"/>
            </a:xfrm>
          </p:grpSpPr>
          <p:sp>
            <p:nvSpPr>
              <p:cNvPr id="863" name="橢圓 862">
                <a:extLst>
                  <a:ext uri="{FF2B5EF4-FFF2-40B4-BE49-F238E27FC236}">
                    <a16:creationId xmlns:a16="http://schemas.microsoft.com/office/drawing/2014/main" id="{939E26EF-18AF-4588-A955-D0A763D642A0}"/>
                  </a:ext>
                </a:extLst>
              </p:cNvPr>
              <p:cNvSpPr/>
              <p:nvPr/>
            </p:nvSpPr>
            <p:spPr>
              <a:xfrm>
                <a:off x="8273260" y="1925896"/>
                <a:ext cx="1180255" cy="1180255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864" name="群組 863">
                <a:extLst>
                  <a:ext uri="{FF2B5EF4-FFF2-40B4-BE49-F238E27FC236}">
                    <a16:creationId xmlns:a16="http://schemas.microsoft.com/office/drawing/2014/main" id="{3209D573-BEEF-4FAD-97E1-5A6A3E786C30}"/>
                  </a:ext>
                </a:extLst>
              </p:cNvPr>
              <p:cNvGrpSpPr/>
              <p:nvPr/>
            </p:nvGrpSpPr>
            <p:grpSpPr>
              <a:xfrm>
                <a:off x="8342689" y="2157274"/>
                <a:ext cx="1041690" cy="193678"/>
                <a:chOff x="2021100" y="3072149"/>
                <a:chExt cx="329705" cy="61344"/>
              </a:xfrm>
            </p:grpSpPr>
            <p:sp>
              <p:nvSpPr>
                <p:cNvPr id="898" name="橢圓 897">
                  <a:extLst>
                    <a:ext uri="{FF2B5EF4-FFF2-40B4-BE49-F238E27FC236}">
                      <a16:creationId xmlns:a16="http://schemas.microsoft.com/office/drawing/2014/main" id="{6851BFED-A2FB-41E5-ADD3-D43A39D642D6}"/>
                    </a:ext>
                  </a:extLst>
                </p:cNvPr>
                <p:cNvSpPr/>
                <p:nvPr/>
              </p:nvSpPr>
              <p:spPr>
                <a:xfrm>
                  <a:off x="2021100" y="3072150"/>
                  <a:ext cx="149521" cy="613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99" name="手繪多邊形: 圖案 898">
                  <a:extLst>
                    <a:ext uri="{FF2B5EF4-FFF2-40B4-BE49-F238E27FC236}">
                      <a16:creationId xmlns:a16="http://schemas.microsoft.com/office/drawing/2014/main" id="{FA9380B8-B2CB-44FB-AE06-F3710E03C566}"/>
                    </a:ext>
                  </a:extLst>
                </p:cNvPr>
                <p:cNvSpPr/>
                <p:nvPr/>
              </p:nvSpPr>
              <p:spPr>
                <a:xfrm>
                  <a:off x="2249743" y="3072149"/>
                  <a:ext cx="40698" cy="6134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00" name="手繪多邊形: 圖案 899">
                  <a:extLst>
                    <a:ext uri="{FF2B5EF4-FFF2-40B4-BE49-F238E27FC236}">
                      <a16:creationId xmlns:a16="http://schemas.microsoft.com/office/drawing/2014/main" id="{5E36B929-F1D9-4F12-988F-BBD594A25CD9}"/>
                    </a:ext>
                  </a:extLst>
                </p:cNvPr>
                <p:cNvSpPr/>
                <p:nvPr/>
              </p:nvSpPr>
              <p:spPr>
                <a:xfrm>
                  <a:off x="2170109" y="3101878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01" name="手繪多邊形: 圖案 900">
                  <a:extLst>
                    <a:ext uri="{FF2B5EF4-FFF2-40B4-BE49-F238E27FC236}">
                      <a16:creationId xmlns:a16="http://schemas.microsoft.com/office/drawing/2014/main" id="{19AD61BC-81B2-424D-B76E-BADB1B22D56E}"/>
                    </a:ext>
                  </a:extLst>
                </p:cNvPr>
                <p:cNvSpPr/>
                <p:nvPr/>
              </p:nvSpPr>
              <p:spPr>
                <a:xfrm>
                  <a:off x="2170389" y="3072884"/>
                  <a:ext cx="79354" cy="59874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02" name="手繪多邊形: 圖案 901">
                  <a:extLst>
                    <a:ext uri="{FF2B5EF4-FFF2-40B4-BE49-F238E27FC236}">
                      <a16:creationId xmlns:a16="http://schemas.microsoft.com/office/drawing/2014/main" id="{8C75F578-3CA6-48EA-BB7E-4DAEEC590A67}"/>
                    </a:ext>
                  </a:extLst>
                </p:cNvPr>
                <p:cNvSpPr/>
                <p:nvPr/>
              </p:nvSpPr>
              <p:spPr>
                <a:xfrm>
                  <a:off x="2290441" y="3074204"/>
                  <a:ext cx="60363" cy="57233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03" name="橢圓 902">
                  <a:extLst>
                    <a:ext uri="{FF2B5EF4-FFF2-40B4-BE49-F238E27FC236}">
                      <a16:creationId xmlns:a16="http://schemas.microsoft.com/office/drawing/2014/main" id="{5C10F43E-C679-4043-8B8C-0138277C6470}"/>
                    </a:ext>
                  </a:extLst>
                </p:cNvPr>
                <p:cNvSpPr/>
                <p:nvPr/>
              </p:nvSpPr>
              <p:spPr>
                <a:xfrm>
                  <a:off x="2170110" y="3072149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04" name="橢圓 903">
                  <a:extLst>
                    <a:ext uri="{FF2B5EF4-FFF2-40B4-BE49-F238E27FC236}">
                      <a16:creationId xmlns:a16="http://schemas.microsoft.com/office/drawing/2014/main" id="{A5242D16-E86E-406F-A502-9F7C5865A908}"/>
                    </a:ext>
                  </a:extLst>
                </p:cNvPr>
                <p:cNvSpPr/>
                <p:nvPr/>
              </p:nvSpPr>
              <p:spPr>
                <a:xfrm>
                  <a:off x="2157466" y="3075900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865" name="群組 864">
                <a:extLst>
                  <a:ext uri="{FF2B5EF4-FFF2-40B4-BE49-F238E27FC236}">
                    <a16:creationId xmlns:a16="http://schemas.microsoft.com/office/drawing/2014/main" id="{75DF92FE-2D42-48E2-B788-1AFCE39A79B7}"/>
                  </a:ext>
                </a:extLst>
              </p:cNvPr>
              <p:cNvGrpSpPr/>
              <p:nvPr/>
            </p:nvGrpSpPr>
            <p:grpSpPr>
              <a:xfrm>
                <a:off x="8342689" y="2418132"/>
                <a:ext cx="1041690" cy="195780"/>
                <a:chOff x="2021100" y="3156484"/>
                <a:chExt cx="329705" cy="62010"/>
              </a:xfrm>
            </p:grpSpPr>
            <p:sp>
              <p:nvSpPr>
                <p:cNvPr id="888" name="手繪多邊形: 圖案 887">
                  <a:extLst>
                    <a:ext uri="{FF2B5EF4-FFF2-40B4-BE49-F238E27FC236}">
                      <a16:creationId xmlns:a16="http://schemas.microsoft.com/office/drawing/2014/main" id="{DCA0AE87-4467-47B8-ADA8-290BC1743A37}"/>
                    </a:ext>
                  </a:extLst>
                </p:cNvPr>
                <p:cNvSpPr/>
                <p:nvPr/>
              </p:nvSpPr>
              <p:spPr>
                <a:xfrm>
                  <a:off x="2076006" y="3156484"/>
                  <a:ext cx="39710" cy="6134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89" name="手繪多邊形: 圖案 888">
                  <a:extLst>
                    <a:ext uri="{FF2B5EF4-FFF2-40B4-BE49-F238E27FC236}">
                      <a16:creationId xmlns:a16="http://schemas.microsoft.com/office/drawing/2014/main" id="{7655B5FA-EE71-407D-A02B-066697CEE950}"/>
                    </a:ext>
                  </a:extLst>
                </p:cNvPr>
                <p:cNvSpPr/>
                <p:nvPr/>
              </p:nvSpPr>
              <p:spPr>
                <a:xfrm>
                  <a:off x="2170109" y="3186213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90" name="手繪多邊形: 圖案 889">
                  <a:extLst>
                    <a:ext uri="{FF2B5EF4-FFF2-40B4-BE49-F238E27FC236}">
                      <a16:creationId xmlns:a16="http://schemas.microsoft.com/office/drawing/2014/main" id="{EC3EFD99-2BA1-4212-9B80-A07BF79C74F9}"/>
                    </a:ext>
                  </a:extLst>
                </p:cNvPr>
                <p:cNvSpPr/>
                <p:nvPr/>
              </p:nvSpPr>
              <p:spPr>
                <a:xfrm>
                  <a:off x="2115715" y="3158129"/>
                  <a:ext cx="54674" cy="58054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91" name="手繪多邊形: 圖案 890">
                  <a:extLst>
                    <a:ext uri="{FF2B5EF4-FFF2-40B4-BE49-F238E27FC236}">
                      <a16:creationId xmlns:a16="http://schemas.microsoft.com/office/drawing/2014/main" id="{9C9983DE-07DF-4038-B689-F3EF44A866B4}"/>
                    </a:ext>
                  </a:extLst>
                </p:cNvPr>
                <p:cNvSpPr/>
                <p:nvPr/>
              </p:nvSpPr>
              <p:spPr>
                <a:xfrm>
                  <a:off x="2021100" y="3158129"/>
                  <a:ext cx="54905" cy="58054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92" name="橢圓 891">
                  <a:extLst>
                    <a:ext uri="{FF2B5EF4-FFF2-40B4-BE49-F238E27FC236}">
                      <a16:creationId xmlns:a16="http://schemas.microsoft.com/office/drawing/2014/main" id="{376FFA79-4FB7-43B7-B377-1B0B0A45AB66}"/>
                    </a:ext>
                  </a:extLst>
                </p:cNvPr>
                <p:cNvSpPr/>
                <p:nvPr/>
              </p:nvSpPr>
              <p:spPr>
                <a:xfrm>
                  <a:off x="2021100" y="3156484"/>
                  <a:ext cx="149521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grpSp>
              <p:nvGrpSpPr>
                <p:cNvPr id="893" name="群組 892">
                  <a:extLst>
                    <a:ext uri="{FF2B5EF4-FFF2-40B4-BE49-F238E27FC236}">
                      <a16:creationId xmlns:a16="http://schemas.microsoft.com/office/drawing/2014/main" id="{D289A8D5-41A0-4114-BB75-84080C3346E6}"/>
                    </a:ext>
                  </a:extLst>
                </p:cNvPr>
                <p:cNvGrpSpPr/>
                <p:nvPr/>
              </p:nvGrpSpPr>
              <p:grpSpPr>
                <a:xfrm>
                  <a:off x="2170110" y="3157151"/>
                  <a:ext cx="180695" cy="61343"/>
                  <a:chOff x="2170110" y="3157151"/>
                  <a:chExt cx="180695" cy="61343"/>
                </a:xfrm>
              </p:grpSpPr>
              <p:sp>
                <p:nvSpPr>
                  <p:cNvPr id="896" name="橢圓 895">
                    <a:extLst>
                      <a:ext uri="{FF2B5EF4-FFF2-40B4-BE49-F238E27FC236}">
                        <a16:creationId xmlns:a16="http://schemas.microsoft.com/office/drawing/2014/main" id="{A4133B09-BD84-4F8B-B74A-CCB7F5DE8BF8}"/>
                      </a:ext>
                    </a:extLst>
                  </p:cNvPr>
                  <p:cNvSpPr/>
                  <p:nvPr/>
                </p:nvSpPr>
                <p:spPr>
                  <a:xfrm>
                    <a:off x="2170110" y="3157151"/>
                    <a:ext cx="180695" cy="61343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7" name="手繪多邊形: 圖案 896">
                    <a:extLst>
                      <a:ext uri="{FF2B5EF4-FFF2-40B4-BE49-F238E27FC236}">
                        <a16:creationId xmlns:a16="http://schemas.microsoft.com/office/drawing/2014/main" id="{4EB2AF68-74DD-4601-9993-25F02A160C1F}"/>
                      </a:ext>
                    </a:extLst>
                  </p:cNvPr>
                  <p:cNvSpPr/>
                  <p:nvPr/>
                </p:nvSpPr>
                <p:spPr>
                  <a:xfrm>
                    <a:off x="2206230" y="3159045"/>
                    <a:ext cx="40669" cy="59449"/>
                  </a:xfrm>
                  <a:custGeom>
                    <a:avLst/>
                    <a:gdLst>
                      <a:gd name="connsiteX0" fmla="*/ 103512 w 103512"/>
                      <a:gd name="connsiteY0" fmla="*/ 0 h 151206"/>
                      <a:gd name="connsiteX1" fmla="*/ 103512 w 103512"/>
                      <a:gd name="connsiteY1" fmla="*/ 151206 h 151206"/>
                      <a:gd name="connsiteX2" fmla="*/ 48412 w 103512"/>
                      <a:gd name="connsiteY2" fmla="*/ 147432 h 151206"/>
                      <a:gd name="connsiteX3" fmla="*/ 0 w 103512"/>
                      <a:gd name="connsiteY3" fmla="*/ 136359 h 151206"/>
                      <a:gd name="connsiteX4" fmla="*/ 0 w 103512"/>
                      <a:gd name="connsiteY4" fmla="*/ 14847 h 151206"/>
                      <a:gd name="connsiteX5" fmla="*/ 48412 w 103512"/>
                      <a:gd name="connsiteY5" fmla="*/ 3774 h 151206"/>
                      <a:gd name="connsiteX6" fmla="*/ 103512 w 103512"/>
                      <a:gd name="connsiteY6" fmla="*/ 0 h 1512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3512" h="151206">
                        <a:moveTo>
                          <a:pt x="103512" y="0"/>
                        </a:moveTo>
                        <a:lnTo>
                          <a:pt x="103512" y="151206"/>
                        </a:lnTo>
                        <a:lnTo>
                          <a:pt x="48412" y="147432"/>
                        </a:lnTo>
                        <a:lnTo>
                          <a:pt x="0" y="136359"/>
                        </a:lnTo>
                        <a:lnTo>
                          <a:pt x="0" y="14847"/>
                        </a:lnTo>
                        <a:lnTo>
                          <a:pt x="48412" y="3774"/>
                        </a:lnTo>
                        <a:lnTo>
                          <a:pt x="103512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sp>
              <p:nvSpPr>
                <p:cNvPr id="894" name="橢圓 893">
                  <a:extLst>
                    <a:ext uri="{FF2B5EF4-FFF2-40B4-BE49-F238E27FC236}">
                      <a16:creationId xmlns:a16="http://schemas.microsoft.com/office/drawing/2014/main" id="{579C1090-3EC8-4E02-8E8C-60957C510B4E}"/>
                    </a:ext>
                  </a:extLst>
                </p:cNvPr>
                <p:cNvSpPr/>
                <p:nvPr/>
              </p:nvSpPr>
              <p:spPr>
                <a:xfrm>
                  <a:off x="2170110" y="3156485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95" name="橢圓 894">
                  <a:extLst>
                    <a:ext uri="{FF2B5EF4-FFF2-40B4-BE49-F238E27FC236}">
                      <a16:creationId xmlns:a16="http://schemas.microsoft.com/office/drawing/2014/main" id="{DB3DB028-9D63-4414-AEE7-73D5CE4A30DA}"/>
                    </a:ext>
                  </a:extLst>
                </p:cNvPr>
                <p:cNvSpPr/>
                <p:nvPr/>
              </p:nvSpPr>
              <p:spPr>
                <a:xfrm>
                  <a:off x="2157466" y="3160235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866" name="群組 865">
                <a:extLst>
                  <a:ext uri="{FF2B5EF4-FFF2-40B4-BE49-F238E27FC236}">
                    <a16:creationId xmlns:a16="http://schemas.microsoft.com/office/drawing/2014/main" id="{D843AC4D-0200-4F30-917C-9FA1E5C60AEE}"/>
                  </a:ext>
                </a:extLst>
              </p:cNvPr>
              <p:cNvGrpSpPr/>
              <p:nvPr/>
            </p:nvGrpSpPr>
            <p:grpSpPr>
              <a:xfrm>
                <a:off x="8342689" y="2683889"/>
                <a:ext cx="1041690" cy="195780"/>
                <a:chOff x="2021100" y="3156484"/>
                <a:chExt cx="329705" cy="62010"/>
              </a:xfrm>
            </p:grpSpPr>
            <p:sp>
              <p:nvSpPr>
                <p:cNvPr id="878" name="手繪多邊形: 圖案 877">
                  <a:extLst>
                    <a:ext uri="{FF2B5EF4-FFF2-40B4-BE49-F238E27FC236}">
                      <a16:creationId xmlns:a16="http://schemas.microsoft.com/office/drawing/2014/main" id="{3C51D4BE-6309-4CA2-B37F-C4FD6174B338}"/>
                    </a:ext>
                  </a:extLst>
                </p:cNvPr>
                <p:cNvSpPr/>
                <p:nvPr/>
              </p:nvSpPr>
              <p:spPr>
                <a:xfrm>
                  <a:off x="2076006" y="3156484"/>
                  <a:ext cx="39710" cy="6134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79" name="手繪多邊形: 圖案 878">
                  <a:extLst>
                    <a:ext uri="{FF2B5EF4-FFF2-40B4-BE49-F238E27FC236}">
                      <a16:creationId xmlns:a16="http://schemas.microsoft.com/office/drawing/2014/main" id="{A8B49E2D-D137-4EDF-BC59-82A2D6CCD88E}"/>
                    </a:ext>
                  </a:extLst>
                </p:cNvPr>
                <p:cNvSpPr/>
                <p:nvPr/>
              </p:nvSpPr>
              <p:spPr>
                <a:xfrm>
                  <a:off x="2170109" y="3186213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80" name="手繪多邊形: 圖案 879">
                  <a:extLst>
                    <a:ext uri="{FF2B5EF4-FFF2-40B4-BE49-F238E27FC236}">
                      <a16:creationId xmlns:a16="http://schemas.microsoft.com/office/drawing/2014/main" id="{49FA8E93-D6FC-4C22-8F00-6CB3E4C7DD4F}"/>
                    </a:ext>
                  </a:extLst>
                </p:cNvPr>
                <p:cNvSpPr/>
                <p:nvPr/>
              </p:nvSpPr>
              <p:spPr>
                <a:xfrm>
                  <a:off x="2115715" y="3158129"/>
                  <a:ext cx="54674" cy="58054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81" name="手繪多邊形: 圖案 880">
                  <a:extLst>
                    <a:ext uri="{FF2B5EF4-FFF2-40B4-BE49-F238E27FC236}">
                      <a16:creationId xmlns:a16="http://schemas.microsoft.com/office/drawing/2014/main" id="{DA0EC6F6-7C05-4AC7-BAFA-B69A1130D2BC}"/>
                    </a:ext>
                  </a:extLst>
                </p:cNvPr>
                <p:cNvSpPr/>
                <p:nvPr/>
              </p:nvSpPr>
              <p:spPr>
                <a:xfrm>
                  <a:off x="2021100" y="3158129"/>
                  <a:ext cx="54905" cy="58054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882" name="橢圓 881">
                  <a:extLst>
                    <a:ext uri="{FF2B5EF4-FFF2-40B4-BE49-F238E27FC236}">
                      <a16:creationId xmlns:a16="http://schemas.microsoft.com/office/drawing/2014/main" id="{A17F1966-6AA0-40DD-9D45-9C674EA97F1A}"/>
                    </a:ext>
                  </a:extLst>
                </p:cNvPr>
                <p:cNvSpPr/>
                <p:nvPr/>
              </p:nvSpPr>
              <p:spPr>
                <a:xfrm>
                  <a:off x="2021100" y="3156484"/>
                  <a:ext cx="149521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grpSp>
              <p:nvGrpSpPr>
                <p:cNvPr id="883" name="群組 882">
                  <a:extLst>
                    <a:ext uri="{FF2B5EF4-FFF2-40B4-BE49-F238E27FC236}">
                      <a16:creationId xmlns:a16="http://schemas.microsoft.com/office/drawing/2014/main" id="{6A0D837E-0EE8-425F-99A9-60F90991C571}"/>
                    </a:ext>
                  </a:extLst>
                </p:cNvPr>
                <p:cNvGrpSpPr/>
                <p:nvPr/>
              </p:nvGrpSpPr>
              <p:grpSpPr>
                <a:xfrm>
                  <a:off x="2170110" y="3157151"/>
                  <a:ext cx="180695" cy="61343"/>
                  <a:chOff x="2170110" y="3157151"/>
                  <a:chExt cx="180695" cy="61343"/>
                </a:xfrm>
              </p:grpSpPr>
              <p:sp>
                <p:nvSpPr>
                  <p:cNvPr id="886" name="橢圓 885">
                    <a:extLst>
                      <a:ext uri="{FF2B5EF4-FFF2-40B4-BE49-F238E27FC236}">
                        <a16:creationId xmlns:a16="http://schemas.microsoft.com/office/drawing/2014/main" id="{71368023-F7F5-4C69-B09C-8806D20EC92D}"/>
                      </a:ext>
                    </a:extLst>
                  </p:cNvPr>
                  <p:cNvSpPr/>
                  <p:nvPr/>
                </p:nvSpPr>
                <p:spPr>
                  <a:xfrm>
                    <a:off x="2170110" y="3157151"/>
                    <a:ext cx="180695" cy="61343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87" name="手繪多邊形: 圖案 886">
                    <a:extLst>
                      <a:ext uri="{FF2B5EF4-FFF2-40B4-BE49-F238E27FC236}">
                        <a16:creationId xmlns:a16="http://schemas.microsoft.com/office/drawing/2014/main" id="{9B20F0D7-09CD-4309-883E-4FA4C0DD6D2B}"/>
                      </a:ext>
                    </a:extLst>
                  </p:cNvPr>
                  <p:cNvSpPr/>
                  <p:nvPr/>
                </p:nvSpPr>
                <p:spPr>
                  <a:xfrm>
                    <a:off x="2206230" y="3159045"/>
                    <a:ext cx="40669" cy="59449"/>
                  </a:xfrm>
                  <a:custGeom>
                    <a:avLst/>
                    <a:gdLst>
                      <a:gd name="connsiteX0" fmla="*/ 103512 w 103512"/>
                      <a:gd name="connsiteY0" fmla="*/ 0 h 151206"/>
                      <a:gd name="connsiteX1" fmla="*/ 103512 w 103512"/>
                      <a:gd name="connsiteY1" fmla="*/ 151206 h 151206"/>
                      <a:gd name="connsiteX2" fmla="*/ 48412 w 103512"/>
                      <a:gd name="connsiteY2" fmla="*/ 147432 h 151206"/>
                      <a:gd name="connsiteX3" fmla="*/ 0 w 103512"/>
                      <a:gd name="connsiteY3" fmla="*/ 136359 h 151206"/>
                      <a:gd name="connsiteX4" fmla="*/ 0 w 103512"/>
                      <a:gd name="connsiteY4" fmla="*/ 14847 h 151206"/>
                      <a:gd name="connsiteX5" fmla="*/ 48412 w 103512"/>
                      <a:gd name="connsiteY5" fmla="*/ 3774 h 151206"/>
                      <a:gd name="connsiteX6" fmla="*/ 103512 w 103512"/>
                      <a:gd name="connsiteY6" fmla="*/ 0 h 1512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3512" h="151206">
                        <a:moveTo>
                          <a:pt x="103512" y="0"/>
                        </a:moveTo>
                        <a:lnTo>
                          <a:pt x="103512" y="151206"/>
                        </a:lnTo>
                        <a:lnTo>
                          <a:pt x="48412" y="147432"/>
                        </a:lnTo>
                        <a:lnTo>
                          <a:pt x="0" y="136359"/>
                        </a:lnTo>
                        <a:lnTo>
                          <a:pt x="0" y="14847"/>
                        </a:lnTo>
                        <a:lnTo>
                          <a:pt x="48412" y="3774"/>
                        </a:lnTo>
                        <a:lnTo>
                          <a:pt x="103512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sp>
              <p:nvSpPr>
                <p:cNvPr id="884" name="橢圓 883">
                  <a:extLst>
                    <a:ext uri="{FF2B5EF4-FFF2-40B4-BE49-F238E27FC236}">
                      <a16:creationId xmlns:a16="http://schemas.microsoft.com/office/drawing/2014/main" id="{56D6D224-93E1-4EBB-A7B8-6747278C888F}"/>
                    </a:ext>
                  </a:extLst>
                </p:cNvPr>
                <p:cNvSpPr/>
                <p:nvPr/>
              </p:nvSpPr>
              <p:spPr>
                <a:xfrm>
                  <a:off x="2170110" y="3156485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85" name="橢圓 884">
                  <a:extLst>
                    <a:ext uri="{FF2B5EF4-FFF2-40B4-BE49-F238E27FC236}">
                      <a16:creationId xmlns:a16="http://schemas.microsoft.com/office/drawing/2014/main" id="{75DA2708-4CB8-40CA-B67F-CC3047C46207}"/>
                    </a:ext>
                  </a:extLst>
                </p:cNvPr>
                <p:cNvSpPr/>
                <p:nvPr/>
              </p:nvSpPr>
              <p:spPr>
                <a:xfrm>
                  <a:off x="2157466" y="3160235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  <p:sp>
        <p:nvSpPr>
          <p:cNvPr id="1634" name="文字方塊 1633">
            <a:extLst>
              <a:ext uri="{FF2B5EF4-FFF2-40B4-BE49-F238E27FC236}">
                <a16:creationId xmlns:a16="http://schemas.microsoft.com/office/drawing/2014/main" id="{40025615-4D73-4A9E-BB77-83A0433B3AF5}"/>
              </a:ext>
            </a:extLst>
          </p:cNvPr>
          <p:cNvSpPr txBox="1"/>
          <p:nvPr/>
        </p:nvSpPr>
        <p:spPr>
          <a:xfrm>
            <a:off x="588793" y="4097568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Tumor cells</a:t>
            </a:r>
          </a:p>
        </p:txBody>
      </p:sp>
      <p:sp>
        <p:nvSpPr>
          <p:cNvPr id="1920" name="箭號: 向右 1919">
            <a:extLst>
              <a:ext uri="{FF2B5EF4-FFF2-40B4-BE49-F238E27FC236}">
                <a16:creationId xmlns:a16="http://schemas.microsoft.com/office/drawing/2014/main" id="{56ACCA45-D186-440C-9CF8-F68542C4AF2E}"/>
              </a:ext>
            </a:extLst>
          </p:cNvPr>
          <p:cNvSpPr/>
          <p:nvPr/>
        </p:nvSpPr>
        <p:spPr>
          <a:xfrm>
            <a:off x="2276655" y="4762232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55" name="文字方塊 2054">
            <a:extLst>
              <a:ext uri="{FF2B5EF4-FFF2-40B4-BE49-F238E27FC236}">
                <a16:creationId xmlns:a16="http://schemas.microsoft.com/office/drawing/2014/main" id="{7C63E44C-6E8A-4FA5-BDB4-C923911C453E}"/>
              </a:ext>
            </a:extLst>
          </p:cNvPr>
          <p:cNvSpPr txBox="1"/>
          <p:nvPr/>
        </p:nvSpPr>
        <p:spPr>
          <a:xfrm>
            <a:off x="542370" y="6233299"/>
            <a:ext cx="134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Normal cells</a:t>
            </a:r>
          </a:p>
        </p:txBody>
      </p:sp>
      <p:sp>
        <p:nvSpPr>
          <p:cNvPr id="2056" name="箭號: 向右 2055">
            <a:extLst>
              <a:ext uri="{FF2B5EF4-FFF2-40B4-BE49-F238E27FC236}">
                <a16:creationId xmlns:a16="http://schemas.microsoft.com/office/drawing/2014/main" id="{6355823D-C71C-4958-A22F-402422AA97C2}"/>
              </a:ext>
            </a:extLst>
          </p:cNvPr>
          <p:cNvSpPr/>
          <p:nvPr/>
        </p:nvSpPr>
        <p:spPr>
          <a:xfrm>
            <a:off x="2276655" y="5780497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9C28E1-5FDD-448E-BCD3-89EF9CC87AD0}"/>
              </a:ext>
            </a:extLst>
          </p:cNvPr>
          <p:cNvSpPr txBox="1"/>
          <p:nvPr/>
        </p:nvSpPr>
        <p:spPr>
          <a:xfrm>
            <a:off x="1894173" y="511690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illumina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C3331E4F-1FDE-4F44-9542-FFB012C7F220}"/>
              </a:ext>
            </a:extLst>
          </p:cNvPr>
          <p:cNvGrpSpPr/>
          <p:nvPr/>
        </p:nvGrpSpPr>
        <p:grpSpPr>
          <a:xfrm>
            <a:off x="2779752" y="4353640"/>
            <a:ext cx="1976950" cy="1836833"/>
            <a:chOff x="2779752" y="4353640"/>
            <a:chExt cx="1976950" cy="1836833"/>
          </a:xfrm>
        </p:grpSpPr>
        <p:grpSp>
          <p:nvGrpSpPr>
            <p:cNvPr id="46" name="群組 45">
              <a:extLst>
                <a:ext uri="{FF2B5EF4-FFF2-40B4-BE49-F238E27FC236}">
                  <a16:creationId xmlns:a16="http://schemas.microsoft.com/office/drawing/2014/main" id="{1A4F4F04-FA9B-49D3-98CA-B04B4DA4E05F}"/>
                </a:ext>
              </a:extLst>
            </p:cNvPr>
            <p:cNvGrpSpPr/>
            <p:nvPr/>
          </p:nvGrpSpPr>
          <p:grpSpPr>
            <a:xfrm>
              <a:off x="2779752" y="4353640"/>
              <a:ext cx="1976950" cy="957585"/>
              <a:chOff x="1913558" y="2822078"/>
              <a:chExt cx="1976950" cy="957585"/>
            </a:xfrm>
          </p:grpSpPr>
          <p:pic>
            <p:nvPicPr>
              <p:cNvPr id="642" name="圖形 641" descr="女性形象 以實心填滿">
                <a:extLst>
                  <a:ext uri="{FF2B5EF4-FFF2-40B4-BE49-F238E27FC236}">
                    <a16:creationId xmlns:a16="http://schemas.microsoft.com/office/drawing/2014/main" id="{D47E448B-AED2-4432-9BFD-FD193EDEAC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13558" y="2822078"/>
                <a:ext cx="325637" cy="325637"/>
              </a:xfrm>
              <a:prstGeom prst="rect">
                <a:avLst/>
              </a:prstGeom>
            </p:spPr>
          </p:pic>
          <p:pic>
            <p:nvPicPr>
              <p:cNvPr id="643" name="圖形 642" descr="男性形象 以實心填滿">
                <a:extLst>
                  <a:ext uri="{FF2B5EF4-FFF2-40B4-BE49-F238E27FC236}">
                    <a16:creationId xmlns:a16="http://schemas.microsoft.com/office/drawing/2014/main" id="{9E384053-F663-438E-A9A7-D78770D57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20400" y="3454026"/>
                <a:ext cx="325637" cy="325637"/>
              </a:xfrm>
              <a:prstGeom prst="rect">
                <a:avLst/>
              </a:prstGeom>
            </p:spPr>
          </p:pic>
          <p:grpSp>
            <p:nvGrpSpPr>
              <p:cNvPr id="17" name="群組 16">
                <a:extLst>
                  <a:ext uri="{FF2B5EF4-FFF2-40B4-BE49-F238E27FC236}">
                    <a16:creationId xmlns:a16="http://schemas.microsoft.com/office/drawing/2014/main" id="{CB82C211-21AD-4BA9-A102-D2EF03ECECB8}"/>
                  </a:ext>
                </a:extLst>
              </p:cNvPr>
              <p:cNvGrpSpPr/>
              <p:nvPr/>
            </p:nvGrpSpPr>
            <p:grpSpPr>
              <a:xfrm>
                <a:off x="2279140" y="2888949"/>
                <a:ext cx="1611368" cy="846147"/>
                <a:chOff x="9472631" y="5326908"/>
                <a:chExt cx="1611368" cy="846147"/>
              </a:xfrm>
            </p:grpSpPr>
            <p:sp>
              <p:nvSpPr>
                <p:cNvPr id="444" name="箭號: 五邊形 443">
                  <a:extLst>
                    <a:ext uri="{FF2B5EF4-FFF2-40B4-BE49-F238E27FC236}">
                      <a16:creationId xmlns:a16="http://schemas.microsoft.com/office/drawing/2014/main" id="{41345A50-377C-4CFB-A493-4FA2221FC0E7}"/>
                    </a:ext>
                  </a:extLst>
                </p:cNvPr>
                <p:cNvSpPr/>
                <p:nvPr/>
              </p:nvSpPr>
              <p:spPr>
                <a:xfrm>
                  <a:off x="9472631" y="5511629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45" name="矩形 178">
                  <a:extLst>
                    <a:ext uri="{FF2B5EF4-FFF2-40B4-BE49-F238E27FC236}">
                      <a16:creationId xmlns:a16="http://schemas.microsoft.com/office/drawing/2014/main" id="{B6EFB599-AE0A-4D47-9B46-D07ED5E1842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72822" y="5507919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6" name="矩形 178">
                  <a:extLst>
                    <a:ext uri="{FF2B5EF4-FFF2-40B4-BE49-F238E27FC236}">
                      <a16:creationId xmlns:a16="http://schemas.microsoft.com/office/drawing/2014/main" id="{58940DE5-6BD5-407B-8122-DB19830107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72631" y="55079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7" name="矩形 178">
                  <a:extLst>
                    <a:ext uri="{FF2B5EF4-FFF2-40B4-BE49-F238E27FC236}">
                      <a16:creationId xmlns:a16="http://schemas.microsoft.com/office/drawing/2014/main" id="{130CC73E-066A-4F9C-BBA2-427B58CB88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72729" y="55079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8" name="矩形 178">
                  <a:extLst>
                    <a:ext uri="{FF2B5EF4-FFF2-40B4-BE49-F238E27FC236}">
                      <a16:creationId xmlns:a16="http://schemas.microsoft.com/office/drawing/2014/main" id="{C559CE3F-9C0A-4DFD-91BA-C5350DD45E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72920" y="55079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9" name="矩形 178">
                  <a:extLst>
                    <a:ext uri="{FF2B5EF4-FFF2-40B4-BE49-F238E27FC236}">
                      <a16:creationId xmlns:a16="http://schemas.microsoft.com/office/drawing/2014/main" id="{E4C0AADE-BD9F-456D-A1F1-A087B2819A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73017" y="55079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0" name="矩形 178">
                  <a:extLst>
                    <a:ext uri="{FF2B5EF4-FFF2-40B4-BE49-F238E27FC236}">
                      <a16:creationId xmlns:a16="http://schemas.microsoft.com/office/drawing/2014/main" id="{646921A4-D272-4BD4-90B3-0B2B4244F5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73118" y="550791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1" name="箭號: 五邊形 450">
                  <a:extLst>
                    <a:ext uri="{FF2B5EF4-FFF2-40B4-BE49-F238E27FC236}">
                      <a16:creationId xmlns:a16="http://schemas.microsoft.com/office/drawing/2014/main" id="{9BFBD1F2-CB91-4626-A92D-C452FBB9B997}"/>
                    </a:ext>
                  </a:extLst>
                </p:cNvPr>
                <p:cNvSpPr/>
                <p:nvPr/>
              </p:nvSpPr>
              <p:spPr>
                <a:xfrm>
                  <a:off x="9672729" y="5857076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52" name="矩形 178">
                  <a:extLst>
                    <a:ext uri="{FF2B5EF4-FFF2-40B4-BE49-F238E27FC236}">
                      <a16:creationId xmlns:a16="http://schemas.microsoft.com/office/drawing/2014/main" id="{5EEF58D1-EB1E-48F8-851F-001FD41FC0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72729" y="585336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3" name="矩形 178">
                  <a:extLst>
                    <a:ext uri="{FF2B5EF4-FFF2-40B4-BE49-F238E27FC236}">
                      <a16:creationId xmlns:a16="http://schemas.microsoft.com/office/drawing/2014/main" id="{DA6FE1D5-C84D-4527-BA57-5C3996531E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72920" y="585336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4" name="矩形 178">
                  <a:extLst>
                    <a:ext uri="{FF2B5EF4-FFF2-40B4-BE49-F238E27FC236}">
                      <a16:creationId xmlns:a16="http://schemas.microsoft.com/office/drawing/2014/main" id="{033C2BD8-C6A4-4B13-B135-CE5AB4616E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73017" y="585336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5" name="矩形 178">
                  <a:extLst>
                    <a:ext uri="{FF2B5EF4-FFF2-40B4-BE49-F238E27FC236}">
                      <a16:creationId xmlns:a16="http://schemas.microsoft.com/office/drawing/2014/main" id="{49760434-FFF5-4AE8-9294-22F24B9503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73118" y="5853366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6" name="矩形 178">
                  <a:extLst>
                    <a:ext uri="{FF2B5EF4-FFF2-40B4-BE49-F238E27FC236}">
                      <a16:creationId xmlns:a16="http://schemas.microsoft.com/office/drawing/2014/main" id="{92612FE3-A56D-4C13-9032-A00378B14FC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73199" y="585336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7" name="矩形 178">
                  <a:extLst>
                    <a:ext uri="{FF2B5EF4-FFF2-40B4-BE49-F238E27FC236}">
                      <a16:creationId xmlns:a16="http://schemas.microsoft.com/office/drawing/2014/main" id="{37768126-A54F-44D0-B451-4E2715D55C0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72822" y="585336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8" name="箭號: 五邊形 457">
                  <a:extLst>
                    <a:ext uri="{FF2B5EF4-FFF2-40B4-BE49-F238E27FC236}">
                      <a16:creationId xmlns:a16="http://schemas.microsoft.com/office/drawing/2014/main" id="{70B1E4CB-2DEC-464A-902A-8A2B1785F84D}"/>
                    </a:ext>
                  </a:extLst>
                </p:cNvPr>
                <p:cNvSpPr/>
                <p:nvPr/>
              </p:nvSpPr>
              <p:spPr>
                <a:xfrm>
                  <a:off x="9872821" y="6039744"/>
                  <a:ext cx="1211178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59" name="矩形 178">
                  <a:extLst>
                    <a:ext uri="{FF2B5EF4-FFF2-40B4-BE49-F238E27FC236}">
                      <a16:creationId xmlns:a16="http://schemas.microsoft.com/office/drawing/2014/main" id="{91A77E47-9F58-425C-90D6-10B6ED4585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72822" y="603603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0" name="矩形 178">
                  <a:extLst>
                    <a:ext uri="{FF2B5EF4-FFF2-40B4-BE49-F238E27FC236}">
                      <a16:creationId xmlns:a16="http://schemas.microsoft.com/office/drawing/2014/main" id="{BFA4DD3D-7AD1-4048-A664-1101D9AEB6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72920" y="603603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1" name="矩形 178">
                  <a:extLst>
                    <a:ext uri="{FF2B5EF4-FFF2-40B4-BE49-F238E27FC236}">
                      <a16:creationId xmlns:a16="http://schemas.microsoft.com/office/drawing/2014/main" id="{3AD42BEE-DDE9-44E1-823C-CCA3F60B7B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73017" y="603603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2" name="矩形 178">
                  <a:extLst>
                    <a:ext uri="{FF2B5EF4-FFF2-40B4-BE49-F238E27FC236}">
                      <a16:creationId xmlns:a16="http://schemas.microsoft.com/office/drawing/2014/main" id="{50DA267D-0C5D-4F52-95DB-F8DB6CEF742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73118" y="6036034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3" name="矩形 178">
                  <a:extLst>
                    <a:ext uri="{FF2B5EF4-FFF2-40B4-BE49-F238E27FC236}">
                      <a16:creationId xmlns:a16="http://schemas.microsoft.com/office/drawing/2014/main" id="{8D8FB199-DAF3-47E5-BAF5-CD415E6D21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73199" y="603603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5" name="矩形 178">
                  <a:extLst>
                    <a:ext uri="{FF2B5EF4-FFF2-40B4-BE49-F238E27FC236}">
                      <a16:creationId xmlns:a16="http://schemas.microsoft.com/office/drawing/2014/main" id="{39DFB910-1850-4C61-98A6-E572F04526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73297" y="6036034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6" name="箭號: 五邊形 485">
                  <a:extLst>
                    <a:ext uri="{FF2B5EF4-FFF2-40B4-BE49-F238E27FC236}">
                      <a16:creationId xmlns:a16="http://schemas.microsoft.com/office/drawing/2014/main" id="{CAA758BC-8E68-4304-B1EE-56569C2E881B}"/>
                    </a:ext>
                  </a:extLst>
                </p:cNvPr>
                <p:cNvSpPr/>
                <p:nvPr/>
              </p:nvSpPr>
              <p:spPr>
                <a:xfrm>
                  <a:off x="9672729" y="5687474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87" name="矩形 178">
                  <a:extLst>
                    <a:ext uri="{FF2B5EF4-FFF2-40B4-BE49-F238E27FC236}">
                      <a16:creationId xmlns:a16="http://schemas.microsoft.com/office/drawing/2014/main" id="{57881DA2-F5D2-4C54-BAB6-CB636E8A16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72822" y="5683764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8" name="矩形 178">
                  <a:extLst>
                    <a:ext uri="{FF2B5EF4-FFF2-40B4-BE49-F238E27FC236}">
                      <a16:creationId xmlns:a16="http://schemas.microsoft.com/office/drawing/2014/main" id="{B49D1535-1CDB-4484-B217-51720DF7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72729" y="568376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89" name="矩形 178">
                  <a:extLst>
                    <a:ext uri="{FF2B5EF4-FFF2-40B4-BE49-F238E27FC236}">
                      <a16:creationId xmlns:a16="http://schemas.microsoft.com/office/drawing/2014/main" id="{227D0194-132C-4FAB-BDFA-58010F8E64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72920" y="568376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2" name="矩形 178">
                  <a:extLst>
                    <a:ext uri="{FF2B5EF4-FFF2-40B4-BE49-F238E27FC236}">
                      <a16:creationId xmlns:a16="http://schemas.microsoft.com/office/drawing/2014/main" id="{1FF32C9E-B0A5-4A36-8FD7-9E511AB120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73017" y="568376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3" name="矩形 178">
                  <a:extLst>
                    <a:ext uri="{FF2B5EF4-FFF2-40B4-BE49-F238E27FC236}">
                      <a16:creationId xmlns:a16="http://schemas.microsoft.com/office/drawing/2014/main" id="{E5EF3B53-FFF2-460C-968E-8ED8AF2850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73118" y="568376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4" name="矩形 178">
                  <a:extLst>
                    <a:ext uri="{FF2B5EF4-FFF2-40B4-BE49-F238E27FC236}">
                      <a16:creationId xmlns:a16="http://schemas.microsoft.com/office/drawing/2014/main" id="{504B82AE-8F21-4F64-BF50-3471D03DC6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73199" y="568376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5" name="箭號: 五邊形 494">
                  <a:extLst>
                    <a:ext uri="{FF2B5EF4-FFF2-40B4-BE49-F238E27FC236}">
                      <a16:creationId xmlns:a16="http://schemas.microsoft.com/office/drawing/2014/main" id="{3339431E-42A3-45C4-8AD4-7D17683EC791}"/>
                    </a:ext>
                  </a:extLst>
                </p:cNvPr>
                <p:cNvSpPr/>
                <p:nvPr/>
              </p:nvSpPr>
              <p:spPr>
                <a:xfrm>
                  <a:off x="9472631" y="5330618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496" name="矩形 178">
                  <a:extLst>
                    <a:ext uri="{FF2B5EF4-FFF2-40B4-BE49-F238E27FC236}">
                      <a16:creationId xmlns:a16="http://schemas.microsoft.com/office/drawing/2014/main" id="{2CC94DC3-DF44-4EB9-94E6-C9B6BB5F253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72631" y="532690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7" name="矩形 178">
                  <a:extLst>
                    <a:ext uri="{FF2B5EF4-FFF2-40B4-BE49-F238E27FC236}">
                      <a16:creationId xmlns:a16="http://schemas.microsoft.com/office/drawing/2014/main" id="{530DB26A-3B36-4980-8EB6-621F4362FAE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72729" y="532690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8" name="矩形 178">
                  <a:extLst>
                    <a:ext uri="{FF2B5EF4-FFF2-40B4-BE49-F238E27FC236}">
                      <a16:creationId xmlns:a16="http://schemas.microsoft.com/office/drawing/2014/main" id="{A762FF0D-09E5-4E2A-ADA1-0DDB9090DC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72920" y="532690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99" name="矩形 178">
                  <a:extLst>
                    <a:ext uri="{FF2B5EF4-FFF2-40B4-BE49-F238E27FC236}">
                      <a16:creationId xmlns:a16="http://schemas.microsoft.com/office/drawing/2014/main" id="{E4029B8B-5201-4F2D-84D9-2874342D21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73017" y="532690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0" name="矩形 178">
                  <a:extLst>
                    <a:ext uri="{FF2B5EF4-FFF2-40B4-BE49-F238E27FC236}">
                      <a16:creationId xmlns:a16="http://schemas.microsoft.com/office/drawing/2014/main" id="{2C05E79B-4818-4773-B133-B7CD43AECCD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73118" y="532690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01" name="矩形 178">
                  <a:extLst>
                    <a:ext uri="{FF2B5EF4-FFF2-40B4-BE49-F238E27FC236}">
                      <a16:creationId xmlns:a16="http://schemas.microsoft.com/office/drawing/2014/main" id="{83C84847-396C-4F3E-A8DF-788FC2C66A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72822" y="5326908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76C177E4-A882-4567-A967-EBB896E1FE52}"/>
                </a:ext>
              </a:extLst>
            </p:cNvPr>
            <p:cNvGrpSpPr/>
            <p:nvPr/>
          </p:nvGrpSpPr>
          <p:grpSpPr>
            <a:xfrm>
              <a:off x="2811531" y="5510921"/>
              <a:ext cx="1588507" cy="679552"/>
              <a:chOff x="1945337" y="4603681"/>
              <a:chExt cx="1588507" cy="679552"/>
            </a:xfrm>
          </p:grpSpPr>
          <p:pic>
            <p:nvPicPr>
              <p:cNvPr id="640" name="圖形 639" descr="女性形象 以實心填滿">
                <a:extLst>
                  <a:ext uri="{FF2B5EF4-FFF2-40B4-BE49-F238E27FC236}">
                    <a16:creationId xmlns:a16="http://schemas.microsoft.com/office/drawing/2014/main" id="{075E0492-A901-4682-B765-3FDFA9E6AE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45337" y="4603681"/>
                <a:ext cx="325637" cy="325637"/>
              </a:xfrm>
              <a:prstGeom prst="rect">
                <a:avLst/>
              </a:prstGeom>
            </p:spPr>
          </p:pic>
          <p:pic>
            <p:nvPicPr>
              <p:cNvPr id="641" name="圖形 640" descr="男性形象 以實心填滿">
                <a:extLst>
                  <a:ext uri="{FF2B5EF4-FFF2-40B4-BE49-F238E27FC236}">
                    <a16:creationId xmlns:a16="http://schemas.microsoft.com/office/drawing/2014/main" id="{F852C938-0F81-4F53-926C-F8C602520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45338" y="4957596"/>
                <a:ext cx="325637" cy="325637"/>
              </a:xfrm>
              <a:prstGeom prst="rect">
                <a:avLst/>
              </a:prstGeom>
            </p:spPr>
          </p:pic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D0E4E17D-A925-4F74-A05C-6024801CDF02}"/>
                  </a:ext>
                </a:extLst>
              </p:cNvPr>
              <p:cNvGrpSpPr/>
              <p:nvPr/>
            </p:nvGrpSpPr>
            <p:grpSpPr>
              <a:xfrm>
                <a:off x="2324244" y="4781467"/>
                <a:ext cx="1209600" cy="306623"/>
                <a:chOff x="2526322" y="4951185"/>
                <a:chExt cx="1209600" cy="306623"/>
              </a:xfrm>
            </p:grpSpPr>
            <p:sp>
              <p:nvSpPr>
                <p:cNvPr id="533" name="箭號: 五邊形 532">
                  <a:extLst>
                    <a:ext uri="{FF2B5EF4-FFF2-40B4-BE49-F238E27FC236}">
                      <a16:creationId xmlns:a16="http://schemas.microsoft.com/office/drawing/2014/main" id="{3DA4B009-A77D-4F24-AB1E-28B354AE5802}"/>
                    </a:ext>
                  </a:extLst>
                </p:cNvPr>
                <p:cNvSpPr/>
                <p:nvPr/>
              </p:nvSpPr>
              <p:spPr>
                <a:xfrm>
                  <a:off x="2526322" y="5124497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534" name="矩形 178">
                  <a:extLst>
                    <a:ext uri="{FF2B5EF4-FFF2-40B4-BE49-F238E27FC236}">
                      <a16:creationId xmlns:a16="http://schemas.microsoft.com/office/drawing/2014/main" id="{16F6DBA7-693E-43A2-A284-B92A2667E89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6322" y="512078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5" name="矩形 178">
                  <a:extLst>
                    <a:ext uri="{FF2B5EF4-FFF2-40B4-BE49-F238E27FC236}">
                      <a16:creationId xmlns:a16="http://schemas.microsoft.com/office/drawing/2014/main" id="{FB6EEB79-7C9E-4215-A724-5B63AF679A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26513" y="512078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6" name="矩形 178">
                  <a:extLst>
                    <a:ext uri="{FF2B5EF4-FFF2-40B4-BE49-F238E27FC236}">
                      <a16:creationId xmlns:a16="http://schemas.microsoft.com/office/drawing/2014/main" id="{7FE3F217-CDAE-4952-9AE0-9860F2011C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6610" y="512078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7" name="矩形 178">
                  <a:extLst>
                    <a:ext uri="{FF2B5EF4-FFF2-40B4-BE49-F238E27FC236}">
                      <a16:creationId xmlns:a16="http://schemas.microsoft.com/office/drawing/2014/main" id="{C784D74F-8522-4BF9-A47E-AEE6B6E139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326711" y="5120787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8" name="矩形 178">
                  <a:extLst>
                    <a:ext uri="{FF2B5EF4-FFF2-40B4-BE49-F238E27FC236}">
                      <a16:creationId xmlns:a16="http://schemas.microsoft.com/office/drawing/2014/main" id="{6EF92697-4E3B-4E50-A0B8-5D6AC27177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526792" y="512078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39" name="矩形 178">
                  <a:extLst>
                    <a:ext uri="{FF2B5EF4-FFF2-40B4-BE49-F238E27FC236}">
                      <a16:creationId xmlns:a16="http://schemas.microsoft.com/office/drawing/2014/main" id="{B18D9A55-16A7-41DE-859D-21C5F12A2E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6415" y="512078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7" name="箭號: 五邊形 546">
                  <a:extLst>
                    <a:ext uri="{FF2B5EF4-FFF2-40B4-BE49-F238E27FC236}">
                      <a16:creationId xmlns:a16="http://schemas.microsoft.com/office/drawing/2014/main" id="{D56931BC-DA11-49E9-B381-8BE0170B9CBC}"/>
                    </a:ext>
                  </a:extLst>
                </p:cNvPr>
                <p:cNvSpPr/>
                <p:nvPr/>
              </p:nvSpPr>
              <p:spPr>
                <a:xfrm>
                  <a:off x="2526322" y="4954895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548" name="矩形 178">
                  <a:extLst>
                    <a:ext uri="{FF2B5EF4-FFF2-40B4-BE49-F238E27FC236}">
                      <a16:creationId xmlns:a16="http://schemas.microsoft.com/office/drawing/2014/main" id="{F134B58B-904F-45DE-81B5-765331A87F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26415" y="4951185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49" name="矩形 178">
                  <a:extLst>
                    <a:ext uri="{FF2B5EF4-FFF2-40B4-BE49-F238E27FC236}">
                      <a16:creationId xmlns:a16="http://schemas.microsoft.com/office/drawing/2014/main" id="{1B158926-612A-40F8-B4EB-1924315779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26322" y="495118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5" name="矩形 178">
                  <a:extLst>
                    <a:ext uri="{FF2B5EF4-FFF2-40B4-BE49-F238E27FC236}">
                      <a16:creationId xmlns:a16="http://schemas.microsoft.com/office/drawing/2014/main" id="{4F155AFC-10FB-45E5-8CC0-32B7C085CF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26513" y="495118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6" name="矩形 178">
                  <a:extLst>
                    <a:ext uri="{FF2B5EF4-FFF2-40B4-BE49-F238E27FC236}">
                      <a16:creationId xmlns:a16="http://schemas.microsoft.com/office/drawing/2014/main" id="{B84E7D12-FD68-4D42-B542-DB1FD3B068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126610" y="495118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7" name="矩形 178">
                  <a:extLst>
                    <a:ext uri="{FF2B5EF4-FFF2-40B4-BE49-F238E27FC236}">
                      <a16:creationId xmlns:a16="http://schemas.microsoft.com/office/drawing/2014/main" id="{554DC10C-72E1-4290-9880-4E7A7630CE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326711" y="495118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68" name="矩形 178">
                  <a:extLst>
                    <a:ext uri="{FF2B5EF4-FFF2-40B4-BE49-F238E27FC236}">
                      <a16:creationId xmlns:a16="http://schemas.microsoft.com/office/drawing/2014/main" id="{58ED5587-8557-4801-AF49-A55EA311AD4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526792" y="495118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F27C224E-F3EC-4003-A064-5568C9D6FB7A}"/>
              </a:ext>
            </a:extLst>
          </p:cNvPr>
          <p:cNvGrpSpPr/>
          <p:nvPr/>
        </p:nvGrpSpPr>
        <p:grpSpPr>
          <a:xfrm>
            <a:off x="531268" y="4490651"/>
            <a:ext cx="1367444" cy="683563"/>
            <a:chOff x="167478" y="2685933"/>
            <a:chExt cx="1367444" cy="683563"/>
          </a:xfrm>
        </p:grpSpPr>
        <p:grpSp>
          <p:nvGrpSpPr>
            <p:cNvPr id="376" name="群組 375">
              <a:extLst>
                <a:ext uri="{FF2B5EF4-FFF2-40B4-BE49-F238E27FC236}">
                  <a16:creationId xmlns:a16="http://schemas.microsoft.com/office/drawing/2014/main" id="{3B0BB9DC-C220-4C7C-A05E-A39543F5AF16}"/>
                </a:ext>
              </a:extLst>
            </p:cNvPr>
            <p:cNvGrpSpPr/>
            <p:nvPr/>
          </p:nvGrpSpPr>
          <p:grpSpPr>
            <a:xfrm>
              <a:off x="848630" y="2685933"/>
              <a:ext cx="686292" cy="681385"/>
              <a:chOff x="114655" y="3347955"/>
              <a:chExt cx="950122" cy="950122"/>
            </a:xfrm>
          </p:grpSpPr>
          <p:sp>
            <p:nvSpPr>
              <p:cNvPr id="424" name="橢圓 423">
                <a:extLst>
                  <a:ext uri="{FF2B5EF4-FFF2-40B4-BE49-F238E27FC236}">
                    <a16:creationId xmlns:a16="http://schemas.microsoft.com/office/drawing/2014/main" id="{1C9ED027-1266-4AAE-A0A8-9F092BAFCBB9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5" name="橢圓 424">
                <a:extLst>
                  <a:ext uri="{FF2B5EF4-FFF2-40B4-BE49-F238E27FC236}">
                    <a16:creationId xmlns:a16="http://schemas.microsoft.com/office/drawing/2014/main" id="{E3484646-F608-4487-954C-B668D3F210DD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6" name="橢圓 425">
                <a:extLst>
                  <a:ext uri="{FF2B5EF4-FFF2-40B4-BE49-F238E27FC236}">
                    <a16:creationId xmlns:a16="http://schemas.microsoft.com/office/drawing/2014/main" id="{116E9FC1-CFD1-4525-8B71-4B4195A24712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7" name="手繪多邊形: 圖案 426">
                <a:extLst>
                  <a:ext uri="{FF2B5EF4-FFF2-40B4-BE49-F238E27FC236}">
                    <a16:creationId xmlns:a16="http://schemas.microsoft.com/office/drawing/2014/main" id="{8B4C0CD6-3969-40F7-BEDE-0FAA99143B11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8" name="手繪多邊形: 圖案 427">
                <a:extLst>
                  <a:ext uri="{FF2B5EF4-FFF2-40B4-BE49-F238E27FC236}">
                    <a16:creationId xmlns:a16="http://schemas.microsoft.com/office/drawing/2014/main" id="{CB96C57B-8947-4EBA-AC14-FE0F6D3340D0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29" name="手繪多邊形: 圖案 428">
                <a:extLst>
                  <a:ext uri="{FF2B5EF4-FFF2-40B4-BE49-F238E27FC236}">
                    <a16:creationId xmlns:a16="http://schemas.microsoft.com/office/drawing/2014/main" id="{47E013B3-952B-4D30-9A1C-F8CC2B001DB0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0" name="手繪多邊形: 圖案 429">
                <a:extLst>
                  <a:ext uri="{FF2B5EF4-FFF2-40B4-BE49-F238E27FC236}">
                    <a16:creationId xmlns:a16="http://schemas.microsoft.com/office/drawing/2014/main" id="{791F2C88-F476-45C3-AFAE-1A8AF010C242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1" name="手繪多邊形: 圖案 430">
                <a:extLst>
                  <a:ext uri="{FF2B5EF4-FFF2-40B4-BE49-F238E27FC236}">
                    <a16:creationId xmlns:a16="http://schemas.microsoft.com/office/drawing/2014/main" id="{9383C52A-D4B6-4236-8057-9EE040B7851F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2" name="手繪多邊形: 圖案 431">
                <a:extLst>
                  <a:ext uri="{FF2B5EF4-FFF2-40B4-BE49-F238E27FC236}">
                    <a16:creationId xmlns:a16="http://schemas.microsoft.com/office/drawing/2014/main" id="{D9B61A7A-C6AB-4E2F-BC1D-DA576F5FBA3E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33" name="手繪多邊形: 圖案 432">
                <a:extLst>
                  <a:ext uri="{FF2B5EF4-FFF2-40B4-BE49-F238E27FC236}">
                    <a16:creationId xmlns:a16="http://schemas.microsoft.com/office/drawing/2014/main" id="{542C1F83-A1D5-4745-958A-8C5AF30B5C93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4" name="手繪多邊形: 圖案 433">
                <a:extLst>
                  <a:ext uri="{FF2B5EF4-FFF2-40B4-BE49-F238E27FC236}">
                    <a16:creationId xmlns:a16="http://schemas.microsoft.com/office/drawing/2014/main" id="{32FC711B-8797-43BE-B966-259A2A0355FD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35" name="橢圓 434">
                <a:extLst>
                  <a:ext uri="{FF2B5EF4-FFF2-40B4-BE49-F238E27FC236}">
                    <a16:creationId xmlns:a16="http://schemas.microsoft.com/office/drawing/2014/main" id="{4C623CC6-136F-43DC-8E62-A818C46EE984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6" name="橢圓 435">
                <a:extLst>
                  <a:ext uri="{FF2B5EF4-FFF2-40B4-BE49-F238E27FC236}">
                    <a16:creationId xmlns:a16="http://schemas.microsoft.com/office/drawing/2014/main" id="{F9C4D017-DA87-4D47-855D-1B4036DE9969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7" name="橢圓 436">
                <a:extLst>
                  <a:ext uri="{FF2B5EF4-FFF2-40B4-BE49-F238E27FC236}">
                    <a16:creationId xmlns:a16="http://schemas.microsoft.com/office/drawing/2014/main" id="{CAB4B93C-E2CA-4352-9EA7-06698C0906E2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8" name="橢圓 437">
                <a:extLst>
                  <a:ext uri="{FF2B5EF4-FFF2-40B4-BE49-F238E27FC236}">
                    <a16:creationId xmlns:a16="http://schemas.microsoft.com/office/drawing/2014/main" id="{95528A8F-BD44-4613-8DB8-DE06492985FC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77" name="群組 376">
              <a:extLst>
                <a:ext uri="{FF2B5EF4-FFF2-40B4-BE49-F238E27FC236}">
                  <a16:creationId xmlns:a16="http://schemas.microsoft.com/office/drawing/2014/main" id="{1E3EAE52-1AC7-41B4-898D-7010A1B486B1}"/>
                </a:ext>
              </a:extLst>
            </p:cNvPr>
            <p:cNvGrpSpPr/>
            <p:nvPr/>
          </p:nvGrpSpPr>
          <p:grpSpPr>
            <a:xfrm>
              <a:off x="167478" y="2685933"/>
              <a:ext cx="683563" cy="683563"/>
              <a:chOff x="8273260" y="1925896"/>
              <a:chExt cx="1180255" cy="1180255"/>
            </a:xfrm>
          </p:grpSpPr>
          <p:sp>
            <p:nvSpPr>
              <p:cNvPr id="378" name="橢圓 377">
                <a:extLst>
                  <a:ext uri="{FF2B5EF4-FFF2-40B4-BE49-F238E27FC236}">
                    <a16:creationId xmlns:a16="http://schemas.microsoft.com/office/drawing/2014/main" id="{040941DD-B2B8-4A46-A401-A560BFF18A30}"/>
                  </a:ext>
                </a:extLst>
              </p:cNvPr>
              <p:cNvSpPr/>
              <p:nvPr/>
            </p:nvSpPr>
            <p:spPr>
              <a:xfrm>
                <a:off x="8273260" y="1925896"/>
                <a:ext cx="1180255" cy="1180255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79" name="群組 378">
                <a:extLst>
                  <a:ext uri="{FF2B5EF4-FFF2-40B4-BE49-F238E27FC236}">
                    <a16:creationId xmlns:a16="http://schemas.microsoft.com/office/drawing/2014/main" id="{BC10942F-535B-463C-9465-7ACFDC20109C}"/>
                  </a:ext>
                </a:extLst>
              </p:cNvPr>
              <p:cNvGrpSpPr/>
              <p:nvPr/>
            </p:nvGrpSpPr>
            <p:grpSpPr>
              <a:xfrm>
                <a:off x="8342689" y="2157274"/>
                <a:ext cx="1041690" cy="193678"/>
                <a:chOff x="2021100" y="3072149"/>
                <a:chExt cx="329705" cy="61344"/>
              </a:xfrm>
            </p:grpSpPr>
            <p:sp>
              <p:nvSpPr>
                <p:cNvPr id="417" name="橢圓 416">
                  <a:extLst>
                    <a:ext uri="{FF2B5EF4-FFF2-40B4-BE49-F238E27FC236}">
                      <a16:creationId xmlns:a16="http://schemas.microsoft.com/office/drawing/2014/main" id="{5A6B3705-8DBF-4EBD-8B18-49F908B44335}"/>
                    </a:ext>
                  </a:extLst>
                </p:cNvPr>
                <p:cNvSpPr/>
                <p:nvPr/>
              </p:nvSpPr>
              <p:spPr>
                <a:xfrm>
                  <a:off x="2021100" y="3072150"/>
                  <a:ext cx="149521" cy="6134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8" name="手繪多邊形: 圖案 417">
                  <a:extLst>
                    <a:ext uri="{FF2B5EF4-FFF2-40B4-BE49-F238E27FC236}">
                      <a16:creationId xmlns:a16="http://schemas.microsoft.com/office/drawing/2014/main" id="{B76D2D3F-EDD1-41DB-82B9-2DFE58EAA2BD}"/>
                    </a:ext>
                  </a:extLst>
                </p:cNvPr>
                <p:cNvSpPr/>
                <p:nvPr/>
              </p:nvSpPr>
              <p:spPr>
                <a:xfrm>
                  <a:off x="2249743" y="3072149"/>
                  <a:ext cx="40698" cy="6134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9" name="手繪多邊形: 圖案 418">
                  <a:extLst>
                    <a:ext uri="{FF2B5EF4-FFF2-40B4-BE49-F238E27FC236}">
                      <a16:creationId xmlns:a16="http://schemas.microsoft.com/office/drawing/2014/main" id="{696DD686-25FD-4738-B98A-20F1EFE6F5F2}"/>
                    </a:ext>
                  </a:extLst>
                </p:cNvPr>
                <p:cNvSpPr/>
                <p:nvPr/>
              </p:nvSpPr>
              <p:spPr>
                <a:xfrm>
                  <a:off x="2170109" y="3101878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420" name="手繪多邊形: 圖案 419">
                  <a:extLst>
                    <a:ext uri="{FF2B5EF4-FFF2-40B4-BE49-F238E27FC236}">
                      <a16:creationId xmlns:a16="http://schemas.microsoft.com/office/drawing/2014/main" id="{BF23E5ED-EFEB-4EEF-8C8B-A1FF73FCDDDD}"/>
                    </a:ext>
                  </a:extLst>
                </p:cNvPr>
                <p:cNvSpPr/>
                <p:nvPr/>
              </p:nvSpPr>
              <p:spPr>
                <a:xfrm>
                  <a:off x="2170389" y="3072884"/>
                  <a:ext cx="79354" cy="59874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1" name="手繪多邊形: 圖案 420">
                  <a:extLst>
                    <a:ext uri="{FF2B5EF4-FFF2-40B4-BE49-F238E27FC236}">
                      <a16:creationId xmlns:a16="http://schemas.microsoft.com/office/drawing/2014/main" id="{D356BBE8-2132-4A3C-A0AA-47AF68C3A5C2}"/>
                    </a:ext>
                  </a:extLst>
                </p:cNvPr>
                <p:cNvSpPr/>
                <p:nvPr/>
              </p:nvSpPr>
              <p:spPr>
                <a:xfrm>
                  <a:off x="2290441" y="3074204"/>
                  <a:ext cx="60363" cy="57233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2" name="橢圓 421">
                  <a:extLst>
                    <a:ext uri="{FF2B5EF4-FFF2-40B4-BE49-F238E27FC236}">
                      <a16:creationId xmlns:a16="http://schemas.microsoft.com/office/drawing/2014/main" id="{07783AF0-15D8-4EAB-9ABD-D6BC065D3C1F}"/>
                    </a:ext>
                  </a:extLst>
                </p:cNvPr>
                <p:cNvSpPr/>
                <p:nvPr/>
              </p:nvSpPr>
              <p:spPr>
                <a:xfrm>
                  <a:off x="2170110" y="3072149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3" name="橢圓 422">
                  <a:extLst>
                    <a:ext uri="{FF2B5EF4-FFF2-40B4-BE49-F238E27FC236}">
                      <a16:creationId xmlns:a16="http://schemas.microsoft.com/office/drawing/2014/main" id="{E45B9A61-BE86-4B55-8B49-F045D4B6A752}"/>
                    </a:ext>
                  </a:extLst>
                </p:cNvPr>
                <p:cNvSpPr/>
                <p:nvPr/>
              </p:nvSpPr>
              <p:spPr>
                <a:xfrm>
                  <a:off x="2157466" y="3075900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80" name="群組 379">
                <a:extLst>
                  <a:ext uri="{FF2B5EF4-FFF2-40B4-BE49-F238E27FC236}">
                    <a16:creationId xmlns:a16="http://schemas.microsoft.com/office/drawing/2014/main" id="{319FFBF0-F3DA-418B-B74F-47EA9A3CC78C}"/>
                  </a:ext>
                </a:extLst>
              </p:cNvPr>
              <p:cNvGrpSpPr/>
              <p:nvPr/>
            </p:nvGrpSpPr>
            <p:grpSpPr>
              <a:xfrm>
                <a:off x="8342689" y="2418132"/>
                <a:ext cx="1041690" cy="195780"/>
                <a:chOff x="2021100" y="3156484"/>
                <a:chExt cx="329705" cy="62010"/>
              </a:xfrm>
            </p:grpSpPr>
            <p:sp>
              <p:nvSpPr>
                <p:cNvPr id="392" name="手繪多邊形: 圖案 391">
                  <a:extLst>
                    <a:ext uri="{FF2B5EF4-FFF2-40B4-BE49-F238E27FC236}">
                      <a16:creationId xmlns:a16="http://schemas.microsoft.com/office/drawing/2014/main" id="{66A9AFD6-A31F-4FB3-97EF-EED02BCDABD4}"/>
                    </a:ext>
                  </a:extLst>
                </p:cNvPr>
                <p:cNvSpPr/>
                <p:nvPr/>
              </p:nvSpPr>
              <p:spPr>
                <a:xfrm>
                  <a:off x="2076006" y="3156484"/>
                  <a:ext cx="39710" cy="6134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93" name="手繪多邊形: 圖案 392">
                  <a:extLst>
                    <a:ext uri="{FF2B5EF4-FFF2-40B4-BE49-F238E27FC236}">
                      <a16:creationId xmlns:a16="http://schemas.microsoft.com/office/drawing/2014/main" id="{962AA789-1E75-4B98-8CAF-454A78EB7296}"/>
                    </a:ext>
                  </a:extLst>
                </p:cNvPr>
                <p:cNvSpPr/>
                <p:nvPr/>
              </p:nvSpPr>
              <p:spPr>
                <a:xfrm>
                  <a:off x="2170109" y="3186213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94" name="手繪多邊形: 圖案 393">
                  <a:extLst>
                    <a:ext uri="{FF2B5EF4-FFF2-40B4-BE49-F238E27FC236}">
                      <a16:creationId xmlns:a16="http://schemas.microsoft.com/office/drawing/2014/main" id="{190002CF-0D51-4F1C-AB31-946BA6DDDAE4}"/>
                    </a:ext>
                  </a:extLst>
                </p:cNvPr>
                <p:cNvSpPr/>
                <p:nvPr/>
              </p:nvSpPr>
              <p:spPr>
                <a:xfrm>
                  <a:off x="2115715" y="3158129"/>
                  <a:ext cx="54674" cy="58054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5" name="手繪多邊形: 圖案 394">
                  <a:extLst>
                    <a:ext uri="{FF2B5EF4-FFF2-40B4-BE49-F238E27FC236}">
                      <a16:creationId xmlns:a16="http://schemas.microsoft.com/office/drawing/2014/main" id="{ED1537B0-834E-45D5-BCB6-9D8E0B0ADB3B}"/>
                    </a:ext>
                  </a:extLst>
                </p:cNvPr>
                <p:cNvSpPr/>
                <p:nvPr/>
              </p:nvSpPr>
              <p:spPr>
                <a:xfrm>
                  <a:off x="2021100" y="3158129"/>
                  <a:ext cx="54905" cy="58054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96" name="橢圓 395">
                  <a:extLst>
                    <a:ext uri="{FF2B5EF4-FFF2-40B4-BE49-F238E27FC236}">
                      <a16:creationId xmlns:a16="http://schemas.microsoft.com/office/drawing/2014/main" id="{B42AFED9-D1D7-45AA-AED3-3A6182139DF8}"/>
                    </a:ext>
                  </a:extLst>
                </p:cNvPr>
                <p:cNvSpPr/>
                <p:nvPr/>
              </p:nvSpPr>
              <p:spPr>
                <a:xfrm>
                  <a:off x="2021100" y="3156484"/>
                  <a:ext cx="149521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grpSp>
              <p:nvGrpSpPr>
                <p:cNvPr id="397" name="群組 396">
                  <a:extLst>
                    <a:ext uri="{FF2B5EF4-FFF2-40B4-BE49-F238E27FC236}">
                      <a16:creationId xmlns:a16="http://schemas.microsoft.com/office/drawing/2014/main" id="{8CF07285-703A-46FD-94A1-DB69E9F80DD4}"/>
                    </a:ext>
                  </a:extLst>
                </p:cNvPr>
                <p:cNvGrpSpPr/>
                <p:nvPr/>
              </p:nvGrpSpPr>
              <p:grpSpPr>
                <a:xfrm>
                  <a:off x="2170110" y="3157151"/>
                  <a:ext cx="180695" cy="61343"/>
                  <a:chOff x="2170110" y="3157151"/>
                  <a:chExt cx="180695" cy="61343"/>
                </a:xfrm>
              </p:grpSpPr>
              <p:sp>
                <p:nvSpPr>
                  <p:cNvPr id="415" name="橢圓 414">
                    <a:extLst>
                      <a:ext uri="{FF2B5EF4-FFF2-40B4-BE49-F238E27FC236}">
                        <a16:creationId xmlns:a16="http://schemas.microsoft.com/office/drawing/2014/main" id="{440512E7-50AF-46C1-AC82-832D44DC788B}"/>
                      </a:ext>
                    </a:extLst>
                  </p:cNvPr>
                  <p:cNvSpPr/>
                  <p:nvPr/>
                </p:nvSpPr>
                <p:spPr>
                  <a:xfrm>
                    <a:off x="2170110" y="3157151"/>
                    <a:ext cx="180695" cy="61343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16" name="手繪多邊形: 圖案 415">
                    <a:extLst>
                      <a:ext uri="{FF2B5EF4-FFF2-40B4-BE49-F238E27FC236}">
                        <a16:creationId xmlns:a16="http://schemas.microsoft.com/office/drawing/2014/main" id="{C53F4E80-E685-4F5A-811D-6EEE7DA9CE32}"/>
                      </a:ext>
                    </a:extLst>
                  </p:cNvPr>
                  <p:cNvSpPr/>
                  <p:nvPr/>
                </p:nvSpPr>
                <p:spPr>
                  <a:xfrm>
                    <a:off x="2206230" y="3159045"/>
                    <a:ext cx="40669" cy="59449"/>
                  </a:xfrm>
                  <a:custGeom>
                    <a:avLst/>
                    <a:gdLst>
                      <a:gd name="connsiteX0" fmla="*/ 103512 w 103512"/>
                      <a:gd name="connsiteY0" fmla="*/ 0 h 151206"/>
                      <a:gd name="connsiteX1" fmla="*/ 103512 w 103512"/>
                      <a:gd name="connsiteY1" fmla="*/ 151206 h 151206"/>
                      <a:gd name="connsiteX2" fmla="*/ 48412 w 103512"/>
                      <a:gd name="connsiteY2" fmla="*/ 147432 h 151206"/>
                      <a:gd name="connsiteX3" fmla="*/ 0 w 103512"/>
                      <a:gd name="connsiteY3" fmla="*/ 136359 h 151206"/>
                      <a:gd name="connsiteX4" fmla="*/ 0 w 103512"/>
                      <a:gd name="connsiteY4" fmla="*/ 14847 h 151206"/>
                      <a:gd name="connsiteX5" fmla="*/ 48412 w 103512"/>
                      <a:gd name="connsiteY5" fmla="*/ 3774 h 151206"/>
                      <a:gd name="connsiteX6" fmla="*/ 103512 w 103512"/>
                      <a:gd name="connsiteY6" fmla="*/ 0 h 1512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3512" h="151206">
                        <a:moveTo>
                          <a:pt x="103512" y="0"/>
                        </a:moveTo>
                        <a:lnTo>
                          <a:pt x="103512" y="151206"/>
                        </a:lnTo>
                        <a:lnTo>
                          <a:pt x="48412" y="147432"/>
                        </a:lnTo>
                        <a:lnTo>
                          <a:pt x="0" y="136359"/>
                        </a:lnTo>
                        <a:lnTo>
                          <a:pt x="0" y="14847"/>
                        </a:lnTo>
                        <a:lnTo>
                          <a:pt x="48412" y="3774"/>
                        </a:lnTo>
                        <a:lnTo>
                          <a:pt x="103512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sp>
              <p:nvSpPr>
                <p:cNvPr id="403" name="橢圓 402">
                  <a:extLst>
                    <a:ext uri="{FF2B5EF4-FFF2-40B4-BE49-F238E27FC236}">
                      <a16:creationId xmlns:a16="http://schemas.microsoft.com/office/drawing/2014/main" id="{A11736A4-F8D0-4DE0-A897-067AB183635B}"/>
                    </a:ext>
                  </a:extLst>
                </p:cNvPr>
                <p:cNvSpPr/>
                <p:nvPr/>
              </p:nvSpPr>
              <p:spPr>
                <a:xfrm>
                  <a:off x="2170110" y="3156485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7" name="橢圓 406">
                  <a:extLst>
                    <a:ext uri="{FF2B5EF4-FFF2-40B4-BE49-F238E27FC236}">
                      <a16:creationId xmlns:a16="http://schemas.microsoft.com/office/drawing/2014/main" id="{404506C6-3AA7-4B4E-B02D-ECE658AAB42B}"/>
                    </a:ext>
                  </a:extLst>
                </p:cNvPr>
                <p:cNvSpPr/>
                <p:nvPr/>
              </p:nvSpPr>
              <p:spPr>
                <a:xfrm>
                  <a:off x="2157466" y="3160235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81" name="群組 380">
                <a:extLst>
                  <a:ext uri="{FF2B5EF4-FFF2-40B4-BE49-F238E27FC236}">
                    <a16:creationId xmlns:a16="http://schemas.microsoft.com/office/drawing/2014/main" id="{6D76FD48-B70F-4DE1-99F4-A26FDE090E83}"/>
                  </a:ext>
                </a:extLst>
              </p:cNvPr>
              <p:cNvGrpSpPr/>
              <p:nvPr/>
            </p:nvGrpSpPr>
            <p:grpSpPr>
              <a:xfrm>
                <a:off x="8342689" y="2683889"/>
                <a:ext cx="1041690" cy="195780"/>
                <a:chOff x="2021100" y="3156484"/>
                <a:chExt cx="329705" cy="62010"/>
              </a:xfrm>
            </p:grpSpPr>
            <p:sp>
              <p:nvSpPr>
                <p:cNvPr id="382" name="手繪多邊形: 圖案 381">
                  <a:extLst>
                    <a:ext uri="{FF2B5EF4-FFF2-40B4-BE49-F238E27FC236}">
                      <a16:creationId xmlns:a16="http://schemas.microsoft.com/office/drawing/2014/main" id="{EA58583D-55C6-4299-9227-927F0C10D6E4}"/>
                    </a:ext>
                  </a:extLst>
                </p:cNvPr>
                <p:cNvSpPr/>
                <p:nvPr/>
              </p:nvSpPr>
              <p:spPr>
                <a:xfrm>
                  <a:off x="2076006" y="3156484"/>
                  <a:ext cx="39710" cy="6134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3" name="手繪多邊形: 圖案 382">
                  <a:extLst>
                    <a:ext uri="{FF2B5EF4-FFF2-40B4-BE49-F238E27FC236}">
                      <a16:creationId xmlns:a16="http://schemas.microsoft.com/office/drawing/2014/main" id="{6D72A7B5-2318-4A12-BD80-798E7309E86B}"/>
                    </a:ext>
                  </a:extLst>
                </p:cNvPr>
                <p:cNvSpPr/>
                <p:nvPr/>
              </p:nvSpPr>
              <p:spPr>
                <a:xfrm>
                  <a:off x="2170109" y="3186213"/>
                  <a:ext cx="512" cy="1886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84" name="手繪多邊形: 圖案 383">
                  <a:extLst>
                    <a:ext uri="{FF2B5EF4-FFF2-40B4-BE49-F238E27FC236}">
                      <a16:creationId xmlns:a16="http://schemas.microsoft.com/office/drawing/2014/main" id="{3F31E530-7AE2-4ACC-BC1E-527A64DAA27E}"/>
                    </a:ext>
                  </a:extLst>
                </p:cNvPr>
                <p:cNvSpPr/>
                <p:nvPr/>
              </p:nvSpPr>
              <p:spPr>
                <a:xfrm>
                  <a:off x="2115715" y="3158129"/>
                  <a:ext cx="54674" cy="58054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5" name="手繪多邊形: 圖案 384">
                  <a:extLst>
                    <a:ext uri="{FF2B5EF4-FFF2-40B4-BE49-F238E27FC236}">
                      <a16:creationId xmlns:a16="http://schemas.microsoft.com/office/drawing/2014/main" id="{83F92591-9FC5-4C63-8721-199E5BB36795}"/>
                    </a:ext>
                  </a:extLst>
                </p:cNvPr>
                <p:cNvSpPr/>
                <p:nvPr/>
              </p:nvSpPr>
              <p:spPr>
                <a:xfrm>
                  <a:off x="2021100" y="3158129"/>
                  <a:ext cx="54905" cy="58054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86" name="橢圓 385">
                  <a:extLst>
                    <a:ext uri="{FF2B5EF4-FFF2-40B4-BE49-F238E27FC236}">
                      <a16:creationId xmlns:a16="http://schemas.microsoft.com/office/drawing/2014/main" id="{27216F13-675A-40EF-BB06-1B85A58E51F4}"/>
                    </a:ext>
                  </a:extLst>
                </p:cNvPr>
                <p:cNvSpPr/>
                <p:nvPr/>
              </p:nvSpPr>
              <p:spPr>
                <a:xfrm>
                  <a:off x="2021100" y="3156484"/>
                  <a:ext cx="149521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grpSp>
              <p:nvGrpSpPr>
                <p:cNvPr id="387" name="群組 386">
                  <a:extLst>
                    <a:ext uri="{FF2B5EF4-FFF2-40B4-BE49-F238E27FC236}">
                      <a16:creationId xmlns:a16="http://schemas.microsoft.com/office/drawing/2014/main" id="{A2788B88-7889-4AB3-B237-D758DE695A13}"/>
                    </a:ext>
                  </a:extLst>
                </p:cNvPr>
                <p:cNvGrpSpPr/>
                <p:nvPr/>
              </p:nvGrpSpPr>
              <p:grpSpPr>
                <a:xfrm>
                  <a:off x="2170110" y="3157151"/>
                  <a:ext cx="180695" cy="61343"/>
                  <a:chOff x="2170110" y="3157151"/>
                  <a:chExt cx="180695" cy="61343"/>
                </a:xfrm>
              </p:grpSpPr>
              <p:sp>
                <p:nvSpPr>
                  <p:cNvPr id="390" name="橢圓 389">
                    <a:extLst>
                      <a:ext uri="{FF2B5EF4-FFF2-40B4-BE49-F238E27FC236}">
                        <a16:creationId xmlns:a16="http://schemas.microsoft.com/office/drawing/2014/main" id="{C00D6905-36A8-426E-89D0-CA03372F5ABB}"/>
                      </a:ext>
                    </a:extLst>
                  </p:cNvPr>
                  <p:cNvSpPr/>
                  <p:nvPr/>
                </p:nvSpPr>
                <p:spPr>
                  <a:xfrm>
                    <a:off x="2170110" y="3157151"/>
                    <a:ext cx="180695" cy="61343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391" name="手繪多邊形: 圖案 390">
                    <a:extLst>
                      <a:ext uri="{FF2B5EF4-FFF2-40B4-BE49-F238E27FC236}">
                        <a16:creationId xmlns:a16="http://schemas.microsoft.com/office/drawing/2014/main" id="{943D1308-87C1-4F81-A812-FE427EC4BC5B}"/>
                      </a:ext>
                    </a:extLst>
                  </p:cNvPr>
                  <p:cNvSpPr/>
                  <p:nvPr/>
                </p:nvSpPr>
                <p:spPr>
                  <a:xfrm>
                    <a:off x="2206230" y="3159045"/>
                    <a:ext cx="40669" cy="59449"/>
                  </a:xfrm>
                  <a:custGeom>
                    <a:avLst/>
                    <a:gdLst>
                      <a:gd name="connsiteX0" fmla="*/ 103512 w 103512"/>
                      <a:gd name="connsiteY0" fmla="*/ 0 h 151206"/>
                      <a:gd name="connsiteX1" fmla="*/ 103512 w 103512"/>
                      <a:gd name="connsiteY1" fmla="*/ 151206 h 151206"/>
                      <a:gd name="connsiteX2" fmla="*/ 48412 w 103512"/>
                      <a:gd name="connsiteY2" fmla="*/ 147432 h 151206"/>
                      <a:gd name="connsiteX3" fmla="*/ 0 w 103512"/>
                      <a:gd name="connsiteY3" fmla="*/ 136359 h 151206"/>
                      <a:gd name="connsiteX4" fmla="*/ 0 w 103512"/>
                      <a:gd name="connsiteY4" fmla="*/ 14847 h 151206"/>
                      <a:gd name="connsiteX5" fmla="*/ 48412 w 103512"/>
                      <a:gd name="connsiteY5" fmla="*/ 3774 h 151206"/>
                      <a:gd name="connsiteX6" fmla="*/ 103512 w 103512"/>
                      <a:gd name="connsiteY6" fmla="*/ 0 h 1512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3512" h="151206">
                        <a:moveTo>
                          <a:pt x="103512" y="0"/>
                        </a:moveTo>
                        <a:lnTo>
                          <a:pt x="103512" y="151206"/>
                        </a:lnTo>
                        <a:lnTo>
                          <a:pt x="48412" y="147432"/>
                        </a:lnTo>
                        <a:lnTo>
                          <a:pt x="0" y="136359"/>
                        </a:lnTo>
                        <a:lnTo>
                          <a:pt x="0" y="14847"/>
                        </a:lnTo>
                        <a:lnTo>
                          <a:pt x="48412" y="3774"/>
                        </a:lnTo>
                        <a:lnTo>
                          <a:pt x="103512" y="0"/>
                        </a:lnTo>
                        <a:close/>
                      </a:path>
                    </a:pathLst>
                  </a:cu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lt1"/>
                      </a:solidFill>
                    </a:endParaRPr>
                  </a:p>
                </p:txBody>
              </p:sp>
            </p:grpSp>
            <p:sp>
              <p:nvSpPr>
                <p:cNvPr id="388" name="橢圓 387">
                  <a:extLst>
                    <a:ext uri="{FF2B5EF4-FFF2-40B4-BE49-F238E27FC236}">
                      <a16:creationId xmlns:a16="http://schemas.microsoft.com/office/drawing/2014/main" id="{53E6C92A-0A84-4C7E-AFE9-C2D32EFFD913}"/>
                    </a:ext>
                  </a:extLst>
                </p:cNvPr>
                <p:cNvSpPr/>
                <p:nvPr/>
              </p:nvSpPr>
              <p:spPr>
                <a:xfrm>
                  <a:off x="2170110" y="3156485"/>
                  <a:ext cx="180695" cy="6134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9" name="橢圓 388">
                  <a:extLst>
                    <a:ext uri="{FF2B5EF4-FFF2-40B4-BE49-F238E27FC236}">
                      <a16:creationId xmlns:a16="http://schemas.microsoft.com/office/drawing/2014/main" id="{D1738241-F14A-4A2A-A95D-724B5B48A5AF}"/>
                    </a:ext>
                  </a:extLst>
                </p:cNvPr>
                <p:cNvSpPr/>
                <p:nvPr/>
              </p:nvSpPr>
              <p:spPr>
                <a:xfrm>
                  <a:off x="2157466" y="3160235"/>
                  <a:ext cx="25575" cy="53841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</p:grpSp>
      <p:grpSp>
        <p:nvGrpSpPr>
          <p:cNvPr id="439" name="群組 438">
            <a:extLst>
              <a:ext uri="{FF2B5EF4-FFF2-40B4-BE49-F238E27FC236}">
                <a16:creationId xmlns:a16="http://schemas.microsoft.com/office/drawing/2014/main" id="{63336EDE-83F8-425D-A74F-5350DBED3B14}"/>
              </a:ext>
            </a:extLst>
          </p:cNvPr>
          <p:cNvGrpSpPr/>
          <p:nvPr/>
        </p:nvGrpSpPr>
        <p:grpSpPr>
          <a:xfrm>
            <a:off x="871844" y="5510005"/>
            <a:ext cx="686292" cy="681385"/>
            <a:chOff x="114655" y="3347955"/>
            <a:chExt cx="950122" cy="950122"/>
          </a:xfrm>
        </p:grpSpPr>
        <p:sp>
          <p:nvSpPr>
            <p:cNvPr id="440" name="橢圓 439">
              <a:extLst>
                <a:ext uri="{FF2B5EF4-FFF2-40B4-BE49-F238E27FC236}">
                  <a16:creationId xmlns:a16="http://schemas.microsoft.com/office/drawing/2014/main" id="{F9E76B77-9806-4B22-BE73-C7EDECE525A6}"/>
                </a:ext>
              </a:extLst>
            </p:cNvPr>
            <p:cNvSpPr/>
            <p:nvPr/>
          </p:nvSpPr>
          <p:spPr>
            <a:xfrm>
              <a:off x="114655" y="3347955"/>
              <a:ext cx="950122" cy="950122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1" name="橢圓 440">
              <a:extLst>
                <a:ext uri="{FF2B5EF4-FFF2-40B4-BE49-F238E27FC236}">
                  <a16:creationId xmlns:a16="http://schemas.microsoft.com/office/drawing/2014/main" id="{410660D9-D4EC-4A31-A588-3F86B6577867}"/>
                </a:ext>
              </a:extLst>
            </p:cNvPr>
            <p:cNvSpPr/>
            <p:nvPr/>
          </p:nvSpPr>
          <p:spPr>
            <a:xfrm>
              <a:off x="549540" y="3868935"/>
              <a:ext cx="459581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2" name="橢圓 441">
              <a:extLst>
                <a:ext uri="{FF2B5EF4-FFF2-40B4-BE49-F238E27FC236}">
                  <a16:creationId xmlns:a16="http://schemas.microsoft.com/office/drawing/2014/main" id="{F2C9F92E-C30F-4407-8362-75100BECC99F}"/>
                </a:ext>
              </a:extLst>
            </p:cNvPr>
            <p:cNvSpPr/>
            <p:nvPr/>
          </p:nvSpPr>
          <p:spPr>
            <a:xfrm>
              <a:off x="170546" y="3654587"/>
              <a:ext cx="380294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3" name="手繪多邊形: 圖案 442">
              <a:extLst>
                <a:ext uri="{FF2B5EF4-FFF2-40B4-BE49-F238E27FC236}">
                  <a16:creationId xmlns:a16="http://schemas.microsoft.com/office/drawing/2014/main" id="{0A6CF2DE-4893-4B29-AC91-603FF343E9CA}"/>
                </a:ext>
              </a:extLst>
            </p:cNvPr>
            <p:cNvSpPr/>
            <p:nvPr/>
          </p:nvSpPr>
          <p:spPr>
            <a:xfrm>
              <a:off x="752080" y="3654587"/>
              <a:ext cx="103512" cy="155910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2" name="手繪多邊形: 圖案 501">
              <a:extLst>
                <a:ext uri="{FF2B5EF4-FFF2-40B4-BE49-F238E27FC236}">
                  <a16:creationId xmlns:a16="http://schemas.microsoft.com/office/drawing/2014/main" id="{1E3FFF2A-6083-42A5-8B14-372E16A48F54}"/>
                </a:ext>
              </a:extLst>
            </p:cNvPr>
            <p:cNvSpPr/>
            <p:nvPr/>
          </p:nvSpPr>
          <p:spPr>
            <a:xfrm>
              <a:off x="549538" y="3730145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03" name="手繪多邊形: 圖案 502">
              <a:extLst>
                <a:ext uri="{FF2B5EF4-FFF2-40B4-BE49-F238E27FC236}">
                  <a16:creationId xmlns:a16="http://schemas.microsoft.com/office/drawing/2014/main" id="{D5579A07-24EC-4265-B8D9-7C3E08FB9A97}"/>
                </a:ext>
              </a:extLst>
            </p:cNvPr>
            <p:cNvSpPr/>
            <p:nvPr/>
          </p:nvSpPr>
          <p:spPr>
            <a:xfrm>
              <a:off x="550250" y="3656454"/>
              <a:ext cx="201830" cy="15217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4" name="手繪多邊形: 圖案 503">
              <a:extLst>
                <a:ext uri="{FF2B5EF4-FFF2-40B4-BE49-F238E27FC236}">
                  <a16:creationId xmlns:a16="http://schemas.microsoft.com/office/drawing/2014/main" id="{294A14A9-A784-42DF-88B2-EAEB019531F4}"/>
                </a:ext>
              </a:extLst>
            </p:cNvPr>
            <p:cNvSpPr/>
            <p:nvPr/>
          </p:nvSpPr>
          <p:spPr>
            <a:xfrm>
              <a:off x="855592" y="3659810"/>
              <a:ext cx="153528" cy="145464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5" name="手繪多邊形: 圖案 504">
              <a:extLst>
                <a:ext uri="{FF2B5EF4-FFF2-40B4-BE49-F238E27FC236}">
                  <a16:creationId xmlns:a16="http://schemas.microsoft.com/office/drawing/2014/main" id="{209C6BF1-1970-47EE-A340-64B342842238}"/>
                </a:ext>
              </a:extLst>
            </p:cNvPr>
            <p:cNvSpPr/>
            <p:nvPr/>
          </p:nvSpPr>
          <p:spPr>
            <a:xfrm>
              <a:off x="310194" y="3868935"/>
              <a:ext cx="100999" cy="155910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6" name="手繪多邊形: 圖案 505">
              <a:extLst>
                <a:ext uri="{FF2B5EF4-FFF2-40B4-BE49-F238E27FC236}">
                  <a16:creationId xmlns:a16="http://schemas.microsoft.com/office/drawing/2014/main" id="{DE7F29BA-DB87-4E10-834C-E58C4E70651B}"/>
                </a:ext>
              </a:extLst>
            </p:cNvPr>
            <p:cNvSpPr/>
            <p:nvPr/>
          </p:nvSpPr>
          <p:spPr>
            <a:xfrm>
              <a:off x="549538" y="3944494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07" name="手繪多邊形: 圖案 506">
              <a:extLst>
                <a:ext uri="{FF2B5EF4-FFF2-40B4-BE49-F238E27FC236}">
                  <a16:creationId xmlns:a16="http://schemas.microsoft.com/office/drawing/2014/main" id="{15BAFFEC-E981-4CE7-9A43-4ADB02C9F322}"/>
                </a:ext>
              </a:extLst>
            </p:cNvPr>
            <p:cNvSpPr/>
            <p:nvPr/>
          </p:nvSpPr>
          <p:spPr>
            <a:xfrm>
              <a:off x="411192" y="3873116"/>
              <a:ext cx="139058" cy="147551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8" name="手繪多邊形: 圖案 507">
              <a:extLst>
                <a:ext uri="{FF2B5EF4-FFF2-40B4-BE49-F238E27FC236}">
                  <a16:creationId xmlns:a16="http://schemas.microsoft.com/office/drawing/2014/main" id="{979A5ECA-E8CE-4218-BE69-D1A3E7D9A776}"/>
                </a:ext>
              </a:extLst>
            </p:cNvPr>
            <p:cNvSpPr/>
            <p:nvPr/>
          </p:nvSpPr>
          <p:spPr>
            <a:xfrm>
              <a:off x="170546" y="3873115"/>
              <a:ext cx="139647" cy="147550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77B45F4C-8877-45CE-854F-244F4A7B6722}"/>
                </a:ext>
              </a:extLst>
            </p:cNvPr>
            <p:cNvSpPr/>
            <p:nvPr/>
          </p:nvSpPr>
          <p:spPr>
            <a:xfrm>
              <a:off x="549539" y="3654587"/>
              <a:ext cx="459581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0" name="橢圓 509">
              <a:extLst>
                <a:ext uri="{FF2B5EF4-FFF2-40B4-BE49-F238E27FC236}">
                  <a16:creationId xmlns:a16="http://schemas.microsoft.com/office/drawing/2014/main" id="{1A812AC0-63B9-4061-9BB3-D66A128D8833}"/>
                </a:ext>
              </a:extLst>
            </p:cNvPr>
            <p:cNvSpPr/>
            <p:nvPr/>
          </p:nvSpPr>
          <p:spPr>
            <a:xfrm>
              <a:off x="517380" y="3664120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1" name="橢圓 510">
              <a:extLst>
                <a:ext uri="{FF2B5EF4-FFF2-40B4-BE49-F238E27FC236}">
                  <a16:creationId xmlns:a16="http://schemas.microsoft.com/office/drawing/2014/main" id="{476DE2B4-CDF6-4964-B7B7-CC12413BEC7C}"/>
                </a:ext>
              </a:extLst>
            </p:cNvPr>
            <p:cNvSpPr/>
            <p:nvPr/>
          </p:nvSpPr>
          <p:spPr>
            <a:xfrm>
              <a:off x="170546" y="3868935"/>
              <a:ext cx="380294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2" name="橢圓 511">
              <a:extLst>
                <a:ext uri="{FF2B5EF4-FFF2-40B4-BE49-F238E27FC236}">
                  <a16:creationId xmlns:a16="http://schemas.microsoft.com/office/drawing/2014/main" id="{87F675C9-049D-4625-A70A-378BD51E3763}"/>
                </a:ext>
              </a:extLst>
            </p:cNvPr>
            <p:cNvSpPr/>
            <p:nvPr/>
          </p:nvSpPr>
          <p:spPr>
            <a:xfrm>
              <a:off x="517380" y="3878468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9A6CB31-C1AB-4DC3-BEF7-6ED0564A9CC7}"/>
              </a:ext>
            </a:extLst>
          </p:cNvPr>
          <p:cNvGrpSpPr/>
          <p:nvPr/>
        </p:nvGrpSpPr>
        <p:grpSpPr>
          <a:xfrm>
            <a:off x="5654315" y="4153772"/>
            <a:ext cx="3088318" cy="2218350"/>
            <a:chOff x="5654315" y="3675942"/>
            <a:chExt cx="3088318" cy="2218350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1B5A8FDC-A4BA-44E0-B970-D21D4A156B35}"/>
                </a:ext>
              </a:extLst>
            </p:cNvPr>
            <p:cNvSpPr txBox="1"/>
            <p:nvPr/>
          </p:nvSpPr>
          <p:spPr>
            <a:xfrm>
              <a:off x="6948552" y="3675942"/>
              <a:ext cx="17940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Tumor Ploidy = 3</a:t>
              </a:r>
            </a:p>
            <a:p>
              <a:r>
                <a:rPr lang="en-US" altLang="zh-TW" dirty="0"/>
                <a:t>Normal Ploidy =2</a:t>
              </a:r>
              <a:endParaRPr lang="zh-TW" altLang="en-US" dirty="0"/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A2B47110-04B0-40C2-8DC8-63CA37FAA3AF}"/>
                </a:ext>
              </a:extLst>
            </p:cNvPr>
            <p:cNvSpPr txBox="1"/>
            <p:nvPr/>
          </p:nvSpPr>
          <p:spPr>
            <a:xfrm>
              <a:off x="5654315" y="3814441"/>
              <a:ext cx="1252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Purity = 0.5</a:t>
              </a:r>
              <a:endParaRPr lang="zh-TW" altLang="en-US" dirty="0"/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47474363-59F9-4494-B2AC-75CEB5AA3AEA}"/>
                </a:ext>
              </a:extLst>
            </p:cNvPr>
            <p:cNvSpPr/>
            <p:nvPr/>
          </p:nvSpPr>
          <p:spPr>
            <a:xfrm>
              <a:off x="6069209" y="4347380"/>
              <a:ext cx="2258530" cy="66091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D58BE38A-7299-4FDC-8900-6A7D2E79A0A5}"/>
                </a:ext>
              </a:extLst>
            </p:cNvPr>
            <p:cNvGrpSpPr/>
            <p:nvPr/>
          </p:nvGrpSpPr>
          <p:grpSpPr>
            <a:xfrm>
              <a:off x="6210167" y="4389267"/>
              <a:ext cx="1976615" cy="577140"/>
              <a:chOff x="4557953" y="2823901"/>
              <a:chExt cx="1976615" cy="577140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A814D747-A376-41B5-BA77-41E264D53B41}"/>
                  </a:ext>
                </a:extLst>
              </p:cNvPr>
              <p:cNvGrpSpPr/>
              <p:nvPr/>
            </p:nvGrpSpPr>
            <p:grpSpPr>
              <a:xfrm>
                <a:off x="4557953" y="2823901"/>
                <a:ext cx="325637" cy="577140"/>
                <a:chOff x="4557953" y="2832068"/>
                <a:chExt cx="325637" cy="577140"/>
              </a:xfrm>
            </p:grpSpPr>
            <p:pic>
              <p:nvPicPr>
                <p:cNvPr id="689" name="圖形 688" descr="女性形象 以實心填滿">
                  <a:extLst>
                    <a:ext uri="{FF2B5EF4-FFF2-40B4-BE49-F238E27FC236}">
                      <a16:creationId xmlns:a16="http://schemas.microsoft.com/office/drawing/2014/main" id="{55B21AFE-6F8A-4851-A6DE-F1F46202CB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7953" y="2832068"/>
                  <a:ext cx="325637" cy="325637"/>
                </a:xfrm>
                <a:prstGeom prst="rect">
                  <a:avLst/>
                </a:prstGeom>
              </p:spPr>
            </p:pic>
            <p:pic>
              <p:nvPicPr>
                <p:cNvPr id="690" name="圖形 689" descr="男性形象 以實心填滿">
                  <a:extLst>
                    <a:ext uri="{FF2B5EF4-FFF2-40B4-BE49-F238E27FC236}">
                      <a16:creationId xmlns:a16="http://schemas.microsoft.com/office/drawing/2014/main" id="{0F51EEDC-9621-4366-941D-4A02865507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7953" y="3083571"/>
                  <a:ext cx="325637" cy="325637"/>
                </a:xfrm>
                <a:prstGeom prst="rect">
                  <a:avLst/>
                </a:prstGeom>
              </p:spPr>
            </p:pic>
          </p:grp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8D51663F-3B6F-43DE-A1A4-7B223CE3DEB1}"/>
                  </a:ext>
                </a:extLst>
              </p:cNvPr>
              <p:cNvGrpSpPr/>
              <p:nvPr/>
            </p:nvGrpSpPr>
            <p:grpSpPr>
              <a:xfrm>
                <a:off x="4923200" y="2863687"/>
                <a:ext cx="1611368" cy="497568"/>
                <a:chOff x="4923200" y="2862129"/>
                <a:chExt cx="1611368" cy="497568"/>
              </a:xfrm>
            </p:grpSpPr>
            <p:sp>
              <p:nvSpPr>
                <p:cNvPr id="577" name="箭號: 五邊形 576">
                  <a:extLst>
                    <a:ext uri="{FF2B5EF4-FFF2-40B4-BE49-F238E27FC236}">
                      <a16:creationId xmlns:a16="http://schemas.microsoft.com/office/drawing/2014/main" id="{7ED7877A-27B8-400A-8A6C-A22B89751BD5}"/>
                    </a:ext>
                  </a:extLst>
                </p:cNvPr>
                <p:cNvSpPr/>
                <p:nvPr/>
              </p:nvSpPr>
              <p:spPr>
                <a:xfrm>
                  <a:off x="4923200" y="3046850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578" name="矩形 178">
                  <a:extLst>
                    <a:ext uri="{FF2B5EF4-FFF2-40B4-BE49-F238E27FC236}">
                      <a16:creationId xmlns:a16="http://schemas.microsoft.com/office/drawing/2014/main" id="{2A2A82E3-20A4-428F-A268-CD4AB391FD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23391" y="3043140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79" name="矩形 178">
                  <a:extLst>
                    <a:ext uri="{FF2B5EF4-FFF2-40B4-BE49-F238E27FC236}">
                      <a16:creationId xmlns:a16="http://schemas.microsoft.com/office/drawing/2014/main" id="{A9EB8EE8-9336-4F5B-BFA8-8FAB763D0C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923200" y="304314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0" name="矩形 178">
                  <a:extLst>
                    <a:ext uri="{FF2B5EF4-FFF2-40B4-BE49-F238E27FC236}">
                      <a16:creationId xmlns:a16="http://schemas.microsoft.com/office/drawing/2014/main" id="{6A06C244-CD83-497F-AE0C-1EFEB67CE5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23298" y="304314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1" name="矩形 178">
                  <a:extLst>
                    <a:ext uri="{FF2B5EF4-FFF2-40B4-BE49-F238E27FC236}">
                      <a16:creationId xmlns:a16="http://schemas.microsoft.com/office/drawing/2014/main" id="{7CA6FEEC-FC7A-4641-8E80-4FBAC4967B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23489" y="304314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2" name="矩形 178">
                  <a:extLst>
                    <a:ext uri="{FF2B5EF4-FFF2-40B4-BE49-F238E27FC236}">
                      <a16:creationId xmlns:a16="http://schemas.microsoft.com/office/drawing/2014/main" id="{9E63CE4D-9549-4928-A40B-1153FD84AA7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23586" y="304314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3" name="矩形 178">
                  <a:extLst>
                    <a:ext uri="{FF2B5EF4-FFF2-40B4-BE49-F238E27FC236}">
                      <a16:creationId xmlns:a16="http://schemas.microsoft.com/office/drawing/2014/main" id="{B6BB53CD-9871-4382-9D4C-E4F233CAAB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923687" y="304314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1" name="箭號: 五邊形 590">
                  <a:extLst>
                    <a:ext uri="{FF2B5EF4-FFF2-40B4-BE49-F238E27FC236}">
                      <a16:creationId xmlns:a16="http://schemas.microsoft.com/office/drawing/2014/main" id="{EEEB233B-12DF-486E-B13D-3914457BDE6D}"/>
                    </a:ext>
                  </a:extLst>
                </p:cNvPr>
                <p:cNvSpPr/>
                <p:nvPr/>
              </p:nvSpPr>
              <p:spPr>
                <a:xfrm>
                  <a:off x="5323390" y="3226386"/>
                  <a:ext cx="1211178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592" name="矩形 178">
                  <a:extLst>
                    <a:ext uri="{FF2B5EF4-FFF2-40B4-BE49-F238E27FC236}">
                      <a16:creationId xmlns:a16="http://schemas.microsoft.com/office/drawing/2014/main" id="{A1FB72C2-94F0-4F81-91C0-FD259811D3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23391" y="322267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3" name="矩形 178">
                  <a:extLst>
                    <a:ext uri="{FF2B5EF4-FFF2-40B4-BE49-F238E27FC236}">
                      <a16:creationId xmlns:a16="http://schemas.microsoft.com/office/drawing/2014/main" id="{E686A83D-DBD6-46C2-9FD0-427FD81508B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23489" y="322267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4" name="矩形 178">
                  <a:extLst>
                    <a:ext uri="{FF2B5EF4-FFF2-40B4-BE49-F238E27FC236}">
                      <a16:creationId xmlns:a16="http://schemas.microsoft.com/office/drawing/2014/main" id="{339F1055-F019-4FFC-9B06-A5DE32BF75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23586" y="322267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5" name="矩形 178">
                  <a:extLst>
                    <a:ext uri="{FF2B5EF4-FFF2-40B4-BE49-F238E27FC236}">
                      <a16:creationId xmlns:a16="http://schemas.microsoft.com/office/drawing/2014/main" id="{E848CBEF-E04E-4E34-8246-8C8A71D9E4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923687" y="3222676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6" name="矩形 178">
                  <a:extLst>
                    <a:ext uri="{FF2B5EF4-FFF2-40B4-BE49-F238E27FC236}">
                      <a16:creationId xmlns:a16="http://schemas.microsoft.com/office/drawing/2014/main" id="{14F0BDCC-A604-47FA-959E-9FD68FC8FF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123768" y="322267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97" name="矩形 178">
                  <a:extLst>
                    <a:ext uri="{FF2B5EF4-FFF2-40B4-BE49-F238E27FC236}">
                      <a16:creationId xmlns:a16="http://schemas.microsoft.com/office/drawing/2014/main" id="{5EBEBEFB-50FB-4EE5-8767-A14AC0D41F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323866" y="3222676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9" name="箭號: 五邊形 618">
                  <a:extLst>
                    <a:ext uri="{FF2B5EF4-FFF2-40B4-BE49-F238E27FC236}">
                      <a16:creationId xmlns:a16="http://schemas.microsoft.com/office/drawing/2014/main" id="{33439AEF-76F1-4442-93A9-38FBB7273D97}"/>
                    </a:ext>
                  </a:extLst>
                </p:cNvPr>
                <p:cNvSpPr/>
                <p:nvPr/>
              </p:nvSpPr>
              <p:spPr>
                <a:xfrm>
                  <a:off x="4923200" y="2865839"/>
                  <a:ext cx="1209600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rgbClr val="C9C9C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620" name="矩形 178">
                  <a:extLst>
                    <a:ext uri="{FF2B5EF4-FFF2-40B4-BE49-F238E27FC236}">
                      <a16:creationId xmlns:a16="http://schemas.microsoft.com/office/drawing/2014/main" id="{FA30885A-961F-4A85-93BE-ED0DEED73D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923200" y="286212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1" name="矩形 178">
                  <a:extLst>
                    <a:ext uri="{FF2B5EF4-FFF2-40B4-BE49-F238E27FC236}">
                      <a16:creationId xmlns:a16="http://schemas.microsoft.com/office/drawing/2014/main" id="{32DD0B21-2D7B-41F4-891B-C77BCD63AF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23298" y="286212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2" name="矩形 178">
                  <a:extLst>
                    <a:ext uri="{FF2B5EF4-FFF2-40B4-BE49-F238E27FC236}">
                      <a16:creationId xmlns:a16="http://schemas.microsoft.com/office/drawing/2014/main" id="{A4F67A24-A471-49CF-B676-7E2EEA5FA12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523489" y="286212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3" name="矩形 178">
                  <a:extLst>
                    <a:ext uri="{FF2B5EF4-FFF2-40B4-BE49-F238E27FC236}">
                      <a16:creationId xmlns:a16="http://schemas.microsoft.com/office/drawing/2014/main" id="{79400801-F6CA-4C7F-9E56-E5F4B264BBD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723586" y="286212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4" name="矩形 178">
                  <a:extLst>
                    <a:ext uri="{FF2B5EF4-FFF2-40B4-BE49-F238E27FC236}">
                      <a16:creationId xmlns:a16="http://schemas.microsoft.com/office/drawing/2014/main" id="{9CEE57B7-54D0-46AE-99E6-C2D69016BF1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923687" y="286212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5" name="矩形 178">
                  <a:extLst>
                    <a:ext uri="{FF2B5EF4-FFF2-40B4-BE49-F238E27FC236}">
                      <a16:creationId xmlns:a16="http://schemas.microsoft.com/office/drawing/2014/main" id="{32E4781A-E778-4540-A92F-BD422F3C1E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323391" y="2862129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white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516" name="矩形: 圓角 515">
              <a:extLst>
                <a:ext uri="{FF2B5EF4-FFF2-40B4-BE49-F238E27FC236}">
                  <a16:creationId xmlns:a16="http://schemas.microsoft.com/office/drawing/2014/main" id="{1470DE8A-6133-4BA3-8323-7666DF6C2D60}"/>
                </a:ext>
              </a:extLst>
            </p:cNvPr>
            <p:cNvSpPr/>
            <p:nvPr/>
          </p:nvSpPr>
          <p:spPr>
            <a:xfrm>
              <a:off x="6069209" y="5233377"/>
              <a:ext cx="2258530" cy="660915"/>
            </a:xfrm>
            <a:prstGeom prst="roundRect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1926" name="群組 1925">
              <a:extLst>
                <a:ext uri="{FF2B5EF4-FFF2-40B4-BE49-F238E27FC236}">
                  <a16:creationId xmlns:a16="http://schemas.microsoft.com/office/drawing/2014/main" id="{27A6489C-02DA-494B-8434-B8EC45147149}"/>
                </a:ext>
              </a:extLst>
            </p:cNvPr>
            <p:cNvGrpSpPr/>
            <p:nvPr/>
          </p:nvGrpSpPr>
          <p:grpSpPr>
            <a:xfrm>
              <a:off x="6771000" y="5621075"/>
              <a:ext cx="1209600" cy="137021"/>
              <a:chOff x="6771000" y="3485914"/>
              <a:chExt cx="1209600" cy="137021"/>
            </a:xfrm>
          </p:grpSpPr>
          <p:sp>
            <p:nvSpPr>
              <p:cNvPr id="584" name="箭號: 五邊形 583">
                <a:extLst>
                  <a:ext uri="{FF2B5EF4-FFF2-40B4-BE49-F238E27FC236}">
                    <a16:creationId xmlns:a16="http://schemas.microsoft.com/office/drawing/2014/main" id="{E78A9D35-FDA5-4D61-B93E-FD602C99F498}"/>
                  </a:ext>
                </a:extLst>
              </p:cNvPr>
              <p:cNvSpPr/>
              <p:nvPr/>
            </p:nvSpPr>
            <p:spPr>
              <a:xfrm>
                <a:off x="6771000" y="3489624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rgbClr val="C9C9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5" name="矩形 178">
                <a:extLst>
                  <a:ext uri="{FF2B5EF4-FFF2-40B4-BE49-F238E27FC236}">
                    <a16:creationId xmlns:a16="http://schemas.microsoft.com/office/drawing/2014/main" id="{D6814350-09E8-41EB-A5E5-7F2FB4770E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71000" y="34859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6" name="矩形 178">
                <a:extLst>
                  <a:ext uri="{FF2B5EF4-FFF2-40B4-BE49-F238E27FC236}">
                    <a16:creationId xmlns:a16="http://schemas.microsoft.com/office/drawing/2014/main" id="{40F29917-5FB4-4529-9C3E-0E5C958936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191" y="34859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7" name="矩形 178">
                <a:extLst>
                  <a:ext uri="{FF2B5EF4-FFF2-40B4-BE49-F238E27FC236}">
                    <a16:creationId xmlns:a16="http://schemas.microsoft.com/office/drawing/2014/main" id="{5542101A-AA9A-4FF1-820F-0AEFB51026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71288" y="34859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8" name="矩形 178">
                <a:extLst>
                  <a:ext uri="{FF2B5EF4-FFF2-40B4-BE49-F238E27FC236}">
                    <a16:creationId xmlns:a16="http://schemas.microsoft.com/office/drawing/2014/main" id="{BF8FD903-DE46-45C7-A18C-1916F70EDB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71389" y="3485914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9" name="矩形 178">
                <a:extLst>
                  <a:ext uri="{FF2B5EF4-FFF2-40B4-BE49-F238E27FC236}">
                    <a16:creationId xmlns:a16="http://schemas.microsoft.com/office/drawing/2014/main" id="{361EAA4F-365A-417D-8ADB-3A8C6B9EFF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71470" y="34859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0" name="矩形 178">
                <a:extLst>
                  <a:ext uri="{FF2B5EF4-FFF2-40B4-BE49-F238E27FC236}">
                    <a16:creationId xmlns:a16="http://schemas.microsoft.com/office/drawing/2014/main" id="{0FE714E8-8BC5-48FD-81A9-9B61A6A9A60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71093" y="348591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24" name="群組 1923">
              <a:extLst>
                <a:ext uri="{FF2B5EF4-FFF2-40B4-BE49-F238E27FC236}">
                  <a16:creationId xmlns:a16="http://schemas.microsoft.com/office/drawing/2014/main" id="{EF5D065D-AA81-4295-A62C-37978AB613BA}"/>
                </a:ext>
              </a:extLst>
            </p:cNvPr>
            <p:cNvGrpSpPr/>
            <p:nvPr/>
          </p:nvGrpSpPr>
          <p:grpSpPr>
            <a:xfrm>
              <a:off x="6771000" y="5369572"/>
              <a:ext cx="1209600" cy="137021"/>
              <a:chOff x="6771000" y="3316312"/>
              <a:chExt cx="1209600" cy="137021"/>
            </a:xfrm>
          </p:grpSpPr>
          <p:sp>
            <p:nvSpPr>
              <p:cNvPr id="598" name="箭號: 五邊形 597">
                <a:extLst>
                  <a:ext uri="{FF2B5EF4-FFF2-40B4-BE49-F238E27FC236}">
                    <a16:creationId xmlns:a16="http://schemas.microsoft.com/office/drawing/2014/main" id="{57FAD061-9A7A-452A-87F2-CB8726DDF869}"/>
                  </a:ext>
                </a:extLst>
              </p:cNvPr>
              <p:cNvSpPr/>
              <p:nvPr/>
            </p:nvSpPr>
            <p:spPr>
              <a:xfrm>
                <a:off x="6771000" y="3320022"/>
                <a:ext cx="120960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rgbClr val="C9C9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9" name="矩形 178">
                <a:extLst>
                  <a:ext uri="{FF2B5EF4-FFF2-40B4-BE49-F238E27FC236}">
                    <a16:creationId xmlns:a16="http://schemas.microsoft.com/office/drawing/2014/main" id="{E7C82C9C-C1E9-483B-84CE-9AED8B43B9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71093" y="331631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0" name="矩形 178">
                <a:extLst>
                  <a:ext uri="{FF2B5EF4-FFF2-40B4-BE49-F238E27FC236}">
                    <a16:creationId xmlns:a16="http://schemas.microsoft.com/office/drawing/2014/main" id="{8AEB893C-A787-496E-BC09-4C259DEDBD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71000" y="331631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1" name="矩形 178">
                <a:extLst>
                  <a:ext uri="{FF2B5EF4-FFF2-40B4-BE49-F238E27FC236}">
                    <a16:creationId xmlns:a16="http://schemas.microsoft.com/office/drawing/2014/main" id="{A796F4E3-569A-4F49-9B0C-FC56381416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71191" y="331631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矩形 178">
                <a:extLst>
                  <a:ext uri="{FF2B5EF4-FFF2-40B4-BE49-F238E27FC236}">
                    <a16:creationId xmlns:a16="http://schemas.microsoft.com/office/drawing/2014/main" id="{A1CA7AA1-BC12-4CE4-8DF4-1FEBACC1C7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71288" y="331631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3" name="矩形 178">
                <a:extLst>
                  <a:ext uri="{FF2B5EF4-FFF2-40B4-BE49-F238E27FC236}">
                    <a16:creationId xmlns:a16="http://schemas.microsoft.com/office/drawing/2014/main" id="{C33BCEE2-F74A-4B87-B8E5-86850273D6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71389" y="331631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1" name="矩形 178">
                <a:extLst>
                  <a:ext uri="{FF2B5EF4-FFF2-40B4-BE49-F238E27FC236}">
                    <a16:creationId xmlns:a16="http://schemas.microsoft.com/office/drawing/2014/main" id="{A2D75EAB-8C48-4E1F-A934-323A1F765E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71470" y="331631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514" name="圖形 513" descr="女性形象 以實心填滿">
              <a:extLst>
                <a:ext uri="{FF2B5EF4-FFF2-40B4-BE49-F238E27FC236}">
                  <a16:creationId xmlns:a16="http://schemas.microsoft.com/office/drawing/2014/main" id="{181752BB-F104-437F-A7FA-89B392DBF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10167" y="5275264"/>
              <a:ext cx="325637" cy="325637"/>
            </a:xfrm>
            <a:prstGeom prst="rect">
              <a:avLst/>
            </a:prstGeom>
          </p:spPr>
        </p:pic>
        <p:pic>
          <p:nvPicPr>
            <p:cNvPr id="515" name="圖形 514" descr="男性形象 以實心填滿">
              <a:extLst>
                <a:ext uri="{FF2B5EF4-FFF2-40B4-BE49-F238E27FC236}">
                  <a16:creationId xmlns:a16="http://schemas.microsoft.com/office/drawing/2014/main" id="{76C0F04A-E7E1-4262-9BD4-411DC9ECF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10167" y="5526767"/>
              <a:ext cx="325637" cy="325637"/>
            </a:xfrm>
            <a:prstGeom prst="rect">
              <a:avLst/>
            </a:prstGeom>
          </p:spPr>
        </p:pic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D65B36F6-0B78-469A-BACB-35010B96C886}"/>
              </a:ext>
            </a:extLst>
          </p:cNvPr>
          <p:cNvGrpSpPr/>
          <p:nvPr/>
        </p:nvGrpSpPr>
        <p:grpSpPr>
          <a:xfrm>
            <a:off x="4845032" y="4887905"/>
            <a:ext cx="605862" cy="1001389"/>
            <a:chOff x="4845032" y="4887905"/>
            <a:chExt cx="605862" cy="1001389"/>
          </a:xfrm>
        </p:grpSpPr>
        <p:cxnSp>
          <p:nvCxnSpPr>
            <p:cNvPr id="783" name="直線接點 782">
              <a:extLst>
                <a:ext uri="{FF2B5EF4-FFF2-40B4-BE49-F238E27FC236}">
                  <a16:creationId xmlns:a16="http://schemas.microsoft.com/office/drawing/2014/main" id="{D3E92CAF-FAD3-4574-9FE7-F3365233C2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4416" y="5388599"/>
              <a:ext cx="436478" cy="0"/>
            </a:xfrm>
            <a:prstGeom prst="line">
              <a:avLst/>
            </a:prstGeom>
            <a:ln w="38100">
              <a:solidFill>
                <a:srgbClr val="A6A6A6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1" name="右中括弧 540">
              <a:extLst>
                <a:ext uri="{FF2B5EF4-FFF2-40B4-BE49-F238E27FC236}">
                  <a16:creationId xmlns:a16="http://schemas.microsoft.com/office/drawing/2014/main" id="{5786E648-B847-4832-AF2F-ABC99BC06793}"/>
                </a:ext>
              </a:extLst>
            </p:cNvPr>
            <p:cNvSpPr/>
            <p:nvPr/>
          </p:nvSpPr>
          <p:spPr>
            <a:xfrm>
              <a:off x="4845032" y="4887905"/>
              <a:ext cx="169384" cy="1001389"/>
            </a:xfrm>
            <a:prstGeom prst="rightBracket">
              <a:avLst/>
            </a:prstGeom>
            <a:ln w="38100">
              <a:solidFill>
                <a:srgbClr val="A6A6A6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E08B7827-4F05-4865-80C3-E6E79DB91E2C}"/>
              </a:ext>
            </a:extLst>
          </p:cNvPr>
          <p:cNvSpPr txBox="1"/>
          <p:nvPr/>
        </p:nvSpPr>
        <p:spPr>
          <a:xfrm>
            <a:off x="2896471" y="1524133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High purity</a:t>
            </a:r>
            <a:endParaRPr lang="zh-TW" altLang="en-US" dirty="0"/>
          </a:p>
        </p:txBody>
      </p:sp>
      <p:sp>
        <p:nvSpPr>
          <p:cNvPr id="923" name="文字方塊 922">
            <a:extLst>
              <a:ext uri="{FF2B5EF4-FFF2-40B4-BE49-F238E27FC236}">
                <a16:creationId xmlns:a16="http://schemas.microsoft.com/office/drawing/2014/main" id="{0AA3E242-A6ED-410A-9C05-A14B2BF960E0}"/>
              </a:ext>
            </a:extLst>
          </p:cNvPr>
          <p:cNvSpPr txBox="1"/>
          <p:nvPr/>
        </p:nvSpPr>
        <p:spPr>
          <a:xfrm>
            <a:off x="2896471" y="2652048"/>
            <a:ext cx="1179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Low purity</a:t>
            </a:r>
            <a:endParaRPr lang="zh-TW" altLang="en-US" dirty="0"/>
          </a:p>
        </p:txBody>
      </p:sp>
      <p:grpSp>
        <p:nvGrpSpPr>
          <p:cNvPr id="1932" name="群組 1931">
            <a:extLst>
              <a:ext uri="{FF2B5EF4-FFF2-40B4-BE49-F238E27FC236}">
                <a16:creationId xmlns:a16="http://schemas.microsoft.com/office/drawing/2014/main" id="{BC4426C9-21CE-47AB-B890-5B6388F23ADA}"/>
              </a:ext>
            </a:extLst>
          </p:cNvPr>
          <p:cNvGrpSpPr/>
          <p:nvPr/>
        </p:nvGrpSpPr>
        <p:grpSpPr>
          <a:xfrm>
            <a:off x="6724572" y="1474748"/>
            <a:ext cx="1559718" cy="468102"/>
            <a:chOff x="6724572" y="1242881"/>
            <a:chExt cx="1559718" cy="468102"/>
          </a:xfrm>
        </p:grpSpPr>
        <p:cxnSp>
          <p:nvCxnSpPr>
            <p:cNvPr id="38" name="直線單箭頭接點 37">
              <a:extLst>
                <a:ext uri="{FF2B5EF4-FFF2-40B4-BE49-F238E27FC236}">
                  <a16:creationId xmlns:a16="http://schemas.microsoft.com/office/drawing/2014/main" id="{265C5556-8285-4AAE-B143-96027F019C3B}"/>
                </a:ext>
              </a:extLst>
            </p:cNvPr>
            <p:cNvCxnSpPr>
              <a:cxnSpLocks/>
            </p:cNvCxnSpPr>
            <p:nvPr/>
          </p:nvCxnSpPr>
          <p:spPr>
            <a:xfrm>
              <a:off x="6724572" y="1324825"/>
              <a:ext cx="1559718" cy="0"/>
            </a:xfrm>
            <a:prstGeom prst="straightConnector1">
              <a:avLst/>
            </a:prstGeom>
            <a:ln w="38100">
              <a:solidFill>
                <a:srgbClr val="B4C7E7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59" name="直線單箭頭接點 1058">
              <a:extLst>
                <a:ext uri="{FF2B5EF4-FFF2-40B4-BE49-F238E27FC236}">
                  <a16:creationId xmlns:a16="http://schemas.microsoft.com/office/drawing/2014/main" id="{C95E74CF-96F2-4433-BD8F-D92EF47F9594}"/>
                </a:ext>
              </a:extLst>
            </p:cNvPr>
            <p:cNvCxnSpPr>
              <a:cxnSpLocks/>
            </p:cNvCxnSpPr>
            <p:nvPr/>
          </p:nvCxnSpPr>
          <p:spPr>
            <a:xfrm>
              <a:off x="6724572" y="1629039"/>
              <a:ext cx="1559718" cy="0"/>
            </a:xfrm>
            <a:prstGeom prst="straightConnector1">
              <a:avLst/>
            </a:prstGeom>
            <a:ln w="38100">
              <a:solidFill>
                <a:srgbClr val="F7C5A3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71" name="矩形 970">
              <a:extLst>
                <a:ext uri="{FF2B5EF4-FFF2-40B4-BE49-F238E27FC236}">
                  <a16:creationId xmlns:a16="http://schemas.microsoft.com/office/drawing/2014/main" id="{3664ACCB-384A-4B57-8404-CE05DE8E2997}"/>
                </a:ext>
              </a:extLst>
            </p:cNvPr>
            <p:cNvSpPr/>
            <p:nvPr/>
          </p:nvSpPr>
          <p:spPr>
            <a:xfrm>
              <a:off x="6817141" y="1547095"/>
              <a:ext cx="175302" cy="163888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2" name="矩形 971">
              <a:extLst>
                <a:ext uri="{FF2B5EF4-FFF2-40B4-BE49-F238E27FC236}">
                  <a16:creationId xmlns:a16="http://schemas.microsoft.com/office/drawing/2014/main" id="{27247F8A-B15D-43B3-8C9C-92465554B366}"/>
                </a:ext>
              </a:extLst>
            </p:cNvPr>
            <p:cNvSpPr/>
            <p:nvPr/>
          </p:nvSpPr>
          <p:spPr>
            <a:xfrm>
              <a:off x="6817141" y="1242881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3" name="矩形 962">
              <a:extLst>
                <a:ext uri="{FF2B5EF4-FFF2-40B4-BE49-F238E27FC236}">
                  <a16:creationId xmlns:a16="http://schemas.microsoft.com/office/drawing/2014/main" id="{E8DA979A-1BCD-4FD9-B824-EB80801C42DF}"/>
                </a:ext>
              </a:extLst>
            </p:cNvPr>
            <p:cNvSpPr/>
            <p:nvPr/>
          </p:nvSpPr>
          <p:spPr>
            <a:xfrm>
              <a:off x="7403556" y="1547095"/>
              <a:ext cx="175302" cy="163888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4" name="矩形 963">
              <a:extLst>
                <a:ext uri="{FF2B5EF4-FFF2-40B4-BE49-F238E27FC236}">
                  <a16:creationId xmlns:a16="http://schemas.microsoft.com/office/drawing/2014/main" id="{62B9EC95-CC7D-46C9-A6BB-4CE21CC88873}"/>
                </a:ext>
              </a:extLst>
            </p:cNvPr>
            <p:cNvSpPr/>
            <p:nvPr/>
          </p:nvSpPr>
          <p:spPr>
            <a:xfrm>
              <a:off x="7403556" y="1242881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9" name="矩形 978">
              <a:extLst>
                <a:ext uri="{FF2B5EF4-FFF2-40B4-BE49-F238E27FC236}">
                  <a16:creationId xmlns:a16="http://schemas.microsoft.com/office/drawing/2014/main" id="{EAC2F2AE-0DF7-4236-BAC5-9917569A74FB}"/>
                </a:ext>
              </a:extLst>
            </p:cNvPr>
            <p:cNvSpPr/>
            <p:nvPr/>
          </p:nvSpPr>
          <p:spPr>
            <a:xfrm>
              <a:off x="7976630" y="1547095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0" name="矩形 979">
              <a:extLst>
                <a:ext uri="{FF2B5EF4-FFF2-40B4-BE49-F238E27FC236}">
                  <a16:creationId xmlns:a16="http://schemas.microsoft.com/office/drawing/2014/main" id="{2B70BA94-F7F6-4CAE-9623-3757228B1259}"/>
                </a:ext>
              </a:extLst>
            </p:cNvPr>
            <p:cNvSpPr/>
            <p:nvPr/>
          </p:nvSpPr>
          <p:spPr>
            <a:xfrm>
              <a:off x="7976630" y="1242881"/>
              <a:ext cx="175302" cy="163888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68" name="群組 2067">
            <a:extLst>
              <a:ext uri="{FF2B5EF4-FFF2-40B4-BE49-F238E27FC236}">
                <a16:creationId xmlns:a16="http://schemas.microsoft.com/office/drawing/2014/main" id="{76BBBE1A-1335-4C9D-BED4-BD39F3D4E73E}"/>
              </a:ext>
            </a:extLst>
          </p:cNvPr>
          <p:cNvGrpSpPr/>
          <p:nvPr/>
        </p:nvGrpSpPr>
        <p:grpSpPr>
          <a:xfrm>
            <a:off x="4695157" y="2412785"/>
            <a:ext cx="895339" cy="847859"/>
            <a:chOff x="4695157" y="2412785"/>
            <a:chExt cx="895339" cy="847859"/>
          </a:xfrm>
        </p:grpSpPr>
        <p:grpSp>
          <p:nvGrpSpPr>
            <p:cNvPr id="1995" name="群組 1994">
              <a:extLst>
                <a:ext uri="{FF2B5EF4-FFF2-40B4-BE49-F238E27FC236}">
                  <a16:creationId xmlns:a16="http://schemas.microsoft.com/office/drawing/2014/main" id="{602033EA-0C41-4D28-984F-062F5E5A71A5}"/>
                </a:ext>
              </a:extLst>
            </p:cNvPr>
            <p:cNvGrpSpPr/>
            <p:nvPr/>
          </p:nvGrpSpPr>
          <p:grpSpPr>
            <a:xfrm>
              <a:off x="4695157" y="2500878"/>
              <a:ext cx="895339" cy="66316"/>
              <a:chOff x="4695157" y="2493844"/>
              <a:chExt cx="895339" cy="66316"/>
            </a:xfrm>
          </p:grpSpPr>
          <p:sp>
            <p:nvSpPr>
              <p:cNvPr id="780" name="箭號: 五邊形 779">
                <a:extLst>
                  <a:ext uri="{FF2B5EF4-FFF2-40B4-BE49-F238E27FC236}">
                    <a16:creationId xmlns:a16="http://schemas.microsoft.com/office/drawing/2014/main" id="{253FAFF8-18FA-41F2-8114-3E8BAE15AB6E}"/>
                  </a:ext>
                </a:extLst>
              </p:cNvPr>
              <p:cNvSpPr/>
              <p:nvPr/>
            </p:nvSpPr>
            <p:spPr>
              <a:xfrm>
                <a:off x="4695157" y="2496875"/>
                <a:ext cx="895339" cy="63285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29" name="矩形 1028">
                <a:extLst>
                  <a:ext uri="{FF2B5EF4-FFF2-40B4-BE49-F238E27FC236}">
                    <a16:creationId xmlns:a16="http://schemas.microsoft.com/office/drawing/2014/main" id="{2DF6C56A-5702-4013-BA8F-AA96FD3E20D4}"/>
                  </a:ext>
                </a:extLst>
              </p:cNvPr>
              <p:cNvSpPr/>
              <p:nvPr/>
            </p:nvSpPr>
            <p:spPr>
              <a:xfrm>
                <a:off x="5361087" y="2493844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C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7" name="矩形 1046">
                <a:extLst>
                  <a:ext uri="{FF2B5EF4-FFF2-40B4-BE49-F238E27FC236}">
                    <a16:creationId xmlns:a16="http://schemas.microsoft.com/office/drawing/2014/main" id="{C663F7DA-CF83-429C-ACDF-8C2FDBEF5267}"/>
                  </a:ext>
                </a:extLst>
              </p:cNvPr>
              <p:cNvSpPr/>
              <p:nvPr/>
            </p:nvSpPr>
            <p:spPr>
              <a:xfrm>
                <a:off x="4902304" y="2493844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5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50000"/>
                        <a:lumOff val="50000"/>
                      </a:prst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kumimoji="0" lang="zh-TW" alt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9" name="矩形 1048">
                <a:extLst>
                  <a:ext uri="{FF2B5EF4-FFF2-40B4-BE49-F238E27FC236}">
                    <a16:creationId xmlns:a16="http://schemas.microsoft.com/office/drawing/2014/main" id="{1639CD8E-0882-40FE-8C3B-293277714198}"/>
                  </a:ext>
                </a:extLst>
              </p:cNvPr>
              <p:cNvSpPr/>
              <p:nvPr/>
            </p:nvSpPr>
            <p:spPr>
              <a:xfrm>
                <a:off x="5134168" y="2493844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96" name="群組 1995">
              <a:extLst>
                <a:ext uri="{FF2B5EF4-FFF2-40B4-BE49-F238E27FC236}">
                  <a16:creationId xmlns:a16="http://schemas.microsoft.com/office/drawing/2014/main" id="{DCFF39F8-FFC6-444C-9B06-237B28B17783}"/>
                </a:ext>
              </a:extLst>
            </p:cNvPr>
            <p:cNvGrpSpPr/>
            <p:nvPr/>
          </p:nvGrpSpPr>
          <p:grpSpPr>
            <a:xfrm>
              <a:off x="4695157" y="2412785"/>
              <a:ext cx="895339" cy="66316"/>
              <a:chOff x="4695157" y="2412785"/>
              <a:chExt cx="895339" cy="66316"/>
            </a:xfrm>
          </p:grpSpPr>
          <p:sp>
            <p:nvSpPr>
              <p:cNvPr id="782" name="箭號: 五邊形 781">
                <a:extLst>
                  <a:ext uri="{FF2B5EF4-FFF2-40B4-BE49-F238E27FC236}">
                    <a16:creationId xmlns:a16="http://schemas.microsoft.com/office/drawing/2014/main" id="{F59865DC-3EE5-4259-8DCF-F40F0A21657B}"/>
                  </a:ext>
                </a:extLst>
              </p:cNvPr>
              <p:cNvSpPr/>
              <p:nvPr/>
            </p:nvSpPr>
            <p:spPr>
              <a:xfrm>
                <a:off x="4695157" y="2415816"/>
                <a:ext cx="895339" cy="63285"/>
              </a:xfrm>
              <a:prstGeom prst="homePlat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0" name="矩形 1029">
                <a:extLst>
                  <a:ext uri="{FF2B5EF4-FFF2-40B4-BE49-F238E27FC236}">
                    <a16:creationId xmlns:a16="http://schemas.microsoft.com/office/drawing/2014/main" id="{7DDDFAD5-2777-40F7-93B4-8C26720C0419}"/>
                  </a:ext>
                </a:extLst>
              </p:cNvPr>
              <p:cNvSpPr/>
              <p:nvPr/>
            </p:nvSpPr>
            <p:spPr>
              <a:xfrm>
                <a:off x="5361087" y="2412785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TW" sz="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C</a:t>
                </a:r>
                <a:endParaRPr kumimoji="0" lang="zh-TW" alt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8" name="矩形 1047">
                <a:extLst>
                  <a:ext uri="{FF2B5EF4-FFF2-40B4-BE49-F238E27FC236}">
                    <a16:creationId xmlns:a16="http://schemas.microsoft.com/office/drawing/2014/main" id="{0A3C19A6-AF55-4E72-AE20-BF53722CC0DD}"/>
                  </a:ext>
                </a:extLst>
              </p:cNvPr>
              <p:cNvSpPr/>
              <p:nvPr/>
            </p:nvSpPr>
            <p:spPr>
              <a:xfrm>
                <a:off x="4902304" y="2412785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kumimoji="0" lang="zh-TW" altLang="en-US" sz="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0" name="矩形 1049">
                <a:extLst>
                  <a:ext uri="{FF2B5EF4-FFF2-40B4-BE49-F238E27FC236}">
                    <a16:creationId xmlns:a16="http://schemas.microsoft.com/office/drawing/2014/main" id="{7E96E235-5484-44C2-BEB1-8FF04CC0D362}"/>
                  </a:ext>
                </a:extLst>
              </p:cNvPr>
              <p:cNvSpPr/>
              <p:nvPr/>
            </p:nvSpPr>
            <p:spPr>
              <a:xfrm>
                <a:off x="5134168" y="2412785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37" name="群組 1936">
              <a:extLst>
                <a:ext uri="{FF2B5EF4-FFF2-40B4-BE49-F238E27FC236}">
                  <a16:creationId xmlns:a16="http://schemas.microsoft.com/office/drawing/2014/main" id="{B880066C-2E38-4F0B-8861-2E4E143F2FB3}"/>
                </a:ext>
              </a:extLst>
            </p:cNvPr>
            <p:cNvGrpSpPr/>
            <p:nvPr/>
          </p:nvGrpSpPr>
          <p:grpSpPr>
            <a:xfrm>
              <a:off x="4695157" y="3108439"/>
              <a:ext cx="895339" cy="152205"/>
              <a:chOff x="4695157" y="3108439"/>
              <a:chExt cx="895339" cy="152205"/>
            </a:xfrm>
          </p:grpSpPr>
          <p:sp>
            <p:nvSpPr>
              <p:cNvPr id="778" name="箭號: 五邊形 777">
                <a:extLst>
                  <a:ext uri="{FF2B5EF4-FFF2-40B4-BE49-F238E27FC236}">
                    <a16:creationId xmlns:a16="http://schemas.microsoft.com/office/drawing/2014/main" id="{7027BE3B-BF65-42AF-A8EE-504748E64260}"/>
                  </a:ext>
                </a:extLst>
              </p:cNvPr>
              <p:cNvSpPr/>
              <p:nvPr/>
            </p:nvSpPr>
            <p:spPr>
              <a:xfrm>
                <a:off x="4695157" y="3109955"/>
                <a:ext cx="895339" cy="63284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2" name="矩形 1031">
                <a:extLst>
                  <a:ext uri="{FF2B5EF4-FFF2-40B4-BE49-F238E27FC236}">
                    <a16:creationId xmlns:a16="http://schemas.microsoft.com/office/drawing/2014/main" id="{CCC2E366-532C-4AF6-9D42-DBD4C047ACE0}"/>
                  </a:ext>
                </a:extLst>
              </p:cNvPr>
              <p:cNvSpPr/>
              <p:nvPr/>
            </p:nvSpPr>
            <p:spPr>
              <a:xfrm>
                <a:off x="4902304" y="3108439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0" name="矩形 1039">
                <a:extLst>
                  <a:ext uri="{FF2B5EF4-FFF2-40B4-BE49-F238E27FC236}">
                    <a16:creationId xmlns:a16="http://schemas.microsoft.com/office/drawing/2014/main" id="{46D42FB2-9ACA-45A0-9CBC-BC972E66DD29}"/>
                  </a:ext>
                </a:extLst>
              </p:cNvPr>
              <p:cNvSpPr/>
              <p:nvPr/>
            </p:nvSpPr>
            <p:spPr>
              <a:xfrm>
                <a:off x="5134168" y="3108439"/>
                <a:ext cx="69313" cy="648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C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grpSp>
            <p:nvGrpSpPr>
              <p:cNvPr id="1936" name="群組 1935">
                <a:extLst>
                  <a:ext uri="{FF2B5EF4-FFF2-40B4-BE49-F238E27FC236}">
                    <a16:creationId xmlns:a16="http://schemas.microsoft.com/office/drawing/2014/main" id="{41AF33D7-4184-41AE-85D8-F0B3B70BD9C2}"/>
                  </a:ext>
                </a:extLst>
              </p:cNvPr>
              <p:cNvGrpSpPr/>
              <p:nvPr/>
            </p:nvGrpSpPr>
            <p:grpSpPr>
              <a:xfrm>
                <a:off x="4695157" y="3195844"/>
                <a:ext cx="895339" cy="64800"/>
                <a:chOff x="4695157" y="3195844"/>
                <a:chExt cx="895339" cy="64800"/>
              </a:xfrm>
            </p:grpSpPr>
            <p:sp>
              <p:nvSpPr>
                <p:cNvPr id="776" name="箭號: 五邊形 775">
                  <a:extLst>
                    <a:ext uri="{FF2B5EF4-FFF2-40B4-BE49-F238E27FC236}">
                      <a16:creationId xmlns:a16="http://schemas.microsoft.com/office/drawing/2014/main" id="{6A7596AB-E54A-4902-A988-45ACB9C1BB01}"/>
                    </a:ext>
                  </a:extLst>
                </p:cNvPr>
                <p:cNvSpPr/>
                <p:nvPr/>
              </p:nvSpPr>
              <p:spPr>
                <a:xfrm>
                  <a:off x="4695157" y="3197360"/>
                  <a:ext cx="895339" cy="63284"/>
                </a:xfrm>
                <a:prstGeom prst="homePlate">
                  <a:avLst/>
                </a:prstGeom>
                <a:solidFill>
                  <a:srgbClr val="F7C5A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0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031" name="矩形 1030">
                  <a:extLst>
                    <a:ext uri="{FF2B5EF4-FFF2-40B4-BE49-F238E27FC236}">
                      <a16:creationId xmlns:a16="http://schemas.microsoft.com/office/drawing/2014/main" id="{39FEC52F-0EEF-4E7C-BF8A-03482C47A1CE}"/>
                    </a:ext>
                  </a:extLst>
                </p:cNvPr>
                <p:cNvSpPr/>
                <p:nvPr/>
              </p:nvSpPr>
              <p:spPr>
                <a:xfrm>
                  <a:off x="4902304" y="3195844"/>
                  <a:ext cx="69313" cy="6480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5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微軟正黑體"/>
                      <a:cs typeface="Calibri" panose="020F0502020204030204" pitchFamily="34" charset="0"/>
                    </a:rPr>
                    <a:t>G</a:t>
                  </a:r>
                  <a:endParaRPr lang="zh-TW" altLang="en-US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39" name="矩形 1038">
                  <a:extLst>
                    <a:ext uri="{FF2B5EF4-FFF2-40B4-BE49-F238E27FC236}">
                      <a16:creationId xmlns:a16="http://schemas.microsoft.com/office/drawing/2014/main" id="{0DD75BA0-91F4-4D67-A54C-18FD75133117}"/>
                    </a:ext>
                  </a:extLst>
                </p:cNvPr>
                <p:cNvSpPr/>
                <p:nvPr/>
              </p:nvSpPr>
              <p:spPr>
                <a:xfrm>
                  <a:off x="5134168" y="3195844"/>
                  <a:ext cx="69313" cy="64800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5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微軟正黑體"/>
                      <a:cs typeface="Calibri" panose="020F0502020204030204" pitchFamily="34" charset="0"/>
                    </a:rPr>
                    <a:t>C</a:t>
                  </a:r>
                  <a:endParaRPr lang="zh-TW" altLang="en-US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51" name="矩形 1050">
                  <a:extLst>
                    <a:ext uri="{FF2B5EF4-FFF2-40B4-BE49-F238E27FC236}">
                      <a16:creationId xmlns:a16="http://schemas.microsoft.com/office/drawing/2014/main" id="{AD89C67B-AB93-4E83-93FC-E957BB8746CD}"/>
                    </a:ext>
                  </a:extLst>
                </p:cNvPr>
                <p:cNvSpPr/>
                <p:nvPr/>
              </p:nvSpPr>
              <p:spPr>
                <a:xfrm>
                  <a:off x="5361087" y="3195844"/>
                  <a:ext cx="69313" cy="6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50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微軟正黑體"/>
                      <a:cs typeface="Calibri" panose="020F0502020204030204" pitchFamily="34" charset="0"/>
                    </a:rPr>
                    <a:t>A</a:t>
                  </a:r>
                  <a:endParaRPr lang="zh-TW" altLang="en-US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52" name="矩形 1051">
                <a:extLst>
                  <a:ext uri="{FF2B5EF4-FFF2-40B4-BE49-F238E27FC236}">
                    <a16:creationId xmlns:a16="http://schemas.microsoft.com/office/drawing/2014/main" id="{A67F7CE9-13F1-4D4D-8E2B-97AB893B14D3}"/>
                  </a:ext>
                </a:extLst>
              </p:cNvPr>
              <p:cNvSpPr/>
              <p:nvPr/>
            </p:nvSpPr>
            <p:spPr>
              <a:xfrm>
                <a:off x="5361087" y="3108439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38" name="群組 1937">
              <a:extLst>
                <a:ext uri="{FF2B5EF4-FFF2-40B4-BE49-F238E27FC236}">
                  <a16:creationId xmlns:a16="http://schemas.microsoft.com/office/drawing/2014/main" id="{CC1BB86B-7309-44B6-A469-EB34A3DE1D49}"/>
                </a:ext>
              </a:extLst>
            </p:cNvPr>
            <p:cNvGrpSpPr/>
            <p:nvPr/>
          </p:nvGrpSpPr>
          <p:grpSpPr>
            <a:xfrm>
              <a:off x="4695157" y="3021858"/>
              <a:ext cx="895339" cy="64801"/>
              <a:chOff x="4695157" y="3021032"/>
              <a:chExt cx="895339" cy="64801"/>
            </a:xfrm>
          </p:grpSpPr>
          <p:sp>
            <p:nvSpPr>
              <p:cNvPr id="772" name="箭號: 五邊形 771">
                <a:extLst>
                  <a:ext uri="{FF2B5EF4-FFF2-40B4-BE49-F238E27FC236}">
                    <a16:creationId xmlns:a16="http://schemas.microsoft.com/office/drawing/2014/main" id="{556BD778-3B04-4110-BE1C-A72F19D78D03}"/>
                  </a:ext>
                </a:extLst>
              </p:cNvPr>
              <p:cNvSpPr/>
              <p:nvPr/>
            </p:nvSpPr>
            <p:spPr>
              <a:xfrm>
                <a:off x="4695157" y="3022548"/>
                <a:ext cx="895339" cy="63285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3" name="矩形 1032">
                <a:extLst>
                  <a:ext uri="{FF2B5EF4-FFF2-40B4-BE49-F238E27FC236}">
                    <a16:creationId xmlns:a16="http://schemas.microsoft.com/office/drawing/2014/main" id="{37142953-B536-4765-AE36-9EA28D2C550B}"/>
                  </a:ext>
                </a:extLst>
              </p:cNvPr>
              <p:cNvSpPr/>
              <p:nvPr/>
            </p:nvSpPr>
            <p:spPr>
              <a:xfrm>
                <a:off x="4902304" y="3021032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1" name="矩形 1040">
                <a:extLst>
                  <a:ext uri="{FF2B5EF4-FFF2-40B4-BE49-F238E27FC236}">
                    <a16:creationId xmlns:a16="http://schemas.microsoft.com/office/drawing/2014/main" id="{FA022B82-D92B-4AA0-AC4D-42FC8BE21829}"/>
                  </a:ext>
                </a:extLst>
              </p:cNvPr>
              <p:cNvSpPr/>
              <p:nvPr/>
            </p:nvSpPr>
            <p:spPr>
              <a:xfrm>
                <a:off x="5134168" y="3021032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3" name="矩形 1052">
                <a:extLst>
                  <a:ext uri="{FF2B5EF4-FFF2-40B4-BE49-F238E27FC236}">
                    <a16:creationId xmlns:a16="http://schemas.microsoft.com/office/drawing/2014/main" id="{ADC495AF-4EAE-4812-ABF7-47617CE134BB}"/>
                  </a:ext>
                </a:extLst>
              </p:cNvPr>
              <p:cNvSpPr/>
              <p:nvPr/>
            </p:nvSpPr>
            <p:spPr>
              <a:xfrm>
                <a:off x="5361087" y="3021032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39" name="群組 1938">
              <a:extLst>
                <a:ext uri="{FF2B5EF4-FFF2-40B4-BE49-F238E27FC236}">
                  <a16:creationId xmlns:a16="http://schemas.microsoft.com/office/drawing/2014/main" id="{96867710-266A-4314-A4C7-DD9853DD66D5}"/>
                </a:ext>
              </a:extLst>
            </p:cNvPr>
            <p:cNvGrpSpPr/>
            <p:nvPr/>
          </p:nvGrpSpPr>
          <p:grpSpPr>
            <a:xfrm>
              <a:off x="4695157" y="2935280"/>
              <a:ext cx="895339" cy="64801"/>
              <a:chOff x="4695157" y="2933939"/>
              <a:chExt cx="895339" cy="64801"/>
            </a:xfrm>
          </p:grpSpPr>
          <p:sp>
            <p:nvSpPr>
              <p:cNvPr id="774" name="箭號: 五邊形 773">
                <a:extLst>
                  <a:ext uri="{FF2B5EF4-FFF2-40B4-BE49-F238E27FC236}">
                    <a16:creationId xmlns:a16="http://schemas.microsoft.com/office/drawing/2014/main" id="{032417BB-1846-4A3F-981D-806D56FF84B6}"/>
                  </a:ext>
                </a:extLst>
              </p:cNvPr>
              <p:cNvSpPr/>
              <p:nvPr/>
            </p:nvSpPr>
            <p:spPr>
              <a:xfrm>
                <a:off x="4695157" y="2935455"/>
                <a:ext cx="895339" cy="63285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4" name="矩形 1033">
                <a:extLst>
                  <a:ext uri="{FF2B5EF4-FFF2-40B4-BE49-F238E27FC236}">
                    <a16:creationId xmlns:a16="http://schemas.microsoft.com/office/drawing/2014/main" id="{96DCC579-AD44-4F14-9D81-81DBFF173048}"/>
                  </a:ext>
                </a:extLst>
              </p:cNvPr>
              <p:cNvSpPr/>
              <p:nvPr/>
            </p:nvSpPr>
            <p:spPr>
              <a:xfrm>
                <a:off x="4902304" y="2933939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2" name="矩形 1041">
                <a:extLst>
                  <a:ext uri="{FF2B5EF4-FFF2-40B4-BE49-F238E27FC236}">
                    <a16:creationId xmlns:a16="http://schemas.microsoft.com/office/drawing/2014/main" id="{8A264AF6-FA18-4709-8428-F3A5674075CC}"/>
                  </a:ext>
                </a:extLst>
              </p:cNvPr>
              <p:cNvSpPr/>
              <p:nvPr/>
            </p:nvSpPr>
            <p:spPr>
              <a:xfrm>
                <a:off x="5134168" y="2933939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4" name="矩形 1053">
                <a:extLst>
                  <a:ext uri="{FF2B5EF4-FFF2-40B4-BE49-F238E27FC236}">
                    <a16:creationId xmlns:a16="http://schemas.microsoft.com/office/drawing/2014/main" id="{40903BEC-D433-4A85-BBA2-E4BE28310DF2}"/>
                  </a:ext>
                </a:extLst>
              </p:cNvPr>
              <p:cNvSpPr/>
              <p:nvPr/>
            </p:nvSpPr>
            <p:spPr>
              <a:xfrm>
                <a:off x="5361087" y="2933939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40" name="群組 1939">
              <a:extLst>
                <a:ext uri="{FF2B5EF4-FFF2-40B4-BE49-F238E27FC236}">
                  <a16:creationId xmlns:a16="http://schemas.microsoft.com/office/drawing/2014/main" id="{0C63C6D2-9DA7-439E-ACE4-8F0A5A9408F4}"/>
                </a:ext>
              </a:extLst>
            </p:cNvPr>
            <p:cNvGrpSpPr/>
            <p:nvPr/>
          </p:nvGrpSpPr>
          <p:grpSpPr>
            <a:xfrm>
              <a:off x="4695157" y="2848702"/>
              <a:ext cx="895339" cy="64801"/>
              <a:chOff x="4695157" y="2852880"/>
              <a:chExt cx="895339" cy="64801"/>
            </a:xfrm>
          </p:grpSpPr>
          <p:sp>
            <p:nvSpPr>
              <p:cNvPr id="775" name="箭號: 五邊形 774">
                <a:extLst>
                  <a:ext uri="{FF2B5EF4-FFF2-40B4-BE49-F238E27FC236}">
                    <a16:creationId xmlns:a16="http://schemas.microsoft.com/office/drawing/2014/main" id="{94C387D0-3186-4375-8B1F-5DFD9DDE1FA9}"/>
                  </a:ext>
                </a:extLst>
              </p:cNvPr>
              <p:cNvSpPr/>
              <p:nvPr/>
            </p:nvSpPr>
            <p:spPr>
              <a:xfrm>
                <a:off x="4695157" y="2854396"/>
                <a:ext cx="895339" cy="63285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5" name="矩形 1034">
                <a:extLst>
                  <a:ext uri="{FF2B5EF4-FFF2-40B4-BE49-F238E27FC236}">
                    <a16:creationId xmlns:a16="http://schemas.microsoft.com/office/drawing/2014/main" id="{A5355F97-879E-44A0-90E2-37FFB5CD26DE}"/>
                  </a:ext>
                </a:extLst>
              </p:cNvPr>
              <p:cNvSpPr/>
              <p:nvPr/>
            </p:nvSpPr>
            <p:spPr>
              <a:xfrm>
                <a:off x="4902304" y="2852880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3" name="矩形 1042">
                <a:extLst>
                  <a:ext uri="{FF2B5EF4-FFF2-40B4-BE49-F238E27FC236}">
                    <a16:creationId xmlns:a16="http://schemas.microsoft.com/office/drawing/2014/main" id="{B0F622EE-4E75-48F9-B1B7-746A7818BFC2}"/>
                  </a:ext>
                </a:extLst>
              </p:cNvPr>
              <p:cNvSpPr/>
              <p:nvPr/>
            </p:nvSpPr>
            <p:spPr>
              <a:xfrm>
                <a:off x="5134168" y="2852880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5" name="矩形 1054">
                <a:extLst>
                  <a:ext uri="{FF2B5EF4-FFF2-40B4-BE49-F238E27FC236}">
                    <a16:creationId xmlns:a16="http://schemas.microsoft.com/office/drawing/2014/main" id="{5AF2165C-6BAA-45F5-8D87-158947BF22B8}"/>
                  </a:ext>
                </a:extLst>
              </p:cNvPr>
              <p:cNvSpPr/>
              <p:nvPr/>
            </p:nvSpPr>
            <p:spPr>
              <a:xfrm>
                <a:off x="5361087" y="2852880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92" name="群組 1991">
              <a:extLst>
                <a:ext uri="{FF2B5EF4-FFF2-40B4-BE49-F238E27FC236}">
                  <a16:creationId xmlns:a16="http://schemas.microsoft.com/office/drawing/2014/main" id="{89339D75-6463-4E86-92CD-CAA440AD3C85}"/>
                </a:ext>
              </a:extLst>
            </p:cNvPr>
            <p:cNvGrpSpPr/>
            <p:nvPr/>
          </p:nvGrpSpPr>
          <p:grpSpPr>
            <a:xfrm>
              <a:off x="4695157" y="2762125"/>
              <a:ext cx="895339" cy="64800"/>
              <a:chOff x="4695157" y="2757264"/>
              <a:chExt cx="895339" cy="64800"/>
            </a:xfrm>
          </p:grpSpPr>
          <p:sp>
            <p:nvSpPr>
              <p:cNvPr id="784" name="箭號: 五邊形 783">
                <a:extLst>
                  <a:ext uri="{FF2B5EF4-FFF2-40B4-BE49-F238E27FC236}">
                    <a16:creationId xmlns:a16="http://schemas.microsoft.com/office/drawing/2014/main" id="{E8540223-87BE-4EFE-8279-ADEC13B801D1}"/>
                  </a:ext>
                </a:extLst>
              </p:cNvPr>
              <p:cNvSpPr/>
              <p:nvPr/>
            </p:nvSpPr>
            <p:spPr>
              <a:xfrm>
                <a:off x="4695157" y="2758780"/>
                <a:ext cx="895339" cy="63284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6" name="矩形 1035">
                <a:extLst>
                  <a:ext uri="{FF2B5EF4-FFF2-40B4-BE49-F238E27FC236}">
                    <a16:creationId xmlns:a16="http://schemas.microsoft.com/office/drawing/2014/main" id="{F7EDDCFA-8C1B-41F2-8D96-F2792A384503}"/>
                  </a:ext>
                </a:extLst>
              </p:cNvPr>
              <p:cNvSpPr/>
              <p:nvPr/>
            </p:nvSpPr>
            <p:spPr>
              <a:xfrm>
                <a:off x="4902304" y="2757264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4" name="矩形 1043">
                <a:extLst>
                  <a:ext uri="{FF2B5EF4-FFF2-40B4-BE49-F238E27FC236}">
                    <a16:creationId xmlns:a16="http://schemas.microsoft.com/office/drawing/2014/main" id="{1D4E63A4-7926-4577-8677-4B4457C42C3D}"/>
                  </a:ext>
                </a:extLst>
              </p:cNvPr>
              <p:cNvSpPr/>
              <p:nvPr/>
            </p:nvSpPr>
            <p:spPr>
              <a:xfrm>
                <a:off x="5134168" y="2757264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6" name="矩形 1055">
                <a:extLst>
                  <a:ext uri="{FF2B5EF4-FFF2-40B4-BE49-F238E27FC236}">
                    <a16:creationId xmlns:a16="http://schemas.microsoft.com/office/drawing/2014/main" id="{377F1FD3-C107-496C-A2B0-EC9127D4DFBF}"/>
                  </a:ext>
                </a:extLst>
              </p:cNvPr>
              <p:cNvSpPr/>
              <p:nvPr/>
            </p:nvSpPr>
            <p:spPr>
              <a:xfrm>
                <a:off x="5361087" y="2757264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93" name="群組 1992">
              <a:extLst>
                <a:ext uri="{FF2B5EF4-FFF2-40B4-BE49-F238E27FC236}">
                  <a16:creationId xmlns:a16="http://schemas.microsoft.com/office/drawing/2014/main" id="{A344123B-C542-4B03-8E36-E8CBD32767C4}"/>
                </a:ext>
              </a:extLst>
            </p:cNvPr>
            <p:cNvGrpSpPr/>
            <p:nvPr/>
          </p:nvGrpSpPr>
          <p:grpSpPr>
            <a:xfrm>
              <a:off x="4695157" y="2675548"/>
              <a:ext cx="895339" cy="64800"/>
              <a:chOff x="4695157" y="2669859"/>
              <a:chExt cx="895339" cy="64800"/>
            </a:xfrm>
          </p:grpSpPr>
          <p:sp>
            <p:nvSpPr>
              <p:cNvPr id="786" name="箭號: 五邊形 785">
                <a:extLst>
                  <a:ext uri="{FF2B5EF4-FFF2-40B4-BE49-F238E27FC236}">
                    <a16:creationId xmlns:a16="http://schemas.microsoft.com/office/drawing/2014/main" id="{EA952C3A-EE7C-4531-95D0-C41274881299}"/>
                  </a:ext>
                </a:extLst>
              </p:cNvPr>
              <p:cNvSpPr/>
              <p:nvPr/>
            </p:nvSpPr>
            <p:spPr>
              <a:xfrm>
                <a:off x="4695157" y="2671375"/>
                <a:ext cx="895339" cy="63284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7" name="矩形 1036">
                <a:extLst>
                  <a:ext uri="{FF2B5EF4-FFF2-40B4-BE49-F238E27FC236}">
                    <a16:creationId xmlns:a16="http://schemas.microsoft.com/office/drawing/2014/main" id="{AAC27417-002B-4C14-9ABD-3359C33F5BA6}"/>
                  </a:ext>
                </a:extLst>
              </p:cNvPr>
              <p:cNvSpPr/>
              <p:nvPr/>
            </p:nvSpPr>
            <p:spPr>
              <a:xfrm>
                <a:off x="4902304" y="2669859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5" name="矩形 1044">
                <a:extLst>
                  <a:ext uri="{FF2B5EF4-FFF2-40B4-BE49-F238E27FC236}">
                    <a16:creationId xmlns:a16="http://schemas.microsoft.com/office/drawing/2014/main" id="{9FA17CED-1328-4417-B9DE-065E025A96DD}"/>
                  </a:ext>
                </a:extLst>
              </p:cNvPr>
              <p:cNvSpPr/>
              <p:nvPr/>
            </p:nvSpPr>
            <p:spPr>
              <a:xfrm>
                <a:off x="5134168" y="2669859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7" name="矩形 1056">
                <a:extLst>
                  <a:ext uri="{FF2B5EF4-FFF2-40B4-BE49-F238E27FC236}">
                    <a16:creationId xmlns:a16="http://schemas.microsoft.com/office/drawing/2014/main" id="{DACBDF58-DDEE-4809-ABFD-931E95E4A662}"/>
                  </a:ext>
                </a:extLst>
              </p:cNvPr>
              <p:cNvSpPr/>
              <p:nvPr/>
            </p:nvSpPr>
            <p:spPr>
              <a:xfrm>
                <a:off x="5361087" y="2669859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994" name="群組 1993">
              <a:extLst>
                <a:ext uri="{FF2B5EF4-FFF2-40B4-BE49-F238E27FC236}">
                  <a16:creationId xmlns:a16="http://schemas.microsoft.com/office/drawing/2014/main" id="{7E8C9F64-F5C3-4C28-9A2C-AD869B73E9A6}"/>
                </a:ext>
              </a:extLst>
            </p:cNvPr>
            <p:cNvGrpSpPr/>
            <p:nvPr/>
          </p:nvGrpSpPr>
          <p:grpSpPr>
            <a:xfrm>
              <a:off x="4695157" y="2588971"/>
              <a:ext cx="895339" cy="64800"/>
              <a:chOff x="4695157" y="2582453"/>
              <a:chExt cx="895339" cy="64800"/>
            </a:xfrm>
          </p:grpSpPr>
          <p:sp>
            <p:nvSpPr>
              <p:cNvPr id="785" name="箭號: 五邊形 784">
                <a:extLst>
                  <a:ext uri="{FF2B5EF4-FFF2-40B4-BE49-F238E27FC236}">
                    <a16:creationId xmlns:a16="http://schemas.microsoft.com/office/drawing/2014/main" id="{912213EF-9BD0-4951-93F2-61D7EA5CFD08}"/>
                  </a:ext>
                </a:extLst>
              </p:cNvPr>
              <p:cNvSpPr/>
              <p:nvPr/>
            </p:nvSpPr>
            <p:spPr>
              <a:xfrm>
                <a:off x="4695157" y="2583969"/>
                <a:ext cx="895339" cy="63284"/>
              </a:xfrm>
              <a:prstGeom prst="homePlate">
                <a:avLst/>
              </a:prstGeom>
              <a:solidFill>
                <a:srgbClr val="F7C5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38" name="矩形 1037">
                <a:extLst>
                  <a:ext uri="{FF2B5EF4-FFF2-40B4-BE49-F238E27FC236}">
                    <a16:creationId xmlns:a16="http://schemas.microsoft.com/office/drawing/2014/main" id="{4C83A969-8B22-4A0D-BD3C-3D92C1E27ABD}"/>
                  </a:ext>
                </a:extLst>
              </p:cNvPr>
              <p:cNvSpPr/>
              <p:nvPr/>
            </p:nvSpPr>
            <p:spPr>
              <a:xfrm>
                <a:off x="4902304" y="2582453"/>
                <a:ext cx="69313" cy="64800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G</a:t>
                </a:r>
                <a:endParaRPr lang="zh-TW" altLang="en-US" sz="500" b="1" dirty="0">
                  <a:solidFill>
                    <a:srgbClr val="FFFFFF"/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46" name="矩形 1045">
                <a:extLst>
                  <a:ext uri="{FF2B5EF4-FFF2-40B4-BE49-F238E27FC236}">
                    <a16:creationId xmlns:a16="http://schemas.microsoft.com/office/drawing/2014/main" id="{6E339BE6-CCBC-4A1C-8618-C1759578866D}"/>
                  </a:ext>
                </a:extLst>
              </p:cNvPr>
              <p:cNvSpPr/>
              <p:nvPr/>
            </p:nvSpPr>
            <p:spPr>
              <a:xfrm>
                <a:off x="5134168" y="2582453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T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  <p:sp>
            <p:nvSpPr>
              <p:cNvPr id="1058" name="矩形 1057">
                <a:extLst>
                  <a:ext uri="{FF2B5EF4-FFF2-40B4-BE49-F238E27FC236}">
                    <a16:creationId xmlns:a16="http://schemas.microsoft.com/office/drawing/2014/main" id="{BE0BA583-DA19-496E-B431-F6EBB5D4B10A}"/>
                  </a:ext>
                </a:extLst>
              </p:cNvPr>
              <p:cNvSpPr/>
              <p:nvPr/>
            </p:nvSpPr>
            <p:spPr>
              <a:xfrm>
                <a:off x="5361087" y="2582453"/>
                <a:ext cx="69313" cy="6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50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微軟正黑體"/>
                    <a:cs typeface="Calibri" panose="020F0502020204030204" pitchFamily="34" charset="0"/>
                  </a:rPr>
                  <a:t>A</a:t>
                </a:r>
                <a:endParaRPr lang="zh-TW" altLang="en-US" sz="5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微軟正黑體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063" name="箭號: 向右 1062">
            <a:extLst>
              <a:ext uri="{FF2B5EF4-FFF2-40B4-BE49-F238E27FC236}">
                <a16:creationId xmlns:a16="http://schemas.microsoft.com/office/drawing/2014/main" id="{3A7041BD-4506-488A-A803-70ED8DF1F302}"/>
              </a:ext>
            </a:extLst>
          </p:cNvPr>
          <p:cNvSpPr/>
          <p:nvPr/>
        </p:nvSpPr>
        <p:spPr>
          <a:xfrm>
            <a:off x="5966092" y="1761279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4" name="箭號: 向右 1063">
            <a:extLst>
              <a:ext uri="{FF2B5EF4-FFF2-40B4-BE49-F238E27FC236}">
                <a16:creationId xmlns:a16="http://schemas.microsoft.com/office/drawing/2014/main" id="{78430B06-0FB8-4E16-8B5F-4634F28630CC}"/>
              </a:ext>
            </a:extLst>
          </p:cNvPr>
          <p:cNvSpPr/>
          <p:nvPr/>
        </p:nvSpPr>
        <p:spPr>
          <a:xfrm>
            <a:off x="5966092" y="2779544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26A94D5D-C963-4F0A-AD36-60E5A8BDCB10}"/>
              </a:ext>
            </a:extLst>
          </p:cNvPr>
          <p:cNvGrpSpPr/>
          <p:nvPr/>
        </p:nvGrpSpPr>
        <p:grpSpPr>
          <a:xfrm>
            <a:off x="6334431" y="910275"/>
            <a:ext cx="2340000" cy="369332"/>
            <a:chOff x="2452039" y="3085145"/>
            <a:chExt cx="2340000" cy="369332"/>
          </a:xfrm>
        </p:grpSpPr>
        <p:sp>
          <p:nvSpPr>
            <p:cNvPr id="1066" name="矩形: 圓角 1065">
              <a:extLst>
                <a:ext uri="{FF2B5EF4-FFF2-40B4-BE49-F238E27FC236}">
                  <a16:creationId xmlns:a16="http://schemas.microsoft.com/office/drawing/2014/main" id="{8937D5F0-EDF9-48F3-B423-A679CACFC382}"/>
                </a:ext>
              </a:extLst>
            </p:cNvPr>
            <p:cNvSpPr/>
            <p:nvPr/>
          </p:nvSpPr>
          <p:spPr>
            <a:xfrm>
              <a:off x="2452039" y="3136042"/>
              <a:ext cx="2340000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1067" name="文字方塊 1066">
              <a:extLst>
                <a:ext uri="{FF2B5EF4-FFF2-40B4-BE49-F238E27FC236}">
                  <a16:creationId xmlns:a16="http://schemas.microsoft.com/office/drawing/2014/main" id="{9F579F0F-6F65-4BF5-9DDA-0F88C97A40FA}"/>
                </a:ext>
              </a:extLst>
            </p:cNvPr>
            <p:cNvSpPr txBox="1"/>
            <p:nvPr/>
          </p:nvSpPr>
          <p:spPr>
            <a:xfrm>
              <a:off x="3167428" y="3085145"/>
              <a:ext cx="909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Phasing</a:t>
              </a:r>
              <a:endParaRPr lang="zh-TW" altLang="en-US" dirty="0"/>
            </a:p>
          </p:txBody>
        </p:sp>
      </p:grpSp>
      <p:grpSp>
        <p:nvGrpSpPr>
          <p:cNvPr id="1930" name="群組 1929">
            <a:extLst>
              <a:ext uri="{FF2B5EF4-FFF2-40B4-BE49-F238E27FC236}">
                <a16:creationId xmlns:a16="http://schemas.microsoft.com/office/drawing/2014/main" id="{E4275DE0-98A6-4211-AAAF-E973260B54E8}"/>
              </a:ext>
            </a:extLst>
          </p:cNvPr>
          <p:cNvGrpSpPr/>
          <p:nvPr/>
        </p:nvGrpSpPr>
        <p:grpSpPr>
          <a:xfrm>
            <a:off x="6724572" y="2601680"/>
            <a:ext cx="1559718" cy="470068"/>
            <a:chOff x="6724572" y="2369813"/>
            <a:chExt cx="1559718" cy="470068"/>
          </a:xfrm>
        </p:grpSpPr>
        <p:cxnSp>
          <p:nvCxnSpPr>
            <p:cNvPr id="1084" name="直線單箭頭接點 1083">
              <a:extLst>
                <a:ext uri="{FF2B5EF4-FFF2-40B4-BE49-F238E27FC236}">
                  <a16:creationId xmlns:a16="http://schemas.microsoft.com/office/drawing/2014/main" id="{B7D8FF1C-7608-4260-B595-B1E142EEF8BC}"/>
                </a:ext>
              </a:extLst>
            </p:cNvPr>
            <p:cNvCxnSpPr>
              <a:cxnSpLocks/>
            </p:cNvCxnSpPr>
            <p:nvPr/>
          </p:nvCxnSpPr>
          <p:spPr>
            <a:xfrm>
              <a:off x="8016419" y="2757937"/>
              <a:ext cx="267871" cy="0"/>
            </a:xfrm>
            <a:prstGeom prst="straightConnector1">
              <a:avLst/>
            </a:prstGeom>
            <a:ln w="38100">
              <a:solidFill>
                <a:srgbClr val="F7C5A3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7" name="直線單箭頭接點 1076">
              <a:extLst>
                <a:ext uri="{FF2B5EF4-FFF2-40B4-BE49-F238E27FC236}">
                  <a16:creationId xmlns:a16="http://schemas.microsoft.com/office/drawing/2014/main" id="{93DA014F-BA51-408B-AD9A-8725A8B1D301}"/>
                </a:ext>
              </a:extLst>
            </p:cNvPr>
            <p:cNvCxnSpPr>
              <a:cxnSpLocks/>
            </p:cNvCxnSpPr>
            <p:nvPr/>
          </p:nvCxnSpPr>
          <p:spPr>
            <a:xfrm>
              <a:off x="6724572" y="2757937"/>
              <a:ext cx="267871" cy="0"/>
            </a:xfrm>
            <a:prstGeom prst="straightConnector1">
              <a:avLst/>
            </a:prstGeom>
            <a:ln w="38100">
              <a:solidFill>
                <a:srgbClr val="F7C5A3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8" name="直線單箭頭接點 1077">
              <a:extLst>
                <a:ext uri="{FF2B5EF4-FFF2-40B4-BE49-F238E27FC236}">
                  <a16:creationId xmlns:a16="http://schemas.microsoft.com/office/drawing/2014/main" id="{5D0255AB-4074-4E41-8796-7DD84526F62B}"/>
                </a:ext>
              </a:extLst>
            </p:cNvPr>
            <p:cNvCxnSpPr>
              <a:cxnSpLocks/>
              <a:stCxn id="992" idx="1"/>
              <a:endCxn id="990" idx="3"/>
            </p:cNvCxnSpPr>
            <p:nvPr/>
          </p:nvCxnSpPr>
          <p:spPr>
            <a:xfrm flipH="1">
              <a:off x="6992443" y="2451757"/>
              <a:ext cx="411113" cy="306180"/>
            </a:xfrm>
            <a:prstGeom prst="straightConnector1">
              <a:avLst/>
            </a:prstGeom>
            <a:ln w="38100">
              <a:solidFill>
                <a:srgbClr val="F7C5A3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6" name="直線單箭頭接點 1075">
              <a:extLst>
                <a:ext uri="{FF2B5EF4-FFF2-40B4-BE49-F238E27FC236}">
                  <a16:creationId xmlns:a16="http://schemas.microsoft.com/office/drawing/2014/main" id="{8618BE1E-BE4A-491C-A9D2-FEB8683CA040}"/>
                </a:ext>
              </a:extLst>
            </p:cNvPr>
            <p:cNvCxnSpPr>
              <a:cxnSpLocks/>
            </p:cNvCxnSpPr>
            <p:nvPr/>
          </p:nvCxnSpPr>
          <p:spPr>
            <a:xfrm>
              <a:off x="8016419" y="2451757"/>
              <a:ext cx="267871" cy="0"/>
            </a:xfrm>
            <a:prstGeom prst="straightConnector1">
              <a:avLst/>
            </a:prstGeom>
            <a:ln w="38100">
              <a:solidFill>
                <a:srgbClr val="B4C7E7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60" name="直線單箭頭接點 1059">
              <a:extLst>
                <a:ext uri="{FF2B5EF4-FFF2-40B4-BE49-F238E27FC236}">
                  <a16:creationId xmlns:a16="http://schemas.microsoft.com/office/drawing/2014/main" id="{6C03C236-7651-4507-B5E2-DAAE0C605230}"/>
                </a:ext>
              </a:extLst>
            </p:cNvPr>
            <p:cNvCxnSpPr>
              <a:cxnSpLocks/>
              <a:endCxn id="991" idx="3"/>
            </p:cNvCxnSpPr>
            <p:nvPr/>
          </p:nvCxnSpPr>
          <p:spPr>
            <a:xfrm>
              <a:off x="6724572" y="2451757"/>
              <a:ext cx="267871" cy="0"/>
            </a:xfrm>
            <a:prstGeom prst="straightConnector1">
              <a:avLst/>
            </a:prstGeom>
            <a:ln w="38100">
              <a:solidFill>
                <a:srgbClr val="B4C7E7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90" name="矩形 989">
              <a:extLst>
                <a:ext uri="{FF2B5EF4-FFF2-40B4-BE49-F238E27FC236}">
                  <a16:creationId xmlns:a16="http://schemas.microsoft.com/office/drawing/2014/main" id="{0961BC49-D300-4A3F-8A4D-49CC9D898813}"/>
                </a:ext>
              </a:extLst>
            </p:cNvPr>
            <p:cNvSpPr/>
            <p:nvPr/>
          </p:nvSpPr>
          <p:spPr>
            <a:xfrm>
              <a:off x="6817141" y="2675993"/>
              <a:ext cx="175302" cy="163888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1" name="矩形 990">
              <a:extLst>
                <a:ext uri="{FF2B5EF4-FFF2-40B4-BE49-F238E27FC236}">
                  <a16:creationId xmlns:a16="http://schemas.microsoft.com/office/drawing/2014/main" id="{3C6E8030-E406-4685-AFC9-772C27BFB5A6}"/>
                </a:ext>
              </a:extLst>
            </p:cNvPr>
            <p:cNvSpPr/>
            <p:nvPr/>
          </p:nvSpPr>
          <p:spPr>
            <a:xfrm>
              <a:off x="6817141" y="2369813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2" name="矩形 991">
              <a:extLst>
                <a:ext uri="{FF2B5EF4-FFF2-40B4-BE49-F238E27FC236}">
                  <a16:creationId xmlns:a16="http://schemas.microsoft.com/office/drawing/2014/main" id="{851C925D-534B-4C2B-B4EB-145353F4E647}"/>
                </a:ext>
              </a:extLst>
            </p:cNvPr>
            <p:cNvSpPr/>
            <p:nvPr/>
          </p:nvSpPr>
          <p:spPr>
            <a:xfrm>
              <a:off x="7403556" y="2369813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4" name="矩形 993">
              <a:extLst>
                <a:ext uri="{FF2B5EF4-FFF2-40B4-BE49-F238E27FC236}">
                  <a16:creationId xmlns:a16="http://schemas.microsoft.com/office/drawing/2014/main" id="{D8AEB229-D369-4FBF-8E0E-FA1B7C96BD60}"/>
                </a:ext>
              </a:extLst>
            </p:cNvPr>
            <p:cNvSpPr/>
            <p:nvPr/>
          </p:nvSpPr>
          <p:spPr>
            <a:xfrm>
              <a:off x="7976630" y="2675993"/>
              <a:ext cx="175302" cy="163888"/>
            </a:xfrm>
            <a:prstGeom prst="rect">
              <a:avLst/>
            </a:prstGeom>
            <a:solidFill>
              <a:srgbClr val="C9C9C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71" name="直線單箭頭接點 1070">
              <a:extLst>
                <a:ext uri="{FF2B5EF4-FFF2-40B4-BE49-F238E27FC236}">
                  <a16:creationId xmlns:a16="http://schemas.microsoft.com/office/drawing/2014/main" id="{4CC1B48C-74AC-4316-8F35-DF48793532D9}"/>
                </a:ext>
              </a:extLst>
            </p:cNvPr>
            <p:cNvCxnSpPr>
              <a:cxnSpLocks/>
              <a:stCxn id="991" idx="3"/>
              <a:endCxn id="996" idx="1"/>
            </p:cNvCxnSpPr>
            <p:nvPr/>
          </p:nvCxnSpPr>
          <p:spPr>
            <a:xfrm>
              <a:off x="6992443" y="2451757"/>
              <a:ext cx="411113" cy="306180"/>
            </a:xfrm>
            <a:prstGeom prst="straightConnector1">
              <a:avLst/>
            </a:prstGeom>
            <a:ln w="38100">
              <a:solidFill>
                <a:srgbClr val="B4C7E7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3" name="直線單箭頭接點 1072">
              <a:extLst>
                <a:ext uri="{FF2B5EF4-FFF2-40B4-BE49-F238E27FC236}">
                  <a16:creationId xmlns:a16="http://schemas.microsoft.com/office/drawing/2014/main" id="{88CD69C2-1B8E-4C5D-85E0-7518A570168C}"/>
                </a:ext>
              </a:extLst>
            </p:cNvPr>
            <p:cNvCxnSpPr>
              <a:cxnSpLocks/>
              <a:stCxn id="995" idx="1"/>
              <a:endCxn id="996" idx="3"/>
            </p:cNvCxnSpPr>
            <p:nvPr/>
          </p:nvCxnSpPr>
          <p:spPr>
            <a:xfrm flipH="1">
              <a:off x="7578858" y="2451757"/>
              <a:ext cx="397772" cy="306180"/>
            </a:xfrm>
            <a:prstGeom prst="straightConnector1">
              <a:avLst/>
            </a:prstGeom>
            <a:ln w="38100">
              <a:solidFill>
                <a:srgbClr val="B4C7E7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95" name="矩形 994">
              <a:extLst>
                <a:ext uri="{FF2B5EF4-FFF2-40B4-BE49-F238E27FC236}">
                  <a16:creationId xmlns:a16="http://schemas.microsoft.com/office/drawing/2014/main" id="{59AFBCA3-C11F-4248-AFC3-A51B6E82DB2E}"/>
                </a:ext>
              </a:extLst>
            </p:cNvPr>
            <p:cNvSpPr/>
            <p:nvPr/>
          </p:nvSpPr>
          <p:spPr>
            <a:xfrm>
              <a:off x="7976630" y="2369813"/>
              <a:ext cx="175302" cy="163888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6" name="矩形 995">
              <a:extLst>
                <a:ext uri="{FF2B5EF4-FFF2-40B4-BE49-F238E27FC236}">
                  <a16:creationId xmlns:a16="http://schemas.microsoft.com/office/drawing/2014/main" id="{3A63CFA7-1844-4876-9976-EA5F12CAE820}"/>
                </a:ext>
              </a:extLst>
            </p:cNvPr>
            <p:cNvSpPr/>
            <p:nvPr/>
          </p:nvSpPr>
          <p:spPr>
            <a:xfrm>
              <a:off x="7403556" y="2675993"/>
              <a:ext cx="175302" cy="163888"/>
            </a:xfrm>
            <a:prstGeom prst="rect">
              <a:avLst/>
            </a:prstGeom>
            <a:solidFill>
              <a:srgbClr val="C55A1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81" name="直線單箭頭接點 1080">
              <a:extLst>
                <a:ext uri="{FF2B5EF4-FFF2-40B4-BE49-F238E27FC236}">
                  <a16:creationId xmlns:a16="http://schemas.microsoft.com/office/drawing/2014/main" id="{6CD5CC02-40AA-42AF-B65A-465BF456575C}"/>
                </a:ext>
              </a:extLst>
            </p:cNvPr>
            <p:cNvCxnSpPr>
              <a:cxnSpLocks/>
              <a:stCxn id="992" idx="3"/>
              <a:endCxn id="994" idx="1"/>
            </p:cNvCxnSpPr>
            <p:nvPr/>
          </p:nvCxnSpPr>
          <p:spPr>
            <a:xfrm>
              <a:off x="7578858" y="2451757"/>
              <a:ext cx="397772" cy="306180"/>
            </a:xfrm>
            <a:prstGeom prst="straightConnector1">
              <a:avLst/>
            </a:prstGeom>
            <a:ln w="38100">
              <a:solidFill>
                <a:srgbClr val="F7C5A3"/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31" name="群組 1930">
            <a:extLst>
              <a:ext uri="{FF2B5EF4-FFF2-40B4-BE49-F238E27FC236}">
                <a16:creationId xmlns:a16="http://schemas.microsoft.com/office/drawing/2014/main" id="{2A56EF15-3A94-47EB-9849-94B26BDAD7B1}"/>
              </a:ext>
            </a:extLst>
          </p:cNvPr>
          <p:cNvGrpSpPr/>
          <p:nvPr/>
        </p:nvGrpSpPr>
        <p:grpSpPr>
          <a:xfrm>
            <a:off x="7171191" y="3046914"/>
            <a:ext cx="655436" cy="512358"/>
            <a:chOff x="7171191" y="2254408"/>
            <a:chExt cx="655436" cy="512358"/>
          </a:xfrm>
        </p:grpSpPr>
        <p:sp>
          <p:nvSpPr>
            <p:cNvPr id="1070" name="右中括弧 1069">
              <a:extLst>
                <a:ext uri="{FF2B5EF4-FFF2-40B4-BE49-F238E27FC236}">
                  <a16:creationId xmlns:a16="http://schemas.microsoft.com/office/drawing/2014/main" id="{53A2CC55-6198-4A6E-B811-B97D55297FF9}"/>
                </a:ext>
              </a:extLst>
            </p:cNvPr>
            <p:cNvSpPr/>
            <p:nvPr/>
          </p:nvSpPr>
          <p:spPr>
            <a:xfrm rot="5400000">
              <a:off x="7406515" y="2137130"/>
              <a:ext cx="169384" cy="403939"/>
            </a:xfrm>
            <a:prstGeom prst="rightBracket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29" name="文字方塊 1928">
              <a:extLst>
                <a:ext uri="{FF2B5EF4-FFF2-40B4-BE49-F238E27FC236}">
                  <a16:creationId xmlns:a16="http://schemas.microsoft.com/office/drawing/2014/main" id="{8100A375-D34C-4C41-AF33-31F0EC4054A2}"/>
                </a:ext>
              </a:extLst>
            </p:cNvPr>
            <p:cNvSpPr txBox="1"/>
            <p:nvPr/>
          </p:nvSpPr>
          <p:spPr>
            <a:xfrm>
              <a:off x="7171191" y="2397434"/>
              <a:ext cx="655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Error</a:t>
              </a:r>
              <a:endParaRPr lang="zh-TW" altLang="en-US" dirty="0"/>
            </a:p>
          </p:txBody>
        </p:sp>
      </p:grpSp>
      <p:grpSp>
        <p:nvGrpSpPr>
          <p:cNvPr id="2073" name="群組 2072">
            <a:extLst>
              <a:ext uri="{FF2B5EF4-FFF2-40B4-BE49-F238E27FC236}">
                <a16:creationId xmlns:a16="http://schemas.microsoft.com/office/drawing/2014/main" id="{9F256E0B-327F-4C56-8215-33F1089A13FB}"/>
              </a:ext>
            </a:extLst>
          </p:cNvPr>
          <p:cNvGrpSpPr/>
          <p:nvPr/>
        </p:nvGrpSpPr>
        <p:grpSpPr>
          <a:xfrm>
            <a:off x="4145822" y="1449905"/>
            <a:ext cx="1552510" cy="1132381"/>
            <a:chOff x="4546000" y="1449905"/>
            <a:chExt cx="1152331" cy="1132381"/>
          </a:xfrm>
        </p:grpSpPr>
        <p:cxnSp>
          <p:nvCxnSpPr>
            <p:cNvPr id="1157" name="直線單箭頭接點 1156">
              <a:extLst>
                <a:ext uri="{FF2B5EF4-FFF2-40B4-BE49-F238E27FC236}">
                  <a16:creationId xmlns:a16="http://schemas.microsoft.com/office/drawing/2014/main" id="{D20E322C-3400-4AA3-8AC4-51828BA286C6}"/>
                </a:ext>
              </a:extLst>
            </p:cNvPr>
            <p:cNvCxnSpPr>
              <a:cxnSpLocks/>
            </p:cNvCxnSpPr>
            <p:nvPr/>
          </p:nvCxnSpPr>
          <p:spPr>
            <a:xfrm>
              <a:off x="4546000" y="2582286"/>
              <a:ext cx="1152331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0" name="直線單箭頭接點 1159">
              <a:extLst>
                <a:ext uri="{FF2B5EF4-FFF2-40B4-BE49-F238E27FC236}">
                  <a16:creationId xmlns:a16="http://schemas.microsoft.com/office/drawing/2014/main" id="{9BBF2612-CE7B-4730-BAF0-3D5862C375BA}"/>
                </a:ext>
              </a:extLst>
            </p:cNvPr>
            <p:cNvCxnSpPr>
              <a:cxnSpLocks/>
            </p:cNvCxnSpPr>
            <p:nvPr/>
          </p:nvCxnSpPr>
          <p:spPr>
            <a:xfrm>
              <a:off x="4546000" y="1449905"/>
              <a:ext cx="1152331" cy="0"/>
            </a:xfrm>
            <a:prstGeom prst="straightConnector1">
              <a:avLst/>
            </a:prstGeom>
            <a:ln w="9525"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182" name="圖形 1181" descr="女性形象 以實心填滿">
            <a:extLst>
              <a:ext uri="{FF2B5EF4-FFF2-40B4-BE49-F238E27FC236}">
                <a16:creationId xmlns:a16="http://schemas.microsoft.com/office/drawing/2014/main" id="{7CDB2E90-0E0D-4390-B810-711EA5A07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6617" y="1115730"/>
            <a:ext cx="325637" cy="325637"/>
          </a:xfrm>
          <a:prstGeom prst="rect">
            <a:avLst/>
          </a:prstGeom>
        </p:spPr>
      </p:pic>
      <p:pic>
        <p:nvPicPr>
          <p:cNvPr id="1183" name="圖形 1182" descr="男性形象 以實心填滿">
            <a:extLst>
              <a:ext uri="{FF2B5EF4-FFF2-40B4-BE49-F238E27FC236}">
                <a16:creationId xmlns:a16="http://schemas.microsoft.com/office/drawing/2014/main" id="{50B563B9-D61A-45E9-ACDA-599D11A89F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6618" y="1664913"/>
            <a:ext cx="325637" cy="325637"/>
          </a:xfrm>
          <a:prstGeom prst="rect">
            <a:avLst/>
          </a:prstGeom>
        </p:spPr>
      </p:pic>
      <p:pic>
        <p:nvPicPr>
          <p:cNvPr id="1237" name="圖形 1236" descr="女性形象 以實心填滿">
            <a:extLst>
              <a:ext uri="{FF2B5EF4-FFF2-40B4-BE49-F238E27FC236}">
                <a16:creationId xmlns:a16="http://schemas.microsoft.com/office/drawing/2014/main" id="{3E162E38-1036-4CE6-997E-FC63D4C1F3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6617" y="2245005"/>
            <a:ext cx="325637" cy="325637"/>
          </a:xfrm>
          <a:prstGeom prst="rect">
            <a:avLst/>
          </a:prstGeom>
        </p:spPr>
      </p:pic>
      <p:pic>
        <p:nvPicPr>
          <p:cNvPr id="1238" name="圖形 1237" descr="男性形象 以實心填滿">
            <a:extLst>
              <a:ext uri="{FF2B5EF4-FFF2-40B4-BE49-F238E27FC236}">
                <a16:creationId xmlns:a16="http://schemas.microsoft.com/office/drawing/2014/main" id="{31869934-64BD-4156-A505-CC28C39AB7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6618" y="2794188"/>
            <a:ext cx="325637" cy="325637"/>
          </a:xfrm>
          <a:prstGeom prst="rect">
            <a:avLst/>
          </a:prstGeom>
        </p:spPr>
      </p:pic>
      <p:pic>
        <p:nvPicPr>
          <p:cNvPr id="1240" name="圖形 1239" descr="女性形象 以實心填滿">
            <a:extLst>
              <a:ext uri="{FF2B5EF4-FFF2-40B4-BE49-F238E27FC236}">
                <a16:creationId xmlns:a16="http://schemas.microsoft.com/office/drawing/2014/main" id="{35ED1DF7-5058-4FDE-A536-A29C5A3D3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7169" y="1350606"/>
            <a:ext cx="325637" cy="325637"/>
          </a:xfrm>
          <a:prstGeom prst="rect">
            <a:avLst/>
          </a:prstGeom>
        </p:spPr>
      </p:pic>
      <p:pic>
        <p:nvPicPr>
          <p:cNvPr id="1241" name="圖形 1240" descr="男性形象 以實心填滿">
            <a:extLst>
              <a:ext uri="{FF2B5EF4-FFF2-40B4-BE49-F238E27FC236}">
                <a16:creationId xmlns:a16="http://schemas.microsoft.com/office/drawing/2014/main" id="{82EA4636-2BAF-4104-8EB1-4AF89866DA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7170" y="1704521"/>
            <a:ext cx="325637" cy="325637"/>
          </a:xfrm>
          <a:prstGeom prst="rect">
            <a:avLst/>
          </a:prstGeom>
        </p:spPr>
      </p:pic>
      <p:pic>
        <p:nvPicPr>
          <p:cNvPr id="1242" name="圖形 1241" descr="女性形象 以實心填滿">
            <a:extLst>
              <a:ext uri="{FF2B5EF4-FFF2-40B4-BE49-F238E27FC236}">
                <a16:creationId xmlns:a16="http://schemas.microsoft.com/office/drawing/2014/main" id="{BE7144D8-85F5-4A74-BBBF-30A3C6B2C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7169" y="2465512"/>
            <a:ext cx="325637" cy="325637"/>
          </a:xfrm>
          <a:prstGeom prst="rect">
            <a:avLst/>
          </a:prstGeom>
        </p:spPr>
      </p:pic>
      <p:pic>
        <p:nvPicPr>
          <p:cNvPr id="1243" name="圖形 1242" descr="男性形象 以實心填滿">
            <a:extLst>
              <a:ext uri="{FF2B5EF4-FFF2-40B4-BE49-F238E27FC236}">
                <a16:creationId xmlns:a16="http://schemas.microsoft.com/office/drawing/2014/main" id="{7590F703-8A91-48B3-AC43-47F201124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7170" y="2819427"/>
            <a:ext cx="325637" cy="32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87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7AEFD-2274-44BF-B396-C1C5C8869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Objective</a:t>
            </a:r>
            <a:endParaRPr lang="zh-TW" altLang="en-US" dirty="0"/>
          </a:p>
        </p:txBody>
      </p: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13BCED02-5867-4385-BF88-B219FF9AA872}"/>
              </a:ext>
            </a:extLst>
          </p:cNvPr>
          <p:cNvGrpSpPr/>
          <p:nvPr/>
        </p:nvGrpSpPr>
        <p:grpSpPr>
          <a:xfrm>
            <a:off x="3135791" y="3474265"/>
            <a:ext cx="1638060" cy="818170"/>
            <a:chOff x="3701094" y="5036228"/>
            <a:chExt cx="1638060" cy="818170"/>
          </a:xfrm>
        </p:grpSpPr>
        <p:grpSp>
          <p:nvGrpSpPr>
            <p:cNvPr id="132" name="群組 131">
              <a:extLst>
                <a:ext uri="{FF2B5EF4-FFF2-40B4-BE49-F238E27FC236}">
                  <a16:creationId xmlns:a16="http://schemas.microsoft.com/office/drawing/2014/main" id="{FA2F62FA-DFE3-4977-8F2C-D1AA908B4E44}"/>
                </a:ext>
              </a:extLst>
            </p:cNvPr>
            <p:cNvGrpSpPr/>
            <p:nvPr/>
          </p:nvGrpSpPr>
          <p:grpSpPr>
            <a:xfrm>
              <a:off x="3701094" y="5036228"/>
              <a:ext cx="1638059" cy="137021"/>
              <a:chOff x="3701094" y="5036228"/>
              <a:chExt cx="1638059" cy="137021"/>
            </a:xfrm>
          </p:grpSpPr>
          <p:sp>
            <p:nvSpPr>
              <p:cNvPr id="164" name="箭號: 五邊形 163">
                <a:extLst>
                  <a:ext uri="{FF2B5EF4-FFF2-40B4-BE49-F238E27FC236}">
                    <a16:creationId xmlns:a16="http://schemas.microsoft.com/office/drawing/2014/main" id="{B6837D37-6598-4436-9A1A-81F8D42A860D}"/>
                  </a:ext>
                </a:extLst>
              </p:cNvPr>
              <p:cNvSpPr/>
              <p:nvPr/>
            </p:nvSpPr>
            <p:spPr>
              <a:xfrm>
                <a:off x="3701094" y="5039938"/>
                <a:ext cx="886567" cy="12960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5" name="箭號: 五邊形 164">
                <a:extLst>
                  <a:ext uri="{FF2B5EF4-FFF2-40B4-BE49-F238E27FC236}">
                    <a16:creationId xmlns:a16="http://schemas.microsoft.com/office/drawing/2014/main" id="{F2111772-E1C7-4AF2-85E5-51A78DF0CE91}"/>
                  </a:ext>
                </a:extLst>
              </p:cNvPr>
              <p:cNvSpPr/>
              <p:nvPr/>
            </p:nvSpPr>
            <p:spPr>
              <a:xfrm>
                <a:off x="4522904" y="5039938"/>
                <a:ext cx="816249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6" name="矩形 178">
                <a:extLst>
                  <a:ext uri="{FF2B5EF4-FFF2-40B4-BE49-F238E27FC236}">
                    <a16:creationId xmlns:a16="http://schemas.microsoft.com/office/drawing/2014/main" id="{7E7CE4F4-1393-4E6D-92E0-9D2FC1A9BB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7531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7" name="矩形 178">
                <a:extLst>
                  <a:ext uri="{FF2B5EF4-FFF2-40B4-BE49-F238E27FC236}">
                    <a16:creationId xmlns:a16="http://schemas.microsoft.com/office/drawing/2014/main" id="{EF1305E4-D6F8-413F-A3D1-F01372CBC7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27628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8" name="矩形 178">
                <a:extLst>
                  <a:ext uri="{FF2B5EF4-FFF2-40B4-BE49-F238E27FC236}">
                    <a16:creationId xmlns:a16="http://schemas.microsoft.com/office/drawing/2014/main" id="{33472510-B2AE-411E-9D7D-9466E4C8CE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7729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9" name="矩形 178">
                <a:extLst>
                  <a:ext uri="{FF2B5EF4-FFF2-40B4-BE49-F238E27FC236}">
                    <a16:creationId xmlns:a16="http://schemas.microsoft.com/office/drawing/2014/main" id="{6296705C-186C-4905-8AB3-36DD02A1B2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27242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0" name="矩形 178">
                <a:extLst>
                  <a:ext uri="{FF2B5EF4-FFF2-40B4-BE49-F238E27FC236}">
                    <a16:creationId xmlns:a16="http://schemas.microsoft.com/office/drawing/2014/main" id="{70394F1A-D2EC-4410-B138-65633C79CE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7340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1" name="矩形 178">
                <a:extLst>
                  <a:ext uri="{FF2B5EF4-FFF2-40B4-BE49-F238E27FC236}">
                    <a16:creationId xmlns:a16="http://schemas.microsoft.com/office/drawing/2014/main" id="{2D5199F8-7BCC-4B20-B2BE-C10906629B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27433" y="503622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2" name="矩形 178">
                <a:extLst>
                  <a:ext uri="{FF2B5EF4-FFF2-40B4-BE49-F238E27FC236}">
                    <a16:creationId xmlns:a16="http://schemas.microsoft.com/office/drawing/2014/main" id="{1150DE16-66CA-4647-87B9-3FE94EE71F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7810" y="5036228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3" name="矩形 172">
                <a:extLst>
                  <a:ext uri="{FF2B5EF4-FFF2-40B4-BE49-F238E27FC236}">
                    <a16:creationId xmlns:a16="http://schemas.microsoft.com/office/drawing/2014/main" id="{9ADFF5DD-C346-4B8C-88CD-4D6154E704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7908" y="5036228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3" name="群組 132">
              <a:extLst>
                <a:ext uri="{FF2B5EF4-FFF2-40B4-BE49-F238E27FC236}">
                  <a16:creationId xmlns:a16="http://schemas.microsoft.com/office/drawing/2014/main" id="{8197E5D7-28E5-4859-BB48-6A945AD08351}"/>
                </a:ext>
              </a:extLst>
            </p:cNvPr>
            <p:cNvGrpSpPr/>
            <p:nvPr/>
          </p:nvGrpSpPr>
          <p:grpSpPr>
            <a:xfrm>
              <a:off x="3701094" y="5261482"/>
              <a:ext cx="1638060" cy="137021"/>
              <a:chOff x="3701094" y="5261482"/>
              <a:chExt cx="1638060" cy="137021"/>
            </a:xfrm>
          </p:grpSpPr>
          <p:sp>
            <p:nvSpPr>
              <p:cNvPr id="154" name="箭號: 五邊形 153">
                <a:extLst>
                  <a:ext uri="{FF2B5EF4-FFF2-40B4-BE49-F238E27FC236}">
                    <a16:creationId xmlns:a16="http://schemas.microsoft.com/office/drawing/2014/main" id="{70B991C7-B3E4-4DFA-B358-194FDE6AA031}"/>
                  </a:ext>
                </a:extLst>
              </p:cNvPr>
              <p:cNvSpPr/>
              <p:nvPr/>
            </p:nvSpPr>
            <p:spPr>
              <a:xfrm>
                <a:off x="3701094" y="5265192"/>
                <a:ext cx="886567" cy="129600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5" name="箭號: 五邊形 154">
                <a:extLst>
                  <a:ext uri="{FF2B5EF4-FFF2-40B4-BE49-F238E27FC236}">
                    <a16:creationId xmlns:a16="http://schemas.microsoft.com/office/drawing/2014/main" id="{5AF08B87-8A61-42A5-BA6E-18CE692A6DD6}"/>
                  </a:ext>
                </a:extLst>
              </p:cNvPr>
              <p:cNvSpPr/>
              <p:nvPr/>
            </p:nvSpPr>
            <p:spPr>
              <a:xfrm>
                <a:off x="4527628" y="5265192"/>
                <a:ext cx="81152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6" name="矩形 178">
                <a:extLst>
                  <a:ext uri="{FF2B5EF4-FFF2-40B4-BE49-F238E27FC236}">
                    <a16:creationId xmlns:a16="http://schemas.microsoft.com/office/drawing/2014/main" id="{6BD753B0-A444-4CF0-A4CE-38CA747639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27531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7" name="矩形 178">
                <a:extLst>
                  <a:ext uri="{FF2B5EF4-FFF2-40B4-BE49-F238E27FC236}">
                    <a16:creationId xmlns:a16="http://schemas.microsoft.com/office/drawing/2014/main" id="{88327E14-7F93-4A30-976E-6A79859B76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27628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8" name="矩形 178">
                <a:extLst>
                  <a:ext uri="{FF2B5EF4-FFF2-40B4-BE49-F238E27FC236}">
                    <a16:creationId xmlns:a16="http://schemas.microsoft.com/office/drawing/2014/main" id="{FA09D3B9-5200-4B88-A002-0BD960FF84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27729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9" name="矩形 178">
                <a:extLst>
                  <a:ext uri="{FF2B5EF4-FFF2-40B4-BE49-F238E27FC236}">
                    <a16:creationId xmlns:a16="http://schemas.microsoft.com/office/drawing/2014/main" id="{1351AED2-E0E2-47FB-B046-89B0D44416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27242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0" name="矩形 178">
                <a:extLst>
                  <a:ext uri="{FF2B5EF4-FFF2-40B4-BE49-F238E27FC236}">
                    <a16:creationId xmlns:a16="http://schemas.microsoft.com/office/drawing/2014/main" id="{EAFEB1B7-C84A-4840-AF04-985E907BE9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7340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1" name="矩形 178">
                <a:extLst>
                  <a:ext uri="{FF2B5EF4-FFF2-40B4-BE49-F238E27FC236}">
                    <a16:creationId xmlns:a16="http://schemas.microsoft.com/office/drawing/2014/main" id="{0E0AD4B6-B860-4273-973D-83C48C42C0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27433" y="526148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schemeClr val="bg1">
                        <a:lumMod val="7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schemeClr val="bg1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2" name="矩形 178">
                <a:extLst>
                  <a:ext uri="{FF2B5EF4-FFF2-40B4-BE49-F238E27FC236}">
                    <a16:creationId xmlns:a16="http://schemas.microsoft.com/office/drawing/2014/main" id="{38651022-DED4-489B-9DCD-DD3069F453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27810" y="526148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3" name="矩形 178">
                <a:extLst>
                  <a:ext uri="{FF2B5EF4-FFF2-40B4-BE49-F238E27FC236}">
                    <a16:creationId xmlns:a16="http://schemas.microsoft.com/office/drawing/2014/main" id="{42321470-C1B7-49A9-B764-88849830CC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27908" y="5261482"/>
                <a:ext cx="149157" cy="137021"/>
              </a:xfrm>
              <a:prstGeom prst="rect">
                <a:avLst/>
              </a:pr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4" name="群組 133">
              <a:extLst>
                <a:ext uri="{FF2B5EF4-FFF2-40B4-BE49-F238E27FC236}">
                  <a16:creationId xmlns:a16="http://schemas.microsoft.com/office/drawing/2014/main" id="{D2FAC52A-618F-43AC-82F4-3B46B1428B3D}"/>
                </a:ext>
              </a:extLst>
            </p:cNvPr>
            <p:cNvGrpSpPr/>
            <p:nvPr/>
          </p:nvGrpSpPr>
          <p:grpSpPr>
            <a:xfrm>
              <a:off x="3701094" y="5485719"/>
              <a:ext cx="1638060" cy="137021"/>
              <a:chOff x="6065206" y="2571213"/>
              <a:chExt cx="1638060" cy="137021"/>
            </a:xfrm>
          </p:grpSpPr>
          <p:sp>
            <p:nvSpPr>
              <p:cNvPr id="145" name="箭號: 五邊形 144">
                <a:extLst>
                  <a:ext uri="{FF2B5EF4-FFF2-40B4-BE49-F238E27FC236}">
                    <a16:creationId xmlns:a16="http://schemas.microsoft.com/office/drawing/2014/main" id="{E68095C3-4F80-47F2-ADBA-C16BBFB55334}"/>
                  </a:ext>
                </a:extLst>
              </p:cNvPr>
              <p:cNvSpPr/>
              <p:nvPr/>
            </p:nvSpPr>
            <p:spPr>
              <a:xfrm>
                <a:off x="6065206" y="2574923"/>
                <a:ext cx="163806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46" name="矩形 178">
                <a:extLst>
                  <a:ext uri="{FF2B5EF4-FFF2-40B4-BE49-F238E27FC236}">
                    <a16:creationId xmlns:a16="http://schemas.microsoft.com/office/drawing/2014/main" id="{B0326F81-EE3D-4FBD-884A-8DC396022C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1643" y="2571213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7" name="矩形 178">
                <a:extLst>
                  <a:ext uri="{FF2B5EF4-FFF2-40B4-BE49-F238E27FC236}">
                    <a16:creationId xmlns:a16="http://schemas.microsoft.com/office/drawing/2014/main" id="{86AF4D57-A348-42D8-9AFA-409597D132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1740" y="2571213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8" name="矩形 178">
                <a:extLst>
                  <a:ext uri="{FF2B5EF4-FFF2-40B4-BE49-F238E27FC236}">
                    <a16:creationId xmlns:a16="http://schemas.microsoft.com/office/drawing/2014/main" id="{B1EA6855-60D7-4399-8FDD-1418EEAB7C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91841" y="2571213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9" name="矩形 178">
                <a:extLst>
                  <a:ext uri="{FF2B5EF4-FFF2-40B4-BE49-F238E27FC236}">
                    <a16:creationId xmlns:a16="http://schemas.microsoft.com/office/drawing/2014/main" id="{47D562AF-DF64-453C-B0C2-76930F6B13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91354" y="2571213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0" name="矩形 178">
                <a:extLst>
                  <a:ext uri="{FF2B5EF4-FFF2-40B4-BE49-F238E27FC236}">
                    <a16:creationId xmlns:a16="http://schemas.microsoft.com/office/drawing/2014/main" id="{5CC31EC2-C50A-44ED-9D8D-211DDC3FED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91452" y="2571213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1" name="矩形 178">
                <a:extLst>
                  <a:ext uri="{FF2B5EF4-FFF2-40B4-BE49-F238E27FC236}">
                    <a16:creationId xmlns:a16="http://schemas.microsoft.com/office/drawing/2014/main" id="{4D0D18A2-4C61-49B2-B89E-D5FB8EB24F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91545" y="2571213"/>
                <a:ext cx="149158" cy="137021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2" name="矩形 178">
                <a:extLst>
                  <a:ext uri="{FF2B5EF4-FFF2-40B4-BE49-F238E27FC236}">
                    <a16:creationId xmlns:a16="http://schemas.microsoft.com/office/drawing/2014/main" id="{D6A38B3D-72BF-4AA4-981C-54E4A9CE44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91922" y="2571213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3" name="矩形 178">
                <a:extLst>
                  <a:ext uri="{FF2B5EF4-FFF2-40B4-BE49-F238E27FC236}">
                    <a16:creationId xmlns:a16="http://schemas.microsoft.com/office/drawing/2014/main" id="{2194140E-4107-4B94-990F-49364975346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92020" y="2571213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5" name="群組 134">
              <a:extLst>
                <a:ext uri="{FF2B5EF4-FFF2-40B4-BE49-F238E27FC236}">
                  <a16:creationId xmlns:a16="http://schemas.microsoft.com/office/drawing/2014/main" id="{0D5EBFC7-919F-431D-892B-EFDE31EFF686}"/>
                </a:ext>
              </a:extLst>
            </p:cNvPr>
            <p:cNvGrpSpPr/>
            <p:nvPr/>
          </p:nvGrpSpPr>
          <p:grpSpPr>
            <a:xfrm>
              <a:off x="3701094" y="5717377"/>
              <a:ext cx="1638060" cy="137021"/>
              <a:chOff x="6045600" y="3005364"/>
              <a:chExt cx="1638060" cy="137021"/>
            </a:xfrm>
          </p:grpSpPr>
          <p:sp>
            <p:nvSpPr>
              <p:cNvPr id="136" name="箭號: 五邊形 135">
                <a:extLst>
                  <a:ext uri="{FF2B5EF4-FFF2-40B4-BE49-F238E27FC236}">
                    <a16:creationId xmlns:a16="http://schemas.microsoft.com/office/drawing/2014/main" id="{40E7FF6B-0B38-4904-9340-1AD50E6CA322}"/>
                  </a:ext>
                </a:extLst>
              </p:cNvPr>
              <p:cNvSpPr/>
              <p:nvPr/>
            </p:nvSpPr>
            <p:spPr>
              <a:xfrm>
                <a:off x="6045600" y="3009074"/>
                <a:ext cx="1638060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7" name="矩形 178">
                <a:extLst>
                  <a:ext uri="{FF2B5EF4-FFF2-40B4-BE49-F238E27FC236}">
                    <a16:creationId xmlns:a16="http://schemas.microsoft.com/office/drawing/2014/main" id="{5383799E-E4F7-4237-9361-BEE3FFCB3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72037" y="300536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8" name="矩形 178">
                <a:extLst>
                  <a:ext uri="{FF2B5EF4-FFF2-40B4-BE49-F238E27FC236}">
                    <a16:creationId xmlns:a16="http://schemas.microsoft.com/office/drawing/2014/main" id="{D5DE2615-A4FE-483B-B82B-FCFE23F3AE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72134" y="3005364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9" name="矩形 178">
                <a:extLst>
                  <a:ext uri="{FF2B5EF4-FFF2-40B4-BE49-F238E27FC236}">
                    <a16:creationId xmlns:a16="http://schemas.microsoft.com/office/drawing/2014/main" id="{D62AC8C0-B839-4B27-BA45-EBA592B982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72235" y="300536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0" name="矩形 178">
                <a:extLst>
                  <a:ext uri="{FF2B5EF4-FFF2-40B4-BE49-F238E27FC236}">
                    <a16:creationId xmlns:a16="http://schemas.microsoft.com/office/drawing/2014/main" id="{A0EDCA9B-ADE6-416D-B9DC-41FF7E0457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71748" y="3005364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1" name="矩形 178">
                <a:extLst>
                  <a:ext uri="{FF2B5EF4-FFF2-40B4-BE49-F238E27FC236}">
                    <a16:creationId xmlns:a16="http://schemas.microsoft.com/office/drawing/2014/main" id="{09E44B33-94D0-4A38-BB37-B849861547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71846" y="300536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2" name="矩形 178">
                <a:extLst>
                  <a:ext uri="{FF2B5EF4-FFF2-40B4-BE49-F238E27FC236}">
                    <a16:creationId xmlns:a16="http://schemas.microsoft.com/office/drawing/2014/main" id="{DEDB50A6-1A4B-4169-8BBE-6876ECFAF7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71939" y="3005364"/>
                <a:ext cx="149158" cy="137021"/>
              </a:xfrm>
              <a:prstGeom prst="rect">
                <a:avLst/>
              </a:pr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3" name="矩形 178">
                <a:extLst>
                  <a:ext uri="{FF2B5EF4-FFF2-40B4-BE49-F238E27FC236}">
                    <a16:creationId xmlns:a16="http://schemas.microsoft.com/office/drawing/2014/main" id="{BF63EF73-BBFD-41E1-9DC6-38243ADD85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72316" y="3005364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4" name="矩形 178">
                <a:extLst>
                  <a:ext uri="{FF2B5EF4-FFF2-40B4-BE49-F238E27FC236}">
                    <a16:creationId xmlns:a16="http://schemas.microsoft.com/office/drawing/2014/main" id="{8EE03365-027D-4335-9001-E7DAFCA027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472414" y="3005364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175" name="箭號: 向右 174">
            <a:extLst>
              <a:ext uri="{FF2B5EF4-FFF2-40B4-BE49-F238E27FC236}">
                <a16:creationId xmlns:a16="http://schemas.microsoft.com/office/drawing/2014/main" id="{B1F1BB91-DDA1-4746-9C0A-E961F7AA2676}"/>
              </a:ext>
            </a:extLst>
          </p:cNvPr>
          <p:cNvSpPr/>
          <p:nvPr/>
        </p:nvSpPr>
        <p:spPr>
          <a:xfrm>
            <a:off x="2568219" y="3883958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7" name="箭號: 向右 176">
            <a:extLst>
              <a:ext uri="{FF2B5EF4-FFF2-40B4-BE49-F238E27FC236}">
                <a16:creationId xmlns:a16="http://schemas.microsoft.com/office/drawing/2014/main" id="{A1DF72C1-E7AB-4684-A6F2-09ECC748EB09}"/>
              </a:ext>
            </a:extLst>
          </p:cNvPr>
          <p:cNvSpPr/>
          <p:nvPr/>
        </p:nvSpPr>
        <p:spPr>
          <a:xfrm>
            <a:off x="5015978" y="3883958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25" name="群組 424">
            <a:extLst>
              <a:ext uri="{FF2B5EF4-FFF2-40B4-BE49-F238E27FC236}">
                <a16:creationId xmlns:a16="http://schemas.microsoft.com/office/drawing/2014/main" id="{F327ABB2-6D74-4F93-996D-4DCF6680E754}"/>
              </a:ext>
            </a:extLst>
          </p:cNvPr>
          <p:cNvGrpSpPr/>
          <p:nvPr/>
        </p:nvGrpSpPr>
        <p:grpSpPr>
          <a:xfrm>
            <a:off x="365193" y="3688014"/>
            <a:ext cx="661180" cy="661180"/>
            <a:chOff x="1064083" y="2122477"/>
            <a:chExt cx="648000" cy="648000"/>
          </a:xfrm>
        </p:grpSpPr>
        <p:grpSp>
          <p:nvGrpSpPr>
            <p:cNvPr id="502" name="群組 501">
              <a:extLst>
                <a:ext uri="{FF2B5EF4-FFF2-40B4-BE49-F238E27FC236}">
                  <a16:creationId xmlns:a16="http://schemas.microsoft.com/office/drawing/2014/main" id="{F9478251-9BE3-4B88-83D1-C9116B960F38}"/>
                </a:ext>
              </a:extLst>
            </p:cNvPr>
            <p:cNvGrpSpPr/>
            <p:nvPr/>
          </p:nvGrpSpPr>
          <p:grpSpPr>
            <a:xfrm>
              <a:off x="1064083" y="2122477"/>
              <a:ext cx="648000" cy="648000"/>
              <a:chOff x="7698035" y="2377756"/>
              <a:chExt cx="648000" cy="648000"/>
            </a:xfrm>
          </p:grpSpPr>
          <p:sp>
            <p:nvSpPr>
              <p:cNvPr id="504" name="橢圓 503">
                <a:extLst>
                  <a:ext uri="{FF2B5EF4-FFF2-40B4-BE49-F238E27FC236}">
                    <a16:creationId xmlns:a16="http://schemas.microsoft.com/office/drawing/2014/main" id="{B9E826C7-F506-4D53-9A80-DD3C16410248}"/>
                  </a:ext>
                </a:extLst>
              </p:cNvPr>
              <p:cNvSpPr/>
              <p:nvPr/>
            </p:nvSpPr>
            <p:spPr>
              <a:xfrm>
                <a:off x="7698035" y="2377756"/>
                <a:ext cx="648000" cy="64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5" name="橢圓 504">
                <a:extLst>
                  <a:ext uri="{FF2B5EF4-FFF2-40B4-BE49-F238E27FC236}">
                    <a16:creationId xmlns:a16="http://schemas.microsoft.com/office/drawing/2014/main" id="{08EB5511-CAF8-43B1-AD4E-546EAE3F8A0E}"/>
                  </a:ext>
                </a:extLst>
              </p:cNvPr>
              <p:cNvSpPr/>
              <p:nvPr/>
            </p:nvSpPr>
            <p:spPr>
              <a:xfrm>
                <a:off x="7994634" y="2733074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6" name="橢圓 505">
                <a:extLst>
                  <a:ext uri="{FF2B5EF4-FFF2-40B4-BE49-F238E27FC236}">
                    <a16:creationId xmlns:a16="http://schemas.microsoft.com/office/drawing/2014/main" id="{C556744D-DEC0-4291-A192-2FCBE2F06604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rgbClr val="A6A6A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7" name="手繪多邊形: 圖案 506">
                <a:extLst>
                  <a:ext uri="{FF2B5EF4-FFF2-40B4-BE49-F238E27FC236}">
                    <a16:creationId xmlns:a16="http://schemas.microsoft.com/office/drawing/2014/main" id="{FD9A181B-EC7A-4889-AD62-6D45B078F068}"/>
                  </a:ext>
                </a:extLst>
              </p:cNvPr>
              <p:cNvSpPr/>
              <p:nvPr/>
            </p:nvSpPr>
            <p:spPr>
              <a:xfrm>
                <a:off x="8132770" y="2586884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8" name="手繪多邊形: 圖案 507">
                <a:extLst>
                  <a:ext uri="{FF2B5EF4-FFF2-40B4-BE49-F238E27FC236}">
                    <a16:creationId xmlns:a16="http://schemas.microsoft.com/office/drawing/2014/main" id="{86A778AB-27F4-419C-8204-5C777847E352}"/>
                  </a:ext>
                </a:extLst>
              </p:cNvPr>
              <p:cNvSpPr/>
              <p:nvPr/>
            </p:nvSpPr>
            <p:spPr>
              <a:xfrm>
                <a:off x="7994633" y="263841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09" name="手繪多邊形: 圖案 508">
                <a:extLst>
                  <a:ext uri="{FF2B5EF4-FFF2-40B4-BE49-F238E27FC236}">
                    <a16:creationId xmlns:a16="http://schemas.microsoft.com/office/drawing/2014/main" id="{6E1CEAA8-1541-4870-AA5B-C8EC95F52195}"/>
                  </a:ext>
                </a:extLst>
              </p:cNvPr>
              <p:cNvSpPr/>
              <p:nvPr/>
            </p:nvSpPr>
            <p:spPr>
              <a:xfrm>
                <a:off x="7995118" y="2588158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0" name="手繪多邊形: 圖案 509">
                <a:extLst>
                  <a:ext uri="{FF2B5EF4-FFF2-40B4-BE49-F238E27FC236}">
                    <a16:creationId xmlns:a16="http://schemas.microsoft.com/office/drawing/2014/main" id="{5835A990-541F-4005-A94E-5456D2FAA37C}"/>
                  </a:ext>
                </a:extLst>
              </p:cNvPr>
              <p:cNvSpPr/>
              <p:nvPr/>
            </p:nvSpPr>
            <p:spPr>
              <a:xfrm>
                <a:off x="8203367" y="2590447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1" name="手繪多邊形: 圖案 510">
                <a:extLst>
                  <a:ext uri="{FF2B5EF4-FFF2-40B4-BE49-F238E27FC236}">
                    <a16:creationId xmlns:a16="http://schemas.microsoft.com/office/drawing/2014/main" id="{D7C9B114-A482-473A-A37B-77054031885C}"/>
                  </a:ext>
                </a:extLst>
              </p:cNvPr>
              <p:cNvSpPr/>
              <p:nvPr/>
            </p:nvSpPr>
            <p:spPr>
              <a:xfrm>
                <a:off x="7831396" y="2733074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12" name="手繪多邊形: 圖案 511">
                <a:extLst>
                  <a:ext uri="{FF2B5EF4-FFF2-40B4-BE49-F238E27FC236}">
                    <a16:creationId xmlns:a16="http://schemas.microsoft.com/office/drawing/2014/main" id="{83C55F2E-5F54-4079-8D2D-0E19C5E0C294}"/>
                  </a:ext>
                </a:extLst>
              </p:cNvPr>
              <p:cNvSpPr/>
              <p:nvPr/>
            </p:nvSpPr>
            <p:spPr>
              <a:xfrm>
                <a:off x="7994633" y="2784606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13" name="手繪多邊形: 圖案 512">
                <a:extLst>
                  <a:ext uri="{FF2B5EF4-FFF2-40B4-BE49-F238E27FC236}">
                    <a16:creationId xmlns:a16="http://schemas.microsoft.com/office/drawing/2014/main" id="{4C384C59-9120-4B1A-BB77-1DEE7DC3531A}"/>
                  </a:ext>
                </a:extLst>
              </p:cNvPr>
              <p:cNvSpPr/>
              <p:nvPr/>
            </p:nvSpPr>
            <p:spPr>
              <a:xfrm>
                <a:off x="7900278" y="2735925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4" name="手繪多邊形: 圖案 513">
                <a:extLst>
                  <a:ext uri="{FF2B5EF4-FFF2-40B4-BE49-F238E27FC236}">
                    <a16:creationId xmlns:a16="http://schemas.microsoft.com/office/drawing/2014/main" id="{2190357B-6770-4E29-9614-E5E953812D70}"/>
                  </a:ext>
                </a:extLst>
              </p:cNvPr>
              <p:cNvSpPr/>
              <p:nvPr/>
            </p:nvSpPr>
            <p:spPr>
              <a:xfrm>
                <a:off x="7736154" y="2735924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515" name="橢圓 514">
                <a:extLst>
                  <a:ext uri="{FF2B5EF4-FFF2-40B4-BE49-F238E27FC236}">
                    <a16:creationId xmlns:a16="http://schemas.microsoft.com/office/drawing/2014/main" id="{B6DC66EF-A203-4093-A9C1-5CEADDE044DA}"/>
                  </a:ext>
                </a:extLst>
              </p:cNvPr>
              <p:cNvSpPr/>
              <p:nvPr/>
            </p:nvSpPr>
            <p:spPr>
              <a:xfrm>
                <a:off x="7994634" y="2586884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6" name="橢圓 515">
                <a:extLst>
                  <a:ext uri="{FF2B5EF4-FFF2-40B4-BE49-F238E27FC236}">
                    <a16:creationId xmlns:a16="http://schemas.microsoft.com/office/drawing/2014/main" id="{D75DDF1B-7E29-42AA-B967-116A304410B4}"/>
                  </a:ext>
                </a:extLst>
              </p:cNvPr>
              <p:cNvSpPr/>
              <p:nvPr/>
            </p:nvSpPr>
            <p:spPr>
              <a:xfrm>
                <a:off x="7736154" y="258688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7" name="橢圓 516">
                <a:extLst>
                  <a:ext uri="{FF2B5EF4-FFF2-40B4-BE49-F238E27FC236}">
                    <a16:creationId xmlns:a16="http://schemas.microsoft.com/office/drawing/2014/main" id="{6DB7A529-3812-4891-BB33-1742EB67CDE0}"/>
                  </a:ext>
                </a:extLst>
              </p:cNvPr>
              <p:cNvSpPr/>
              <p:nvPr/>
            </p:nvSpPr>
            <p:spPr>
              <a:xfrm>
                <a:off x="7972701" y="2593386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8" name="手繪多邊形: 圖案 517">
                <a:extLst>
                  <a:ext uri="{FF2B5EF4-FFF2-40B4-BE49-F238E27FC236}">
                    <a16:creationId xmlns:a16="http://schemas.microsoft.com/office/drawing/2014/main" id="{1EE2B031-C039-481A-B723-5E876BA5471F}"/>
                  </a:ext>
                </a:extLst>
              </p:cNvPr>
              <p:cNvSpPr/>
              <p:nvPr/>
            </p:nvSpPr>
            <p:spPr>
              <a:xfrm>
                <a:off x="8057334" y="2736283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9" name="橢圓 518">
                <a:extLst>
                  <a:ext uri="{FF2B5EF4-FFF2-40B4-BE49-F238E27FC236}">
                    <a16:creationId xmlns:a16="http://schemas.microsoft.com/office/drawing/2014/main" id="{E2E09330-BA91-4F49-ADD7-F5E3AC7016C6}"/>
                  </a:ext>
                </a:extLst>
              </p:cNvPr>
              <p:cNvSpPr/>
              <p:nvPr/>
            </p:nvSpPr>
            <p:spPr>
              <a:xfrm>
                <a:off x="7736154" y="2733074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0" name="橢圓 519">
                <a:extLst>
                  <a:ext uri="{FF2B5EF4-FFF2-40B4-BE49-F238E27FC236}">
                    <a16:creationId xmlns:a16="http://schemas.microsoft.com/office/drawing/2014/main" id="{3238B0E2-0504-48C8-98E6-90DFE3A8A6B6}"/>
                  </a:ext>
                </a:extLst>
              </p:cNvPr>
              <p:cNvSpPr/>
              <p:nvPr/>
            </p:nvSpPr>
            <p:spPr>
              <a:xfrm>
                <a:off x="7972701" y="2739575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503" name="手繪多邊形: 圖案 502">
              <a:extLst>
                <a:ext uri="{FF2B5EF4-FFF2-40B4-BE49-F238E27FC236}">
                  <a16:creationId xmlns:a16="http://schemas.microsoft.com/office/drawing/2014/main" id="{878BBE62-00C3-495F-9361-3F49FE6ECE37}"/>
                </a:ext>
              </a:extLst>
            </p:cNvPr>
            <p:cNvSpPr/>
            <p:nvPr/>
          </p:nvSpPr>
          <p:spPr>
            <a:xfrm>
              <a:off x="1133520" y="2485937"/>
              <a:ext cx="50877" cy="94920"/>
            </a:xfrm>
            <a:custGeom>
              <a:avLst/>
              <a:gdLst>
                <a:gd name="connsiteX0" fmla="*/ 50877 w 50877"/>
                <a:gd name="connsiteY0" fmla="*/ 0 h 94920"/>
                <a:gd name="connsiteX1" fmla="*/ 50877 w 50877"/>
                <a:gd name="connsiteY1" fmla="*/ 94920 h 94920"/>
                <a:gd name="connsiteX2" fmla="*/ 25010 w 50877"/>
                <a:gd name="connsiteY2" fmla="*/ 88486 h 94920"/>
                <a:gd name="connsiteX3" fmla="*/ 0 w 50877"/>
                <a:gd name="connsiteY3" fmla="*/ 77202 h 94920"/>
                <a:gd name="connsiteX4" fmla="*/ 0 w 50877"/>
                <a:gd name="connsiteY4" fmla="*/ 17718 h 94920"/>
                <a:gd name="connsiteX5" fmla="*/ 25010 w 50877"/>
                <a:gd name="connsiteY5" fmla="*/ 6434 h 94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877" h="94920">
                  <a:moveTo>
                    <a:pt x="50877" y="0"/>
                  </a:moveTo>
                  <a:lnTo>
                    <a:pt x="50877" y="94920"/>
                  </a:lnTo>
                  <a:lnTo>
                    <a:pt x="25010" y="88486"/>
                  </a:lnTo>
                  <a:lnTo>
                    <a:pt x="0" y="77202"/>
                  </a:lnTo>
                  <a:lnTo>
                    <a:pt x="0" y="17718"/>
                  </a:lnTo>
                  <a:lnTo>
                    <a:pt x="25010" y="6434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</p:grpSp>
      <p:grpSp>
        <p:nvGrpSpPr>
          <p:cNvPr id="427" name="群組 426">
            <a:extLst>
              <a:ext uri="{FF2B5EF4-FFF2-40B4-BE49-F238E27FC236}">
                <a16:creationId xmlns:a16="http://schemas.microsoft.com/office/drawing/2014/main" id="{5E8FA578-EF1E-4782-87B2-4FF84C2D09FF}"/>
              </a:ext>
            </a:extLst>
          </p:cNvPr>
          <p:cNvGrpSpPr/>
          <p:nvPr/>
        </p:nvGrpSpPr>
        <p:grpSpPr>
          <a:xfrm>
            <a:off x="636137" y="3246977"/>
            <a:ext cx="661180" cy="661180"/>
            <a:chOff x="7549562" y="1132251"/>
            <a:chExt cx="648000" cy="648000"/>
          </a:xfrm>
        </p:grpSpPr>
        <p:sp>
          <p:nvSpPr>
            <p:cNvPr id="466" name="橢圓 465">
              <a:extLst>
                <a:ext uri="{FF2B5EF4-FFF2-40B4-BE49-F238E27FC236}">
                  <a16:creationId xmlns:a16="http://schemas.microsoft.com/office/drawing/2014/main" id="{E877216F-C01D-4BB5-B6DD-4DD1D8EA0E7B}"/>
                </a:ext>
              </a:extLst>
            </p:cNvPr>
            <p:cNvSpPr/>
            <p:nvPr/>
          </p:nvSpPr>
          <p:spPr>
            <a:xfrm>
              <a:off x="7549562" y="1132251"/>
              <a:ext cx="648000" cy="648000"/>
            </a:xfrm>
            <a:prstGeom prst="ellipse">
              <a:avLst/>
            </a:prstGeom>
            <a:solidFill>
              <a:srgbClr val="FFF2CC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7" name="橢圓 466">
              <a:extLst>
                <a:ext uri="{FF2B5EF4-FFF2-40B4-BE49-F238E27FC236}">
                  <a16:creationId xmlns:a16="http://schemas.microsoft.com/office/drawing/2014/main" id="{08C01BE6-D3A6-409D-BF1F-0456F5AB2FDC}"/>
                </a:ext>
              </a:extLst>
            </p:cNvPr>
            <p:cNvSpPr/>
            <p:nvPr/>
          </p:nvSpPr>
          <p:spPr>
            <a:xfrm>
              <a:off x="7846161" y="1487569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8" name="橢圓 467">
              <a:extLst>
                <a:ext uri="{FF2B5EF4-FFF2-40B4-BE49-F238E27FC236}">
                  <a16:creationId xmlns:a16="http://schemas.microsoft.com/office/drawing/2014/main" id="{BEB972F2-1483-4B8A-9AD6-B8B0CC704DC2}"/>
                </a:ext>
              </a:extLst>
            </p:cNvPr>
            <p:cNvSpPr/>
            <p:nvPr/>
          </p:nvSpPr>
          <p:spPr>
            <a:xfrm>
              <a:off x="7587681" y="1341379"/>
              <a:ext cx="259367" cy="106333"/>
            </a:xfrm>
            <a:prstGeom prst="ellipse">
              <a:avLst/>
            </a:prstGeom>
            <a:pattFill prst="wd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rgbClr val="A6A6A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9" name="手繪多邊形: 圖案 468">
              <a:extLst>
                <a:ext uri="{FF2B5EF4-FFF2-40B4-BE49-F238E27FC236}">
                  <a16:creationId xmlns:a16="http://schemas.microsoft.com/office/drawing/2014/main" id="{1ED88041-BC8D-4806-B68B-8743CB381B00}"/>
                </a:ext>
              </a:extLst>
            </p:cNvPr>
            <p:cNvSpPr/>
            <p:nvPr/>
          </p:nvSpPr>
          <p:spPr>
            <a:xfrm>
              <a:off x="7984297" y="1341379"/>
              <a:ext cx="70597" cy="10633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0" name="手繪多邊形: 圖案 469">
              <a:extLst>
                <a:ext uri="{FF2B5EF4-FFF2-40B4-BE49-F238E27FC236}">
                  <a16:creationId xmlns:a16="http://schemas.microsoft.com/office/drawing/2014/main" id="{FB158A43-1050-459B-BE4E-1E6B34CA2B91}"/>
                </a:ext>
              </a:extLst>
            </p:cNvPr>
            <p:cNvSpPr/>
            <p:nvPr/>
          </p:nvSpPr>
          <p:spPr>
            <a:xfrm>
              <a:off x="7846160" y="1392911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71" name="手繪多邊形: 圖案 470">
              <a:extLst>
                <a:ext uri="{FF2B5EF4-FFF2-40B4-BE49-F238E27FC236}">
                  <a16:creationId xmlns:a16="http://schemas.microsoft.com/office/drawing/2014/main" id="{6CDB7B94-107D-48D9-B25D-A1BE0B00640B}"/>
                </a:ext>
              </a:extLst>
            </p:cNvPr>
            <p:cNvSpPr/>
            <p:nvPr/>
          </p:nvSpPr>
          <p:spPr>
            <a:xfrm>
              <a:off x="7846645" y="1342653"/>
              <a:ext cx="137652" cy="1037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2" name="手繪多邊形: 圖案 471">
              <a:extLst>
                <a:ext uri="{FF2B5EF4-FFF2-40B4-BE49-F238E27FC236}">
                  <a16:creationId xmlns:a16="http://schemas.microsoft.com/office/drawing/2014/main" id="{AA61FF16-43B2-409D-A0AB-E6AC24D52A46}"/>
                </a:ext>
              </a:extLst>
            </p:cNvPr>
            <p:cNvSpPr/>
            <p:nvPr/>
          </p:nvSpPr>
          <p:spPr>
            <a:xfrm>
              <a:off x="8054894" y="1344942"/>
              <a:ext cx="104709" cy="9920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3" name="手繪多邊形: 圖案 472">
              <a:extLst>
                <a:ext uri="{FF2B5EF4-FFF2-40B4-BE49-F238E27FC236}">
                  <a16:creationId xmlns:a16="http://schemas.microsoft.com/office/drawing/2014/main" id="{33F63D75-82D0-4003-8C51-7B1047FB9FA9}"/>
                </a:ext>
              </a:extLst>
            </p:cNvPr>
            <p:cNvSpPr/>
            <p:nvPr/>
          </p:nvSpPr>
          <p:spPr>
            <a:xfrm>
              <a:off x="7682923" y="1487569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74" name="手繪多邊形: 圖案 473">
              <a:extLst>
                <a:ext uri="{FF2B5EF4-FFF2-40B4-BE49-F238E27FC236}">
                  <a16:creationId xmlns:a16="http://schemas.microsoft.com/office/drawing/2014/main" id="{8921CFC4-9B49-455B-A37E-A7D8EB644E81}"/>
                </a:ext>
              </a:extLst>
            </p:cNvPr>
            <p:cNvSpPr/>
            <p:nvPr/>
          </p:nvSpPr>
          <p:spPr>
            <a:xfrm>
              <a:off x="7846160" y="1539101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75" name="手繪多邊形: 圖案 474">
              <a:extLst>
                <a:ext uri="{FF2B5EF4-FFF2-40B4-BE49-F238E27FC236}">
                  <a16:creationId xmlns:a16="http://schemas.microsoft.com/office/drawing/2014/main" id="{B902584D-E1E0-4CDA-A021-9B4B740DACAD}"/>
                </a:ext>
              </a:extLst>
            </p:cNvPr>
            <p:cNvSpPr/>
            <p:nvPr/>
          </p:nvSpPr>
          <p:spPr>
            <a:xfrm>
              <a:off x="7751805" y="1490420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6" name="手繪多邊形: 圖案 475">
              <a:extLst>
                <a:ext uri="{FF2B5EF4-FFF2-40B4-BE49-F238E27FC236}">
                  <a16:creationId xmlns:a16="http://schemas.microsoft.com/office/drawing/2014/main" id="{F4169A39-7002-432F-B4F1-0E9B1317679B}"/>
                </a:ext>
              </a:extLst>
            </p:cNvPr>
            <p:cNvSpPr/>
            <p:nvPr/>
          </p:nvSpPr>
          <p:spPr>
            <a:xfrm>
              <a:off x="7587681" y="1490419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77" name="橢圓 476">
              <a:extLst>
                <a:ext uri="{FF2B5EF4-FFF2-40B4-BE49-F238E27FC236}">
                  <a16:creationId xmlns:a16="http://schemas.microsoft.com/office/drawing/2014/main" id="{5DC3AC0E-D97C-431B-8FDF-55B87A4F0EFD}"/>
                </a:ext>
              </a:extLst>
            </p:cNvPr>
            <p:cNvSpPr/>
            <p:nvPr/>
          </p:nvSpPr>
          <p:spPr>
            <a:xfrm>
              <a:off x="7846161" y="1341379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AED439F6-D27C-4481-9CAF-C40C3E0E9C2F}"/>
                </a:ext>
              </a:extLst>
            </p:cNvPr>
            <p:cNvSpPr/>
            <p:nvPr/>
          </p:nvSpPr>
          <p:spPr>
            <a:xfrm>
              <a:off x="7824228" y="1347881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9" name="橢圓 478">
              <a:extLst>
                <a:ext uri="{FF2B5EF4-FFF2-40B4-BE49-F238E27FC236}">
                  <a16:creationId xmlns:a16="http://schemas.microsoft.com/office/drawing/2014/main" id="{FF76C2B0-2EB8-4043-AEB7-019AE2019B03}"/>
                </a:ext>
              </a:extLst>
            </p:cNvPr>
            <p:cNvSpPr/>
            <p:nvPr/>
          </p:nvSpPr>
          <p:spPr>
            <a:xfrm>
              <a:off x="7587681" y="1487569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0" name="手繪多邊形: 圖案 479">
              <a:extLst>
                <a:ext uri="{FF2B5EF4-FFF2-40B4-BE49-F238E27FC236}">
                  <a16:creationId xmlns:a16="http://schemas.microsoft.com/office/drawing/2014/main" id="{7E843286-AFB0-48FC-913A-EBAE34EF05BD}"/>
                </a:ext>
              </a:extLst>
            </p:cNvPr>
            <p:cNvSpPr/>
            <p:nvPr/>
          </p:nvSpPr>
          <p:spPr>
            <a:xfrm>
              <a:off x="7908861" y="1487569"/>
              <a:ext cx="70597" cy="103124"/>
            </a:xfrm>
            <a:custGeom>
              <a:avLst/>
              <a:gdLst>
                <a:gd name="connsiteX0" fmla="*/ 103512 w 103512"/>
                <a:gd name="connsiteY0" fmla="*/ 0 h 151205"/>
                <a:gd name="connsiteX1" fmla="*/ 103512 w 103512"/>
                <a:gd name="connsiteY1" fmla="*/ 151205 h 151205"/>
                <a:gd name="connsiteX2" fmla="*/ 48412 w 103512"/>
                <a:gd name="connsiteY2" fmla="*/ 147431 h 151205"/>
                <a:gd name="connsiteX3" fmla="*/ 0 w 103512"/>
                <a:gd name="connsiteY3" fmla="*/ 136358 h 151205"/>
                <a:gd name="connsiteX4" fmla="*/ 0 w 103512"/>
                <a:gd name="connsiteY4" fmla="*/ 14847 h 151205"/>
                <a:gd name="connsiteX5" fmla="*/ 48412 w 103512"/>
                <a:gd name="connsiteY5" fmla="*/ 3773 h 151205"/>
                <a:gd name="connsiteX6" fmla="*/ 103512 w 103512"/>
                <a:gd name="connsiteY6" fmla="*/ 0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5">
                  <a:moveTo>
                    <a:pt x="103512" y="0"/>
                  </a:moveTo>
                  <a:lnTo>
                    <a:pt x="103512" y="151205"/>
                  </a:lnTo>
                  <a:lnTo>
                    <a:pt x="48412" y="147431"/>
                  </a:lnTo>
                  <a:lnTo>
                    <a:pt x="0" y="136358"/>
                  </a:lnTo>
                  <a:lnTo>
                    <a:pt x="0" y="14847"/>
                  </a:lnTo>
                  <a:lnTo>
                    <a:pt x="48412" y="3773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1" name="橢圓 480">
              <a:extLst>
                <a:ext uri="{FF2B5EF4-FFF2-40B4-BE49-F238E27FC236}">
                  <a16:creationId xmlns:a16="http://schemas.microsoft.com/office/drawing/2014/main" id="{4B543EDB-C3F5-43AF-A96A-43607C66737D}"/>
                </a:ext>
              </a:extLst>
            </p:cNvPr>
            <p:cNvSpPr/>
            <p:nvPr/>
          </p:nvSpPr>
          <p:spPr>
            <a:xfrm>
              <a:off x="7846161" y="1487569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2" name="橢圓 481">
              <a:extLst>
                <a:ext uri="{FF2B5EF4-FFF2-40B4-BE49-F238E27FC236}">
                  <a16:creationId xmlns:a16="http://schemas.microsoft.com/office/drawing/2014/main" id="{BFFDE13F-8CFE-4C1F-8526-E2DB4E528B4D}"/>
                </a:ext>
              </a:extLst>
            </p:cNvPr>
            <p:cNvSpPr/>
            <p:nvPr/>
          </p:nvSpPr>
          <p:spPr>
            <a:xfrm>
              <a:off x="7824228" y="1494070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9954F372-5721-4071-B18E-4F4354559313}"/>
              </a:ext>
            </a:extLst>
          </p:cNvPr>
          <p:cNvGrpSpPr/>
          <p:nvPr/>
        </p:nvGrpSpPr>
        <p:grpSpPr>
          <a:xfrm>
            <a:off x="8300447" y="5528099"/>
            <a:ext cx="1090114" cy="754544"/>
            <a:chOff x="8272864" y="4789704"/>
            <a:chExt cx="1090114" cy="754544"/>
          </a:xfrm>
        </p:grpSpPr>
        <p:grpSp>
          <p:nvGrpSpPr>
            <p:cNvPr id="327" name="群組 326">
              <a:extLst>
                <a:ext uri="{FF2B5EF4-FFF2-40B4-BE49-F238E27FC236}">
                  <a16:creationId xmlns:a16="http://schemas.microsoft.com/office/drawing/2014/main" id="{3C2A08AF-3744-4AB4-ADE9-C005B6569203}"/>
                </a:ext>
              </a:extLst>
            </p:cNvPr>
            <p:cNvGrpSpPr/>
            <p:nvPr/>
          </p:nvGrpSpPr>
          <p:grpSpPr>
            <a:xfrm>
              <a:off x="8272864" y="5061058"/>
              <a:ext cx="406800" cy="406800"/>
              <a:chOff x="1064083" y="2122477"/>
              <a:chExt cx="648000" cy="648000"/>
            </a:xfrm>
          </p:grpSpPr>
          <p:grpSp>
            <p:nvGrpSpPr>
              <p:cNvPr id="328" name="群組 327">
                <a:extLst>
                  <a:ext uri="{FF2B5EF4-FFF2-40B4-BE49-F238E27FC236}">
                    <a16:creationId xmlns:a16="http://schemas.microsoft.com/office/drawing/2014/main" id="{DDE81E4D-3E4F-45C2-8372-B2BFCA6A3D6B}"/>
                  </a:ext>
                </a:extLst>
              </p:cNvPr>
              <p:cNvGrpSpPr/>
              <p:nvPr/>
            </p:nvGrpSpPr>
            <p:grpSpPr>
              <a:xfrm>
                <a:off x="1064083" y="2122477"/>
                <a:ext cx="648000" cy="648000"/>
                <a:chOff x="7698035" y="2377756"/>
                <a:chExt cx="648000" cy="648000"/>
              </a:xfrm>
            </p:grpSpPr>
            <p:sp>
              <p:nvSpPr>
                <p:cNvPr id="330" name="橢圓 329">
                  <a:extLst>
                    <a:ext uri="{FF2B5EF4-FFF2-40B4-BE49-F238E27FC236}">
                      <a16:creationId xmlns:a16="http://schemas.microsoft.com/office/drawing/2014/main" id="{3DD0E0C2-4B7B-4E73-938A-DFE9FD1F4474}"/>
                    </a:ext>
                  </a:extLst>
                </p:cNvPr>
                <p:cNvSpPr/>
                <p:nvPr/>
              </p:nvSpPr>
              <p:spPr>
                <a:xfrm>
                  <a:off x="7698035" y="2377756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1" name="橢圓 330">
                  <a:extLst>
                    <a:ext uri="{FF2B5EF4-FFF2-40B4-BE49-F238E27FC236}">
                      <a16:creationId xmlns:a16="http://schemas.microsoft.com/office/drawing/2014/main" id="{433271B7-3C85-4A2D-8799-7A1F2A1D483A}"/>
                    </a:ext>
                  </a:extLst>
                </p:cNvPr>
                <p:cNvSpPr/>
                <p:nvPr/>
              </p:nvSpPr>
              <p:spPr>
                <a:xfrm>
                  <a:off x="7994634" y="2733074"/>
                  <a:ext cx="313442" cy="106333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2" name="橢圓 331">
                  <a:extLst>
                    <a:ext uri="{FF2B5EF4-FFF2-40B4-BE49-F238E27FC236}">
                      <a16:creationId xmlns:a16="http://schemas.microsoft.com/office/drawing/2014/main" id="{D7AD8DCE-9B0C-4B41-B16E-A8EB969D4101}"/>
                    </a:ext>
                  </a:extLst>
                </p:cNvPr>
                <p:cNvSpPr/>
                <p:nvPr/>
              </p:nvSpPr>
              <p:spPr>
                <a:xfrm>
                  <a:off x="7736154" y="2586884"/>
                  <a:ext cx="259367" cy="106333"/>
                </a:xfrm>
                <a:prstGeom prst="ellipse">
                  <a:avLst/>
                </a:prstGeom>
                <a:pattFill prst="wd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>
                  <a:solidFill>
                    <a:srgbClr val="A6A6A6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3" name="手繪多邊形: 圖案 332">
                  <a:extLst>
                    <a:ext uri="{FF2B5EF4-FFF2-40B4-BE49-F238E27FC236}">
                      <a16:creationId xmlns:a16="http://schemas.microsoft.com/office/drawing/2014/main" id="{90E2545F-4384-4EB3-A7BE-AE48DFCE5138}"/>
                    </a:ext>
                  </a:extLst>
                </p:cNvPr>
                <p:cNvSpPr/>
                <p:nvPr/>
              </p:nvSpPr>
              <p:spPr>
                <a:xfrm>
                  <a:off x="8132770" y="2586884"/>
                  <a:ext cx="70597" cy="106333"/>
                </a:xfrm>
                <a:custGeom>
                  <a:avLst/>
                  <a:gdLst>
                    <a:gd name="connsiteX0" fmla="*/ 27249 w 103512"/>
                    <a:gd name="connsiteY0" fmla="*/ 0 h 155910"/>
                    <a:gd name="connsiteX1" fmla="*/ 103512 w 103512"/>
                    <a:gd name="connsiteY1" fmla="*/ 5223 h 155910"/>
                    <a:gd name="connsiteX2" fmla="*/ 103512 w 103512"/>
                    <a:gd name="connsiteY2" fmla="*/ 150687 h 155910"/>
                    <a:gd name="connsiteX3" fmla="*/ 27249 w 103512"/>
                    <a:gd name="connsiteY3" fmla="*/ 155910 h 155910"/>
                    <a:gd name="connsiteX4" fmla="*/ 0 w 103512"/>
                    <a:gd name="connsiteY4" fmla="*/ 154043 h 155910"/>
                    <a:gd name="connsiteX5" fmla="*/ 0 w 103512"/>
                    <a:gd name="connsiteY5" fmla="*/ 1866 h 155910"/>
                    <a:gd name="connsiteX6" fmla="*/ 27249 w 103512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5910">
                      <a:moveTo>
                        <a:pt x="27249" y="0"/>
                      </a:moveTo>
                      <a:lnTo>
                        <a:pt x="103512" y="5223"/>
                      </a:lnTo>
                      <a:lnTo>
                        <a:pt x="103512" y="150687"/>
                      </a:lnTo>
                      <a:lnTo>
                        <a:pt x="27249" y="155910"/>
                      </a:lnTo>
                      <a:lnTo>
                        <a:pt x="0" y="154043"/>
                      </a:lnTo>
                      <a:lnTo>
                        <a:pt x="0" y="1866"/>
                      </a:lnTo>
                      <a:lnTo>
                        <a:pt x="27249" y="0"/>
                      </a:lnTo>
                      <a:close/>
                    </a:path>
                  </a:pathLst>
                </a:custGeom>
                <a:solidFill>
                  <a:srgbClr val="2F5597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4" name="手繪多邊形: 圖案 333">
                  <a:extLst>
                    <a:ext uri="{FF2B5EF4-FFF2-40B4-BE49-F238E27FC236}">
                      <a16:creationId xmlns:a16="http://schemas.microsoft.com/office/drawing/2014/main" id="{FAD736A0-C024-4577-B5F3-22DA3AC13F5D}"/>
                    </a:ext>
                  </a:extLst>
                </p:cNvPr>
                <p:cNvSpPr/>
                <p:nvPr/>
              </p:nvSpPr>
              <p:spPr>
                <a:xfrm>
                  <a:off x="7994633" y="2638416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35" name="手繪多邊形: 圖案 334">
                  <a:extLst>
                    <a:ext uri="{FF2B5EF4-FFF2-40B4-BE49-F238E27FC236}">
                      <a16:creationId xmlns:a16="http://schemas.microsoft.com/office/drawing/2014/main" id="{7BE8AA00-E5C5-4670-9515-8DBDBC9CF9B7}"/>
                    </a:ext>
                  </a:extLst>
                </p:cNvPr>
                <p:cNvSpPr/>
                <p:nvPr/>
              </p:nvSpPr>
              <p:spPr>
                <a:xfrm>
                  <a:off x="7995118" y="2588158"/>
                  <a:ext cx="137652" cy="103787"/>
                </a:xfrm>
                <a:custGeom>
                  <a:avLst/>
                  <a:gdLst>
                    <a:gd name="connsiteX0" fmla="*/ 201830 w 201830"/>
                    <a:gd name="connsiteY0" fmla="*/ 0 h 152177"/>
                    <a:gd name="connsiteX1" fmla="*/ 201830 w 201830"/>
                    <a:gd name="connsiteY1" fmla="*/ 152177 h 152177"/>
                    <a:gd name="connsiteX2" fmla="*/ 139634 w 201830"/>
                    <a:gd name="connsiteY2" fmla="*/ 147918 h 152177"/>
                    <a:gd name="connsiteX3" fmla="*/ 3957 w 201830"/>
                    <a:gd name="connsiteY3" fmla="*/ 91800 h 152177"/>
                    <a:gd name="connsiteX4" fmla="*/ 0 w 201830"/>
                    <a:gd name="connsiteY4" fmla="*/ 78486 h 152177"/>
                    <a:gd name="connsiteX5" fmla="*/ 590 w 201830"/>
                    <a:gd name="connsiteY5" fmla="*/ 76089 h 152177"/>
                    <a:gd name="connsiteX6" fmla="*/ 0 w 201830"/>
                    <a:gd name="connsiteY6" fmla="*/ 73691 h 152177"/>
                    <a:gd name="connsiteX7" fmla="*/ 3957 w 201830"/>
                    <a:gd name="connsiteY7" fmla="*/ 60378 h 152177"/>
                    <a:gd name="connsiteX8" fmla="*/ 139634 w 201830"/>
                    <a:gd name="connsiteY8" fmla="*/ 4260 h 152177"/>
                    <a:gd name="connsiteX9" fmla="*/ 201830 w 201830"/>
                    <a:gd name="connsiteY9" fmla="*/ 0 h 152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1830" h="152177">
                      <a:moveTo>
                        <a:pt x="201830" y="0"/>
                      </a:moveTo>
                      <a:lnTo>
                        <a:pt x="201830" y="152177"/>
                      </a:lnTo>
                      <a:lnTo>
                        <a:pt x="139634" y="147918"/>
                      </a:lnTo>
                      <a:cubicBezTo>
                        <a:pt x="70904" y="138056"/>
                        <a:pt x="19262" y="117173"/>
                        <a:pt x="3957" y="91800"/>
                      </a:cubicBezTo>
                      <a:lnTo>
                        <a:pt x="0" y="78486"/>
                      </a:lnTo>
                      <a:lnTo>
                        <a:pt x="590" y="76089"/>
                      </a:lnTo>
                      <a:lnTo>
                        <a:pt x="0" y="73691"/>
                      </a:lnTo>
                      <a:lnTo>
                        <a:pt x="3957" y="60378"/>
                      </a:lnTo>
                      <a:cubicBezTo>
                        <a:pt x="19262" y="35005"/>
                        <a:pt x="70904" y="14122"/>
                        <a:pt x="139634" y="4260"/>
                      </a:cubicBezTo>
                      <a:lnTo>
                        <a:pt x="20183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6" name="手繪多邊形: 圖案 335">
                  <a:extLst>
                    <a:ext uri="{FF2B5EF4-FFF2-40B4-BE49-F238E27FC236}">
                      <a16:creationId xmlns:a16="http://schemas.microsoft.com/office/drawing/2014/main" id="{0269798A-C7EE-4855-BBE9-0EFA50272E2E}"/>
                    </a:ext>
                  </a:extLst>
                </p:cNvPr>
                <p:cNvSpPr/>
                <p:nvPr/>
              </p:nvSpPr>
              <p:spPr>
                <a:xfrm>
                  <a:off x="8203367" y="2590447"/>
                  <a:ext cx="104709" cy="99209"/>
                </a:xfrm>
                <a:custGeom>
                  <a:avLst/>
                  <a:gdLst>
                    <a:gd name="connsiteX0" fmla="*/ 0 w 153528"/>
                    <a:gd name="connsiteY0" fmla="*/ 0 h 145464"/>
                    <a:gd name="connsiteX1" fmla="*/ 13182 w 153528"/>
                    <a:gd name="connsiteY1" fmla="*/ 903 h 145464"/>
                    <a:gd name="connsiteX2" fmla="*/ 153528 w 153528"/>
                    <a:gd name="connsiteY2" fmla="*/ 72732 h 145464"/>
                    <a:gd name="connsiteX3" fmla="*/ 13182 w 153528"/>
                    <a:gd name="connsiteY3" fmla="*/ 144561 h 145464"/>
                    <a:gd name="connsiteX4" fmla="*/ 0 w 153528"/>
                    <a:gd name="connsiteY4" fmla="*/ 145464 h 145464"/>
                    <a:gd name="connsiteX5" fmla="*/ 0 w 153528"/>
                    <a:gd name="connsiteY5" fmla="*/ 0 h 1454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528" h="145464">
                      <a:moveTo>
                        <a:pt x="0" y="0"/>
                      </a:moveTo>
                      <a:lnTo>
                        <a:pt x="13182" y="903"/>
                      </a:lnTo>
                      <a:cubicBezTo>
                        <a:pt x="95658" y="12737"/>
                        <a:pt x="153528" y="40442"/>
                        <a:pt x="153528" y="72732"/>
                      </a:cubicBezTo>
                      <a:cubicBezTo>
                        <a:pt x="153528" y="105022"/>
                        <a:pt x="95658" y="132726"/>
                        <a:pt x="13182" y="144561"/>
                      </a:cubicBezTo>
                      <a:lnTo>
                        <a:pt x="0" y="1454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7" name="手繪多邊形: 圖案 336">
                  <a:extLst>
                    <a:ext uri="{FF2B5EF4-FFF2-40B4-BE49-F238E27FC236}">
                      <a16:creationId xmlns:a16="http://schemas.microsoft.com/office/drawing/2014/main" id="{B8B9571F-8A97-42A3-A0F5-CADCAEC8AAD0}"/>
                    </a:ext>
                  </a:extLst>
                </p:cNvPr>
                <p:cNvSpPr/>
                <p:nvPr/>
              </p:nvSpPr>
              <p:spPr>
                <a:xfrm>
                  <a:off x="7831396" y="2733074"/>
                  <a:ext cx="68883" cy="106333"/>
                </a:xfrm>
                <a:custGeom>
                  <a:avLst/>
                  <a:gdLst>
                    <a:gd name="connsiteX0" fmla="*/ 50500 w 100999"/>
                    <a:gd name="connsiteY0" fmla="*/ 0 h 155910"/>
                    <a:gd name="connsiteX1" fmla="*/ 100999 w 100999"/>
                    <a:gd name="connsiteY1" fmla="*/ 4180 h 155910"/>
                    <a:gd name="connsiteX2" fmla="*/ 100999 w 100999"/>
                    <a:gd name="connsiteY2" fmla="*/ 151731 h 155910"/>
                    <a:gd name="connsiteX3" fmla="*/ 50500 w 100999"/>
                    <a:gd name="connsiteY3" fmla="*/ 155910 h 155910"/>
                    <a:gd name="connsiteX4" fmla="*/ 0 w 100999"/>
                    <a:gd name="connsiteY4" fmla="*/ 151730 h 155910"/>
                    <a:gd name="connsiteX5" fmla="*/ 0 w 100999"/>
                    <a:gd name="connsiteY5" fmla="*/ 4180 h 155910"/>
                    <a:gd name="connsiteX6" fmla="*/ 50500 w 100999"/>
                    <a:gd name="connsiteY6" fmla="*/ 0 h 155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999" h="155910">
                      <a:moveTo>
                        <a:pt x="50500" y="0"/>
                      </a:moveTo>
                      <a:lnTo>
                        <a:pt x="100999" y="4180"/>
                      </a:lnTo>
                      <a:lnTo>
                        <a:pt x="100999" y="151731"/>
                      </a:lnTo>
                      <a:lnTo>
                        <a:pt x="50500" y="155910"/>
                      </a:lnTo>
                      <a:lnTo>
                        <a:pt x="0" y="151730"/>
                      </a:lnTo>
                      <a:lnTo>
                        <a:pt x="0" y="4180"/>
                      </a:lnTo>
                      <a:lnTo>
                        <a:pt x="50500" y="0"/>
                      </a:lnTo>
                      <a:close/>
                    </a:path>
                  </a:pathLst>
                </a:cu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38" name="手繪多邊形: 圖案 337">
                  <a:extLst>
                    <a:ext uri="{FF2B5EF4-FFF2-40B4-BE49-F238E27FC236}">
                      <a16:creationId xmlns:a16="http://schemas.microsoft.com/office/drawing/2014/main" id="{C3B00F21-5552-42BF-9408-B3735C4FE492}"/>
                    </a:ext>
                  </a:extLst>
                </p:cNvPr>
                <p:cNvSpPr/>
                <p:nvPr/>
              </p:nvSpPr>
              <p:spPr>
                <a:xfrm>
                  <a:off x="7994633" y="2784606"/>
                  <a:ext cx="888" cy="3270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39" name="手繪多邊形: 圖案 338">
                  <a:extLst>
                    <a:ext uri="{FF2B5EF4-FFF2-40B4-BE49-F238E27FC236}">
                      <a16:creationId xmlns:a16="http://schemas.microsoft.com/office/drawing/2014/main" id="{A02110C3-775C-4DBB-AB03-047A3F4A427B}"/>
                    </a:ext>
                  </a:extLst>
                </p:cNvPr>
                <p:cNvSpPr/>
                <p:nvPr/>
              </p:nvSpPr>
              <p:spPr>
                <a:xfrm>
                  <a:off x="7900278" y="2735925"/>
                  <a:ext cx="94840" cy="100632"/>
                </a:xfrm>
                <a:custGeom>
                  <a:avLst/>
                  <a:gdLst>
                    <a:gd name="connsiteX0" fmla="*/ 0 w 139058"/>
                    <a:gd name="connsiteY0" fmla="*/ 0 h 147551"/>
                    <a:gd name="connsiteX1" fmla="*/ 23515 w 139058"/>
                    <a:gd name="connsiteY1" fmla="*/ 1946 h 147551"/>
                    <a:gd name="connsiteX2" fmla="*/ 135785 w 139058"/>
                    <a:gd name="connsiteY2" fmla="*/ 58064 h 147551"/>
                    <a:gd name="connsiteX3" fmla="*/ 139058 w 139058"/>
                    <a:gd name="connsiteY3" fmla="*/ 71378 h 147551"/>
                    <a:gd name="connsiteX4" fmla="*/ 138346 w 139058"/>
                    <a:gd name="connsiteY4" fmla="*/ 73775 h 147551"/>
                    <a:gd name="connsiteX5" fmla="*/ 139058 w 139058"/>
                    <a:gd name="connsiteY5" fmla="*/ 76173 h 147551"/>
                    <a:gd name="connsiteX6" fmla="*/ 135785 w 139058"/>
                    <a:gd name="connsiteY6" fmla="*/ 89486 h 147551"/>
                    <a:gd name="connsiteX7" fmla="*/ 23515 w 139058"/>
                    <a:gd name="connsiteY7" fmla="*/ 145604 h 147551"/>
                    <a:gd name="connsiteX8" fmla="*/ 0 w 139058"/>
                    <a:gd name="connsiteY8" fmla="*/ 147551 h 147551"/>
                    <a:gd name="connsiteX9" fmla="*/ 0 w 139058"/>
                    <a:gd name="connsiteY9" fmla="*/ 0 h 1475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9058" h="147551">
                      <a:moveTo>
                        <a:pt x="0" y="0"/>
                      </a:moveTo>
                      <a:lnTo>
                        <a:pt x="23515" y="1946"/>
                      </a:lnTo>
                      <a:cubicBezTo>
                        <a:pt x="80387" y="11808"/>
                        <a:pt x="123120" y="32691"/>
                        <a:pt x="135785" y="58064"/>
                      </a:cubicBezTo>
                      <a:lnTo>
                        <a:pt x="139058" y="71378"/>
                      </a:lnTo>
                      <a:lnTo>
                        <a:pt x="138346" y="73775"/>
                      </a:lnTo>
                      <a:lnTo>
                        <a:pt x="139058" y="76173"/>
                      </a:lnTo>
                      <a:lnTo>
                        <a:pt x="135785" y="89486"/>
                      </a:lnTo>
                      <a:cubicBezTo>
                        <a:pt x="123120" y="114859"/>
                        <a:pt x="80387" y="135742"/>
                        <a:pt x="23515" y="145604"/>
                      </a:cubicBezTo>
                      <a:lnTo>
                        <a:pt x="0" y="14755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0" name="手繪多邊形: 圖案 339">
                  <a:extLst>
                    <a:ext uri="{FF2B5EF4-FFF2-40B4-BE49-F238E27FC236}">
                      <a16:creationId xmlns:a16="http://schemas.microsoft.com/office/drawing/2014/main" id="{425F38CA-0918-4E2E-A6C9-DFF170AC5708}"/>
                    </a:ext>
                  </a:extLst>
                </p:cNvPr>
                <p:cNvSpPr/>
                <p:nvPr/>
              </p:nvSpPr>
              <p:spPr>
                <a:xfrm>
                  <a:off x="7736154" y="2735924"/>
                  <a:ext cx="95242" cy="100632"/>
                </a:xfrm>
                <a:custGeom>
                  <a:avLst/>
                  <a:gdLst>
                    <a:gd name="connsiteX0" fmla="*/ 139647 w 139647"/>
                    <a:gd name="connsiteY0" fmla="*/ 0 h 147550"/>
                    <a:gd name="connsiteX1" fmla="*/ 139647 w 139647"/>
                    <a:gd name="connsiteY1" fmla="*/ 147550 h 147550"/>
                    <a:gd name="connsiteX2" fmla="*/ 116133 w 139647"/>
                    <a:gd name="connsiteY2" fmla="*/ 145604 h 147550"/>
                    <a:gd name="connsiteX3" fmla="*/ 0 w 139647"/>
                    <a:gd name="connsiteY3" fmla="*/ 73775 h 147550"/>
                    <a:gd name="connsiteX4" fmla="*/ 116133 w 139647"/>
                    <a:gd name="connsiteY4" fmla="*/ 1946 h 147550"/>
                    <a:gd name="connsiteX5" fmla="*/ 139647 w 139647"/>
                    <a:gd name="connsiteY5" fmla="*/ 0 h 147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9647" h="147550">
                      <a:moveTo>
                        <a:pt x="139647" y="0"/>
                      </a:moveTo>
                      <a:lnTo>
                        <a:pt x="139647" y="147550"/>
                      </a:lnTo>
                      <a:lnTo>
                        <a:pt x="116133" y="145604"/>
                      </a:lnTo>
                      <a:cubicBezTo>
                        <a:pt x="47887" y="133770"/>
                        <a:pt x="0" y="106065"/>
                        <a:pt x="0" y="73775"/>
                      </a:cubicBezTo>
                      <a:cubicBezTo>
                        <a:pt x="0" y="41485"/>
                        <a:pt x="47887" y="13781"/>
                        <a:pt x="116133" y="1946"/>
                      </a:cubicBezTo>
                      <a:lnTo>
                        <a:pt x="139647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341" name="橢圓 340">
                  <a:extLst>
                    <a:ext uri="{FF2B5EF4-FFF2-40B4-BE49-F238E27FC236}">
                      <a16:creationId xmlns:a16="http://schemas.microsoft.com/office/drawing/2014/main" id="{EE09741F-6AA9-4769-A308-2EF7B2A48D14}"/>
                    </a:ext>
                  </a:extLst>
                </p:cNvPr>
                <p:cNvSpPr/>
                <p:nvPr/>
              </p:nvSpPr>
              <p:spPr>
                <a:xfrm>
                  <a:off x="7994634" y="2586884"/>
                  <a:ext cx="313442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2" name="橢圓 341">
                  <a:extLst>
                    <a:ext uri="{FF2B5EF4-FFF2-40B4-BE49-F238E27FC236}">
                      <a16:creationId xmlns:a16="http://schemas.microsoft.com/office/drawing/2014/main" id="{F01856AE-9CA8-4590-BE4E-67DEC3E39B21}"/>
                    </a:ext>
                  </a:extLst>
                </p:cNvPr>
                <p:cNvSpPr/>
                <p:nvPr/>
              </p:nvSpPr>
              <p:spPr>
                <a:xfrm>
                  <a:off x="7736154" y="2586884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3" name="橢圓 342">
                  <a:extLst>
                    <a:ext uri="{FF2B5EF4-FFF2-40B4-BE49-F238E27FC236}">
                      <a16:creationId xmlns:a16="http://schemas.microsoft.com/office/drawing/2014/main" id="{50009A55-5A2A-4A5A-8E15-E21D18EE1370}"/>
                    </a:ext>
                  </a:extLst>
                </p:cNvPr>
                <p:cNvSpPr/>
                <p:nvPr/>
              </p:nvSpPr>
              <p:spPr>
                <a:xfrm>
                  <a:off x="7972701" y="2593386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4" name="手繪多邊形: 圖案 343">
                  <a:extLst>
                    <a:ext uri="{FF2B5EF4-FFF2-40B4-BE49-F238E27FC236}">
                      <a16:creationId xmlns:a16="http://schemas.microsoft.com/office/drawing/2014/main" id="{14426F26-C1B4-4CAA-955E-DC567E93304B}"/>
                    </a:ext>
                  </a:extLst>
                </p:cNvPr>
                <p:cNvSpPr/>
                <p:nvPr/>
              </p:nvSpPr>
              <p:spPr>
                <a:xfrm>
                  <a:off x="8057334" y="2736283"/>
                  <a:ext cx="70597" cy="103124"/>
                </a:xfrm>
                <a:custGeom>
                  <a:avLst/>
                  <a:gdLst>
                    <a:gd name="connsiteX0" fmla="*/ 103512 w 103512"/>
                    <a:gd name="connsiteY0" fmla="*/ 0 h 151205"/>
                    <a:gd name="connsiteX1" fmla="*/ 103512 w 103512"/>
                    <a:gd name="connsiteY1" fmla="*/ 151205 h 151205"/>
                    <a:gd name="connsiteX2" fmla="*/ 48412 w 103512"/>
                    <a:gd name="connsiteY2" fmla="*/ 147431 h 151205"/>
                    <a:gd name="connsiteX3" fmla="*/ 0 w 103512"/>
                    <a:gd name="connsiteY3" fmla="*/ 136358 h 151205"/>
                    <a:gd name="connsiteX4" fmla="*/ 0 w 103512"/>
                    <a:gd name="connsiteY4" fmla="*/ 14847 h 151205"/>
                    <a:gd name="connsiteX5" fmla="*/ 48412 w 103512"/>
                    <a:gd name="connsiteY5" fmla="*/ 3773 h 151205"/>
                    <a:gd name="connsiteX6" fmla="*/ 103512 w 103512"/>
                    <a:gd name="connsiteY6" fmla="*/ 0 h 151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3512" h="151205">
                      <a:moveTo>
                        <a:pt x="103512" y="0"/>
                      </a:moveTo>
                      <a:lnTo>
                        <a:pt x="103512" y="151205"/>
                      </a:lnTo>
                      <a:lnTo>
                        <a:pt x="48412" y="147431"/>
                      </a:lnTo>
                      <a:lnTo>
                        <a:pt x="0" y="136358"/>
                      </a:lnTo>
                      <a:lnTo>
                        <a:pt x="0" y="14847"/>
                      </a:lnTo>
                      <a:lnTo>
                        <a:pt x="48412" y="3773"/>
                      </a:lnTo>
                      <a:lnTo>
                        <a:pt x="103512" y="0"/>
                      </a:lnTo>
                      <a:close/>
                    </a:path>
                  </a:pathLst>
                </a:custGeom>
                <a:solidFill>
                  <a:srgbClr val="C55A11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5" name="橢圓 344">
                  <a:extLst>
                    <a:ext uri="{FF2B5EF4-FFF2-40B4-BE49-F238E27FC236}">
                      <a16:creationId xmlns:a16="http://schemas.microsoft.com/office/drawing/2014/main" id="{CAE9668F-0781-43A9-9162-9F6D31B9C20D}"/>
                    </a:ext>
                  </a:extLst>
                </p:cNvPr>
                <p:cNvSpPr/>
                <p:nvPr/>
              </p:nvSpPr>
              <p:spPr>
                <a:xfrm>
                  <a:off x="7736154" y="2733074"/>
                  <a:ext cx="259367" cy="106333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6" name="橢圓 345">
                  <a:extLst>
                    <a:ext uri="{FF2B5EF4-FFF2-40B4-BE49-F238E27FC236}">
                      <a16:creationId xmlns:a16="http://schemas.microsoft.com/office/drawing/2014/main" id="{6F363395-07A3-4F49-8F0A-54E8F4D31A32}"/>
                    </a:ext>
                  </a:extLst>
                </p:cNvPr>
                <p:cNvSpPr/>
                <p:nvPr/>
              </p:nvSpPr>
              <p:spPr>
                <a:xfrm>
                  <a:off x="7972701" y="2739575"/>
                  <a:ext cx="44365" cy="93330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329" name="手繪多邊形: 圖案 328">
                <a:extLst>
                  <a:ext uri="{FF2B5EF4-FFF2-40B4-BE49-F238E27FC236}">
                    <a16:creationId xmlns:a16="http://schemas.microsoft.com/office/drawing/2014/main" id="{A6EEE865-062F-442A-A9DA-D428F5260AFB}"/>
                  </a:ext>
                </a:extLst>
              </p:cNvPr>
              <p:cNvSpPr/>
              <p:nvPr/>
            </p:nvSpPr>
            <p:spPr>
              <a:xfrm>
                <a:off x="1133520" y="2485937"/>
                <a:ext cx="50877" cy="94920"/>
              </a:xfrm>
              <a:custGeom>
                <a:avLst/>
                <a:gdLst>
                  <a:gd name="connsiteX0" fmla="*/ 50877 w 50877"/>
                  <a:gd name="connsiteY0" fmla="*/ 0 h 94920"/>
                  <a:gd name="connsiteX1" fmla="*/ 50877 w 50877"/>
                  <a:gd name="connsiteY1" fmla="*/ 94920 h 94920"/>
                  <a:gd name="connsiteX2" fmla="*/ 25010 w 50877"/>
                  <a:gd name="connsiteY2" fmla="*/ 88486 h 94920"/>
                  <a:gd name="connsiteX3" fmla="*/ 0 w 50877"/>
                  <a:gd name="connsiteY3" fmla="*/ 77202 h 94920"/>
                  <a:gd name="connsiteX4" fmla="*/ 0 w 50877"/>
                  <a:gd name="connsiteY4" fmla="*/ 17718 h 94920"/>
                  <a:gd name="connsiteX5" fmla="*/ 25010 w 50877"/>
                  <a:gd name="connsiteY5" fmla="*/ 6434 h 94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877" h="94920">
                    <a:moveTo>
                      <a:pt x="50877" y="0"/>
                    </a:moveTo>
                    <a:lnTo>
                      <a:pt x="50877" y="94920"/>
                    </a:lnTo>
                    <a:lnTo>
                      <a:pt x="25010" y="88486"/>
                    </a:lnTo>
                    <a:lnTo>
                      <a:pt x="0" y="77202"/>
                    </a:lnTo>
                    <a:lnTo>
                      <a:pt x="0" y="17718"/>
                    </a:lnTo>
                    <a:lnTo>
                      <a:pt x="25010" y="6434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47" name="群組 346">
              <a:extLst>
                <a:ext uri="{FF2B5EF4-FFF2-40B4-BE49-F238E27FC236}">
                  <a16:creationId xmlns:a16="http://schemas.microsoft.com/office/drawing/2014/main" id="{C27AECC1-7EDC-4C14-8537-F665611A5E79}"/>
                </a:ext>
              </a:extLst>
            </p:cNvPr>
            <p:cNvGrpSpPr/>
            <p:nvPr/>
          </p:nvGrpSpPr>
          <p:grpSpPr>
            <a:xfrm>
              <a:off x="8641821" y="5137448"/>
              <a:ext cx="406800" cy="406800"/>
              <a:chOff x="1323390" y="1002529"/>
              <a:chExt cx="648000" cy="648000"/>
            </a:xfrm>
          </p:grpSpPr>
          <p:sp>
            <p:nvSpPr>
              <p:cNvPr id="348" name="橢圓 347">
                <a:extLst>
                  <a:ext uri="{FF2B5EF4-FFF2-40B4-BE49-F238E27FC236}">
                    <a16:creationId xmlns:a16="http://schemas.microsoft.com/office/drawing/2014/main" id="{60A014AE-6F5B-4595-86FC-8337F389CAEA}"/>
                  </a:ext>
                </a:extLst>
              </p:cNvPr>
              <p:cNvSpPr/>
              <p:nvPr/>
            </p:nvSpPr>
            <p:spPr>
              <a:xfrm>
                <a:off x="1323390" y="1002529"/>
                <a:ext cx="648000" cy="648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9" name="橢圓 348">
                <a:extLst>
                  <a:ext uri="{FF2B5EF4-FFF2-40B4-BE49-F238E27FC236}">
                    <a16:creationId xmlns:a16="http://schemas.microsoft.com/office/drawing/2014/main" id="{D90F0010-8E04-4FBD-8748-568B57B4ACC8}"/>
                  </a:ext>
                </a:extLst>
              </p:cNvPr>
              <p:cNvSpPr/>
              <p:nvPr/>
            </p:nvSpPr>
            <p:spPr>
              <a:xfrm>
                <a:off x="1619989" y="1357847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0" name="手繪多邊形: 圖案 349">
                <a:extLst>
                  <a:ext uri="{FF2B5EF4-FFF2-40B4-BE49-F238E27FC236}">
                    <a16:creationId xmlns:a16="http://schemas.microsoft.com/office/drawing/2014/main" id="{981C1E12-C188-4DFE-9277-3698B388EF01}"/>
                  </a:ext>
                </a:extLst>
              </p:cNvPr>
              <p:cNvSpPr/>
              <p:nvPr/>
            </p:nvSpPr>
            <p:spPr>
              <a:xfrm>
                <a:off x="1828409" y="1357847"/>
                <a:ext cx="70597" cy="99252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1" name="橢圓 350">
                <a:extLst>
                  <a:ext uri="{FF2B5EF4-FFF2-40B4-BE49-F238E27FC236}">
                    <a16:creationId xmlns:a16="http://schemas.microsoft.com/office/drawing/2014/main" id="{096855BE-3B92-45E4-A413-095F697ACAFF}"/>
                  </a:ext>
                </a:extLst>
              </p:cNvPr>
              <p:cNvSpPr/>
              <p:nvPr/>
            </p:nvSpPr>
            <p:spPr>
              <a:xfrm>
                <a:off x="1361510" y="1211657"/>
                <a:ext cx="259367" cy="106333"/>
              </a:xfrm>
              <a:prstGeom prst="ellipse">
                <a:avLst/>
              </a:pr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rgbClr val="A6A6A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2" name="手繪多邊形: 圖案 351">
                <a:extLst>
                  <a:ext uri="{FF2B5EF4-FFF2-40B4-BE49-F238E27FC236}">
                    <a16:creationId xmlns:a16="http://schemas.microsoft.com/office/drawing/2014/main" id="{ECD613C6-A23A-4F7F-BDB0-5967C34F6E8E}"/>
                  </a:ext>
                </a:extLst>
              </p:cNvPr>
              <p:cNvSpPr/>
              <p:nvPr/>
            </p:nvSpPr>
            <p:spPr>
              <a:xfrm>
                <a:off x="1758125" y="1211657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3" name="手繪多邊形: 圖案 352">
                <a:extLst>
                  <a:ext uri="{FF2B5EF4-FFF2-40B4-BE49-F238E27FC236}">
                    <a16:creationId xmlns:a16="http://schemas.microsoft.com/office/drawing/2014/main" id="{0108549D-D1B5-47F0-8821-E1DE228C3621}"/>
                  </a:ext>
                </a:extLst>
              </p:cNvPr>
              <p:cNvSpPr/>
              <p:nvPr/>
            </p:nvSpPr>
            <p:spPr>
              <a:xfrm>
                <a:off x="1619988" y="126318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4" name="手繪多邊形: 圖案 353">
                <a:extLst>
                  <a:ext uri="{FF2B5EF4-FFF2-40B4-BE49-F238E27FC236}">
                    <a16:creationId xmlns:a16="http://schemas.microsoft.com/office/drawing/2014/main" id="{F6C085ED-7171-4798-A362-48A3834670DE}"/>
                  </a:ext>
                </a:extLst>
              </p:cNvPr>
              <p:cNvSpPr/>
              <p:nvPr/>
            </p:nvSpPr>
            <p:spPr>
              <a:xfrm>
                <a:off x="1620473" y="1212931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5" name="手繪多邊形: 圖案 354">
                <a:extLst>
                  <a:ext uri="{FF2B5EF4-FFF2-40B4-BE49-F238E27FC236}">
                    <a16:creationId xmlns:a16="http://schemas.microsoft.com/office/drawing/2014/main" id="{5A350E22-5D55-4302-8061-39ED579E7B77}"/>
                  </a:ext>
                </a:extLst>
              </p:cNvPr>
              <p:cNvSpPr/>
              <p:nvPr/>
            </p:nvSpPr>
            <p:spPr>
              <a:xfrm>
                <a:off x="1828722" y="1215220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6" name="手繪多邊形: 圖案 355">
                <a:extLst>
                  <a:ext uri="{FF2B5EF4-FFF2-40B4-BE49-F238E27FC236}">
                    <a16:creationId xmlns:a16="http://schemas.microsoft.com/office/drawing/2014/main" id="{CC10B93E-339D-412E-B34D-4FCD2AC55D50}"/>
                  </a:ext>
                </a:extLst>
              </p:cNvPr>
              <p:cNvSpPr/>
              <p:nvPr/>
            </p:nvSpPr>
            <p:spPr>
              <a:xfrm>
                <a:off x="1456751" y="1357847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7" name="手繪多邊形: 圖案 356">
                <a:extLst>
                  <a:ext uri="{FF2B5EF4-FFF2-40B4-BE49-F238E27FC236}">
                    <a16:creationId xmlns:a16="http://schemas.microsoft.com/office/drawing/2014/main" id="{3F71840E-3676-4566-9DFE-3C38C26C21F2}"/>
                  </a:ext>
                </a:extLst>
              </p:cNvPr>
              <p:cNvSpPr/>
              <p:nvPr/>
            </p:nvSpPr>
            <p:spPr>
              <a:xfrm>
                <a:off x="1619988" y="140937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8" name="手繪多邊形: 圖案 357">
                <a:extLst>
                  <a:ext uri="{FF2B5EF4-FFF2-40B4-BE49-F238E27FC236}">
                    <a16:creationId xmlns:a16="http://schemas.microsoft.com/office/drawing/2014/main" id="{7786C536-351A-40CD-9A67-3B18BD56CEB5}"/>
                  </a:ext>
                </a:extLst>
              </p:cNvPr>
              <p:cNvSpPr/>
              <p:nvPr/>
            </p:nvSpPr>
            <p:spPr>
              <a:xfrm>
                <a:off x="1525633" y="1360698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9" name="手繪多邊形: 圖案 358">
                <a:extLst>
                  <a:ext uri="{FF2B5EF4-FFF2-40B4-BE49-F238E27FC236}">
                    <a16:creationId xmlns:a16="http://schemas.microsoft.com/office/drawing/2014/main" id="{8A937845-A9DA-4D48-8A2F-40E0CCE124F4}"/>
                  </a:ext>
                </a:extLst>
              </p:cNvPr>
              <p:cNvSpPr/>
              <p:nvPr/>
            </p:nvSpPr>
            <p:spPr>
              <a:xfrm>
                <a:off x="1361509" y="1360697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60" name="橢圓 359">
                <a:extLst>
                  <a:ext uri="{FF2B5EF4-FFF2-40B4-BE49-F238E27FC236}">
                    <a16:creationId xmlns:a16="http://schemas.microsoft.com/office/drawing/2014/main" id="{844AC24F-ECF0-4340-A0AF-42BE1C31DFC2}"/>
                  </a:ext>
                </a:extLst>
              </p:cNvPr>
              <p:cNvSpPr/>
              <p:nvPr/>
            </p:nvSpPr>
            <p:spPr>
              <a:xfrm>
                <a:off x="1598055" y="1218159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1" name="橢圓 360">
                <a:extLst>
                  <a:ext uri="{FF2B5EF4-FFF2-40B4-BE49-F238E27FC236}">
                    <a16:creationId xmlns:a16="http://schemas.microsoft.com/office/drawing/2014/main" id="{2DDDEDE0-54FB-4667-A7FB-399ABD06F1E7}"/>
                  </a:ext>
                </a:extLst>
              </p:cNvPr>
              <p:cNvSpPr/>
              <p:nvPr/>
            </p:nvSpPr>
            <p:spPr>
              <a:xfrm>
                <a:off x="1361509" y="1357847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2" name="手繪多邊形: 圖案 361">
                <a:extLst>
                  <a:ext uri="{FF2B5EF4-FFF2-40B4-BE49-F238E27FC236}">
                    <a16:creationId xmlns:a16="http://schemas.microsoft.com/office/drawing/2014/main" id="{483D404C-8AB3-40BE-8888-911C5DF913D6}"/>
                  </a:ext>
                </a:extLst>
              </p:cNvPr>
              <p:cNvSpPr/>
              <p:nvPr/>
            </p:nvSpPr>
            <p:spPr>
              <a:xfrm>
                <a:off x="1682688" y="1357847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48671A01-A19C-4532-A91A-A6C1DBE095F9}"/>
                  </a:ext>
                </a:extLst>
              </p:cNvPr>
              <p:cNvSpPr/>
              <p:nvPr/>
            </p:nvSpPr>
            <p:spPr>
              <a:xfrm>
                <a:off x="1619989" y="1357847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4" name="橢圓 363">
                <a:extLst>
                  <a:ext uri="{FF2B5EF4-FFF2-40B4-BE49-F238E27FC236}">
                    <a16:creationId xmlns:a16="http://schemas.microsoft.com/office/drawing/2014/main" id="{56299708-9C74-422A-BEF1-D694D32D70F9}"/>
                  </a:ext>
                </a:extLst>
              </p:cNvPr>
              <p:cNvSpPr/>
              <p:nvPr/>
            </p:nvSpPr>
            <p:spPr>
              <a:xfrm>
                <a:off x="1598055" y="1364348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5" name="手繪多邊形: 圖案 364">
                <a:extLst>
                  <a:ext uri="{FF2B5EF4-FFF2-40B4-BE49-F238E27FC236}">
                    <a16:creationId xmlns:a16="http://schemas.microsoft.com/office/drawing/2014/main" id="{731FC092-7D96-4AF8-AF7C-BCD8D4901F67}"/>
                  </a:ext>
                </a:extLst>
              </p:cNvPr>
              <p:cNvSpPr/>
              <p:nvPr/>
            </p:nvSpPr>
            <p:spPr>
              <a:xfrm>
                <a:off x="1846514" y="1222223"/>
                <a:ext cx="70597" cy="88550"/>
              </a:xfrm>
              <a:custGeom>
                <a:avLst/>
                <a:gdLst>
                  <a:gd name="connsiteX0" fmla="*/ 3399 w 70597"/>
                  <a:gd name="connsiteY0" fmla="*/ 0 h 88550"/>
                  <a:gd name="connsiteX1" fmla="*/ 28197 w 70597"/>
                  <a:gd name="connsiteY1" fmla="*/ 5104 h 88550"/>
                  <a:gd name="connsiteX2" fmla="*/ 58464 w 70597"/>
                  <a:gd name="connsiteY2" fmla="*/ 16404 h 88550"/>
                  <a:gd name="connsiteX3" fmla="*/ 70597 w 70597"/>
                  <a:gd name="connsiteY3" fmla="*/ 24967 h 88550"/>
                  <a:gd name="connsiteX4" fmla="*/ 70597 w 70597"/>
                  <a:gd name="connsiteY4" fmla="*/ 67294 h 88550"/>
                  <a:gd name="connsiteX5" fmla="*/ 58464 w 70597"/>
                  <a:gd name="connsiteY5" fmla="*/ 75856 h 88550"/>
                  <a:gd name="connsiteX6" fmla="*/ 28197 w 70597"/>
                  <a:gd name="connsiteY6" fmla="*/ 87156 h 88550"/>
                  <a:gd name="connsiteX7" fmla="*/ 21424 w 70597"/>
                  <a:gd name="connsiteY7" fmla="*/ 88550 h 88550"/>
                  <a:gd name="connsiteX8" fmla="*/ 0 w 70597"/>
                  <a:gd name="connsiteY8" fmla="*/ 83650 h 88550"/>
                  <a:gd name="connsiteX9" fmla="*/ 0 w 70597"/>
                  <a:gd name="connsiteY9" fmla="*/ 778 h 8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597" h="88550">
                    <a:moveTo>
                      <a:pt x="3399" y="0"/>
                    </a:moveTo>
                    <a:lnTo>
                      <a:pt x="28197" y="5104"/>
                    </a:lnTo>
                    <a:cubicBezTo>
                      <a:pt x="39807" y="8355"/>
                      <a:pt x="50014" y="12162"/>
                      <a:pt x="58464" y="16404"/>
                    </a:cubicBezTo>
                    <a:lnTo>
                      <a:pt x="70597" y="24967"/>
                    </a:lnTo>
                    <a:lnTo>
                      <a:pt x="70597" y="67294"/>
                    </a:lnTo>
                    <a:lnTo>
                      <a:pt x="58464" y="75856"/>
                    </a:lnTo>
                    <a:cubicBezTo>
                      <a:pt x="50014" y="80099"/>
                      <a:pt x="39807" y="83906"/>
                      <a:pt x="28197" y="87156"/>
                    </a:cubicBezTo>
                    <a:lnTo>
                      <a:pt x="21424" y="88550"/>
                    </a:lnTo>
                    <a:lnTo>
                      <a:pt x="0" y="83650"/>
                    </a:lnTo>
                    <a:lnTo>
                      <a:pt x="0" y="778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6" name="橢圓 365">
                <a:extLst>
                  <a:ext uri="{FF2B5EF4-FFF2-40B4-BE49-F238E27FC236}">
                    <a16:creationId xmlns:a16="http://schemas.microsoft.com/office/drawing/2014/main" id="{0FF66F54-F7EC-4677-8558-FA3B46F8CD2B}"/>
                  </a:ext>
                </a:extLst>
              </p:cNvPr>
              <p:cNvSpPr/>
              <p:nvPr/>
            </p:nvSpPr>
            <p:spPr>
              <a:xfrm>
                <a:off x="1619988" y="1211657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5" name="群組 384">
              <a:extLst>
                <a:ext uri="{FF2B5EF4-FFF2-40B4-BE49-F238E27FC236}">
                  <a16:creationId xmlns:a16="http://schemas.microsoft.com/office/drawing/2014/main" id="{EF4C3082-95FC-4D33-9B7D-01F754DBF75A}"/>
                </a:ext>
              </a:extLst>
            </p:cNvPr>
            <p:cNvGrpSpPr/>
            <p:nvPr/>
          </p:nvGrpSpPr>
          <p:grpSpPr>
            <a:xfrm>
              <a:off x="8439566" y="4789704"/>
              <a:ext cx="406800" cy="406800"/>
              <a:chOff x="7549562" y="1132251"/>
              <a:chExt cx="648000" cy="648000"/>
            </a:xfrm>
          </p:grpSpPr>
          <p:sp>
            <p:nvSpPr>
              <p:cNvPr id="386" name="橢圓 385">
                <a:extLst>
                  <a:ext uri="{FF2B5EF4-FFF2-40B4-BE49-F238E27FC236}">
                    <a16:creationId xmlns:a16="http://schemas.microsoft.com/office/drawing/2014/main" id="{7EF2624B-4C39-4164-AE19-8EFB54EAE096}"/>
                  </a:ext>
                </a:extLst>
              </p:cNvPr>
              <p:cNvSpPr/>
              <p:nvPr/>
            </p:nvSpPr>
            <p:spPr>
              <a:xfrm>
                <a:off x="7549562" y="1132251"/>
                <a:ext cx="648000" cy="648000"/>
              </a:xfrm>
              <a:prstGeom prst="ellipse">
                <a:avLst/>
              </a:prstGeom>
              <a:solidFill>
                <a:srgbClr val="FFF2CC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7" name="橢圓 386">
                <a:extLst>
                  <a:ext uri="{FF2B5EF4-FFF2-40B4-BE49-F238E27FC236}">
                    <a16:creationId xmlns:a16="http://schemas.microsoft.com/office/drawing/2014/main" id="{CD850ECA-8061-469E-A59A-02C9D2ACE89F}"/>
                  </a:ext>
                </a:extLst>
              </p:cNvPr>
              <p:cNvSpPr/>
              <p:nvPr/>
            </p:nvSpPr>
            <p:spPr>
              <a:xfrm>
                <a:off x="7846161" y="1487569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8" name="橢圓 387">
                <a:extLst>
                  <a:ext uri="{FF2B5EF4-FFF2-40B4-BE49-F238E27FC236}">
                    <a16:creationId xmlns:a16="http://schemas.microsoft.com/office/drawing/2014/main" id="{4D66027D-17AA-48A6-AD2B-FD7E6E714AAE}"/>
                  </a:ext>
                </a:extLst>
              </p:cNvPr>
              <p:cNvSpPr/>
              <p:nvPr/>
            </p:nvSpPr>
            <p:spPr>
              <a:xfrm>
                <a:off x="7587681" y="1341379"/>
                <a:ext cx="259367" cy="106333"/>
              </a:xfrm>
              <a:prstGeom prst="ellipse">
                <a:avLst/>
              </a:pr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rgbClr val="A6A6A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9" name="手繪多邊形: 圖案 388">
                <a:extLst>
                  <a:ext uri="{FF2B5EF4-FFF2-40B4-BE49-F238E27FC236}">
                    <a16:creationId xmlns:a16="http://schemas.microsoft.com/office/drawing/2014/main" id="{6D128EE0-FD7F-4895-BCB0-DFCA4056A775}"/>
                  </a:ext>
                </a:extLst>
              </p:cNvPr>
              <p:cNvSpPr/>
              <p:nvPr/>
            </p:nvSpPr>
            <p:spPr>
              <a:xfrm>
                <a:off x="7984297" y="1341379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0" name="手繪多邊形: 圖案 389">
                <a:extLst>
                  <a:ext uri="{FF2B5EF4-FFF2-40B4-BE49-F238E27FC236}">
                    <a16:creationId xmlns:a16="http://schemas.microsoft.com/office/drawing/2014/main" id="{6C446912-9B68-4DD7-A7AC-43742EC008DB}"/>
                  </a:ext>
                </a:extLst>
              </p:cNvPr>
              <p:cNvSpPr/>
              <p:nvPr/>
            </p:nvSpPr>
            <p:spPr>
              <a:xfrm>
                <a:off x="7846160" y="1392911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1" name="手繪多邊形: 圖案 390">
                <a:extLst>
                  <a:ext uri="{FF2B5EF4-FFF2-40B4-BE49-F238E27FC236}">
                    <a16:creationId xmlns:a16="http://schemas.microsoft.com/office/drawing/2014/main" id="{A2E1BBA7-725A-40F3-86F3-FF8769887BEB}"/>
                  </a:ext>
                </a:extLst>
              </p:cNvPr>
              <p:cNvSpPr/>
              <p:nvPr/>
            </p:nvSpPr>
            <p:spPr>
              <a:xfrm>
                <a:off x="7846645" y="1342653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2" name="手繪多邊形: 圖案 391">
                <a:extLst>
                  <a:ext uri="{FF2B5EF4-FFF2-40B4-BE49-F238E27FC236}">
                    <a16:creationId xmlns:a16="http://schemas.microsoft.com/office/drawing/2014/main" id="{D638BE5C-623B-4683-A06A-DB0C8D4E17D2}"/>
                  </a:ext>
                </a:extLst>
              </p:cNvPr>
              <p:cNvSpPr/>
              <p:nvPr/>
            </p:nvSpPr>
            <p:spPr>
              <a:xfrm>
                <a:off x="8054894" y="1344942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3" name="手繪多邊形: 圖案 392">
                <a:extLst>
                  <a:ext uri="{FF2B5EF4-FFF2-40B4-BE49-F238E27FC236}">
                    <a16:creationId xmlns:a16="http://schemas.microsoft.com/office/drawing/2014/main" id="{B2A91FE5-56BE-4B85-82BB-E8C0593DA995}"/>
                  </a:ext>
                </a:extLst>
              </p:cNvPr>
              <p:cNvSpPr/>
              <p:nvPr/>
            </p:nvSpPr>
            <p:spPr>
              <a:xfrm>
                <a:off x="7682923" y="1487569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4" name="手繪多邊形: 圖案 393">
                <a:extLst>
                  <a:ext uri="{FF2B5EF4-FFF2-40B4-BE49-F238E27FC236}">
                    <a16:creationId xmlns:a16="http://schemas.microsoft.com/office/drawing/2014/main" id="{0F279262-AAB8-4FAB-9E99-D90F0AB8FB7D}"/>
                  </a:ext>
                </a:extLst>
              </p:cNvPr>
              <p:cNvSpPr/>
              <p:nvPr/>
            </p:nvSpPr>
            <p:spPr>
              <a:xfrm>
                <a:off x="7846160" y="1539101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5" name="手繪多邊形: 圖案 394">
                <a:extLst>
                  <a:ext uri="{FF2B5EF4-FFF2-40B4-BE49-F238E27FC236}">
                    <a16:creationId xmlns:a16="http://schemas.microsoft.com/office/drawing/2014/main" id="{3785580E-66B2-4EB6-AB08-324909813D8D}"/>
                  </a:ext>
                </a:extLst>
              </p:cNvPr>
              <p:cNvSpPr/>
              <p:nvPr/>
            </p:nvSpPr>
            <p:spPr>
              <a:xfrm>
                <a:off x="7751805" y="1490420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6" name="手繪多邊形: 圖案 395">
                <a:extLst>
                  <a:ext uri="{FF2B5EF4-FFF2-40B4-BE49-F238E27FC236}">
                    <a16:creationId xmlns:a16="http://schemas.microsoft.com/office/drawing/2014/main" id="{4102D97A-F5FA-44D8-8FC8-C264CDA1F5AC}"/>
                  </a:ext>
                </a:extLst>
              </p:cNvPr>
              <p:cNvSpPr/>
              <p:nvPr/>
            </p:nvSpPr>
            <p:spPr>
              <a:xfrm>
                <a:off x="7587681" y="1490419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97" name="橢圓 396">
                <a:extLst>
                  <a:ext uri="{FF2B5EF4-FFF2-40B4-BE49-F238E27FC236}">
                    <a16:creationId xmlns:a16="http://schemas.microsoft.com/office/drawing/2014/main" id="{2617E442-C8AF-4389-ABE0-7DC4879FD0A3}"/>
                  </a:ext>
                </a:extLst>
              </p:cNvPr>
              <p:cNvSpPr/>
              <p:nvPr/>
            </p:nvSpPr>
            <p:spPr>
              <a:xfrm>
                <a:off x="7846161" y="1341379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8" name="橢圓 397">
                <a:extLst>
                  <a:ext uri="{FF2B5EF4-FFF2-40B4-BE49-F238E27FC236}">
                    <a16:creationId xmlns:a16="http://schemas.microsoft.com/office/drawing/2014/main" id="{126A4A5F-8277-4148-B547-7E2611553121}"/>
                  </a:ext>
                </a:extLst>
              </p:cNvPr>
              <p:cNvSpPr/>
              <p:nvPr/>
            </p:nvSpPr>
            <p:spPr>
              <a:xfrm>
                <a:off x="7824228" y="1347881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9" name="橢圓 398">
                <a:extLst>
                  <a:ext uri="{FF2B5EF4-FFF2-40B4-BE49-F238E27FC236}">
                    <a16:creationId xmlns:a16="http://schemas.microsoft.com/office/drawing/2014/main" id="{C1C90743-B5D7-4513-899A-B9413434E7C3}"/>
                  </a:ext>
                </a:extLst>
              </p:cNvPr>
              <p:cNvSpPr/>
              <p:nvPr/>
            </p:nvSpPr>
            <p:spPr>
              <a:xfrm>
                <a:off x="7587681" y="1487569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0" name="手繪多邊形: 圖案 399">
                <a:extLst>
                  <a:ext uri="{FF2B5EF4-FFF2-40B4-BE49-F238E27FC236}">
                    <a16:creationId xmlns:a16="http://schemas.microsoft.com/office/drawing/2014/main" id="{F2E99B3B-0D72-4607-A6A9-E16B8D7DA083}"/>
                  </a:ext>
                </a:extLst>
              </p:cNvPr>
              <p:cNvSpPr/>
              <p:nvPr/>
            </p:nvSpPr>
            <p:spPr>
              <a:xfrm>
                <a:off x="7908861" y="1487569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1" name="橢圓 400">
                <a:extLst>
                  <a:ext uri="{FF2B5EF4-FFF2-40B4-BE49-F238E27FC236}">
                    <a16:creationId xmlns:a16="http://schemas.microsoft.com/office/drawing/2014/main" id="{A7D89548-A75D-4E4A-BD41-AAF9DA6E81FC}"/>
                  </a:ext>
                </a:extLst>
              </p:cNvPr>
              <p:cNvSpPr/>
              <p:nvPr/>
            </p:nvSpPr>
            <p:spPr>
              <a:xfrm>
                <a:off x="7846161" y="1487569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2" name="橢圓 401">
                <a:extLst>
                  <a:ext uri="{FF2B5EF4-FFF2-40B4-BE49-F238E27FC236}">
                    <a16:creationId xmlns:a16="http://schemas.microsoft.com/office/drawing/2014/main" id="{62297928-2735-421B-A54E-8DF8311129A4}"/>
                  </a:ext>
                </a:extLst>
              </p:cNvPr>
              <p:cNvSpPr/>
              <p:nvPr/>
            </p:nvSpPr>
            <p:spPr>
              <a:xfrm>
                <a:off x="7824228" y="1494070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03" name="群組 402">
              <a:extLst>
                <a:ext uri="{FF2B5EF4-FFF2-40B4-BE49-F238E27FC236}">
                  <a16:creationId xmlns:a16="http://schemas.microsoft.com/office/drawing/2014/main" id="{1D904A0B-6343-4D11-AE06-51EF90516AFF}"/>
                </a:ext>
              </a:extLst>
            </p:cNvPr>
            <p:cNvGrpSpPr/>
            <p:nvPr/>
          </p:nvGrpSpPr>
          <p:grpSpPr>
            <a:xfrm>
              <a:off x="8956178" y="5047001"/>
              <a:ext cx="406800" cy="406800"/>
              <a:chOff x="1323390" y="1002529"/>
              <a:chExt cx="648000" cy="648000"/>
            </a:xfrm>
          </p:grpSpPr>
          <p:sp>
            <p:nvSpPr>
              <p:cNvPr id="404" name="橢圓 403">
                <a:extLst>
                  <a:ext uri="{FF2B5EF4-FFF2-40B4-BE49-F238E27FC236}">
                    <a16:creationId xmlns:a16="http://schemas.microsoft.com/office/drawing/2014/main" id="{CC20F7BA-C2BF-4FD2-809E-DFAAD1CF6045}"/>
                  </a:ext>
                </a:extLst>
              </p:cNvPr>
              <p:cNvSpPr/>
              <p:nvPr/>
            </p:nvSpPr>
            <p:spPr>
              <a:xfrm>
                <a:off x="1323390" y="1002529"/>
                <a:ext cx="648000" cy="648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5" name="橢圓 404">
                <a:extLst>
                  <a:ext uri="{FF2B5EF4-FFF2-40B4-BE49-F238E27FC236}">
                    <a16:creationId xmlns:a16="http://schemas.microsoft.com/office/drawing/2014/main" id="{B81E3852-645D-4492-9E04-48D533B01F4E}"/>
                  </a:ext>
                </a:extLst>
              </p:cNvPr>
              <p:cNvSpPr/>
              <p:nvPr/>
            </p:nvSpPr>
            <p:spPr>
              <a:xfrm>
                <a:off x="1619989" y="1357847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6" name="手繪多邊形: 圖案 405">
                <a:extLst>
                  <a:ext uri="{FF2B5EF4-FFF2-40B4-BE49-F238E27FC236}">
                    <a16:creationId xmlns:a16="http://schemas.microsoft.com/office/drawing/2014/main" id="{51E64E50-79FF-47C0-A5FD-EDC2F4C042B9}"/>
                  </a:ext>
                </a:extLst>
              </p:cNvPr>
              <p:cNvSpPr/>
              <p:nvPr/>
            </p:nvSpPr>
            <p:spPr>
              <a:xfrm>
                <a:off x="1828409" y="1357847"/>
                <a:ext cx="70597" cy="99252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7" name="橢圓 406">
                <a:extLst>
                  <a:ext uri="{FF2B5EF4-FFF2-40B4-BE49-F238E27FC236}">
                    <a16:creationId xmlns:a16="http://schemas.microsoft.com/office/drawing/2014/main" id="{659DF9E0-5A77-4531-9D8D-81CBD4FD72C4}"/>
                  </a:ext>
                </a:extLst>
              </p:cNvPr>
              <p:cNvSpPr/>
              <p:nvPr/>
            </p:nvSpPr>
            <p:spPr>
              <a:xfrm>
                <a:off x="1361510" y="1211657"/>
                <a:ext cx="259367" cy="106333"/>
              </a:xfrm>
              <a:prstGeom prst="ellipse">
                <a:avLst/>
              </a:pr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rgbClr val="A6A6A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8" name="手繪多邊形: 圖案 407">
                <a:extLst>
                  <a:ext uri="{FF2B5EF4-FFF2-40B4-BE49-F238E27FC236}">
                    <a16:creationId xmlns:a16="http://schemas.microsoft.com/office/drawing/2014/main" id="{24824914-1407-4F1C-8430-3790E51F7D10}"/>
                  </a:ext>
                </a:extLst>
              </p:cNvPr>
              <p:cNvSpPr/>
              <p:nvPr/>
            </p:nvSpPr>
            <p:spPr>
              <a:xfrm>
                <a:off x="1758125" y="1211657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9" name="手繪多邊形: 圖案 408">
                <a:extLst>
                  <a:ext uri="{FF2B5EF4-FFF2-40B4-BE49-F238E27FC236}">
                    <a16:creationId xmlns:a16="http://schemas.microsoft.com/office/drawing/2014/main" id="{B520F589-FB1F-4884-A6B8-DDD56E7AF598}"/>
                  </a:ext>
                </a:extLst>
              </p:cNvPr>
              <p:cNvSpPr/>
              <p:nvPr/>
            </p:nvSpPr>
            <p:spPr>
              <a:xfrm>
                <a:off x="1619988" y="126318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10" name="手繪多邊形: 圖案 409">
                <a:extLst>
                  <a:ext uri="{FF2B5EF4-FFF2-40B4-BE49-F238E27FC236}">
                    <a16:creationId xmlns:a16="http://schemas.microsoft.com/office/drawing/2014/main" id="{A3B8D5C9-D3D5-4298-ADF0-71FF58F4EAA4}"/>
                  </a:ext>
                </a:extLst>
              </p:cNvPr>
              <p:cNvSpPr/>
              <p:nvPr/>
            </p:nvSpPr>
            <p:spPr>
              <a:xfrm>
                <a:off x="1620473" y="1212931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1" name="手繪多邊形: 圖案 410">
                <a:extLst>
                  <a:ext uri="{FF2B5EF4-FFF2-40B4-BE49-F238E27FC236}">
                    <a16:creationId xmlns:a16="http://schemas.microsoft.com/office/drawing/2014/main" id="{9C84153C-E5E6-4531-8A21-129C440B50B2}"/>
                  </a:ext>
                </a:extLst>
              </p:cNvPr>
              <p:cNvSpPr/>
              <p:nvPr/>
            </p:nvSpPr>
            <p:spPr>
              <a:xfrm>
                <a:off x="1828722" y="1215220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2" name="手繪多邊形: 圖案 411">
                <a:extLst>
                  <a:ext uri="{FF2B5EF4-FFF2-40B4-BE49-F238E27FC236}">
                    <a16:creationId xmlns:a16="http://schemas.microsoft.com/office/drawing/2014/main" id="{7EF1163D-CF84-4A71-8918-99CD13E025C3}"/>
                  </a:ext>
                </a:extLst>
              </p:cNvPr>
              <p:cNvSpPr/>
              <p:nvPr/>
            </p:nvSpPr>
            <p:spPr>
              <a:xfrm>
                <a:off x="1456751" y="1357847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13" name="手繪多邊形: 圖案 412">
                <a:extLst>
                  <a:ext uri="{FF2B5EF4-FFF2-40B4-BE49-F238E27FC236}">
                    <a16:creationId xmlns:a16="http://schemas.microsoft.com/office/drawing/2014/main" id="{46958164-9956-4B81-9EF8-B7B154A57BE0}"/>
                  </a:ext>
                </a:extLst>
              </p:cNvPr>
              <p:cNvSpPr/>
              <p:nvPr/>
            </p:nvSpPr>
            <p:spPr>
              <a:xfrm>
                <a:off x="1619988" y="140937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14" name="手繪多邊形: 圖案 413">
                <a:extLst>
                  <a:ext uri="{FF2B5EF4-FFF2-40B4-BE49-F238E27FC236}">
                    <a16:creationId xmlns:a16="http://schemas.microsoft.com/office/drawing/2014/main" id="{7DC13EF2-F3F0-46BE-9C2F-463AE0455E72}"/>
                  </a:ext>
                </a:extLst>
              </p:cNvPr>
              <p:cNvSpPr/>
              <p:nvPr/>
            </p:nvSpPr>
            <p:spPr>
              <a:xfrm>
                <a:off x="1525633" y="1360698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5" name="手繪多邊形: 圖案 414">
                <a:extLst>
                  <a:ext uri="{FF2B5EF4-FFF2-40B4-BE49-F238E27FC236}">
                    <a16:creationId xmlns:a16="http://schemas.microsoft.com/office/drawing/2014/main" id="{9650C4EC-F666-49B8-880A-904E57A9A69E}"/>
                  </a:ext>
                </a:extLst>
              </p:cNvPr>
              <p:cNvSpPr/>
              <p:nvPr/>
            </p:nvSpPr>
            <p:spPr>
              <a:xfrm>
                <a:off x="1361509" y="1360697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416" name="橢圓 415">
                <a:extLst>
                  <a:ext uri="{FF2B5EF4-FFF2-40B4-BE49-F238E27FC236}">
                    <a16:creationId xmlns:a16="http://schemas.microsoft.com/office/drawing/2014/main" id="{6338FADB-8615-4484-8FFE-0348D3D817F6}"/>
                  </a:ext>
                </a:extLst>
              </p:cNvPr>
              <p:cNvSpPr/>
              <p:nvPr/>
            </p:nvSpPr>
            <p:spPr>
              <a:xfrm>
                <a:off x="1598055" y="1218159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7" name="橢圓 416">
                <a:extLst>
                  <a:ext uri="{FF2B5EF4-FFF2-40B4-BE49-F238E27FC236}">
                    <a16:creationId xmlns:a16="http://schemas.microsoft.com/office/drawing/2014/main" id="{E72C3C38-75C9-47B0-9DEB-58C18B7DBA6C}"/>
                  </a:ext>
                </a:extLst>
              </p:cNvPr>
              <p:cNvSpPr/>
              <p:nvPr/>
            </p:nvSpPr>
            <p:spPr>
              <a:xfrm>
                <a:off x="1361509" y="1357847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8" name="手繪多邊形: 圖案 417">
                <a:extLst>
                  <a:ext uri="{FF2B5EF4-FFF2-40B4-BE49-F238E27FC236}">
                    <a16:creationId xmlns:a16="http://schemas.microsoft.com/office/drawing/2014/main" id="{D64F388E-D5A8-40E5-B453-C7E8E1FA3CCC}"/>
                  </a:ext>
                </a:extLst>
              </p:cNvPr>
              <p:cNvSpPr/>
              <p:nvPr/>
            </p:nvSpPr>
            <p:spPr>
              <a:xfrm>
                <a:off x="1682688" y="1357847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9" name="橢圓 418">
                <a:extLst>
                  <a:ext uri="{FF2B5EF4-FFF2-40B4-BE49-F238E27FC236}">
                    <a16:creationId xmlns:a16="http://schemas.microsoft.com/office/drawing/2014/main" id="{F422D0EC-6C59-4093-AAA6-0348C316C2B4}"/>
                  </a:ext>
                </a:extLst>
              </p:cNvPr>
              <p:cNvSpPr/>
              <p:nvPr/>
            </p:nvSpPr>
            <p:spPr>
              <a:xfrm>
                <a:off x="1619989" y="1357847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0" name="橢圓 419">
                <a:extLst>
                  <a:ext uri="{FF2B5EF4-FFF2-40B4-BE49-F238E27FC236}">
                    <a16:creationId xmlns:a16="http://schemas.microsoft.com/office/drawing/2014/main" id="{4E02334C-AD4C-4D16-80D8-9F0A9D4F89F8}"/>
                  </a:ext>
                </a:extLst>
              </p:cNvPr>
              <p:cNvSpPr/>
              <p:nvPr/>
            </p:nvSpPr>
            <p:spPr>
              <a:xfrm>
                <a:off x="1598055" y="1364348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1" name="手繪多邊形: 圖案 420">
                <a:extLst>
                  <a:ext uri="{FF2B5EF4-FFF2-40B4-BE49-F238E27FC236}">
                    <a16:creationId xmlns:a16="http://schemas.microsoft.com/office/drawing/2014/main" id="{11A466B1-C8E8-4A59-8C40-32E548989B32}"/>
                  </a:ext>
                </a:extLst>
              </p:cNvPr>
              <p:cNvSpPr/>
              <p:nvPr/>
            </p:nvSpPr>
            <p:spPr>
              <a:xfrm>
                <a:off x="1846514" y="1222223"/>
                <a:ext cx="70597" cy="88550"/>
              </a:xfrm>
              <a:custGeom>
                <a:avLst/>
                <a:gdLst>
                  <a:gd name="connsiteX0" fmla="*/ 3399 w 70597"/>
                  <a:gd name="connsiteY0" fmla="*/ 0 h 88550"/>
                  <a:gd name="connsiteX1" fmla="*/ 28197 w 70597"/>
                  <a:gd name="connsiteY1" fmla="*/ 5104 h 88550"/>
                  <a:gd name="connsiteX2" fmla="*/ 58464 w 70597"/>
                  <a:gd name="connsiteY2" fmla="*/ 16404 h 88550"/>
                  <a:gd name="connsiteX3" fmla="*/ 70597 w 70597"/>
                  <a:gd name="connsiteY3" fmla="*/ 24967 h 88550"/>
                  <a:gd name="connsiteX4" fmla="*/ 70597 w 70597"/>
                  <a:gd name="connsiteY4" fmla="*/ 67294 h 88550"/>
                  <a:gd name="connsiteX5" fmla="*/ 58464 w 70597"/>
                  <a:gd name="connsiteY5" fmla="*/ 75856 h 88550"/>
                  <a:gd name="connsiteX6" fmla="*/ 28197 w 70597"/>
                  <a:gd name="connsiteY6" fmla="*/ 87156 h 88550"/>
                  <a:gd name="connsiteX7" fmla="*/ 21424 w 70597"/>
                  <a:gd name="connsiteY7" fmla="*/ 88550 h 88550"/>
                  <a:gd name="connsiteX8" fmla="*/ 0 w 70597"/>
                  <a:gd name="connsiteY8" fmla="*/ 83650 h 88550"/>
                  <a:gd name="connsiteX9" fmla="*/ 0 w 70597"/>
                  <a:gd name="connsiteY9" fmla="*/ 778 h 88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0597" h="88550">
                    <a:moveTo>
                      <a:pt x="3399" y="0"/>
                    </a:moveTo>
                    <a:lnTo>
                      <a:pt x="28197" y="5104"/>
                    </a:lnTo>
                    <a:cubicBezTo>
                      <a:pt x="39807" y="8355"/>
                      <a:pt x="50014" y="12162"/>
                      <a:pt x="58464" y="16404"/>
                    </a:cubicBezTo>
                    <a:lnTo>
                      <a:pt x="70597" y="24967"/>
                    </a:lnTo>
                    <a:lnTo>
                      <a:pt x="70597" y="67294"/>
                    </a:lnTo>
                    <a:lnTo>
                      <a:pt x="58464" y="75856"/>
                    </a:lnTo>
                    <a:cubicBezTo>
                      <a:pt x="50014" y="80099"/>
                      <a:pt x="39807" y="83906"/>
                      <a:pt x="28197" y="87156"/>
                    </a:cubicBezTo>
                    <a:lnTo>
                      <a:pt x="21424" y="88550"/>
                    </a:lnTo>
                    <a:lnTo>
                      <a:pt x="0" y="83650"/>
                    </a:lnTo>
                    <a:lnTo>
                      <a:pt x="0" y="778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A7B77C9F-8728-457F-8247-19597D579BA8}"/>
                  </a:ext>
                </a:extLst>
              </p:cNvPr>
              <p:cNvSpPr/>
              <p:nvPr/>
            </p:nvSpPr>
            <p:spPr>
              <a:xfrm>
                <a:off x="1619988" y="1211657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67" name="群組 366">
              <a:extLst>
                <a:ext uri="{FF2B5EF4-FFF2-40B4-BE49-F238E27FC236}">
                  <a16:creationId xmlns:a16="http://schemas.microsoft.com/office/drawing/2014/main" id="{B8EADFAB-5A8B-4E6E-89A4-B115261D39D1}"/>
                </a:ext>
              </a:extLst>
            </p:cNvPr>
            <p:cNvGrpSpPr/>
            <p:nvPr/>
          </p:nvGrpSpPr>
          <p:grpSpPr>
            <a:xfrm>
              <a:off x="8745729" y="4790167"/>
              <a:ext cx="406800" cy="406800"/>
              <a:chOff x="7549562" y="1132251"/>
              <a:chExt cx="648000" cy="648000"/>
            </a:xfrm>
          </p:grpSpPr>
          <p:sp>
            <p:nvSpPr>
              <p:cNvPr id="368" name="橢圓 367">
                <a:extLst>
                  <a:ext uri="{FF2B5EF4-FFF2-40B4-BE49-F238E27FC236}">
                    <a16:creationId xmlns:a16="http://schemas.microsoft.com/office/drawing/2014/main" id="{9EDF460F-7EFE-4776-836B-4E1E639251E4}"/>
                  </a:ext>
                </a:extLst>
              </p:cNvPr>
              <p:cNvSpPr/>
              <p:nvPr/>
            </p:nvSpPr>
            <p:spPr>
              <a:xfrm>
                <a:off x="7549562" y="1132251"/>
                <a:ext cx="648000" cy="648000"/>
              </a:xfrm>
              <a:prstGeom prst="ellipse">
                <a:avLst/>
              </a:prstGeom>
              <a:solidFill>
                <a:srgbClr val="FFF2CC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9" name="橢圓 368">
                <a:extLst>
                  <a:ext uri="{FF2B5EF4-FFF2-40B4-BE49-F238E27FC236}">
                    <a16:creationId xmlns:a16="http://schemas.microsoft.com/office/drawing/2014/main" id="{798FA871-C105-4FC7-AFC7-FE12525AA252}"/>
                  </a:ext>
                </a:extLst>
              </p:cNvPr>
              <p:cNvSpPr/>
              <p:nvPr/>
            </p:nvSpPr>
            <p:spPr>
              <a:xfrm>
                <a:off x="7846161" y="1487569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0" name="橢圓 369">
                <a:extLst>
                  <a:ext uri="{FF2B5EF4-FFF2-40B4-BE49-F238E27FC236}">
                    <a16:creationId xmlns:a16="http://schemas.microsoft.com/office/drawing/2014/main" id="{3145006B-60D4-44A8-89D4-3E9E7DD424A5}"/>
                  </a:ext>
                </a:extLst>
              </p:cNvPr>
              <p:cNvSpPr/>
              <p:nvPr/>
            </p:nvSpPr>
            <p:spPr>
              <a:xfrm>
                <a:off x="7587681" y="1341379"/>
                <a:ext cx="259367" cy="106333"/>
              </a:xfrm>
              <a:prstGeom prst="ellipse">
                <a:avLst/>
              </a:prstGeom>
              <a:pattFill prst="wd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>
                <a:solidFill>
                  <a:srgbClr val="A6A6A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1" name="手繪多邊形: 圖案 370">
                <a:extLst>
                  <a:ext uri="{FF2B5EF4-FFF2-40B4-BE49-F238E27FC236}">
                    <a16:creationId xmlns:a16="http://schemas.microsoft.com/office/drawing/2014/main" id="{A8157683-6DED-4287-88E2-7D988E41C44C}"/>
                  </a:ext>
                </a:extLst>
              </p:cNvPr>
              <p:cNvSpPr/>
              <p:nvPr/>
            </p:nvSpPr>
            <p:spPr>
              <a:xfrm>
                <a:off x="7984297" y="1341379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2" name="手繪多邊形: 圖案 371">
                <a:extLst>
                  <a:ext uri="{FF2B5EF4-FFF2-40B4-BE49-F238E27FC236}">
                    <a16:creationId xmlns:a16="http://schemas.microsoft.com/office/drawing/2014/main" id="{27ED4AEB-128A-49B9-ADB5-35E0DCE1ACF0}"/>
                  </a:ext>
                </a:extLst>
              </p:cNvPr>
              <p:cNvSpPr/>
              <p:nvPr/>
            </p:nvSpPr>
            <p:spPr>
              <a:xfrm>
                <a:off x="7846160" y="1392911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3" name="手繪多邊形: 圖案 372">
                <a:extLst>
                  <a:ext uri="{FF2B5EF4-FFF2-40B4-BE49-F238E27FC236}">
                    <a16:creationId xmlns:a16="http://schemas.microsoft.com/office/drawing/2014/main" id="{1CF40A00-9717-4DEE-8104-CB6ECAE0CB4C}"/>
                  </a:ext>
                </a:extLst>
              </p:cNvPr>
              <p:cNvSpPr/>
              <p:nvPr/>
            </p:nvSpPr>
            <p:spPr>
              <a:xfrm>
                <a:off x="7846645" y="1342653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4" name="手繪多邊形: 圖案 373">
                <a:extLst>
                  <a:ext uri="{FF2B5EF4-FFF2-40B4-BE49-F238E27FC236}">
                    <a16:creationId xmlns:a16="http://schemas.microsoft.com/office/drawing/2014/main" id="{F3F0B8C6-6F6A-4934-A463-0D63E9240C17}"/>
                  </a:ext>
                </a:extLst>
              </p:cNvPr>
              <p:cNvSpPr/>
              <p:nvPr/>
            </p:nvSpPr>
            <p:spPr>
              <a:xfrm>
                <a:off x="8054894" y="1344942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5" name="手繪多邊形: 圖案 374">
                <a:extLst>
                  <a:ext uri="{FF2B5EF4-FFF2-40B4-BE49-F238E27FC236}">
                    <a16:creationId xmlns:a16="http://schemas.microsoft.com/office/drawing/2014/main" id="{847ED127-D2EE-40D6-BC75-7DA93B35F125}"/>
                  </a:ext>
                </a:extLst>
              </p:cNvPr>
              <p:cNvSpPr/>
              <p:nvPr/>
            </p:nvSpPr>
            <p:spPr>
              <a:xfrm>
                <a:off x="7682923" y="1487569"/>
                <a:ext cx="68883" cy="10633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6" name="手繪多邊形: 圖案 375">
                <a:extLst>
                  <a:ext uri="{FF2B5EF4-FFF2-40B4-BE49-F238E27FC236}">
                    <a16:creationId xmlns:a16="http://schemas.microsoft.com/office/drawing/2014/main" id="{68AF7673-81D6-4762-8B11-E848B62A80A6}"/>
                  </a:ext>
                </a:extLst>
              </p:cNvPr>
              <p:cNvSpPr/>
              <p:nvPr/>
            </p:nvSpPr>
            <p:spPr>
              <a:xfrm>
                <a:off x="7846160" y="1539101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7" name="手繪多邊形: 圖案 376">
                <a:extLst>
                  <a:ext uri="{FF2B5EF4-FFF2-40B4-BE49-F238E27FC236}">
                    <a16:creationId xmlns:a16="http://schemas.microsoft.com/office/drawing/2014/main" id="{19D71B18-D3F2-4CAA-BA89-158459248090}"/>
                  </a:ext>
                </a:extLst>
              </p:cNvPr>
              <p:cNvSpPr/>
              <p:nvPr/>
            </p:nvSpPr>
            <p:spPr>
              <a:xfrm>
                <a:off x="7751805" y="1490420"/>
                <a:ext cx="94840" cy="100632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8" name="手繪多邊形: 圖案 377">
                <a:extLst>
                  <a:ext uri="{FF2B5EF4-FFF2-40B4-BE49-F238E27FC236}">
                    <a16:creationId xmlns:a16="http://schemas.microsoft.com/office/drawing/2014/main" id="{B9B9F6A9-E9ED-4ACF-BBF4-E2C18BC17EC0}"/>
                  </a:ext>
                </a:extLst>
              </p:cNvPr>
              <p:cNvSpPr/>
              <p:nvPr/>
            </p:nvSpPr>
            <p:spPr>
              <a:xfrm>
                <a:off x="7587681" y="1490419"/>
                <a:ext cx="95242" cy="100632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79" name="橢圓 378">
                <a:extLst>
                  <a:ext uri="{FF2B5EF4-FFF2-40B4-BE49-F238E27FC236}">
                    <a16:creationId xmlns:a16="http://schemas.microsoft.com/office/drawing/2014/main" id="{9E9A504C-E9D6-4F97-B693-3BCA5A6BE0F2}"/>
                  </a:ext>
                </a:extLst>
              </p:cNvPr>
              <p:cNvSpPr/>
              <p:nvPr/>
            </p:nvSpPr>
            <p:spPr>
              <a:xfrm>
                <a:off x="7846161" y="1341379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0" name="橢圓 379">
                <a:extLst>
                  <a:ext uri="{FF2B5EF4-FFF2-40B4-BE49-F238E27FC236}">
                    <a16:creationId xmlns:a16="http://schemas.microsoft.com/office/drawing/2014/main" id="{C03F79C2-51C9-48E4-B447-F8C7136746A3}"/>
                  </a:ext>
                </a:extLst>
              </p:cNvPr>
              <p:cNvSpPr/>
              <p:nvPr/>
            </p:nvSpPr>
            <p:spPr>
              <a:xfrm>
                <a:off x="7824228" y="1347881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1" name="橢圓 380">
                <a:extLst>
                  <a:ext uri="{FF2B5EF4-FFF2-40B4-BE49-F238E27FC236}">
                    <a16:creationId xmlns:a16="http://schemas.microsoft.com/office/drawing/2014/main" id="{5966A65B-24AC-4769-AE1A-6AFD482E2EC6}"/>
                  </a:ext>
                </a:extLst>
              </p:cNvPr>
              <p:cNvSpPr/>
              <p:nvPr/>
            </p:nvSpPr>
            <p:spPr>
              <a:xfrm>
                <a:off x="7587681" y="1487569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2" name="手繪多邊形: 圖案 381">
                <a:extLst>
                  <a:ext uri="{FF2B5EF4-FFF2-40B4-BE49-F238E27FC236}">
                    <a16:creationId xmlns:a16="http://schemas.microsoft.com/office/drawing/2014/main" id="{EBE287A1-AC87-48E6-A98A-7C3FC51988A3}"/>
                  </a:ext>
                </a:extLst>
              </p:cNvPr>
              <p:cNvSpPr/>
              <p:nvPr/>
            </p:nvSpPr>
            <p:spPr>
              <a:xfrm>
                <a:off x="7908861" y="1487569"/>
                <a:ext cx="70597" cy="103124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3" name="橢圓 382">
                <a:extLst>
                  <a:ext uri="{FF2B5EF4-FFF2-40B4-BE49-F238E27FC236}">
                    <a16:creationId xmlns:a16="http://schemas.microsoft.com/office/drawing/2014/main" id="{B25F5613-83A5-4DE6-842E-0355CE6F5D65}"/>
                  </a:ext>
                </a:extLst>
              </p:cNvPr>
              <p:cNvSpPr/>
              <p:nvPr/>
            </p:nvSpPr>
            <p:spPr>
              <a:xfrm>
                <a:off x="7846161" y="1487569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4" name="橢圓 383">
                <a:extLst>
                  <a:ext uri="{FF2B5EF4-FFF2-40B4-BE49-F238E27FC236}">
                    <a16:creationId xmlns:a16="http://schemas.microsoft.com/office/drawing/2014/main" id="{4C60B1E5-4A7F-4B2E-951C-164DBAD4FA28}"/>
                  </a:ext>
                </a:extLst>
              </p:cNvPr>
              <p:cNvSpPr/>
              <p:nvPr/>
            </p:nvSpPr>
            <p:spPr>
              <a:xfrm>
                <a:off x="7824228" y="1494070"/>
                <a:ext cx="44365" cy="9333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2DC12F35-1AD2-4F56-9535-BDC663EC8559}"/>
              </a:ext>
            </a:extLst>
          </p:cNvPr>
          <p:cNvSpPr txBox="1"/>
          <p:nvPr/>
        </p:nvSpPr>
        <p:spPr>
          <a:xfrm>
            <a:off x="8306735" y="628719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Purity</a:t>
            </a:r>
            <a:r>
              <a:rPr lang="zh-TW" altLang="en-US" dirty="0"/>
              <a:t> </a:t>
            </a:r>
            <a:r>
              <a:rPr lang="en-US" altLang="zh-TW" dirty="0"/>
              <a:t>= 1</a:t>
            </a:r>
            <a:endParaRPr lang="zh-TW" altLang="en-US" dirty="0"/>
          </a:p>
        </p:txBody>
      </p:sp>
      <p:grpSp>
        <p:nvGrpSpPr>
          <p:cNvPr id="523" name="群組 522">
            <a:extLst>
              <a:ext uri="{FF2B5EF4-FFF2-40B4-BE49-F238E27FC236}">
                <a16:creationId xmlns:a16="http://schemas.microsoft.com/office/drawing/2014/main" id="{6BEACCE4-3E17-4D9D-837E-797B0AB8B991}"/>
              </a:ext>
            </a:extLst>
          </p:cNvPr>
          <p:cNvGrpSpPr/>
          <p:nvPr/>
        </p:nvGrpSpPr>
        <p:grpSpPr>
          <a:xfrm>
            <a:off x="9527188" y="5691736"/>
            <a:ext cx="406800" cy="406800"/>
            <a:chOff x="114655" y="3347955"/>
            <a:chExt cx="950122" cy="950122"/>
          </a:xfrm>
        </p:grpSpPr>
        <p:sp>
          <p:nvSpPr>
            <p:cNvPr id="524" name="橢圓 523">
              <a:extLst>
                <a:ext uri="{FF2B5EF4-FFF2-40B4-BE49-F238E27FC236}">
                  <a16:creationId xmlns:a16="http://schemas.microsoft.com/office/drawing/2014/main" id="{9FC994C5-9E75-4B65-AF18-3737429E816F}"/>
                </a:ext>
              </a:extLst>
            </p:cNvPr>
            <p:cNvSpPr/>
            <p:nvPr/>
          </p:nvSpPr>
          <p:spPr>
            <a:xfrm>
              <a:off x="114655" y="3347955"/>
              <a:ext cx="950122" cy="950122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5" name="橢圓 524">
              <a:extLst>
                <a:ext uri="{FF2B5EF4-FFF2-40B4-BE49-F238E27FC236}">
                  <a16:creationId xmlns:a16="http://schemas.microsoft.com/office/drawing/2014/main" id="{2FB7DBDC-868B-4179-BBDF-6A51C1C6EF74}"/>
                </a:ext>
              </a:extLst>
            </p:cNvPr>
            <p:cNvSpPr/>
            <p:nvPr/>
          </p:nvSpPr>
          <p:spPr>
            <a:xfrm>
              <a:off x="549540" y="3868935"/>
              <a:ext cx="459581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6" name="橢圓 525">
              <a:extLst>
                <a:ext uri="{FF2B5EF4-FFF2-40B4-BE49-F238E27FC236}">
                  <a16:creationId xmlns:a16="http://schemas.microsoft.com/office/drawing/2014/main" id="{1B7F17B7-708D-466D-AF0A-D43BE88C693C}"/>
                </a:ext>
              </a:extLst>
            </p:cNvPr>
            <p:cNvSpPr/>
            <p:nvPr/>
          </p:nvSpPr>
          <p:spPr>
            <a:xfrm>
              <a:off x="170546" y="3654587"/>
              <a:ext cx="380294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7" name="手繪多邊形: 圖案 526">
              <a:extLst>
                <a:ext uri="{FF2B5EF4-FFF2-40B4-BE49-F238E27FC236}">
                  <a16:creationId xmlns:a16="http://schemas.microsoft.com/office/drawing/2014/main" id="{E5E0D8A5-AF96-428A-91CF-D761C364CBF1}"/>
                </a:ext>
              </a:extLst>
            </p:cNvPr>
            <p:cNvSpPr/>
            <p:nvPr/>
          </p:nvSpPr>
          <p:spPr>
            <a:xfrm>
              <a:off x="752080" y="3654587"/>
              <a:ext cx="103512" cy="155910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8" name="手繪多邊形: 圖案 527">
              <a:extLst>
                <a:ext uri="{FF2B5EF4-FFF2-40B4-BE49-F238E27FC236}">
                  <a16:creationId xmlns:a16="http://schemas.microsoft.com/office/drawing/2014/main" id="{9A73A72D-AC56-449F-A74F-09DD3FC88FE3}"/>
                </a:ext>
              </a:extLst>
            </p:cNvPr>
            <p:cNvSpPr/>
            <p:nvPr/>
          </p:nvSpPr>
          <p:spPr>
            <a:xfrm>
              <a:off x="549538" y="3730145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29" name="手繪多邊形: 圖案 528">
              <a:extLst>
                <a:ext uri="{FF2B5EF4-FFF2-40B4-BE49-F238E27FC236}">
                  <a16:creationId xmlns:a16="http://schemas.microsoft.com/office/drawing/2014/main" id="{508005D1-2425-4706-BE2C-1CB0EAB18E46}"/>
                </a:ext>
              </a:extLst>
            </p:cNvPr>
            <p:cNvSpPr/>
            <p:nvPr/>
          </p:nvSpPr>
          <p:spPr>
            <a:xfrm>
              <a:off x="550250" y="3656454"/>
              <a:ext cx="201830" cy="15217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0" name="手繪多邊形: 圖案 529">
              <a:extLst>
                <a:ext uri="{FF2B5EF4-FFF2-40B4-BE49-F238E27FC236}">
                  <a16:creationId xmlns:a16="http://schemas.microsoft.com/office/drawing/2014/main" id="{ED8F40A6-A6B8-4E8D-B8D1-FD8D6AF72334}"/>
                </a:ext>
              </a:extLst>
            </p:cNvPr>
            <p:cNvSpPr/>
            <p:nvPr/>
          </p:nvSpPr>
          <p:spPr>
            <a:xfrm>
              <a:off x="855592" y="3659810"/>
              <a:ext cx="153528" cy="145464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1" name="手繪多邊形: 圖案 530">
              <a:extLst>
                <a:ext uri="{FF2B5EF4-FFF2-40B4-BE49-F238E27FC236}">
                  <a16:creationId xmlns:a16="http://schemas.microsoft.com/office/drawing/2014/main" id="{3A622E73-ED55-478F-9E9B-28E2D548846B}"/>
                </a:ext>
              </a:extLst>
            </p:cNvPr>
            <p:cNvSpPr/>
            <p:nvPr/>
          </p:nvSpPr>
          <p:spPr>
            <a:xfrm>
              <a:off x="310194" y="3868935"/>
              <a:ext cx="100999" cy="155910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32" name="手繪多邊形: 圖案 531">
              <a:extLst>
                <a:ext uri="{FF2B5EF4-FFF2-40B4-BE49-F238E27FC236}">
                  <a16:creationId xmlns:a16="http://schemas.microsoft.com/office/drawing/2014/main" id="{0A744E71-C38E-43D2-A654-320CE1314D02}"/>
                </a:ext>
              </a:extLst>
            </p:cNvPr>
            <p:cNvSpPr/>
            <p:nvPr/>
          </p:nvSpPr>
          <p:spPr>
            <a:xfrm>
              <a:off x="549538" y="3944494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33" name="手繪多邊形: 圖案 532">
              <a:extLst>
                <a:ext uri="{FF2B5EF4-FFF2-40B4-BE49-F238E27FC236}">
                  <a16:creationId xmlns:a16="http://schemas.microsoft.com/office/drawing/2014/main" id="{88AF04EE-B970-4678-9993-0949241DDF9B}"/>
                </a:ext>
              </a:extLst>
            </p:cNvPr>
            <p:cNvSpPr/>
            <p:nvPr/>
          </p:nvSpPr>
          <p:spPr>
            <a:xfrm>
              <a:off x="411192" y="3873116"/>
              <a:ext cx="139058" cy="147551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4" name="手繪多邊形: 圖案 533">
              <a:extLst>
                <a:ext uri="{FF2B5EF4-FFF2-40B4-BE49-F238E27FC236}">
                  <a16:creationId xmlns:a16="http://schemas.microsoft.com/office/drawing/2014/main" id="{F2BE5438-982E-4C51-8C80-47921E3F6A39}"/>
                </a:ext>
              </a:extLst>
            </p:cNvPr>
            <p:cNvSpPr/>
            <p:nvPr/>
          </p:nvSpPr>
          <p:spPr>
            <a:xfrm>
              <a:off x="170546" y="3873115"/>
              <a:ext cx="139647" cy="147550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35" name="橢圓 534">
              <a:extLst>
                <a:ext uri="{FF2B5EF4-FFF2-40B4-BE49-F238E27FC236}">
                  <a16:creationId xmlns:a16="http://schemas.microsoft.com/office/drawing/2014/main" id="{AE0BF980-0E1B-4ACD-A3B3-5FE1C165ABED}"/>
                </a:ext>
              </a:extLst>
            </p:cNvPr>
            <p:cNvSpPr/>
            <p:nvPr/>
          </p:nvSpPr>
          <p:spPr>
            <a:xfrm>
              <a:off x="549539" y="3654587"/>
              <a:ext cx="459581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6" name="橢圓 535">
              <a:extLst>
                <a:ext uri="{FF2B5EF4-FFF2-40B4-BE49-F238E27FC236}">
                  <a16:creationId xmlns:a16="http://schemas.microsoft.com/office/drawing/2014/main" id="{F5BB1F58-ED62-4888-A332-45C8AC4D6B49}"/>
                </a:ext>
              </a:extLst>
            </p:cNvPr>
            <p:cNvSpPr/>
            <p:nvPr/>
          </p:nvSpPr>
          <p:spPr>
            <a:xfrm>
              <a:off x="517380" y="3664120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7" name="橢圓 536">
              <a:extLst>
                <a:ext uri="{FF2B5EF4-FFF2-40B4-BE49-F238E27FC236}">
                  <a16:creationId xmlns:a16="http://schemas.microsoft.com/office/drawing/2014/main" id="{6873D31F-C54C-4A1B-A0A2-009FB6040762}"/>
                </a:ext>
              </a:extLst>
            </p:cNvPr>
            <p:cNvSpPr/>
            <p:nvPr/>
          </p:nvSpPr>
          <p:spPr>
            <a:xfrm>
              <a:off x="170546" y="3868935"/>
              <a:ext cx="380294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8" name="橢圓 537">
              <a:extLst>
                <a:ext uri="{FF2B5EF4-FFF2-40B4-BE49-F238E27FC236}">
                  <a16:creationId xmlns:a16="http://schemas.microsoft.com/office/drawing/2014/main" id="{5CE45724-A3F6-48FB-BF58-C0D0230CD93C}"/>
                </a:ext>
              </a:extLst>
            </p:cNvPr>
            <p:cNvSpPr/>
            <p:nvPr/>
          </p:nvSpPr>
          <p:spPr>
            <a:xfrm>
              <a:off x="517380" y="3878468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39" name="文字方塊 538">
            <a:extLst>
              <a:ext uri="{FF2B5EF4-FFF2-40B4-BE49-F238E27FC236}">
                <a16:creationId xmlns:a16="http://schemas.microsoft.com/office/drawing/2014/main" id="{A7EACA92-B6CB-4901-A500-387A73D252E9}"/>
              </a:ext>
            </a:extLst>
          </p:cNvPr>
          <p:cNvSpPr txBox="1"/>
          <p:nvPr/>
        </p:nvSpPr>
        <p:spPr>
          <a:xfrm>
            <a:off x="9445296" y="5615280"/>
            <a:ext cx="415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C55A11"/>
                </a:solidFill>
              </a:defRPr>
            </a:lvl1pPr>
          </a:lstStyle>
          <a:p>
            <a:r>
              <a:rPr lang="zh-TW" altLang="en-US" sz="3200" dirty="0">
                <a:solidFill>
                  <a:schemeClr val="tx1"/>
                </a:solidFill>
              </a:rPr>
              <a:t>✕</a:t>
            </a:r>
          </a:p>
        </p:txBody>
      </p:sp>
      <p:grpSp>
        <p:nvGrpSpPr>
          <p:cNvPr id="541" name="群組 540">
            <a:extLst>
              <a:ext uri="{FF2B5EF4-FFF2-40B4-BE49-F238E27FC236}">
                <a16:creationId xmlns:a16="http://schemas.microsoft.com/office/drawing/2014/main" id="{F68DB1CD-248A-410E-A9D2-CC9243AB5AB6}"/>
              </a:ext>
            </a:extLst>
          </p:cNvPr>
          <p:cNvGrpSpPr/>
          <p:nvPr/>
        </p:nvGrpSpPr>
        <p:grpSpPr>
          <a:xfrm>
            <a:off x="2797571" y="2820514"/>
            <a:ext cx="2320059" cy="369332"/>
            <a:chOff x="2749127" y="2008560"/>
            <a:chExt cx="2320059" cy="369332"/>
          </a:xfrm>
        </p:grpSpPr>
        <p:sp>
          <p:nvSpPr>
            <p:cNvPr id="548" name="矩形: 圓角 547">
              <a:extLst>
                <a:ext uri="{FF2B5EF4-FFF2-40B4-BE49-F238E27FC236}">
                  <a16:creationId xmlns:a16="http://schemas.microsoft.com/office/drawing/2014/main" id="{039B9437-3E9D-4D2F-80BE-F2FDD69B7BE9}"/>
                </a:ext>
              </a:extLst>
            </p:cNvPr>
            <p:cNvSpPr/>
            <p:nvPr/>
          </p:nvSpPr>
          <p:spPr>
            <a:xfrm>
              <a:off x="2749127" y="2059813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549" name="文字方塊 548">
              <a:extLst>
                <a:ext uri="{FF2B5EF4-FFF2-40B4-BE49-F238E27FC236}">
                  <a16:creationId xmlns:a16="http://schemas.microsoft.com/office/drawing/2014/main" id="{0956A8C0-BAE7-4CAE-B50D-0D6E2D8B9C7D}"/>
                </a:ext>
              </a:extLst>
            </p:cNvPr>
            <p:cNvSpPr txBox="1"/>
            <p:nvPr/>
          </p:nvSpPr>
          <p:spPr>
            <a:xfrm>
              <a:off x="2775577" y="2008560"/>
              <a:ext cx="22671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Long-read Sequencing</a:t>
              </a:r>
              <a:endParaRPr lang="zh-TW" altLang="en-US" dirty="0"/>
            </a:p>
          </p:txBody>
        </p:sp>
      </p:grpSp>
      <p:grpSp>
        <p:nvGrpSpPr>
          <p:cNvPr id="542" name="群組 541">
            <a:extLst>
              <a:ext uri="{FF2B5EF4-FFF2-40B4-BE49-F238E27FC236}">
                <a16:creationId xmlns:a16="http://schemas.microsoft.com/office/drawing/2014/main" id="{B522E046-343D-463C-ABAE-6E634A04ECE9}"/>
              </a:ext>
            </a:extLst>
          </p:cNvPr>
          <p:cNvGrpSpPr/>
          <p:nvPr/>
        </p:nvGrpSpPr>
        <p:grpSpPr>
          <a:xfrm>
            <a:off x="130355" y="2811664"/>
            <a:ext cx="2320059" cy="369332"/>
            <a:chOff x="280422" y="2341381"/>
            <a:chExt cx="2320059" cy="369332"/>
          </a:xfrm>
        </p:grpSpPr>
        <p:sp>
          <p:nvSpPr>
            <p:cNvPr id="424" name="矩形: 圓角 423">
              <a:extLst>
                <a:ext uri="{FF2B5EF4-FFF2-40B4-BE49-F238E27FC236}">
                  <a16:creationId xmlns:a16="http://schemas.microsoft.com/office/drawing/2014/main" id="{20D1F54C-19DE-4830-A8FE-65E12D8D68FA}"/>
                </a:ext>
              </a:extLst>
            </p:cNvPr>
            <p:cNvSpPr/>
            <p:nvPr/>
          </p:nvSpPr>
          <p:spPr>
            <a:xfrm>
              <a:off x="280422" y="2392634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557" name="文字方塊 556">
              <a:extLst>
                <a:ext uri="{FF2B5EF4-FFF2-40B4-BE49-F238E27FC236}">
                  <a16:creationId xmlns:a16="http://schemas.microsoft.com/office/drawing/2014/main" id="{13D511D2-0ECB-496E-B42B-60176BEECFB2}"/>
                </a:ext>
              </a:extLst>
            </p:cNvPr>
            <p:cNvSpPr txBox="1"/>
            <p:nvPr/>
          </p:nvSpPr>
          <p:spPr>
            <a:xfrm>
              <a:off x="430335" y="2341381"/>
              <a:ext cx="20202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Tumor-Only sample</a:t>
              </a:r>
              <a:endParaRPr lang="zh-TW" altLang="en-US" dirty="0"/>
            </a:p>
          </p:txBody>
        </p:sp>
      </p:grpSp>
      <p:grpSp>
        <p:nvGrpSpPr>
          <p:cNvPr id="426" name="群組 425">
            <a:extLst>
              <a:ext uri="{FF2B5EF4-FFF2-40B4-BE49-F238E27FC236}">
                <a16:creationId xmlns:a16="http://schemas.microsoft.com/office/drawing/2014/main" id="{356CF9EA-A55A-4205-86D1-B978032642D0}"/>
              </a:ext>
            </a:extLst>
          </p:cNvPr>
          <p:cNvGrpSpPr/>
          <p:nvPr/>
        </p:nvGrpSpPr>
        <p:grpSpPr>
          <a:xfrm>
            <a:off x="876010" y="3813668"/>
            <a:ext cx="661180" cy="661180"/>
            <a:chOff x="1323390" y="1002529"/>
            <a:chExt cx="648000" cy="648000"/>
          </a:xfrm>
        </p:grpSpPr>
        <p:sp>
          <p:nvSpPr>
            <p:cNvPr id="483" name="橢圓 482">
              <a:extLst>
                <a:ext uri="{FF2B5EF4-FFF2-40B4-BE49-F238E27FC236}">
                  <a16:creationId xmlns:a16="http://schemas.microsoft.com/office/drawing/2014/main" id="{3ED12915-B8E6-4A8D-B13B-7475615863EF}"/>
                </a:ext>
              </a:extLst>
            </p:cNvPr>
            <p:cNvSpPr/>
            <p:nvPr/>
          </p:nvSpPr>
          <p:spPr>
            <a:xfrm>
              <a:off x="1323390" y="1002529"/>
              <a:ext cx="648000" cy="648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2B73E5C0-4761-43C7-B840-C52400DEE31D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5" name="手繪多邊形: 圖案 484">
              <a:extLst>
                <a:ext uri="{FF2B5EF4-FFF2-40B4-BE49-F238E27FC236}">
                  <a16:creationId xmlns:a16="http://schemas.microsoft.com/office/drawing/2014/main" id="{7C07E766-1DAB-4FD0-A480-121453A95546}"/>
                </a:ext>
              </a:extLst>
            </p:cNvPr>
            <p:cNvSpPr/>
            <p:nvPr/>
          </p:nvSpPr>
          <p:spPr>
            <a:xfrm>
              <a:off x="1828409" y="1357847"/>
              <a:ext cx="70597" cy="99252"/>
            </a:xfrm>
            <a:custGeom>
              <a:avLst/>
              <a:gdLst>
                <a:gd name="connsiteX0" fmla="*/ 0 w 103512"/>
                <a:gd name="connsiteY0" fmla="*/ 0 h 145527"/>
                <a:gd name="connsiteX1" fmla="*/ 13641 w 103512"/>
                <a:gd name="connsiteY1" fmla="*/ 934 h 145527"/>
                <a:gd name="connsiteX2" fmla="*/ 86683 w 103512"/>
                <a:gd name="connsiteY2" fmla="*/ 17641 h 145527"/>
                <a:gd name="connsiteX3" fmla="*/ 103512 w 103512"/>
                <a:gd name="connsiteY3" fmla="*/ 24561 h 145527"/>
                <a:gd name="connsiteX4" fmla="*/ 103512 w 103512"/>
                <a:gd name="connsiteY4" fmla="*/ 120966 h 145527"/>
                <a:gd name="connsiteX5" fmla="*/ 86683 w 103512"/>
                <a:gd name="connsiteY5" fmla="*/ 127885 h 145527"/>
                <a:gd name="connsiteX6" fmla="*/ 13641 w 103512"/>
                <a:gd name="connsiteY6" fmla="*/ 144592 h 145527"/>
                <a:gd name="connsiteX7" fmla="*/ 0 w 103512"/>
                <a:gd name="connsiteY7" fmla="*/ 145527 h 145527"/>
                <a:gd name="connsiteX8" fmla="*/ 0 w 103512"/>
                <a:gd name="connsiteY8" fmla="*/ 0 h 14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512" h="145527">
                  <a:moveTo>
                    <a:pt x="0" y="0"/>
                  </a:moveTo>
                  <a:lnTo>
                    <a:pt x="13641" y="934"/>
                  </a:lnTo>
                  <a:cubicBezTo>
                    <a:pt x="41133" y="4879"/>
                    <a:pt x="65891" y="10587"/>
                    <a:pt x="86683" y="17641"/>
                  </a:cubicBezTo>
                  <a:lnTo>
                    <a:pt x="103512" y="24561"/>
                  </a:lnTo>
                  <a:lnTo>
                    <a:pt x="103512" y="120966"/>
                  </a:lnTo>
                  <a:lnTo>
                    <a:pt x="86683" y="127885"/>
                  </a:lnTo>
                  <a:cubicBezTo>
                    <a:pt x="65891" y="134939"/>
                    <a:pt x="41133" y="140647"/>
                    <a:pt x="13641" y="144592"/>
                  </a:cubicBezTo>
                  <a:lnTo>
                    <a:pt x="0" y="145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6" name="橢圓 485">
              <a:extLst>
                <a:ext uri="{FF2B5EF4-FFF2-40B4-BE49-F238E27FC236}">
                  <a16:creationId xmlns:a16="http://schemas.microsoft.com/office/drawing/2014/main" id="{1EBC8D0C-6F0A-4F49-98CC-7126EA2F36C7}"/>
                </a:ext>
              </a:extLst>
            </p:cNvPr>
            <p:cNvSpPr/>
            <p:nvPr/>
          </p:nvSpPr>
          <p:spPr>
            <a:xfrm>
              <a:off x="1361510" y="1211657"/>
              <a:ext cx="259367" cy="106333"/>
            </a:xfrm>
            <a:prstGeom prst="ellipse">
              <a:avLst/>
            </a:prstGeom>
            <a:pattFill prst="wd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rgbClr val="A6A6A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7" name="手繪多邊形: 圖案 486">
              <a:extLst>
                <a:ext uri="{FF2B5EF4-FFF2-40B4-BE49-F238E27FC236}">
                  <a16:creationId xmlns:a16="http://schemas.microsoft.com/office/drawing/2014/main" id="{26869E02-AD69-4B5E-8A7F-F927479AA86C}"/>
                </a:ext>
              </a:extLst>
            </p:cNvPr>
            <p:cNvSpPr/>
            <p:nvPr/>
          </p:nvSpPr>
          <p:spPr>
            <a:xfrm>
              <a:off x="1758125" y="1211657"/>
              <a:ext cx="70597" cy="10633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8" name="手繪多邊形: 圖案 487">
              <a:extLst>
                <a:ext uri="{FF2B5EF4-FFF2-40B4-BE49-F238E27FC236}">
                  <a16:creationId xmlns:a16="http://schemas.microsoft.com/office/drawing/2014/main" id="{2C74269B-429D-43A9-BB1E-CA45D9A50A32}"/>
                </a:ext>
              </a:extLst>
            </p:cNvPr>
            <p:cNvSpPr/>
            <p:nvPr/>
          </p:nvSpPr>
          <p:spPr>
            <a:xfrm>
              <a:off x="1619988" y="126318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89" name="手繪多邊形: 圖案 488">
              <a:extLst>
                <a:ext uri="{FF2B5EF4-FFF2-40B4-BE49-F238E27FC236}">
                  <a16:creationId xmlns:a16="http://schemas.microsoft.com/office/drawing/2014/main" id="{F8F71007-7C2A-437C-8E05-E42EC65A716D}"/>
                </a:ext>
              </a:extLst>
            </p:cNvPr>
            <p:cNvSpPr/>
            <p:nvPr/>
          </p:nvSpPr>
          <p:spPr>
            <a:xfrm>
              <a:off x="1620473" y="1212931"/>
              <a:ext cx="137652" cy="1037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0" name="手繪多邊形: 圖案 489">
              <a:extLst>
                <a:ext uri="{FF2B5EF4-FFF2-40B4-BE49-F238E27FC236}">
                  <a16:creationId xmlns:a16="http://schemas.microsoft.com/office/drawing/2014/main" id="{F6FEF716-2667-4787-A081-98D56F9CBE6F}"/>
                </a:ext>
              </a:extLst>
            </p:cNvPr>
            <p:cNvSpPr/>
            <p:nvPr/>
          </p:nvSpPr>
          <p:spPr>
            <a:xfrm>
              <a:off x="1828722" y="1215220"/>
              <a:ext cx="104709" cy="9920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1" name="手繪多邊形: 圖案 490">
              <a:extLst>
                <a:ext uri="{FF2B5EF4-FFF2-40B4-BE49-F238E27FC236}">
                  <a16:creationId xmlns:a16="http://schemas.microsoft.com/office/drawing/2014/main" id="{9E683FC0-E7D3-4FA8-BB39-531187480A7C}"/>
                </a:ext>
              </a:extLst>
            </p:cNvPr>
            <p:cNvSpPr/>
            <p:nvPr/>
          </p:nvSpPr>
          <p:spPr>
            <a:xfrm>
              <a:off x="1456751" y="1357847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92" name="手繪多邊形: 圖案 491">
              <a:extLst>
                <a:ext uri="{FF2B5EF4-FFF2-40B4-BE49-F238E27FC236}">
                  <a16:creationId xmlns:a16="http://schemas.microsoft.com/office/drawing/2014/main" id="{DA58D0F6-397D-483E-A492-F270C664B8FE}"/>
                </a:ext>
              </a:extLst>
            </p:cNvPr>
            <p:cNvSpPr/>
            <p:nvPr/>
          </p:nvSpPr>
          <p:spPr>
            <a:xfrm>
              <a:off x="1619988" y="140937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93" name="手繪多邊形: 圖案 492">
              <a:extLst>
                <a:ext uri="{FF2B5EF4-FFF2-40B4-BE49-F238E27FC236}">
                  <a16:creationId xmlns:a16="http://schemas.microsoft.com/office/drawing/2014/main" id="{349E7BC2-68AE-41E5-8F45-DBC9ADFBECE7}"/>
                </a:ext>
              </a:extLst>
            </p:cNvPr>
            <p:cNvSpPr/>
            <p:nvPr/>
          </p:nvSpPr>
          <p:spPr>
            <a:xfrm>
              <a:off x="1525633" y="1360698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4" name="手繪多邊形: 圖案 493">
              <a:extLst>
                <a:ext uri="{FF2B5EF4-FFF2-40B4-BE49-F238E27FC236}">
                  <a16:creationId xmlns:a16="http://schemas.microsoft.com/office/drawing/2014/main" id="{820F9891-78D7-4F65-B4B2-CBDBFA9BB430}"/>
                </a:ext>
              </a:extLst>
            </p:cNvPr>
            <p:cNvSpPr/>
            <p:nvPr/>
          </p:nvSpPr>
          <p:spPr>
            <a:xfrm>
              <a:off x="1361509" y="1360697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96" name="橢圓 495">
              <a:extLst>
                <a:ext uri="{FF2B5EF4-FFF2-40B4-BE49-F238E27FC236}">
                  <a16:creationId xmlns:a16="http://schemas.microsoft.com/office/drawing/2014/main" id="{8B8C1370-2B15-443B-9EF7-AD23E6D23FAE}"/>
                </a:ext>
              </a:extLst>
            </p:cNvPr>
            <p:cNvSpPr/>
            <p:nvPr/>
          </p:nvSpPr>
          <p:spPr>
            <a:xfrm>
              <a:off x="1361509" y="1357847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7" name="手繪多邊形: 圖案 496">
              <a:extLst>
                <a:ext uri="{FF2B5EF4-FFF2-40B4-BE49-F238E27FC236}">
                  <a16:creationId xmlns:a16="http://schemas.microsoft.com/office/drawing/2014/main" id="{D7E2C3C1-D496-48CF-8442-C9D56E675B14}"/>
                </a:ext>
              </a:extLst>
            </p:cNvPr>
            <p:cNvSpPr/>
            <p:nvPr/>
          </p:nvSpPr>
          <p:spPr>
            <a:xfrm>
              <a:off x="1682688" y="1357847"/>
              <a:ext cx="70597" cy="103124"/>
            </a:xfrm>
            <a:custGeom>
              <a:avLst/>
              <a:gdLst>
                <a:gd name="connsiteX0" fmla="*/ 103512 w 103512"/>
                <a:gd name="connsiteY0" fmla="*/ 0 h 151205"/>
                <a:gd name="connsiteX1" fmla="*/ 103512 w 103512"/>
                <a:gd name="connsiteY1" fmla="*/ 151205 h 151205"/>
                <a:gd name="connsiteX2" fmla="*/ 48412 w 103512"/>
                <a:gd name="connsiteY2" fmla="*/ 147431 h 151205"/>
                <a:gd name="connsiteX3" fmla="*/ 0 w 103512"/>
                <a:gd name="connsiteY3" fmla="*/ 136358 h 151205"/>
                <a:gd name="connsiteX4" fmla="*/ 0 w 103512"/>
                <a:gd name="connsiteY4" fmla="*/ 14847 h 151205"/>
                <a:gd name="connsiteX5" fmla="*/ 48412 w 103512"/>
                <a:gd name="connsiteY5" fmla="*/ 3773 h 151205"/>
                <a:gd name="connsiteX6" fmla="*/ 103512 w 103512"/>
                <a:gd name="connsiteY6" fmla="*/ 0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5">
                  <a:moveTo>
                    <a:pt x="103512" y="0"/>
                  </a:moveTo>
                  <a:lnTo>
                    <a:pt x="103512" y="151205"/>
                  </a:lnTo>
                  <a:lnTo>
                    <a:pt x="48412" y="147431"/>
                  </a:lnTo>
                  <a:lnTo>
                    <a:pt x="0" y="136358"/>
                  </a:lnTo>
                  <a:lnTo>
                    <a:pt x="0" y="14847"/>
                  </a:lnTo>
                  <a:lnTo>
                    <a:pt x="48412" y="3773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8" name="橢圓 497">
              <a:extLst>
                <a:ext uri="{FF2B5EF4-FFF2-40B4-BE49-F238E27FC236}">
                  <a16:creationId xmlns:a16="http://schemas.microsoft.com/office/drawing/2014/main" id="{405A7119-238D-40FD-A9BD-22F400CC318F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9" name="橢圓 498">
              <a:extLst>
                <a:ext uri="{FF2B5EF4-FFF2-40B4-BE49-F238E27FC236}">
                  <a16:creationId xmlns:a16="http://schemas.microsoft.com/office/drawing/2014/main" id="{A7F3FAB4-B755-4A1E-A9A0-2A2772F2A015}"/>
                </a:ext>
              </a:extLst>
            </p:cNvPr>
            <p:cNvSpPr/>
            <p:nvPr/>
          </p:nvSpPr>
          <p:spPr>
            <a:xfrm>
              <a:off x="1598055" y="1364348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0" name="手繪多邊形: 圖案 499">
              <a:extLst>
                <a:ext uri="{FF2B5EF4-FFF2-40B4-BE49-F238E27FC236}">
                  <a16:creationId xmlns:a16="http://schemas.microsoft.com/office/drawing/2014/main" id="{7976F8DF-9835-449D-9DF4-7876EB821598}"/>
                </a:ext>
              </a:extLst>
            </p:cNvPr>
            <p:cNvSpPr/>
            <p:nvPr/>
          </p:nvSpPr>
          <p:spPr>
            <a:xfrm>
              <a:off x="1846514" y="1222223"/>
              <a:ext cx="70597" cy="88550"/>
            </a:xfrm>
            <a:custGeom>
              <a:avLst/>
              <a:gdLst>
                <a:gd name="connsiteX0" fmla="*/ 3399 w 70597"/>
                <a:gd name="connsiteY0" fmla="*/ 0 h 88550"/>
                <a:gd name="connsiteX1" fmla="*/ 28197 w 70597"/>
                <a:gd name="connsiteY1" fmla="*/ 5104 h 88550"/>
                <a:gd name="connsiteX2" fmla="*/ 58464 w 70597"/>
                <a:gd name="connsiteY2" fmla="*/ 16404 h 88550"/>
                <a:gd name="connsiteX3" fmla="*/ 70597 w 70597"/>
                <a:gd name="connsiteY3" fmla="*/ 24967 h 88550"/>
                <a:gd name="connsiteX4" fmla="*/ 70597 w 70597"/>
                <a:gd name="connsiteY4" fmla="*/ 67294 h 88550"/>
                <a:gd name="connsiteX5" fmla="*/ 58464 w 70597"/>
                <a:gd name="connsiteY5" fmla="*/ 75856 h 88550"/>
                <a:gd name="connsiteX6" fmla="*/ 28197 w 70597"/>
                <a:gd name="connsiteY6" fmla="*/ 87156 h 88550"/>
                <a:gd name="connsiteX7" fmla="*/ 21424 w 70597"/>
                <a:gd name="connsiteY7" fmla="*/ 88550 h 88550"/>
                <a:gd name="connsiteX8" fmla="*/ 0 w 70597"/>
                <a:gd name="connsiteY8" fmla="*/ 83650 h 88550"/>
                <a:gd name="connsiteX9" fmla="*/ 0 w 70597"/>
                <a:gd name="connsiteY9" fmla="*/ 778 h 8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97" h="88550">
                  <a:moveTo>
                    <a:pt x="3399" y="0"/>
                  </a:moveTo>
                  <a:lnTo>
                    <a:pt x="28197" y="5104"/>
                  </a:lnTo>
                  <a:cubicBezTo>
                    <a:pt x="39807" y="8355"/>
                    <a:pt x="50014" y="12162"/>
                    <a:pt x="58464" y="16404"/>
                  </a:cubicBezTo>
                  <a:lnTo>
                    <a:pt x="70597" y="24967"/>
                  </a:lnTo>
                  <a:lnTo>
                    <a:pt x="70597" y="67294"/>
                  </a:lnTo>
                  <a:lnTo>
                    <a:pt x="58464" y="75856"/>
                  </a:lnTo>
                  <a:cubicBezTo>
                    <a:pt x="50014" y="80099"/>
                    <a:pt x="39807" y="83906"/>
                    <a:pt x="28197" y="87156"/>
                  </a:cubicBezTo>
                  <a:lnTo>
                    <a:pt x="21424" y="88550"/>
                  </a:lnTo>
                  <a:lnTo>
                    <a:pt x="0" y="83650"/>
                  </a:lnTo>
                  <a:lnTo>
                    <a:pt x="0" y="778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1" name="橢圓 500">
              <a:extLst>
                <a:ext uri="{FF2B5EF4-FFF2-40B4-BE49-F238E27FC236}">
                  <a16:creationId xmlns:a16="http://schemas.microsoft.com/office/drawing/2014/main" id="{15E2634A-FDC1-42E5-8FD9-157F0A217DF6}"/>
                </a:ext>
              </a:extLst>
            </p:cNvPr>
            <p:cNvSpPr/>
            <p:nvPr/>
          </p:nvSpPr>
          <p:spPr>
            <a:xfrm>
              <a:off x="1619988" y="121165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5" name="橢圓 494">
              <a:extLst>
                <a:ext uri="{FF2B5EF4-FFF2-40B4-BE49-F238E27FC236}">
                  <a16:creationId xmlns:a16="http://schemas.microsoft.com/office/drawing/2014/main" id="{D6D859F8-C2CF-4410-8840-477ADD903CAA}"/>
                </a:ext>
              </a:extLst>
            </p:cNvPr>
            <p:cNvSpPr/>
            <p:nvPr/>
          </p:nvSpPr>
          <p:spPr>
            <a:xfrm>
              <a:off x="1598055" y="1218159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66" name="群組 565">
            <a:extLst>
              <a:ext uri="{FF2B5EF4-FFF2-40B4-BE49-F238E27FC236}">
                <a16:creationId xmlns:a16="http://schemas.microsoft.com/office/drawing/2014/main" id="{3A14AC30-E52A-446E-B0B7-525CE082E00E}"/>
              </a:ext>
            </a:extLst>
          </p:cNvPr>
          <p:cNvGrpSpPr/>
          <p:nvPr/>
        </p:nvGrpSpPr>
        <p:grpSpPr>
          <a:xfrm>
            <a:off x="1412278" y="3746934"/>
            <a:ext cx="662400" cy="662400"/>
            <a:chOff x="1323390" y="1002529"/>
            <a:chExt cx="648000" cy="648000"/>
          </a:xfrm>
        </p:grpSpPr>
        <p:sp>
          <p:nvSpPr>
            <p:cNvPr id="585" name="橢圓 584">
              <a:extLst>
                <a:ext uri="{FF2B5EF4-FFF2-40B4-BE49-F238E27FC236}">
                  <a16:creationId xmlns:a16="http://schemas.microsoft.com/office/drawing/2014/main" id="{2B556B79-B109-4456-946A-35F5325A3E1B}"/>
                </a:ext>
              </a:extLst>
            </p:cNvPr>
            <p:cNvSpPr/>
            <p:nvPr/>
          </p:nvSpPr>
          <p:spPr>
            <a:xfrm>
              <a:off x="1323390" y="1002529"/>
              <a:ext cx="648000" cy="648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6" name="橢圓 585">
              <a:extLst>
                <a:ext uri="{FF2B5EF4-FFF2-40B4-BE49-F238E27FC236}">
                  <a16:creationId xmlns:a16="http://schemas.microsoft.com/office/drawing/2014/main" id="{1A5062A2-B7DB-4C01-B9D0-724990CE2D01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7" name="手繪多邊形: 圖案 586">
              <a:extLst>
                <a:ext uri="{FF2B5EF4-FFF2-40B4-BE49-F238E27FC236}">
                  <a16:creationId xmlns:a16="http://schemas.microsoft.com/office/drawing/2014/main" id="{B9AF7A27-F237-4817-995B-30CAA156F5F2}"/>
                </a:ext>
              </a:extLst>
            </p:cNvPr>
            <p:cNvSpPr/>
            <p:nvPr/>
          </p:nvSpPr>
          <p:spPr>
            <a:xfrm>
              <a:off x="1828409" y="1357847"/>
              <a:ext cx="70597" cy="99252"/>
            </a:xfrm>
            <a:custGeom>
              <a:avLst/>
              <a:gdLst>
                <a:gd name="connsiteX0" fmla="*/ 0 w 103512"/>
                <a:gd name="connsiteY0" fmla="*/ 0 h 145527"/>
                <a:gd name="connsiteX1" fmla="*/ 13641 w 103512"/>
                <a:gd name="connsiteY1" fmla="*/ 934 h 145527"/>
                <a:gd name="connsiteX2" fmla="*/ 86683 w 103512"/>
                <a:gd name="connsiteY2" fmla="*/ 17641 h 145527"/>
                <a:gd name="connsiteX3" fmla="*/ 103512 w 103512"/>
                <a:gd name="connsiteY3" fmla="*/ 24561 h 145527"/>
                <a:gd name="connsiteX4" fmla="*/ 103512 w 103512"/>
                <a:gd name="connsiteY4" fmla="*/ 120966 h 145527"/>
                <a:gd name="connsiteX5" fmla="*/ 86683 w 103512"/>
                <a:gd name="connsiteY5" fmla="*/ 127885 h 145527"/>
                <a:gd name="connsiteX6" fmla="*/ 13641 w 103512"/>
                <a:gd name="connsiteY6" fmla="*/ 144592 h 145527"/>
                <a:gd name="connsiteX7" fmla="*/ 0 w 103512"/>
                <a:gd name="connsiteY7" fmla="*/ 145527 h 145527"/>
                <a:gd name="connsiteX8" fmla="*/ 0 w 103512"/>
                <a:gd name="connsiteY8" fmla="*/ 0 h 14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512" h="145527">
                  <a:moveTo>
                    <a:pt x="0" y="0"/>
                  </a:moveTo>
                  <a:lnTo>
                    <a:pt x="13641" y="934"/>
                  </a:lnTo>
                  <a:cubicBezTo>
                    <a:pt x="41133" y="4879"/>
                    <a:pt x="65891" y="10587"/>
                    <a:pt x="86683" y="17641"/>
                  </a:cubicBezTo>
                  <a:lnTo>
                    <a:pt x="103512" y="24561"/>
                  </a:lnTo>
                  <a:lnTo>
                    <a:pt x="103512" y="120966"/>
                  </a:lnTo>
                  <a:lnTo>
                    <a:pt x="86683" y="127885"/>
                  </a:lnTo>
                  <a:cubicBezTo>
                    <a:pt x="65891" y="134939"/>
                    <a:pt x="41133" y="140647"/>
                    <a:pt x="13641" y="144592"/>
                  </a:cubicBezTo>
                  <a:lnTo>
                    <a:pt x="0" y="145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8" name="橢圓 587">
              <a:extLst>
                <a:ext uri="{FF2B5EF4-FFF2-40B4-BE49-F238E27FC236}">
                  <a16:creationId xmlns:a16="http://schemas.microsoft.com/office/drawing/2014/main" id="{67CD0E17-60E9-4A61-8B47-5DFE524721DC}"/>
                </a:ext>
              </a:extLst>
            </p:cNvPr>
            <p:cNvSpPr/>
            <p:nvPr/>
          </p:nvSpPr>
          <p:spPr>
            <a:xfrm>
              <a:off x="1361510" y="1211657"/>
              <a:ext cx="259367" cy="106333"/>
            </a:xfrm>
            <a:prstGeom prst="ellipse">
              <a:avLst/>
            </a:prstGeom>
            <a:pattFill prst="wd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rgbClr val="A6A6A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9" name="手繪多邊形: 圖案 588">
              <a:extLst>
                <a:ext uri="{FF2B5EF4-FFF2-40B4-BE49-F238E27FC236}">
                  <a16:creationId xmlns:a16="http://schemas.microsoft.com/office/drawing/2014/main" id="{26EF1E83-E4DB-4F1B-A889-5B32CBF67611}"/>
                </a:ext>
              </a:extLst>
            </p:cNvPr>
            <p:cNvSpPr/>
            <p:nvPr/>
          </p:nvSpPr>
          <p:spPr>
            <a:xfrm>
              <a:off x="1758125" y="1211657"/>
              <a:ext cx="70597" cy="10633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0" name="手繪多邊形: 圖案 589">
              <a:extLst>
                <a:ext uri="{FF2B5EF4-FFF2-40B4-BE49-F238E27FC236}">
                  <a16:creationId xmlns:a16="http://schemas.microsoft.com/office/drawing/2014/main" id="{2F72FA9A-467D-4ACC-BF93-F3B9E1FBC9D5}"/>
                </a:ext>
              </a:extLst>
            </p:cNvPr>
            <p:cNvSpPr/>
            <p:nvPr/>
          </p:nvSpPr>
          <p:spPr>
            <a:xfrm>
              <a:off x="1619988" y="126318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91" name="手繪多邊形: 圖案 590">
              <a:extLst>
                <a:ext uri="{FF2B5EF4-FFF2-40B4-BE49-F238E27FC236}">
                  <a16:creationId xmlns:a16="http://schemas.microsoft.com/office/drawing/2014/main" id="{5BC8E9C9-BF99-42EF-A790-C1BE480BA57A}"/>
                </a:ext>
              </a:extLst>
            </p:cNvPr>
            <p:cNvSpPr/>
            <p:nvPr/>
          </p:nvSpPr>
          <p:spPr>
            <a:xfrm>
              <a:off x="1620473" y="1212931"/>
              <a:ext cx="137652" cy="1037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2" name="手繪多邊形: 圖案 591">
              <a:extLst>
                <a:ext uri="{FF2B5EF4-FFF2-40B4-BE49-F238E27FC236}">
                  <a16:creationId xmlns:a16="http://schemas.microsoft.com/office/drawing/2014/main" id="{4FDD4DCD-00E2-45B1-A2DA-D9EC91B5971C}"/>
                </a:ext>
              </a:extLst>
            </p:cNvPr>
            <p:cNvSpPr/>
            <p:nvPr/>
          </p:nvSpPr>
          <p:spPr>
            <a:xfrm>
              <a:off x="1828722" y="1215220"/>
              <a:ext cx="104709" cy="9920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3" name="手繪多邊形: 圖案 592">
              <a:extLst>
                <a:ext uri="{FF2B5EF4-FFF2-40B4-BE49-F238E27FC236}">
                  <a16:creationId xmlns:a16="http://schemas.microsoft.com/office/drawing/2014/main" id="{775AE068-5E7B-4985-8831-0791C868AC8F}"/>
                </a:ext>
              </a:extLst>
            </p:cNvPr>
            <p:cNvSpPr/>
            <p:nvPr/>
          </p:nvSpPr>
          <p:spPr>
            <a:xfrm>
              <a:off x="1456751" y="1357847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94" name="手繪多邊形: 圖案 593">
              <a:extLst>
                <a:ext uri="{FF2B5EF4-FFF2-40B4-BE49-F238E27FC236}">
                  <a16:creationId xmlns:a16="http://schemas.microsoft.com/office/drawing/2014/main" id="{9ADC7595-F7A3-41FB-AFB0-854BFF72ECFA}"/>
                </a:ext>
              </a:extLst>
            </p:cNvPr>
            <p:cNvSpPr/>
            <p:nvPr/>
          </p:nvSpPr>
          <p:spPr>
            <a:xfrm>
              <a:off x="1619988" y="140937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95" name="手繪多邊形: 圖案 594">
              <a:extLst>
                <a:ext uri="{FF2B5EF4-FFF2-40B4-BE49-F238E27FC236}">
                  <a16:creationId xmlns:a16="http://schemas.microsoft.com/office/drawing/2014/main" id="{6257DA36-3930-43B5-93C2-9C0B7A7A8F41}"/>
                </a:ext>
              </a:extLst>
            </p:cNvPr>
            <p:cNvSpPr/>
            <p:nvPr/>
          </p:nvSpPr>
          <p:spPr>
            <a:xfrm>
              <a:off x="1525633" y="1360698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6" name="手繪多邊形: 圖案 595">
              <a:extLst>
                <a:ext uri="{FF2B5EF4-FFF2-40B4-BE49-F238E27FC236}">
                  <a16:creationId xmlns:a16="http://schemas.microsoft.com/office/drawing/2014/main" id="{3D445C27-AD60-4CD4-9C53-4A9CD5F2B1A1}"/>
                </a:ext>
              </a:extLst>
            </p:cNvPr>
            <p:cNvSpPr/>
            <p:nvPr/>
          </p:nvSpPr>
          <p:spPr>
            <a:xfrm>
              <a:off x="1361509" y="1360697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98" name="橢圓 597">
              <a:extLst>
                <a:ext uri="{FF2B5EF4-FFF2-40B4-BE49-F238E27FC236}">
                  <a16:creationId xmlns:a16="http://schemas.microsoft.com/office/drawing/2014/main" id="{43964021-A035-4BF5-B5B1-C29C086CC269}"/>
                </a:ext>
              </a:extLst>
            </p:cNvPr>
            <p:cNvSpPr/>
            <p:nvPr/>
          </p:nvSpPr>
          <p:spPr>
            <a:xfrm>
              <a:off x="1361509" y="1357847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9" name="手繪多邊形: 圖案 598">
              <a:extLst>
                <a:ext uri="{FF2B5EF4-FFF2-40B4-BE49-F238E27FC236}">
                  <a16:creationId xmlns:a16="http://schemas.microsoft.com/office/drawing/2014/main" id="{ADF55C7C-4A00-4734-98F5-88D3A0DCC397}"/>
                </a:ext>
              </a:extLst>
            </p:cNvPr>
            <p:cNvSpPr/>
            <p:nvPr/>
          </p:nvSpPr>
          <p:spPr>
            <a:xfrm>
              <a:off x="1682688" y="1357847"/>
              <a:ext cx="70597" cy="103124"/>
            </a:xfrm>
            <a:custGeom>
              <a:avLst/>
              <a:gdLst>
                <a:gd name="connsiteX0" fmla="*/ 103512 w 103512"/>
                <a:gd name="connsiteY0" fmla="*/ 0 h 151205"/>
                <a:gd name="connsiteX1" fmla="*/ 103512 w 103512"/>
                <a:gd name="connsiteY1" fmla="*/ 151205 h 151205"/>
                <a:gd name="connsiteX2" fmla="*/ 48412 w 103512"/>
                <a:gd name="connsiteY2" fmla="*/ 147431 h 151205"/>
                <a:gd name="connsiteX3" fmla="*/ 0 w 103512"/>
                <a:gd name="connsiteY3" fmla="*/ 136358 h 151205"/>
                <a:gd name="connsiteX4" fmla="*/ 0 w 103512"/>
                <a:gd name="connsiteY4" fmla="*/ 14847 h 151205"/>
                <a:gd name="connsiteX5" fmla="*/ 48412 w 103512"/>
                <a:gd name="connsiteY5" fmla="*/ 3773 h 151205"/>
                <a:gd name="connsiteX6" fmla="*/ 103512 w 103512"/>
                <a:gd name="connsiteY6" fmla="*/ 0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5">
                  <a:moveTo>
                    <a:pt x="103512" y="0"/>
                  </a:moveTo>
                  <a:lnTo>
                    <a:pt x="103512" y="151205"/>
                  </a:lnTo>
                  <a:lnTo>
                    <a:pt x="48412" y="147431"/>
                  </a:lnTo>
                  <a:lnTo>
                    <a:pt x="0" y="136358"/>
                  </a:lnTo>
                  <a:lnTo>
                    <a:pt x="0" y="14847"/>
                  </a:lnTo>
                  <a:lnTo>
                    <a:pt x="48412" y="3773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0" name="橢圓 599">
              <a:extLst>
                <a:ext uri="{FF2B5EF4-FFF2-40B4-BE49-F238E27FC236}">
                  <a16:creationId xmlns:a16="http://schemas.microsoft.com/office/drawing/2014/main" id="{8BF5E8A7-C3A7-4B89-AEB5-BBF432376BDF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1" name="橢圓 600">
              <a:extLst>
                <a:ext uri="{FF2B5EF4-FFF2-40B4-BE49-F238E27FC236}">
                  <a16:creationId xmlns:a16="http://schemas.microsoft.com/office/drawing/2014/main" id="{7C4DE1D5-6E92-4AAC-97A5-4C8CC99C5FE4}"/>
                </a:ext>
              </a:extLst>
            </p:cNvPr>
            <p:cNvSpPr/>
            <p:nvPr/>
          </p:nvSpPr>
          <p:spPr>
            <a:xfrm>
              <a:off x="1598055" y="1364348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2" name="手繪多邊形: 圖案 601">
              <a:extLst>
                <a:ext uri="{FF2B5EF4-FFF2-40B4-BE49-F238E27FC236}">
                  <a16:creationId xmlns:a16="http://schemas.microsoft.com/office/drawing/2014/main" id="{833DAAA6-79BC-46D0-B3D7-58DBD9B18AA9}"/>
                </a:ext>
              </a:extLst>
            </p:cNvPr>
            <p:cNvSpPr/>
            <p:nvPr/>
          </p:nvSpPr>
          <p:spPr>
            <a:xfrm>
              <a:off x="1846514" y="1222223"/>
              <a:ext cx="70597" cy="88550"/>
            </a:xfrm>
            <a:custGeom>
              <a:avLst/>
              <a:gdLst>
                <a:gd name="connsiteX0" fmla="*/ 3399 w 70597"/>
                <a:gd name="connsiteY0" fmla="*/ 0 h 88550"/>
                <a:gd name="connsiteX1" fmla="*/ 28197 w 70597"/>
                <a:gd name="connsiteY1" fmla="*/ 5104 h 88550"/>
                <a:gd name="connsiteX2" fmla="*/ 58464 w 70597"/>
                <a:gd name="connsiteY2" fmla="*/ 16404 h 88550"/>
                <a:gd name="connsiteX3" fmla="*/ 70597 w 70597"/>
                <a:gd name="connsiteY3" fmla="*/ 24967 h 88550"/>
                <a:gd name="connsiteX4" fmla="*/ 70597 w 70597"/>
                <a:gd name="connsiteY4" fmla="*/ 67294 h 88550"/>
                <a:gd name="connsiteX5" fmla="*/ 58464 w 70597"/>
                <a:gd name="connsiteY5" fmla="*/ 75856 h 88550"/>
                <a:gd name="connsiteX6" fmla="*/ 28197 w 70597"/>
                <a:gd name="connsiteY6" fmla="*/ 87156 h 88550"/>
                <a:gd name="connsiteX7" fmla="*/ 21424 w 70597"/>
                <a:gd name="connsiteY7" fmla="*/ 88550 h 88550"/>
                <a:gd name="connsiteX8" fmla="*/ 0 w 70597"/>
                <a:gd name="connsiteY8" fmla="*/ 83650 h 88550"/>
                <a:gd name="connsiteX9" fmla="*/ 0 w 70597"/>
                <a:gd name="connsiteY9" fmla="*/ 778 h 8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97" h="88550">
                  <a:moveTo>
                    <a:pt x="3399" y="0"/>
                  </a:moveTo>
                  <a:lnTo>
                    <a:pt x="28197" y="5104"/>
                  </a:lnTo>
                  <a:cubicBezTo>
                    <a:pt x="39807" y="8355"/>
                    <a:pt x="50014" y="12162"/>
                    <a:pt x="58464" y="16404"/>
                  </a:cubicBezTo>
                  <a:lnTo>
                    <a:pt x="70597" y="24967"/>
                  </a:lnTo>
                  <a:lnTo>
                    <a:pt x="70597" y="67294"/>
                  </a:lnTo>
                  <a:lnTo>
                    <a:pt x="58464" y="75856"/>
                  </a:lnTo>
                  <a:cubicBezTo>
                    <a:pt x="50014" y="80099"/>
                    <a:pt x="39807" y="83906"/>
                    <a:pt x="28197" y="87156"/>
                  </a:cubicBezTo>
                  <a:lnTo>
                    <a:pt x="21424" y="88550"/>
                  </a:lnTo>
                  <a:lnTo>
                    <a:pt x="0" y="83650"/>
                  </a:lnTo>
                  <a:lnTo>
                    <a:pt x="0" y="778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3" name="橢圓 602">
              <a:extLst>
                <a:ext uri="{FF2B5EF4-FFF2-40B4-BE49-F238E27FC236}">
                  <a16:creationId xmlns:a16="http://schemas.microsoft.com/office/drawing/2014/main" id="{4C27D909-B355-4245-9CC2-AC3A8C18971C}"/>
                </a:ext>
              </a:extLst>
            </p:cNvPr>
            <p:cNvSpPr/>
            <p:nvPr/>
          </p:nvSpPr>
          <p:spPr>
            <a:xfrm>
              <a:off x="1619988" y="121165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7" name="橢圓 596">
              <a:extLst>
                <a:ext uri="{FF2B5EF4-FFF2-40B4-BE49-F238E27FC236}">
                  <a16:creationId xmlns:a16="http://schemas.microsoft.com/office/drawing/2014/main" id="{50449FBE-A828-4871-93C7-39C6BC730FDF}"/>
                </a:ext>
              </a:extLst>
            </p:cNvPr>
            <p:cNvSpPr/>
            <p:nvPr/>
          </p:nvSpPr>
          <p:spPr>
            <a:xfrm>
              <a:off x="1598055" y="1218159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29" name="群組 428">
            <a:extLst>
              <a:ext uri="{FF2B5EF4-FFF2-40B4-BE49-F238E27FC236}">
                <a16:creationId xmlns:a16="http://schemas.microsoft.com/office/drawing/2014/main" id="{657AFD3F-49C8-4D1A-929B-13CB9A754D1B}"/>
              </a:ext>
            </a:extLst>
          </p:cNvPr>
          <p:cNvGrpSpPr/>
          <p:nvPr/>
        </p:nvGrpSpPr>
        <p:grpSpPr>
          <a:xfrm>
            <a:off x="1133749" y="3247730"/>
            <a:ext cx="661180" cy="661180"/>
            <a:chOff x="7549562" y="1132252"/>
            <a:chExt cx="648000" cy="648000"/>
          </a:xfrm>
        </p:grpSpPr>
        <p:sp>
          <p:nvSpPr>
            <p:cNvPr id="430" name="橢圓 429">
              <a:extLst>
                <a:ext uri="{FF2B5EF4-FFF2-40B4-BE49-F238E27FC236}">
                  <a16:creationId xmlns:a16="http://schemas.microsoft.com/office/drawing/2014/main" id="{A9DE2CF7-51AA-4715-8CD3-37A3E53B01DA}"/>
                </a:ext>
              </a:extLst>
            </p:cNvPr>
            <p:cNvSpPr/>
            <p:nvPr/>
          </p:nvSpPr>
          <p:spPr>
            <a:xfrm>
              <a:off x="7549562" y="1132252"/>
              <a:ext cx="648000" cy="648000"/>
            </a:xfrm>
            <a:prstGeom prst="ellipse">
              <a:avLst/>
            </a:prstGeom>
            <a:solidFill>
              <a:srgbClr val="FFF2CC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1" name="橢圓 430">
              <a:extLst>
                <a:ext uri="{FF2B5EF4-FFF2-40B4-BE49-F238E27FC236}">
                  <a16:creationId xmlns:a16="http://schemas.microsoft.com/office/drawing/2014/main" id="{F7A5DB4E-7657-4412-88AB-898998C06920}"/>
                </a:ext>
              </a:extLst>
            </p:cNvPr>
            <p:cNvSpPr/>
            <p:nvPr/>
          </p:nvSpPr>
          <p:spPr>
            <a:xfrm>
              <a:off x="7846161" y="1487569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2" name="橢圓 431">
              <a:extLst>
                <a:ext uri="{FF2B5EF4-FFF2-40B4-BE49-F238E27FC236}">
                  <a16:creationId xmlns:a16="http://schemas.microsoft.com/office/drawing/2014/main" id="{CAB83C1B-374D-437C-BB0F-BE6533197E63}"/>
                </a:ext>
              </a:extLst>
            </p:cNvPr>
            <p:cNvSpPr/>
            <p:nvPr/>
          </p:nvSpPr>
          <p:spPr>
            <a:xfrm>
              <a:off x="7587681" y="1341379"/>
              <a:ext cx="259367" cy="106333"/>
            </a:xfrm>
            <a:prstGeom prst="ellipse">
              <a:avLst/>
            </a:prstGeom>
            <a:pattFill prst="wd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rgbClr val="A6A6A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3" name="手繪多邊形: 圖案 432">
              <a:extLst>
                <a:ext uri="{FF2B5EF4-FFF2-40B4-BE49-F238E27FC236}">
                  <a16:creationId xmlns:a16="http://schemas.microsoft.com/office/drawing/2014/main" id="{2666963A-6584-4F49-BD78-C5B172309AFD}"/>
                </a:ext>
              </a:extLst>
            </p:cNvPr>
            <p:cNvSpPr/>
            <p:nvPr/>
          </p:nvSpPr>
          <p:spPr>
            <a:xfrm>
              <a:off x="7984297" y="1341379"/>
              <a:ext cx="70597" cy="10633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4" name="手繪多邊形: 圖案 433">
              <a:extLst>
                <a:ext uri="{FF2B5EF4-FFF2-40B4-BE49-F238E27FC236}">
                  <a16:creationId xmlns:a16="http://schemas.microsoft.com/office/drawing/2014/main" id="{C128C336-909F-4524-9D5E-C3072BF4EF8B}"/>
                </a:ext>
              </a:extLst>
            </p:cNvPr>
            <p:cNvSpPr/>
            <p:nvPr/>
          </p:nvSpPr>
          <p:spPr>
            <a:xfrm>
              <a:off x="7846160" y="1392911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35" name="手繪多邊形: 圖案 434">
              <a:extLst>
                <a:ext uri="{FF2B5EF4-FFF2-40B4-BE49-F238E27FC236}">
                  <a16:creationId xmlns:a16="http://schemas.microsoft.com/office/drawing/2014/main" id="{7EBD4A8A-758E-412A-9E86-6FA5EED71A85}"/>
                </a:ext>
              </a:extLst>
            </p:cNvPr>
            <p:cNvSpPr/>
            <p:nvPr/>
          </p:nvSpPr>
          <p:spPr>
            <a:xfrm>
              <a:off x="7846645" y="1342653"/>
              <a:ext cx="137652" cy="1037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6" name="手繪多邊形: 圖案 435">
              <a:extLst>
                <a:ext uri="{FF2B5EF4-FFF2-40B4-BE49-F238E27FC236}">
                  <a16:creationId xmlns:a16="http://schemas.microsoft.com/office/drawing/2014/main" id="{CA13D8A9-67F6-48AC-8E0D-9A3C46F38C57}"/>
                </a:ext>
              </a:extLst>
            </p:cNvPr>
            <p:cNvSpPr/>
            <p:nvPr/>
          </p:nvSpPr>
          <p:spPr>
            <a:xfrm>
              <a:off x="8054894" y="1344942"/>
              <a:ext cx="104709" cy="9920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7" name="手繪多邊形: 圖案 436">
              <a:extLst>
                <a:ext uri="{FF2B5EF4-FFF2-40B4-BE49-F238E27FC236}">
                  <a16:creationId xmlns:a16="http://schemas.microsoft.com/office/drawing/2014/main" id="{1AC16530-6F59-4C37-8F38-ED2BCA321368}"/>
                </a:ext>
              </a:extLst>
            </p:cNvPr>
            <p:cNvSpPr/>
            <p:nvPr/>
          </p:nvSpPr>
          <p:spPr>
            <a:xfrm>
              <a:off x="7682923" y="1487569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38" name="手繪多邊形: 圖案 437">
              <a:extLst>
                <a:ext uri="{FF2B5EF4-FFF2-40B4-BE49-F238E27FC236}">
                  <a16:creationId xmlns:a16="http://schemas.microsoft.com/office/drawing/2014/main" id="{3EB7F907-68AA-4CE4-A87C-BF79AB032331}"/>
                </a:ext>
              </a:extLst>
            </p:cNvPr>
            <p:cNvSpPr/>
            <p:nvPr/>
          </p:nvSpPr>
          <p:spPr>
            <a:xfrm>
              <a:off x="7846160" y="1539101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39" name="手繪多邊形: 圖案 438">
              <a:extLst>
                <a:ext uri="{FF2B5EF4-FFF2-40B4-BE49-F238E27FC236}">
                  <a16:creationId xmlns:a16="http://schemas.microsoft.com/office/drawing/2014/main" id="{38950153-73B9-4664-9ADA-580926B7C1AB}"/>
                </a:ext>
              </a:extLst>
            </p:cNvPr>
            <p:cNvSpPr/>
            <p:nvPr/>
          </p:nvSpPr>
          <p:spPr>
            <a:xfrm>
              <a:off x="7751805" y="1490420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0" name="手繪多邊形: 圖案 439">
              <a:extLst>
                <a:ext uri="{FF2B5EF4-FFF2-40B4-BE49-F238E27FC236}">
                  <a16:creationId xmlns:a16="http://schemas.microsoft.com/office/drawing/2014/main" id="{C02CB3A1-B9EA-4B82-AE9D-AD5FED088EC6}"/>
                </a:ext>
              </a:extLst>
            </p:cNvPr>
            <p:cNvSpPr/>
            <p:nvPr/>
          </p:nvSpPr>
          <p:spPr>
            <a:xfrm>
              <a:off x="7587681" y="1490419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41" name="橢圓 440">
              <a:extLst>
                <a:ext uri="{FF2B5EF4-FFF2-40B4-BE49-F238E27FC236}">
                  <a16:creationId xmlns:a16="http://schemas.microsoft.com/office/drawing/2014/main" id="{EDE69438-D049-41FA-87F0-4DE34FD1558D}"/>
                </a:ext>
              </a:extLst>
            </p:cNvPr>
            <p:cNvSpPr/>
            <p:nvPr/>
          </p:nvSpPr>
          <p:spPr>
            <a:xfrm>
              <a:off x="7846161" y="1341379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2" name="橢圓 441">
              <a:extLst>
                <a:ext uri="{FF2B5EF4-FFF2-40B4-BE49-F238E27FC236}">
                  <a16:creationId xmlns:a16="http://schemas.microsoft.com/office/drawing/2014/main" id="{0E211F2A-06E4-4CD9-9764-628D5C567183}"/>
                </a:ext>
              </a:extLst>
            </p:cNvPr>
            <p:cNvSpPr/>
            <p:nvPr/>
          </p:nvSpPr>
          <p:spPr>
            <a:xfrm>
              <a:off x="7824228" y="1347881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3" name="橢圓 442">
              <a:extLst>
                <a:ext uri="{FF2B5EF4-FFF2-40B4-BE49-F238E27FC236}">
                  <a16:creationId xmlns:a16="http://schemas.microsoft.com/office/drawing/2014/main" id="{069020D0-DA41-46BC-9BEB-CADE9B8C005E}"/>
                </a:ext>
              </a:extLst>
            </p:cNvPr>
            <p:cNvSpPr/>
            <p:nvPr/>
          </p:nvSpPr>
          <p:spPr>
            <a:xfrm>
              <a:off x="7587681" y="1487569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4" name="手繪多邊形: 圖案 443">
              <a:extLst>
                <a:ext uri="{FF2B5EF4-FFF2-40B4-BE49-F238E27FC236}">
                  <a16:creationId xmlns:a16="http://schemas.microsoft.com/office/drawing/2014/main" id="{75FD19D8-3059-4DFD-B683-6DF317925351}"/>
                </a:ext>
              </a:extLst>
            </p:cNvPr>
            <p:cNvSpPr/>
            <p:nvPr/>
          </p:nvSpPr>
          <p:spPr>
            <a:xfrm>
              <a:off x="7908861" y="1487569"/>
              <a:ext cx="70597" cy="103124"/>
            </a:xfrm>
            <a:custGeom>
              <a:avLst/>
              <a:gdLst>
                <a:gd name="connsiteX0" fmla="*/ 103512 w 103512"/>
                <a:gd name="connsiteY0" fmla="*/ 0 h 151205"/>
                <a:gd name="connsiteX1" fmla="*/ 103512 w 103512"/>
                <a:gd name="connsiteY1" fmla="*/ 151205 h 151205"/>
                <a:gd name="connsiteX2" fmla="*/ 48412 w 103512"/>
                <a:gd name="connsiteY2" fmla="*/ 147431 h 151205"/>
                <a:gd name="connsiteX3" fmla="*/ 0 w 103512"/>
                <a:gd name="connsiteY3" fmla="*/ 136358 h 151205"/>
                <a:gd name="connsiteX4" fmla="*/ 0 w 103512"/>
                <a:gd name="connsiteY4" fmla="*/ 14847 h 151205"/>
                <a:gd name="connsiteX5" fmla="*/ 48412 w 103512"/>
                <a:gd name="connsiteY5" fmla="*/ 3773 h 151205"/>
                <a:gd name="connsiteX6" fmla="*/ 103512 w 103512"/>
                <a:gd name="connsiteY6" fmla="*/ 0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5">
                  <a:moveTo>
                    <a:pt x="103512" y="0"/>
                  </a:moveTo>
                  <a:lnTo>
                    <a:pt x="103512" y="151205"/>
                  </a:lnTo>
                  <a:lnTo>
                    <a:pt x="48412" y="147431"/>
                  </a:lnTo>
                  <a:lnTo>
                    <a:pt x="0" y="136358"/>
                  </a:lnTo>
                  <a:lnTo>
                    <a:pt x="0" y="14847"/>
                  </a:lnTo>
                  <a:lnTo>
                    <a:pt x="48412" y="3773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5" name="橢圓 444">
              <a:extLst>
                <a:ext uri="{FF2B5EF4-FFF2-40B4-BE49-F238E27FC236}">
                  <a16:creationId xmlns:a16="http://schemas.microsoft.com/office/drawing/2014/main" id="{8A117980-6111-4E90-A3D2-77D60CE002ED}"/>
                </a:ext>
              </a:extLst>
            </p:cNvPr>
            <p:cNvSpPr/>
            <p:nvPr/>
          </p:nvSpPr>
          <p:spPr>
            <a:xfrm>
              <a:off x="7846161" y="1487569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6" name="橢圓 445">
              <a:extLst>
                <a:ext uri="{FF2B5EF4-FFF2-40B4-BE49-F238E27FC236}">
                  <a16:creationId xmlns:a16="http://schemas.microsoft.com/office/drawing/2014/main" id="{6C697F3E-3340-4CE9-BA68-0629EA7C2E07}"/>
                </a:ext>
              </a:extLst>
            </p:cNvPr>
            <p:cNvSpPr/>
            <p:nvPr/>
          </p:nvSpPr>
          <p:spPr>
            <a:xfrm>
              <a:off x="7824228" y="1494070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60" name="群組 559">
            <a:extLst>
              <a:ext uri="{FF2B5EF4-FFF2-40B4-BE49-F238E27FC236}">
                <a16:creationId xmlns:a16="http://schemas.microsoft.com/office/drawing/2014/main" id="{D536E7AF-9D05-4C55-8A7D-420E1AB6C309}"/>
              </a:ext>
            </a:extLst>
          </p:cNvPr>
          <p:cNvGrpSpPr/>
          <p:nvPr/>
        </p:nvGrpSpPr>
        <p:grpSpPr>
          <a:xfrm>
            <a:off x="5906392" y="5770531"/>
            <a:ext cx="1778245" cy="369332"/>
            <a:chOff x="5299067" y="5875306"/>
            <a:chExt cx="1778245" cy="369332"/>
          </a:xfrm>
        </p:grpSpPr>
        <p:sp>
          <p:nvSpPr>
            <p:cNvPr id="556" name="矩形: 圓角 555">
              <a:extLst>
                <a:ext uri="{FF2B5EF4-FFF2-40B4-BE49-F238E27FC236}">
                  <a16:creationId xmlns:a16="http://schemas.microsoft.com/office/drawing/2014/main" id="{34FBBA1A-417E-4280-9A6B-E87DA751F4E1}"/>
                </a:ext>
              </a:extLst>
            </p:cNvPr>
            <p:cNvSpPr/>
            <p:nvPr/>
          </p:nvSpPr>
          <p:spPr>
            <a:xfrm>
              <a:off x="5299067" y="5926559"/>
              <a:ext cx="1778245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558" name="文字方塊 557">
              <a:extLst>
                <a:ext uri="{FF2B5EF4-FFF2-40B4-BE49-F238E27FC236}">
                  <a16:creationId xmlns:a16="http://schemas.microsoft.com/office/drawing/2014/main" id="{53D443B8-C483-494B-8E95-FE4E452D8C09}"/>
                </a:ext>
              </a:extLst>
            </p:cNvPr>
            <p:cNvSpPr txBox="1"/>
            <p:nvPr/>
          </p:nvSpPr>
          <p:spPr>
            <a:xfrm>
              <a:off x="5313494" y="5875306"/>
              <a:ext cx="17493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Purity Prediction</a:t>
              </a:r>
            </a:p>
          </p:txBody>
        </p:sp>
      </p:grpSp>
      <p:cxnSp>
        <p:nvCxnSpPr>
          <p:cNvPr id="562" name="直線接點 561">
            <a:extLst>
              <a:ext uri="{FF2B5EF4-FFF2-40B4-BE49-F238E27FC236}">
                <a16:creationId xmlns:a16="http://schemas.microsoft.com/office/drawing/2014/main" id="{C35F6484-9CB7-45A5-8C6A-AE85F0494FE2}"/>
              </a:ext>
            </a:extLst>
          </p:cNvPr>
          <p:cNvCxnSpPr/>
          <p:nvPr/>
        </p:nvCxnSpPr>
        <p:spPr>
          <a:xfrm>
            <a:off x="5512777" y="1304984"/>
            <a:ext cx="0" cy="469786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C78D4B-5F13-4F45-9665-FD7330CA38E1}"/>
              </a:ext>
            </a:extLst>
          </p:cNvPr>
          <p:cNvSpPr txBox="1"/>
          <p:nvPr/>
        </p:nvSpPr>
        <p:spPr>
          <a:xfrm>
            <a:off x="7769503" y="3438304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2F5597"/>
                </a:solidFill>
              </a:rPr>
              <a:t>Germline </a:t>
            </a:r>
          </a:p>
          <a:p>
            <a:r>
              <a:rPr lang="en-US" altLang="zh-TW" dirty="0">
                <a:solidFill>
                  <a:srgbClr val="2F5597"/>
                </a:solidFill>
              </a:rPr>
              <a:t>Haplotypes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0DC1357-B082-4899-A0BD-0C0BC3F63840}"/>
              </a:ext>
            </a:extLst>
          </p:cNvPr>
          <p:cNvSpPr txBox="1"/>
          <p:nvPr/>
        </p:nvSpPr>
        <p:spPr>
          <a:xfrm>
            <a:off x="7769503" y="4494233"/>
            <a:ext cx="12442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Somatic </a:t>
            </a:r>
          </a:p>
          <a:p>
            <a:r>
              <a:rPr lang="en-US" altLang="zh-TW" dirty="0">
                <a:solidFill>
                  <a:srgbClr val="C55A11"/>
                </a:solidFill>
              </a:rPr>
              <a:t>Haplotypes</a:t>
            </a:r>
          </a:p>
        </p:txBody>
      </p:sp>
      <p:sp>
        <p:nvSpPr>
          <p:cNvPr id="5" name="箭號: 五邊形 4">
            <a:extLst>
              <a:ext uri="{FF2B5EF4-FFF2-40B4-BE49-F238E27FC236}">
                <a16:creationId xmlns:a16="http://schemas.microsoft.com/office/drawing/2014/main" id="{35F90CEB-884F-45D1-944E-26C98BC2CF75}"/>
              </a:ext>
            </a:extLst>
          </p:cNvPr>
          <p:cNvSpPr/>
          <p:nvPr/>
        </p:nvSpPr>
        <p:spPr>
          <a:xfrm>
            <a:off x="10152992" y="3346984"/>
            <a:ext cx="886567" cy="12960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8" name="箭號: 五邊形 7">
            <a:extLst>
              <a:ext uri="{FF2B5EF4-FFF2-40B4-BE49-F238E27FC236}">
                <a16:creationId xmlns:a16="http://schemas.microsoft.com/office/drawing/2014/main" id="{28876CC2-D02A-4036-A02C-5F7C299FE481}"/>
              </a:ext>
            </a:extLst>
          </p:cNvPr>
          <p:cNvSpPr/>
          <p:nvPr/>
        </p:nvSpPr>
        <p:spPr>
          <a:xfrm>
            <a:off x="10974802" y="3346984"/>
            <a:ext cx="8162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9" name="矩形 178">
            <a:extLst>
              <a:ext uri="{FF2B5EF4-FFF2-40B4-BE49-F238E27FC236}">
                <a16:creationId xmlns:a16="http://schemas.microsoft.com/office/drawing/2014/main" id="{0F63A770-D4A9-46CB-AF92-6F2523DFFA9B}"/>
              </a:ext>
            </a:extLst>
          </p:cNvPr>
          <p:cNvSpPr>
            <a:spLocks noChangeAspect="1"/>
          </p:cNvSpPr>
          <p:nvPr/>
        </p:nvSpPr>
        <p:spPr>
          <a:xfrm>
            <a:off x="10779429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78">
            <a:extLst>
              <a:ext uri="{FF2B5EF4-FFF2-40B4-BE49-F238E27FC236}">
                <a16:creationId xmlns:a16="http://schemas.microsoft.com/office/drawing/2014/main" id="{9580BAB3-CF78-4C39-A6DD-F5B69BE07C08}"/>
              </a:ext>
            </a:extLst>
          </p:cNvPr>
          <p:cNvSpPr>
            <a:spLocks noChangeAspect="1"/>
          </p:cNvSpPr>
          <p:nvPr/>
        </p:nvSpPr>
        <p:spPr>
          <a:xfrm>
            <a:off x="10979526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78">
            <a:extLst>
              <a:ext uri="{FF2B5EF4-FFF2-40B4-BE49-F238E27FC236}">
                <a16:creationId xmlns:a16="http://schemas.microsoft.com/office/drawing/2014/main" id="{4B6D5650-CB9E-4898-9F93-C4155F7EE919}"/>
              </a:ext>
            </a:extLst>
          </p:cNvPr>
          <p:cNvSpPr>
            <a:spLocks noChangeAspect="1"/>
          </p:cNvSpPr>
          <p:nvPr/>
        </p:nvSpPr>
        <p:spPr>
          <a:xfrm>
            <a:off x="11179627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78">
            <a:extLst>
              <a:ext uri="{FF2B5EF4-FFF2-40B4-BE49-F238E27FC236}">
                <a16:creationId xmlns:a16="http://schemas.microsoft.com/office/drawing/2014/main" id="{5B1FBCD7-8BCA-41DE-900F-063B80CEBA0E}"/>
              </a:ext>
            </a:extLst>
          </p:cNvPr>
          <p:cNvSpPr>
            <a:spLocks noChangeAspect="1"/>
          </p:cNvSpPr>
          <p:nvPr/>
        </p:nvSpPr>
        <p:spPr>
          <a:xfrm>
            <a:off x="10179140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78">
            <a:extLst>
              <a:ext uri="{FF2B5EF4-FFF2-40B4-BE49-F238E27FC236}">
                <a16:creationId xmlns:a16="http://schemas.microsoft.com/office/drawing/2014/main" id="{9D8C840D-7B21-470F-B6BC-BC732CAFC2A9}"/>
              </a:ext>
            </a:extLst>
          </p:cNvPr>
          <p:cNvSpPr>
            <a:spLocks noChangeAspect="1"/>
          </p:cNvSpPr>
          <p:nvPr/>
        </p:nvSpPr>
        <p:spPr>
          <a:xfrm>
            <a:off x="10379238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78">
            <a:extLst>
              <a:ext uri="{FF2B5EF4-FFF2-40B4-BE49-F238E27FC236}">
                <a16:creationId xmlns:a16="http://schemas.microsoft.com/office/drawing/2014/main" id="{494233B6-0B0C-442B-9A08-EE6DF97E9A38}"/>
              </a:ext>
            </a:extLst>
          </p:cNvPr>
          <p:cNvSpPr>
            <a:spLocks noChangeAspect="1"/>
          </p:cNvSpPr>
          <p:nvPr/>
        </p:nvSpPr>
        <p:spPr>
          <a:xfrm>
            <a:off x="10579331" y="3343274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78">
            <a:extLst>
              <a:ext uri="{FF2B5EF4-FFF2-40B4-BE49-F238E27FC236}">
                <a16:creationId xmlns:a16="http://schemas.microsoft.com/office/drawing/2014/main" id="{3B0152EF-6CBC-4314-9EB3-72884642A073}"/>
              </a:ext>
            </a:extLst>
          </p:cNvPr>
          <p:cNvSpPr>
            <a:spLocks noChangeAspect="1"/>
          </p:cNvSpPr>
          <p:nvPr/>
        </p:nvSpPr>
        <p:spPr>
          <a:xfrm>
            <a:off x="11379708" y="3343274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 178">
            <a:extLst>
              <a:ext uri="{FF2B5EF4-FFF2-40B4-BE49-F238E27FC236}">
                <a16:creationId xmlns:a16="http://schemas.microsoft.com/office/drawing/2014/main" id="{3EDE4F5A-303F-44D6-A3DD-FFC244DFF984}"/>
              </a:ext>
            </a:extLst>
          </p:cNvPr>
          <p:cNvSpPr>
            <a:spLocks noChangeAspect="1"/>
          </p:cNvSpPr>
          <p:nvPr/>
        </p:nvSpPr>
        <p:spPr>
          <a:xfrm>
            <a:off x="11579806" y="3343274"/>
            <a:ext cx="149157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02B8E8D1-D5CE-4F1F-88E3-AA8F42A32041}"/>
              </a:ext>
            </a:extLst>
          </p:cNvPr>
          <p:cNvGrpSpPr/>
          <p:nvPr/>
        </p:nvGrpSpPr>
        <p:grpSpPr>
          <a:xfrm>
            <a:off x="9101732" y="3283861"/>
            <a:ext cx="237032" cy="255847"/>
            <a:chOff x="4873831" y="1019135"/>
            <a:chExt cx="237032" cy="255847"/>
          </a:xfrm>
        </p:grpSpPr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32E8A9DF-D49E-458C-88A0-693FC35D5E2B}"/>
                </a:ext>
              </a:extLst>
            </p:cNvPr>
            <p:cNvSpPr/>
            <p:nvPr/>
          </p:nvSpPr>
          <p:spPr>
            <a:xfrm>
              <a:off x="4873831" y="1156466"/>
              <a:ext cx="237032" cy="118516"/>
            </a:xfrm>
            <a:custGeom>
              <a:avLst/>
              <a:gdLst>
                <a:gd name="connsiteX0" fmla="*/ 237033 w 237032"/>
                <a:gd name="connsiteY0" fmla="*/ 59258 h 118516"/>
                <a:gd name="connsiteX1" fmla="*/ 225181 w 237032"/>
                <a:gd name="connsiteY1" fmla="*/ 35555 h 118516"/>
                <a:gd name="connsiteX2" fmla="*/ 167404 w 237032"/>
                <a:gd name="connsiteY2" fmla="*/ 7407 h 118516"/>
                <a:gd name="connsiteX3" fmla="*/ 118516 w 237032"/>
                <a:gd name="connsiteY3" fmla="*/ 0 h 118516"/>
                <a:gd name="connsiteX4" fmla="*/ 69628 w 237032"/>
                <a:gd name="connsiteY4" fmla="*/ 7407 h 118516"/>
                <a:gd name="connsiteX5" fmla="*/ 11852 w 237032"/>
                <a:gd name="connsiteY5" fmla="*/ 35555 h 118516"/>
                <a:gd name="connsiteX6" fmla="*/ 0 w 237032"/>
                <a:gd name="connsiteY6" fmla="*/ 59258 h 118516"/>
                <a:gd name="connsiteX7" fmla="*/ 0 w 237032"/>
                <a:gd name="connsiteY7" fmla="*/ 118516 h 118516"/>
                <a:gd name="connsiteX8" fmla="*/ 237033 w 237032"/>
                <a:gd name="connsiteY8" fmla="*/ 118516 h 11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032" h="118516">
                  <a:moveTo>
                    <a:pt x="237033" y="59258"/>
                  </a:moveTo>
                  <a:cubicBezTo>
                    <a:pt x="236839" y="49979"/>
                    <a:pt x="232488" y="41277"/>
                    <a:pt x="225181" y="35555"/>
                  </a:cubicBezTo>
                  <a:cubicBezTo>
                    <a:pt x="208885" y="22222"/>
                    <a:pt x="188145" y="13333"/>
                    <a:pt x="167404" y="7407"/>
                  </a:cubicBezTo>
                  <a:cubicBezTo>
                    <a:pt x="151559" y="2557"/>
                    <a:pt x="135087" y="61"/>
                    <a:pt x="118516" y="0"/>
                  </a:cubicBezTo>
                  <a:cubicBezTo>
                    <a:pt x="101964" y="286"/>
                    <a:pt x="85523" y="2777"/>
                    <a:pt x="69628" y="7407"/>
                  </a:cubicBezTo>
                  <a:cubicBezTo>
                    <a:pt x="48915" y="13452"/>
                    <a:pt x="29378" y="22970"/>
                    <a:pt x="11852" y="35555"/>
                  </a:cubicBezTo>
                  <a:cubicBezTo>
                    <a:pt x="4544" y="41277"/>
                    <a:pt x="193" y="49979"/>
                    <a:pt x="0" y="59258"/>
                  </a:cubicBezTo>
                  <a:lnTo>
                    <a:pt x="0" y="118516"/>
                  </a:lnTo>
                  <a:lnTo>
                    <a:pt x="237033" y="118516"/>
                  </a:lnTo>
                  <a:close/>
                </a:path>
              </a:pathLst>
            </a:custGeom>
            <a:noFill/>
            <a:ln w="9525" cap="flat">
              <a:solidFill>
                <a:srgbClr val="2F5597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110B8762-EB7F-4C03-91F0-E3A435EFD8D7}"/>
                </a:ext>
              </a:extLst>
            </p:cNvPr>
            <p:cNvSpPr/>
            <p:nvPr/>
          </p:nvSpPr>
          <p:spPr>
            <a:xfrm>
              <a:off x="4926255" y="1019135"/>
              <a:ext cx="126776" cy="66697"/>
            </a:xfrm>
            <a:custGeom>
              <a:avLst/>
              <a:gdLst>
                <a:gd name="connsiteX0" fmla="*/ 54982 w 126776"/>
                <a:gd name="connsiteY0" fmla="*/ 54661 h 66697"/>
                <a:gd name="connsiteX1" fmla="*/ 88314 w 126776"/>
                <a:gd name="connsiteY1" fmla="*/ 30699 h 66697"/>
                <a:gd name="connsiteX2" fmla="*/ 88314 w 126776"/>
                <a:gd name="connsiteY2" fmla="*/ 30699 h 66697"/>
                <a:gd name="connsiteX3" fmla="*/ 98536 w 126776"/>
                <a:gd name="connsiteY3" fmla="*/ 34810 h 66697"/>
                <a:gd name="connsiteX4" fmla="*/ 116240 w 126776"/>
                <a:gd name="connsiteY4" fmla="*/ 53587 h 66697"/>
                <a:gd name="connsiteX5" fmla="*/ 124943 w 126776"/>
                <a:gd name="connsiteY5" fmla="*/ 66179 h 66697"/>
                <a:gd name="connsiteX6" fmla="*/ 124943 w 126776"/>
                <a:gd name="connsiteY6" fmla="*/ 66179 h 66697"/>
                <a:gd name="connsiteX7" fmla="*/ 125351 w 126776"/>
                <a:gd name="connsiteY7" fmla="*/ 66698 h 66697"/>
                <a:gd name="connsiteX8" fmla="*/ 125351 w 126776"/>
                <a:gd name="connsiteY8" fmla="*/ 66698 h 66697"/>
                <a:gd name="connsiteX9" fmla="*/ 125832 w 126776"/>
                <a:gd name="connsiteY9" fmla="*/ 43254 h 66697"/>
                <a:gd name="connsiteX10" fmla="*/ 114240 w 126776"/>
                <a:gd name="connsiteY10" fmla="*/ 19477 h 66697"/>
                <a:gd name="connsiteX11" fmla="*/ 94796 w 126776"/>
                <a:gd name="connsiteY11" fmla="*/ 12995 h 66697"/>
                <a:gd name="connsiteX12" fmla="*/ 61389 w 126776"/>
                <a:gd name="connsiteY12" fmla="*/ 33 h 66697"/>
                <a:gd name="connsiteX13" fmla="*/ 14056 w 126776"/>
                <a:gd name="connsiteY13" fmla="*/ 20366 h 66697"/>
                <a:gd name="connsiteX14" fmla="*/ 2501 w 126776"/>
                <a:gd name="connsiteY14" fmla="*/ 52476 h 66697"/>
                <a:gd name="connsiteX15" fmla="*/ 1131 w 126776"/>
                <a:gd name="connsiteY15" fmla="*/ 63328 h 66697"/>
                <a:gd name="connsiteX16" fmla="*/ 7316 w 126776"/>
                <a:gd name="connsiteY16" fmla="*/ 63328 h 66697"/>
                <a:gd name="connsiteX17" fmla="*/ 7316 w 126776"/>
                <a:gd name="connsiteY17" fmla="*/ 63328 h 66697"/>
                <a:gd name="connsiteX18" fmla="*/ 54982 w 126776"/>
                <a:gd name="connsiteY18" fmla="*/ 54661 h 6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6776" h="66697">
                  <a:moveTo>
                    <a:pt x="54982" y="54661"/>
                  </a:moveTo>
                  <a:cubicBezTo>
                    <a:pt x="64611" y="48995"/>
                    <a:pt x="88314" y="30699"/>
                    <a:pt x="88314" y="30699"/>
                  </a:cubicBezTo>
                  <a:lnTo>
                    <a:pt x="88314" y="30699"/>
                  </a:lnTo>
                  <a:cubicBezTo>
                    <a:pt x="92055" y="31023"/>
                    <a:pt x="95613" y="32454"/>
                    <a:pt x="98536" y="34810"/>
                  </a:cubicBezTo>
                  <a:cubicBezTo>
                    <a:pt x="105649" y="39804"/>
                    <a:pt x="111672" y="46193"/>
                    <a:pt x="116240" y="53587"/>
                  </a:cubicBezTo>
                  <a:cubicBezTo>
                    <a:pt x="120351" y="59735"/>
                    <a:pt x="123869" y="64698"/>
                    <a:pt x="124943" y="66179"/>
                  </a:cubicBezTo>
                  <a:lnTo>
                    <a:pt x="124943" y="66179"/>
                  </a:lnTo>
                  <a:lnTo>
                    <a:pt x="125351" y="66698"/>
                  </a:lnTo>
                  <a:lnTo>
                    <a:pt x="125351" y="66698"/>
                  </a:lnTo>
                  <a:cubicBezTo>
                    <a:pt x="127202" y="62994"/>
                    <a:pt x="127128" y="52661"/>
                    <a:pt x="125832" y="43254"/>
                  </a:cubicBezTo>
                  <a:cubicBezTo>
                    <a:pt x="124017" y="30291"/>
                    <a:pt x="122536" y="26439"/>
                    <a:pt x="114240" y="19477"/>
                  </a:cubicBezTo>
                  <a:cubicBezTo>
                    <a:pt x="108954" y="14686"/>
                    <a:pt x="101899" y="12334"/>
                    <a:pt x="94796" y="12995"/>
                  </a:cubicBezTo>
                  <a:cubicBezTo>
                    <a:pt x="85158" y="5517"/>
                    <a:pt x="73548" y="1012"/>
                    <a:pt x="61389" y="33"/>
                  </a:cubicBezTo>
                  <a:cubicBezTo>
                    <a:pt x="42871" y="-634"/>
                    <a:pt x="22649" y="9032"/>
                    <a:pt x="14056" y="20366"/>
                  </a:cubicBezTo>
                  <a:cubicBezTo>
                    <a:pt x="1057" y="37402"/>
                    <a:pt x="2501" y="48513"/>
                    <a:pt x="2501" y="52476"/>
                  </a:cubicBezTo>
                  <a:cubicBezTo>
                    <a:pt x="2501" y="56439"/>
                    <a:pt x="-2054" y="63328"/>
                    <a:pt x="1131" y="63328"/>
                  </a:cubicBezTo>
                  <a:cubicBezTo>
                    <a:pt x="3205" y="63328"/>
                    <a:pt x="5242" y="63328"/>
                    <a:pt x="7316" y="63328"/>
                  </a:cubicBezTo>
                  <a:lnTo>
                    <a:pt x="7316" y="63328"/>
                  </a:lnTo>
                  <a:cubicBezTo>
                    <a:pt x="19056" y="62994"/>
                    <a:pt x="43019" y="61698"/>
                    <a:pt x="54982" y="54661"/>
                  </a:cubicBezTo>
                  <a:close/>
                </a:path>
              </a:pathLst>
            </a:custGeom>
            <a:noFill/>
            <a:ln w="9525" cap="flat">
              <a:solidFill>
                <a:srgbClr val="2F5597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1B5CCA19-F1B3-490A-B48D-E780EB86479C}"/>
                </a:ext>
              </a:extLst>
            </p:cNvPr>
            <p:cNvSpPr/>
            <p:nvPr/>
          </p:nvSpPr>
          <p:spPr>
            <a:xfrm>
              <a:off x="4933126" y="1050542"/>
              <a:ext cx="117923" cy="90670"/>
            </a:xfrm>
            <a:custGeom>
              <a:avLst/>
              <a:gdLst>
                <a:gd name="connsiteX0" fmla="*/ 112628 w 117923"/>
                <a:gd name="connsiteY0" fmla="*/ 32481 h 90670"/>
                <a:gd name="connsiteX1" fmla="*/ 103406 w 117923"/>
                <a:gd name="connsiteY1" fmla="*/ 19185 h 90670"/>
                <a:gd name="connsiteX2" fmla="*/ 87517 w 117923"/>
                <a:gd name="connsiteY2" fmla="*/ 2222 h 90670"/>
                <a:gd name="connsiteX3" fmla="*/ 83480 w 117923"/>
                <a:gd name="connsiteY3" fmla="*/ 0 h 90670"/>
                <a:gd name="connsiteX4" fmla="*/ 51851 w 117923"/>
                <a:gd name="connsiteY4" fmla="*/ 22444 h 90670"/>
                <a:gd name="connsiteX5" fmla="*/ 0 w 117923"/>
                <a:gd name="connsiteY5" fmla="*/ 32148 h 90670"/>
                <a:gd name="connsiteX6" fmla="*/ 59989 w 117923"/>
                <a:gd name="connsiteY6" fmla="*/ 90666 h 90670"/>
                <a:gd name="connsiteX7" fmla="*/ 117924 w 117923"/>
                <a:gd name="connsiteY7" fmla="*/ 39740 h 90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23" h="90670">
                  <a:moveTo>
                    <a:pt x="112628" y="32481"/>
                  </a:moveTo>
                  <a:cubicBezTo>
                    <a:pt x="112442" y="32222"/>
                    <a:pt x="108368" y="26555"/>
                    <a:pt x="103406" y="19185"/>
                  </a:cubicBezTo>
                  <a:cubicBezTo>
                    <a:pt x="99330" y="12500"/>
                    <a:pt x="93921" y="6726"/>
                    <a:pt x="87517" y="2222"/>
                  </a:cubicBezTo>
                  <a:cubicBezTo>
                    <a:pt x="86270" y="1314"/>
                    <a:pt x="84914" y="568"/>
                    <a:pt x="83480" y="0"/>
                  </a:cubicBezTo>
                  <a:cubicBezTo>
                    <a:pt x="76887" y="5000"/>
                    <a:pt x="59925" y="17740"/>
                    <a:pt x="51851" y="22444"/>
                  </a:cubicBezTo>
                  <a:cubicBezTo>
                    <a:pt x="39036" y="29851"/>
                    <a:pt x="15666" y="31814"/>
                    <a:pt x="0" y="32148"/>
                  </a:cubicBezTo>
                  <a:cubicBezTo>
                    <a:pt x="406" y="64873"/>
                    <a:pt x="27264" y="91072"/>
                    <a:pt x="59989" y="90666"/>
                  </a:cubicBezTo>
                  <a:cubicBezTo>
                    <a:pt x="89218" y="90304"/>
                    <a:pt x="113816" y="68681"/>
                    <a:pt x="117924" y="39740"/>
                  </a:cubicBezTo>
                  <a:close/>
                </a:path>
              </a:pathLst>
            </a:custGeom>
            <a:noFill/>
            <a:ln w="9525" cap="flat">
              <a:solidFill>
                <a:srgbClr val="2F5597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D2CACB-230D-4141-B3F6-2B0062708419}"/>
              </a:ext>
            </a:extLst>
          </p:cNvPr>
          <p:cNvSpPr txBox="1"/>
          <p:nvPr/>
        </p:nvSpPr>
        <p:spPr>
          <a:xfrm>
            <a:off x="9476835" y="322711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2F5597"/>
                </a:solidFill>
              </a:rPr>
              <a:t>HP1</a:t>
            </a: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0B22E12E-B683-4839-AA5A-0A34A790CBA8}"/>
              </a:ext>
            </a:extLst>
          </p:cNvPr>
          <p:cNvGrpSpPr/>
          <p:nvPr/>
        </p:nvGrpSpPr>
        <p:grpSpPr>
          <a:xfrm>
            <a:off x="10152992" y="3765646"/>
            <a:ext cx="1638060" cy="137021"/>
            <a:chOff x="6099174" y="1504832"/>
            <a:chExt cx="1638060" cy="137021"/>
          </a:xfrm>
        </p:grpSpPr>
        <p:sp>
          <p:nvSpPr>
            <p:cNvPr id="60" name="箭號: 五邊形 59">
              <a:extLst>
                <a:ext uri="{FF2B5EF4-FFF2-40B4-BE49-F238E27FC236}">
                  <a16:creationId xmlns:a16="http://schemas.microsoft.com/office/drawing/2014/main" id="{44B28BB8-C1C2-407D-B6F7-E181BC85D5F9}"/>
                </a:ext>
              </a:extLst>
            </p:cNvPr>
            <p:cNvSpPr/>
            <p:nvPr/>
          </p:nvSpPr>
          <p:spPr>
            <a:xfrm>
              <a:off x="6099174" y="1508542"/>
              <a:ext cx="163806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1" name="矩形 178">
              <a:extLst>
                <a:ext uri="{FF2B5EF4-FFF2-40B4-BE49-F238E27FC236}">
                  <a16:creationId xmlns:a16="http://schemas.microsoft.com/office/drawing/2014/main" id="{D2C1424C-B713-452C-9295-D40C7C8C50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5611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矩形 178">
              <a:extLst>
                <a:ext uri="{FF2B5EF4-FFF2-40B4-BE49-F238E27FC236}">
                  <a16:creationId xmlns:a16="http://schemas.microsoft.com/office/drawing/2014/main" id="{92E1BF90-6160-4A1B-8111-F0447A1E35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25708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矩形 178">
              <a:extLst>
                <a:ext uri="{FF2B5EF4-FFF2-40B4-BE49-F238E27FC236}">
                  <a16:creationId xmlns:a16="http://schemas.microsoft.com/office/drawing/2014/main" id="{BB071F41-1C30-4679-B9EA-163B6C59D2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25809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矩形 178">
              <a:extLst>
                <a:ext uri="{FF2B5EF4-FFF2-40B4-BE49-F238E27FC236}">
                  <a16:creationId xmlns:a16="http://schemas.microsoft.com/office/drawing/2014/main" id="{6AECAF86-771E-40DE-8FE6-B2DD841E45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25322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矩形 178">
              <a:extLst>
                <a:ext uri="{FF2B5EF4-FFF2-40B4-BE49-F238E27FC236}">
                  <a16:creationId xmlns:a16="http://schemas.microsoft.com/office/drawing/2014/main" id="{D685B80A-6729-4AE9-991F-B5A2E785E5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5420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矩形 178">
              <a:extLst>
                <a:ext uri="{FF2B5EF4-FFF2-40B4-BE49-F238E27FC236}">
                  <a16:creationId xmlns:a16="http://schemas.microsoft.com/office/drawing/2014/main" id="{A2BC5E9A-6F12-4CAE-8020-B060E0975C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25513" y="1504832"/>
              <a:ext cx="149158" cy="137021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矩形 178">
              <a:extLst>
                <a:ext uri="{FF2B5EF4-FFF2-40B4-BE49-F238E27FC236}">
                  <a16:creationId xmlns:a16="http://schemas.microsoft.com/office/drawing/2014/main" id="{F499A657-6B6A-46E0-AE64-9D63D9946F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25890" y="150483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" name="矩形 178">
              <a:extLst>
                <a:ext uri="{FF2B5EF4-FFF2-40B4-BE49-F238E27FC236}">
                  <a16:creationId xmlns:a16="http://schemas.microsoft.com/office/drawing/2014/main" id="{C23ABF0D-EC23-4F0A-99C5-A414668698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25988" y="150483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068FCD7C-B6C6-46C2-9530-503CE0E018A9}"/>
              </a:ext>
            </a:extLst>
          </p:cNvPr>
          <p:cNvGrpSpPr/>
          <p:nvPr/>
        </p:nvGrpSpPr>
        <p:grpSpPr>
          <a:xfrm>
            <a:off x="9101732" y="3696223"/>
            <a:ext cx="237032" cy="275867"/>
            <a:chOff x="4873831" y="1408322"/>
            <a:chExt cx="237032" cy="275867"/>
          </a:xfrm>
        </p:grpSpPr>
        <p:sp>
          <p:nvSpPr>
            <p:cNvPr id="58" name="手繪多邊形: 圖案 57">
              <a:extLst>
                <a:ext uri="{FF2B5EF4-FFF2-40B4-BE49-F238E27FC236}">
                  <a16:creationId xmlns:a16="http://schemas.microsoft.com/office/drawing/2014/main" id="{00BA870E-64D8-42B8-898D-738DE788F987}"/>
                </a:ext>
              </a:extLst>
            </p:cNvPr>
            <p:cNvSpPr/>
            <p:nvPr/>
          </p:nvSpPr>
          <p:spPr>
            <a:xfrm>
              <a:off x="4873831" y="1565673"/>
              <a:ext cx="237032" cy="118516"/>
            </a:xfrm>
            <a:custGeom>
              <a:avLst/>
              <a:gdLst>
                <a:gd name="connsiteX0" fmla="*/ 237033 w 237032"/>
                <a:gd name="connsiteY0" fmla="*/ 59258 h 118516"/>
                <a:gd name="connsiteX1" fmla="*/ 225181 w 237032"/>
                <a:gd name="connsiteY1" fmla="*/ 35555 h 118516"/>
                <a:gd name="connsiteX2" fmla="*/ 167404 w 237032"/>
                <a:gd name="connsiteY2" fmla="*/ 7407 h 118516"/>
                <a:gd name="connsiteX3" fmla="*/ 118516 w 237032"/>
                <a:gd name="connsiteY3" fmla="*/ 0 h 118516"/>
                <a:gd name="connsiteX4" fmla="*/ 69628 w 237032"/>
                <a:gd name="connsiteY4" fmla="*/ 7407 h 118516"/>
                <a:gd name="connsiteX5" fmla="*/ 11852 w 237032"/>
                <a:gd name="connsiteY5" fmla="*/ 35555 h 118516"/>
                <a:gd name="connsiteX6" fmla="*/ 0 w 237032"/>
                <a:gd name="connsiteY6" fmla="*/ 59258 h 118516"/>
                <a:gd name="connsiteX7" fmla="*/ 0 w 237032"/>
                <a:gd name="connsiteY7" fmla="*/ 118516 h 118516"/>
                <a:gd name="connsiteX8" fmla="*/ 237033 w 237032"/>
                <a:gd name="connsiteY8" fmla="*/ 118516 h 11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7032" h="118516">
                  <a:moveTo>
                    <a:pt x="237033" y="59258"/>
                  </a:moveTo>
                  <a:cubicBezTo>
                    <a:pt x="236839" y="49979"/>
                    <a:pt x="232488" y="41277"/>
                    <a:pt x="225181" y="35555"/>
                  </a:cubicBezTo>
                  <a:cubicBezTo>
                    <a:pt x="208885" y="22222"/>
                    <a:pt x="188145" y="13333"/>
                    <a:pt x="167404" y="7407"/>
                  </a:cubicBezTo>
                  <a:cubicBezTo>
                    <a:pt x="151559" y="2557"/>
                    <a:pt x="135087" y="61"/>
                    <a:pt x="118516" y="0"/>
                  </a:cubicBezTo>
                  <a:cubicBezTo>
                    <a:pt x="101964" y="286"/>
                    <a:pt x="85523" y="2777"/>
                    <a:pt x="69628" y="7407"/>
                  </a:cubicBezTo>
                  <a:cubicBezTo>
                    <a:pt x="48915" y="13452"/>
                    <a:pt x="29378" y="22970"/>
                    <a:pt x="11852" y="35555"/>
                  </a:cubicBezTo>
                  <a:cubicBezTo>
                    <a:pt x="4544" y="41277"/>
                    <a:pt x="193" y="49979"/>
                    <a:pt x="0" y="59258"/>
                  </a:cubicBezTo>
                  <a:lnTo>
                    <a:pt x="0" y="118516"/>
                  </a:lnTo>
                  <a:lnTo>
                    <a:pt x="237033" y="118516"/>
                  </a:lnTo>
                  <a:close/>
                </a:path>
              </a:pathLst>
            </a:custGeom>
            <a:noFill/>
            <a:ln w="9525" cap="flat">
              <a:solidFill>
                <a:srgbClr val="2F559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>
                <a:solidFill>
                  <a:srgbClr val="2E75B6"/>
                </a:solidFill>
              </a:endParaRPr>
            </a:p>
          </p:txBody>
        </p:sp>
        <p:sp>
          <p:nvSpPr>
            <p:cNvPr id="59" name="手繪多邊形: 圖案 58">
              <a:extLst>
                <a:ext uri="{FF2B5EF4-FFF2-40B4-BE49-F238E27FC236}">
                  <a16:creationId xmlns:a16="http://schemas.microsoft.com/office/drawing/2014/main" id="{45BF03A0-23F0-480F-8A78-D79914A7834C}"/>
                </a:ext>
              </a:extLst>
            </p:cNvPr>
            <p:cNvSpPr/>
            <p:nvPr/>
          </p:nvSpPr>
          <p:spPr>
            <a:xfrm>
              <a:off x="4916460" y="1408322"/>
              <a:ext cx="153293" cy="159561"/>
            </a:xfrm>
            <a:custGeom>
              <a:avLst/>
              <a:gdLst>
                <a:gd name="connsiteX0" fmla="*/ 139257 w 153293"/>
                <a:gd name="connsiteY0" fmla="*/ 126241 h 159561"/>
                <a:gd name="connsiteX1" fmla="*/ 148997 w 153293"/>
                <a:gd name="connsiteY1" fmla="*/ 56094 h 159561"/>
                <a:gd name="connsiteX2" fmla="*/ 133590 w 153293"/>
                <a:gd name="connsiteY2" fmla="*/ 23206 h 159561"/>
                <a:gd name="connsiteX3" fmla="*/ 114368 w 153293"/>
                <a:gd name="connsiteY3" fmla="*/ 22946 h 159561"/>
                <a:gd name="connsiteX4" fmla="*/ 84258 w 153293"/>
                <a:gd name="connsiteY4" fmla="*/ 2613 h 159561"/>
                <a:gd name="connsiteX5" fmla="*/ 27740 w 153293"/>
                <a:gd name="connsiteY5" fmla="*/ 9836 h 159561"/>
                <a:gd name="connsiteX6" fmla="*/ 6148 w 153293"/>
                <a:gd name="connsiteY6" fmla="*/ 64316 h 159561"/>
                <a:gd name="connsiteX7" fmla="*/ 8222 w 153293"/>
                <a:gd name="connsiteY7" fmla="*/ 138389 h 159561"/>
                <a:gd name="connsiteX8" fmla="*/ 0 w 153293"/>
                <a:gd name="connsiteY8" fmla="*/ 158944 h 159561"/>
                <a:gd name="connsiteX9" fmla="*/ 34629 w 153293"/>
                <a:gd name="connsiteY9" fmla="*/ 155240 h 159561"/>
                <a:gd name="connsiteX10" fmla="*/ 52332 w 153293"/>
                <a:gd name="connsiteY10" fmla="*/ 141315 h 159561"/>
                <a:gd name="connsiteX11" fmla="*/ 14778 w 153293"/>
                <a:gd name="connsiteY11" fmla="*/ 94871 h 159561"/>
                <a:gd name="connsiteX12" fmla="*/ 16222 w 153293"/>
                <a:gd name="connsiteY12" fmla="*/ 74945 h 159561"/>
                <a:gd name="connsiteX13" fmla="*/ 36222 w 153293"/>
                <a:gd name="connsiteY13" fmla="*/ 68316 h 159561"/>
                <a:gd name="connsiteX14" fmla="*/ 73480 w 153293"/>
                <a:gd name="connsiteY14" fmla="*/ 57835 h 159561"/>
                <a:gd name="connsiteX15" fmla="*/ 110220 w 153293"/>
                <a:gd name="connsiteY15" fmla="*/ 32650 h 159561"/>
                <a:gd name="connsiteX16" fmla="*/ 115458 w 153293"/>
                <a:gd name="connsiteY16" fmla="*/ 32690 h 159561"/>
                <a:gd name="connsiteX17" fmla="*/ 116479 w 153293"/>
                <a:gd name="connsiteY17" fmla="*/ 34724 h 159561"/>
                <a:gd name="connsiteX18" fmla="*/ 122701 w 153293"/>
                <a:gd name="connsiteY18" fmla="*/ 51909 h 159561"/>
                <a:gd name="connsiteX19" fmla="*/ 128183 w 153293"/>
                <a:gd name="connsiteY19" fmla="*/ 56724 h 159561"/>
                <a:gd name="connsiteX20" fmla="*/ 134405 w 153293"/>
                <a:gd name="connsiteY20" fmla="*/ 62538 h 159561"/>
                <a:gd name="connsiteX21" fmla="*/ 138849 w 153293"/>
                <a:gd name="connsiteY21" fmla="*/ 79353 h 159561"/>
                <a:gd name="connsiteX22" fmla="*/ 97813 w 153293"/>
                <a:gd name="connsiteY22" fmla="*/ 141648 h 159561"/>
                <a:gd name="connsiteX23" fmla="*/ 115331 w 153293"/>
                <a:gd name="connsiteY23" fmla="*/ 155722 h 159561"/>
                <a:gd name="connsiteX24" fmla="*/ 153293 w 153293"/>
                <a:gd name="connsiteY24" fmla="*/ 152648 h 159561"/>
                <a:gd name="connsiteX25" fmla="*/ 139257 w 153293"/>
                <a:gd name="connsiteY25" fmla="*/ 126241 h 159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3293" h="159561">
                  <a:moveTo>
                    <a:pt x="139257" y="126241"/>
                  </a:moveTo>
                  <a:cubicBezTo>
                    <a:pt x="135849" y="112908"/>
                    <a:pt x="148886" y="79575"/>
                    <a:pt x="148997" y="56094"/>
                  </a:cubicBezTo>
                  <a:cubicBezTo>
                    <a:pt x="148997" y="37316"/>
                    <a:pt x="143664" y="28909"/>
                    <a:pt x="133590" y="23206"/>
                  </a:cubicBezTo>
                  <a:cubicBezTo>
                    <a:pt x="127775" y="19909"/>
                    <a:pt x="114368" y="22946"/>
                    <a:pt x="114368" y="22946"/>
                  </a:cubicBezTo>
                  <a:cubicBezTo>
                    <a:pt x="114368" y="22946"/>
                    <a:pt x="107442" y="9836"/>
                    <a:pt x="84258" y="2613"/>
                  </a:cubicBezTo>
                  <a:cubicBezTo>
                    <a:pt x="65207" y="-2573"/>
                    <a:pt x="44875" y="25"/>
                    <a:pt x="27740" y="9836"/>
                  </a:cubicBezTo>
                  <a:cubicBezTo>
                    <a:pt x="13407" y="19095"/>
                    <a:pt x="6481" y="29280"/>
                    <a:pt x="6148" y="64316"/>
                  </a:cubicBezTo>
                  <a:cubicBezTo>
                    <a:pt x="5852" y="96427"/>
                    <a:pt x="10259" y="124944"/>
                    <a:pt x="8222" y="138389"/>
                  </a:cubicBezTo>
                  <a:cubicBezTo>
                    <a:pt x="7283" y="145830"/>
                    <a:pt x="4452" y="152907"/>
                    <a:pt x="0" y="158944"/>
                  </a:cubicBezTo>
                  <a:cubicBezTo>
                    <a:pt x="0" y="158944"/>
                    <a:pt x="22222" y="161796"/>
                    <a:pt x="34629" y="155240"/>
                  </a:cubicBezTo>
                  <a:cubicBezTo>
                    <a:pt x="40873" y="151051"/>
                    <a:pt x="46791" y="146396"/>
                    <a:pt x="52332" y="141315"/>
                  </a:cubicBezTo>
                  <a:cubicBezTo>
                    <a:pt x="33325" y="132450"/>
                    <a:pt x="19468" y="115313"/>
                    <a:pt x="14778" y="94871"/>
                  </a:cubicBezTo>
                  <a:cubicBezTo>
                    <a:pt x="14296" y="93093"/>
                    <a:pt x="11074" y="81464"/>
                    <a:pt x="16222" y="74945"/>
                  </a:cubicBezTo>
                  <a:cubicBezTo>
                    <a:pt x="19037" y="71242"/>
                    <a:pt x="25481" y="70205"/>
                    <a:pt x="36222" y="68316"/>
                  </a:cubicBezTo>
                  <a:cubicBezTo>
                    <a:pt x="49078" y="66622"/>
                    <a:pt x="61626" y="63093"/>
                    <a:pt x="73480" y="57835"/>
                  </a:cubicBezTo>
                  <a:cubicBezTo>
                    <a:pt x="86806" y="51134"/>
                    <a:pt x="99164" y="42662"/>
                    <a:pt x="110220" y="32650"/>
                  </a:cubicBezTo>
                  <a:cubicBezTo>
                    <a:pt x="111678" y="31215"/>
                    <a:pt x="114022" y="31233"/>
                    <a:pt x="115458" y="32690"/>
                  </a:cubicBezTo>
                  <a:cubicBezTo>
                    <a:pt x="116003" y="33244"/>
                    <a:pt x="116361" y="33955"/>
                    <a:pt x="116479" y="34724"/>
                  </a:cubicBezTo>
                  <a:cubicBezTo>
                    <a:pt x="117361" y="40816"/>
                    <a:pt x="119479" y="46664"/>
                    <a:pt x="122701" y="51909"/>
                  </a:cubicBezTo>
                  <a:cubicBezTo>
                    <a:pt x="124211" y="53843"/>
                    <a:pt x="126070" y="55476"/>
                    <a:pt x="128183" y="56724"/>
                  </a:cubicBezTo>
                  <a:cubicBezTo>
                    <a:pt x="130645" y="58199"/>
                    <a:pt x="132766" y="60181"/>
                    <a:pt x="134405" y="62538"/>
                  </a:cubicBezTo>
                  <a:cubicBezTo>
                    <a:pt x="137079" y="67758"/>
                    <a:pt x="138595" y="73493"/>
                    <a:pt x="138849" y="79353"/>
                  </a:cubicBezTo>
                  <a:cubicBezTo>
                    <a:pt x="138607" y="106380"/>
                    <a:pt x="122549" y="130756"/>
                    <a:pt x="97813" y="141648"/>
                  </a:cubicBezTo>
                  <a:cubicBezTo>
                    <a:pt x="102480" y="145759"/>
                    <a:pt x="108591" y="150833"/>
                    <a:pt x="115331" y="155722"/>
                  </a:cubicBezTo>
                  <a:cubicBezTo>
                    <a:pt x="126442" y="163759"/>
                    <a:pt x="153293" y="152648"/>
                    <a:pt x="153293" y="152648"/>
                  </a:cubicBezTo>
                  <a:cubicBezTo>
                    <a:pt x="153293" y="152648"/>
                    <a:pt x="144627" y="147463"/>
                    <a:pt x="139257" y="126241"/>
                  </a:cubicBezTo>
                  <a:close/>
                </a:path>
              </a:pathLst>
            </a:custGeom>
            <a:noFill/>
            <a:ln w="9525" cap="flat">
              <a:solidFill>
                <a:srgbClr val="2F559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>
                <a:solidFill>
                  <a:srgbClr val="2E75B6"/>
                </a:solidFill>
              </a:endParaRPr>
            </a:p>
          </p:txBody>
        </p:sp>
      </p:grp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87E6C39-FE57-4C61-8E72-8F5892D0CEB1}"/>
              </a:ext>
            </a:extLst>
          </p:cNvPr>
          <p:cNvSpPr txBox="1"/>
          <p:nvPr/>
        </p:nvSpPr>
        <p:spPr>
          <a:xfrm>
            <a:off x="9476835" y="364949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2F5597"/>
                </a:solidFill>
              </a:rPr>
              <a:t>HP2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A14631A-33C3-4E0B-A88A-A4E87CA38734}"/>
              </a:ext>
            </a:extLst>
          </p:cNvPr>
          <p:cNvSpPr txBox="1"/>
          <p:nvPr/>
        </p:nvSpPr>
        <p:spPr>
          <a:xfrm>
            <a:off x="9195508" y="407186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HP1-1</a:t>
            </a:r>
          </a:p>
        </p:txBody>
      </p:sp>
      <p:sp>
        <p:nvSpPr>
          <p:cNvPr id="23" name="箭號: 五邊形 22">
            <a:extLst>
              <a:ext uri="{FF2B5EF4-FFF2-40B4-BE49-F238E27FC236}">
                <a16:creationId xmlns:a16="http://schemas.microsoft.com/office/drawing/2014/main" id="{7E64FB5F-E7A3-48DF-9F0A-55EE520B7A46}"/>
              </a:ext>
            </a:extLst>
          </p:cNvPr>
          <p:cNvSpPr/>
          <p:nvPr/>
        </p:nvSpPr>
        <p:spPr>
          <a:xfrm>
            <a:off x="10152992" y="4191728"/>
            <a:ext cx="886567" cy="12960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4" name="箭號: 五邊形 23">
            <a:extLst>
              <a:ext uri="{FF2B5EF4-FFF2-40B4-BE49-F238E27FC236}">
                <a16:creationId xmlns:a16="http://schemas.microsoft.com/office/drawing/2014/main" id="{48CB4580-695D-47AB-87A7-B5A08F4CF474}"/>
              </a:ext>
            </a:extLst>
          </p:cNvPr>
          <p:cNvSpPr/>
          <p:nvPr/>
        </p:nvSpPr>
        <p:spPr>
          <a:xfrm>
            <a:off x="10979526" y="4191728"/>
            <a:ext cx="81152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5" name="矩形 178">
            <a:extLst>
              <a:ext uri="{FF2B5EF4-FFF2-40B4-BE49-F238E27FC236}">
                <a16:creationId xmlns:a16="http://schemas.microsoft.com/office/drawing/2014/main" id="{96DA8AE0-B7AB-4C7B-9AFE-B0C13E47EA58}"/>
              </a:ext>
            </a:extLst>
          </p:cNvPr>
          <p:cNvSpPr>
            <a:spLocks noChangeAspect="1"/>
          </p:cNvSpPr>
          <p:nvPr/>
        </p:nvSpPr>
        <p:spPr>
          <a:xfrm>
            <a:off x="10779429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矩形 178">
            <a:extLst>
              <a:ext uri="{FF2B5EF4-FFF2-40B4-BE49-F238E27FC236}">
                <a16:creationId xmlns:a16="http://schemas.microsoft.com/office/drawing/2014/main" id="{8AE0EFB0-8735-4414-A3D9-412167CF1D3B}"/>
              </a:ext>
            </a:extLst>
          </p:cNvPr>
          <p:cNvSpPr>
            <a:spLocks noChangeAspect="1"/>
          </p:cNvSpPr>
          <p:nvPr/>
        </p:nvSpPr>
        <p:spPr>
          <a:xfrm>
            <a:off x="10979526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矩形 178">
            <a:extLst>
              <a:ext uri="{FF2B5EF4-FFF2-40B4-BE49-F238E27FC236}">
                <a16:creationId xmlns:a16="http://schemas.microsoft.com/office/drawing/2014/main" id="{7FAC4FF0-BBDF-46D3-A093-47FFBD7C1658}"/>
              </a:ext>
            </a:extLst>
          </p:cNvPr>
          <p:cNvSpPr>
            <a:spLocks noChangeAspect="1"/>
          </p:cNvSpPr>
          <p:nvPr/>
        </p:nvSpPr>
        <p:spPr>
          <a:xfrm>
            <a:off x="11179627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矩形 178">
            <a:extLst>
              <a:ext uri="{FF2B5EF4-FFF2-40B4-BE49-F238E27FC236}">
                <a16:creationId xmlns:a16="http://schemas.microsoft.com/office/drawing/2014/main" id="{028B8699-F7E1-47BD-92D1-85DF10068DFD}"/>
              </a:ext>
            </a:extLst>
          </p:cNvPr>
          <p:cNvSpPr>
            <a:spLocks noChangeAspect="1"/>
          </p:cNvSpPr>
          <p:nvPr/>
        </p:nvSpPr>
        <p:spPr>
          <a:xfrm>
            <a:off x="10179140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矩形 178">
            <a:extLst>
              <a:ext uri="{FF2B5EF4-FFF2-40B4-BE49-F238E27FC236}">
                <a16:creationId xmlns:a16="http://schemas.microsoft.com/office/drawing/2014/main" id="{E5C27F1A-781D-4BF7-9382-82F4B0E60F39}"/>
              </a:ext>
            </a:extLst>
          </p:cNvPr>
          <p:cNvSpPr>
            <a:spLocks noChangeAspect="1"/>
          </p:cNvSpPr>
          <p:nvPr/>
        </p:nvSpPr>
        <p:spPr>
          <a:xfrm>
            <a:off x="10379238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矩形 178">
            <a:extLst>
              <a:ext uri="{FF2B5EF4-FFF2-40B4-BE49-F238E27FC236}">
                <a16:creationId xmlns:a16="http://schemas.microsoft.com/office/drawing/2014/main" id="{B5AF4CD8-83EB-4C45-80CD-A3DC76FC42AE}"/>
              </a:ext>
            </a:extLst>
          </p:cNvPr>
          <p:cNvSpPr>
            <a:spLocks noChangeAspect="1"/>
          </p:cNvSpPr>
          <p:nvPr/>
        </p:nvSpPr>
        <p:spPr>
          <a:xfrm>
            <a:off x="10579331" y="418801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schemeClr val="bg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矩形 178">
            <a:extLst>
              <a:ext uri="{FF2B5EF4-FFF2-40B4-BE49-F238E27FC236}">
                <a16:creationId xmlns:a16="http://schemas.microsoft.com/office/drawing/2014/main" id="{92CB3544-DB67-49A8-B75C-D91470486413}"/>
              </a:ext>
            </a:extLst>
          </p:cNvPr>
          <p:cNvSpPr>
            <a:spLocks noChangeAspect="1"/>
          </p:cNvSpPr>
          <p:nvPr/>
        </p:nvSpPr>
        <p:spPr>
          <a:xfrm>
            <a:off x="11379708" y="4188018"/>
            <a:ext cx="149158" cy="13702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 178">
            <a:extLst>
              <a:ext uri="{FF2B5EF4-FFF2-40B4-BE49-F238E27FC236}">
                <a16:creationId xmlns:a16="http://schemas.microsoft.com/office/drawing/2014/main" id="{CFD32F69-D058-40FB-B1A9-4AFFE02A407C}"/>
              </a:ext>
            </a:extLst>
          </p:cNvPr>
          <p:cNvSpPr>
            <a:spLocks noChangeAspect="1"/>
          </p:cNvSpPr>
          <p:nvPr/>
        </p:nvSpPr>
        <p:spPr>
          <a:xfrm>
            <a:off x="11579806" y="4188018"/>
            <a:ext cx="149157" cy="137021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9B42F45A-E759-4B60-AC50-E1A325F7980E}"/>
              </a:ext>
            </a:extLst>
          </p:cNvPr>
          <p:cNvSpPr txBox="1"/>
          <p:nvPr/>
        </p:nvSpPr>
        <p:spPr>
          <a:xfrm>
            <a:off x="9195508" y="449423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HP2-1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47AA84CA-602E-41FE-A499-658850F97304}"/>
              </a:ext>
            </a:extLst>
          </p:cNvPr>
          <p:cNvGrpSpPr/>
          <p:nvPr/>
        </p:nvGrpSpPr>
        <p:grpSpPr>
          <a:xfrm>
            <a:off x="10152992" y="4610390"/>
            <a:ext cx="1638060" cy="137021"/>
            <a:chOff x="6065206" y="2571213"/>
            <a:chExt cx="1638060" cy="137021"/>
          </a:xfrm>
        </p:grpSpPr>
        <p:sp>
          <p:nvSpPr>
            <p:cNvPr id="49" name="箭號: 五邊形 48">
              <a:extLst>
                <a:ext uri="{FF2B5EF4-FFF2-40B4-BE49-F238E27FC236}">
                  <a16:creationId xmlns:a16="http://schemas.microsoft.com/office/drawing/2014/main" id="{AEF36BEC-8C91-452E-9A37-5131A1872700}"/>
                </a:ext>
              </a:extLst>
            </p:cNvPr>
            <p:cNvSpPr/>
            <p:nvPr/>
          </p:nvSpPr>
          <p:spPr>
            <a:xfrm>
              <a:off x="6065206" y="2574923"/>
              <a:ext cx="163806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0" name="矩形 178">
              <a:extLst>
                <a:ext uri="{FF2B5EF4-FFF2-40B4-BE49-F238E27FC236}">
                  <a16:creationId xmlns:a16="http://schemas.microsoft.com/office/drawing/2014/main" id="{0178A550-758F-488D-9949-3F274EEA25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643" y="25712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178">
              <a:extLst>
                <a:ext uri="{FF2B5EF4-FFF2-40B4-BE49-F238E27FC236}">
                  <a16:creationId xmlns:a16="http://schemas.microsoft.com/office/drawing/2014/main" id="{60249BF9-0307-4890-8120-5E51C87BC0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91740" y="2571213"/>
              <a:ext cx="149158" cy="137021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矩形 178">
              <a:extLst>
                <a:ext uri="{FF2B5EF4-FFF2-40B4-BE49-F238E27FC236}">
                  <a16:creationId xmlns:a16="http://schemas.microsoft.com/office/drawing/2014/main" id="{EEE66BAE-CFEB-4334-856D-993CA70DD8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91841" y="25712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178">
              <a:extLst>
                <a:ext uri="{FF2B5EF4-FFF2-40B4-BE49-F238E27FC236}">
                  <a16:creationId xmlns:a16="http://schemas.microsoft.com/office/drawing/2014/main" id="{F615F904-9215-480C-9ABF-D86B95E0CE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1354" y="25712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矩形 178">
              <a:extLst>
                <a:ext uri="{FF2B5EF4-FFF2-40B4-BE49-F238E27FC236}">
                  <a16:creationId xmlns:a16="http://schemas.microsoft.com/office/drawing/2014/main" id="{36E91060-5C84-474E-AAE6-A7473771AF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91452" y="25712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矩形 178">
              <a:extLst>
                <a:ext uri="{FF2B5EF4-FFF2-40B4-BE49-F238E27FC236}">
                  <a16:creationId xmlns:a16="http://schemas.microsoft.com/office/drawing/2014/main" id="{98BFB8C1-C8AD-4FB9-8863-140C12A228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91545" y="2571213"/>
              <a:ext cx="149158" cy="137021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矩形 178">
              <a:extLst>
                <a:ext uri="{FF2B5EF4-FFF2-40B4-BE49-F238E27FC236}">
                  <a16:creationId xmlns:a16="http://schemas.microsoft.com/office/drawing/2014/main" id="{E1448DEF-1A89-4ADA-BFF6-980617B728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91922" y="257121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矩形 178">
              <a:extLst>
                <a:ext uri="{FF2B5EF4-FFF2-40B4-BE49-F238E27FC236}">
                  <a16:creationId xmlns:a16="http://schemas.microsoft.com/office/drawing/2014/main" id="{892CA1FA-13CA-4343-B072-F542F886BC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2020" y="2571213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0CD305A-DA07-4E35-AF34-F6AA152FE4F9}"/>
              </a:ext>
            </a:extLst>
          </p:cNvPr>
          <p:cNvSpPr txBox="1"/>
          <p:nvPr/>
        </p:nvSpPr>
        <p:spPr>
          <a:xfrm>
            <a:off x="9101732" y="4916605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HP2-1-1</a:t>
            </a: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CA3646EF-77D4-4C76-93C3-6BF2C1F7FA62}"/>
              </a:ext>
            </a:extLst>
          </p:cNvPr>
          <p:cNvGrpSpPr/>
          <p:nvPr/>
        </p:nvGrpSpPr>
        <p:grpSpPr>
          <a:xfrm>
            <a:off x="10152992" y="5032761"/>
            <a:ext cx="1638060" cy="137021"/>
            <a:chOff x="6045600" y="3005364"/>
            <a:chExt cx="1638060" cy="137021"/>
          </a:xfrm>
        </p:grpSpPr>
        <p:sp>
          <p:nvSpPr>
            <p:cNvPr id="40" name="箭號: 五邊形 39">
              <a:extLst>
                <a:ext uri="{FF2B5EF4-FFF2-40B4-BE49-F238E27FC236}">
                  <a16:creationId xmlns:a16="http://schemas.microsoft.com/office/drawing/2014/main" id="{641AD4D3-48EF-46BF-AF18-A51BA3A3B4C3}"/>
                </a:ext>
              </a:extLst>
            </p:cNvPr>
            <p:cNvSpPr/>
            <p:nvPr/>
          </p:nvSpPr>
          <p:spPr>
            <a:xfrm>
              <a:off x="6045600" y="3009074"/>
              <a:ext cx="1638060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1" name="矩形 178">
              <a:extLst>
                <a:ext uri="{FF2B5EF4-FFF2-40B4-BE49-F238E27FC236}">
                  <a16:creationId xmlns:a16="http://schemas.microsoft.com/office/drawing/2014/main" id="{1582CFDC-B997-4F4A-83AC-B61A5FCF3C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72037" y="300536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矩形 178">
              <a:extLst>
                <a:ext uri="{FF2B5EF4-FFF2-40B4-BE49-F238E27FC236}">
                  <a16:creationId xmlns:a16="http://schemas.microsoft.com/office/drawing/2014/main" id="{9876C5E2-9DEF-40C5-A420-29251D339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72134" y="3005364"/>
              <a:ext cx="149158" cy="137021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矩形 178">
              <a:extLst>
                <a:ext uri="{FF2B5EF4-FFF2-40B4-BE49-F238E27FC236}">
                  <a16:creationId xmlns:a16="http://schemas.microsoft.com/office/drawing/2014/main" id="{AA0AECA2-A0BB-4E46-8AC4-B48D80E084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72235" y="300536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矩形 178">
              <a:extLst>
                <a:ext uri="{FF2B5EF4-FFF2-40B4-BE49-F238E27FC236}">
                  <a16:creationId xmlns:a16="http://schemas.microsoft.com/office/drawing/2014/main" id="{B3155C10-766E-43A3-B7D6-6BEAFF820B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71748" y="3005364"/>
              <a:ext cx="149158" cy="137021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矩形 178">
              <a:extLst>
                <a:ext uri="{FF2B5EF4-FFF2-40B4-BE49-F238E27FC236}">
                  <a16:creationId xmlns:a16="http://schemas.microsoft.com/office/drawing/2014/main" id="{6FF0DD80-300B-4260-9516-9D97E742B2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271846" y="300536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矩形 178">
              <a:extLst>
                <a:ext uri="{FF2B5EF4-FFF2-40B4-BE49-F238E27FC236}">
                  <a16:creationId xmlns:a16="http://schemas.microsoft.com/office/drawing/2014/main" id="{F1DE537A-9F7E-4FBA-A74D-D1D8BC5E02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71939" y="3005364"/>
              <a:ext cx="149158" cy="137021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矩形 178">
              <a:extLst>
                <a:ext uri="{FF2B5EF4-FFF2-40B4-BE49-F238E27FC236}">
                  <a16:creationId xmlns:a16="http://schemas.microsoft.com/office/drawing/2014/main" id="{FF13C6D5-DB6C-488C-80D1-35641685D3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72316" y="3005364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矩形 178">
              <a:extLst>
                <a:ext uri="{FF2B5EF4-FFF2-40B4-BE49-F238E27FC236}">
                  <a16:creationId xmlns:a16="http://schemas.microsoft.com/office/drawing/2014/main" id="{5C3C711E-BBA3-4D79-AC1B-80775DF023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72414" y="3005364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37" name="接點: 弧形 36">
            <a:extLst>
              <a:ext uri="{FF2B5EF4-FFF2-40B4-BE49-F238E27FC236}">
                <a16:creationId xmlns:a16="http://schemas.microsoft.com/office/drawing/2014/main" id="{A332CDDD-A102-494B-B9C2-A31B37CEC798}"/>
              </a:ext>
            </a:extLst>
          </p:cNvPr>
          <p:cNvCxnSpPr>
            <a:cxnSpLocks/>
            <a:stCxn id="8" idx="3"/>
            <a:endCxn id="24" idx="3"/>
          </p:cNvCxnSpPr>
          <p:nvPr/>
        </p:nvCxnSpPr>
        <p:spPr>
          <a:xfrm>
            <a:off x="11791051" y="3411784"/>
            <a:ext cx="1" cy="844744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接點: 弧形 37">
            <a:extLst>
              <a:ext uri="{FF2B5EF4-FFF2-40B4-BE49-F238E27FC236}">
                <a16:creationId xmlns:a16="http://schemas.microsoft.com/office/drawing/2014/main" id="{1B2BBB48-A48D-46F1-AE69-DF43D4A4703B}"/>
              </a:ext>
            </a:extLst>
          </p:cNvPr>
          <p:cNvCxnSpPr>
            <a:cxnSpLocks/>
            <a:stCxn id="60" idx="3"/>
            <a:endCxn id="49" idx="3"/>
          </p:cNvCxnSpPr>
          <p:nvPr/>
        </p:nvCxnSpPr>
        <p:spPr>
          <a:xfrm>
            <a:off x="11791052" y="3834156"/>
            <a:ext cx="12700" cy="844744"/>
          </a:xfrm>
          <a:prstGeom prst="curvedConnector3">
            <a:avLst>
              <a:gd name="adj1" fmla="val 18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接點: 弧形 38">
            <a:extLst>
              <a:ext uri="{FF2B5EF4-FFF2-40B4-BE49-F238E27FC236}">
                <a16:creationId xmlns:a16="http://schemas.microsoft.com/office/drawing/2014/main" id="{5F9B08EA-CE95-42AF-90C1-BE0131620872}"/>
              </a:ext>
            </a:extLst>
          </p:cNvPr>
          <p:cNvCxnSpPr>
            <a:cxnSpLocks/>
            <a:stCxn id="49" idx="3"/>
            <a:endCxn id="48" idx="3"/>
          </p:cNvCxnSpPr>
          <p:nvPr/>
        </p:nvCxnSpPr>
        <p:spPr>
          <a:xfrm flipH="1">
            <a:off x="11728963" y="4678900"/>
            <a:ext cx="62089" cy="422372"/>
          </a:xfrm>
          <a:prstGeom prst="curvedConnector3">
            <a:avLst>
              <a:gd name="adj1" fmla="val -368181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矩形: 圓角 544">
            <a:extLst>
              <a:ext uri="{FF2B5EF4-FFF2-40B4-BE49-F238E27FC236}">
                <a16:creationId xmlns:a16="http://schemas.microsoft.com/office/drawing/2014/main" id="{2933224B-9077-4634-A511-054C5295F582}"/>
              </a:ext>
            </a:extLst>
          </p:cNvPr>
          <p:cNvSpPr/>
          <p:nvPr/>
        </p:nvSpPr>
        <p:spPr>
          <a:xfrm>
            <a:off x="5917824" y="4166087"/>
            <a:ext cx="1778245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46" name="文字方塊 545">
            <a:extLst>
              <a:ext uri="{FF2B5EF4-FFF2-40B4-BE49-F238E27FC236}">
                <a16:creationId xmlns:a16="http://schemas.microsoft.com/office/drawing/2014/main" id="{7DBA99C2-D9E7-4AED-B223-ADDF98A82589}"/>
              </a:ext>
            </a:extLst>
          </p:cNvPr>
          <p:cNvSpPr txBox="1"/>
          <p:nvPr/>
        </p:nvSpPr>
        <p:spPr>
          <a:xfrm>
            <a:off x="5925391" y="4114834"/>
            <a:ext cx="1763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Somatic</a:t>
            </a:r>
            <a:r>
              <a:rPr lang="zh-TW" altLang="en-US" dirty="0"/>
              <a:t> </a:t>
            </a:r>
            <a:r>
              <a:rPr lang="en-US" altLang="zh-TW" dirty="0"/>
              <a:t>Phasing</a:t>
            </a:r>
            <a:endParaRPr lang="zh-TW" altLang="en-US" dirty="0"/>
          </a:p>
        </p:txBody>
      </p:sp>
      <p:cxnSp>
        <p:nvCxnSpPr>
          <p:cNvPr id="564" name="直線單箭頭接點 563">
            <a:extLst>
              <a:ext uri="{FF2B5EF4-FFF2-40B4-BE49-F238E27FC236}">
                <a16:creationId xmlns:a16="http://schemas.microsoft.com/office/drawing/2014/main" id="{9B3C0CF0-3D17-492E-8390-8A634E610967}"/>
              </a:ext>
            </a:extLst>
          </p:cNvPr>
          <p:cNvCxnSpPr>
            <a:cxnSpLocks/>
          </p:cNvCxnSpPr>
          <p:nvPr/>
        </p:nvCxnSpPr>
        <p:spPr>
          <a:xfrm>
            <a:off x="5512777" y="4299500"/>
            <a:ext cx="382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28" name="群組 427">
            <a:extLst>
              <a:ext uri="{FF2B5EF4-FFF2-40B4-BE49-F238E27FC236}">
                <a16:creationId xmlns:a16="http://schemas.microsoft.com/office/drawing/2014/main" id="{0539635F-605D-422A-BC83-2FB3CE4E1A62}"/>
              </a:ext>
            </a:extLst>
          </p:cNvPr>
          <p:cNvGrpSpPr/>
          <p:nvPr/>
        </p:nvGrpSpPr>
        <p:grpSpPr>
          <a:xfrm>
            <a:off x="8300447" y="1959852"/>
            <a:ext cx="1019480" cy="1019480"/>
            <a:chOff x="1323390" y="1002529"/>
            <a:chExt cx="648000" cy="648000"/>
          </a:xfrm>
        </p:grpSpPr>
        <p:sp>
          <p:nvSpPr>
            <p:cNvPr id="447" name="橢圓 446">
              <a:extLst>
                <a:ext uri="{FF2B5EF4-FFF2-40B4-BE49-F238E27FC236}">
                  <a16:creationId xmlns:a16="http://schemas.microsoft.com/office/drawing/2014/main" id="{1057F33E-F755-4AB3-848F-3A8666A12720}"/>
                </a:ext>
              </a:extLst>
            </p:cNvPr>
            <p:cNvSpPr/>
            <p:nvPr/>
          </p:nvSpPr>
          <p:spPr>
            <a:xfrm>
              <a:off x="1323390" y="1002529"/>
              <a:ext cx="648000" cy="648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8" name="橢圓 447">
              <a:extLst>
                <a:ext uri="{FF2B5EF4-FFF2-40B4-BE49-F238E27FC236}">
                  <a16:creationId xmlns:a16="http://schemas.microsoft.com/office/drawing/2014/main" id="{84021553-92D4-43DA-B02C-FE08ECE1B9F3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9" name="手繪多邊形: 圖案 448">
              <a:extLst>
                <a:ext uri="{FF2B5EF4-FFF2-40B4-BE49-F238E27FC236}">
                  <a16:creationId xmlns:a16="http://schemas.microsoft.com/office/drawing/2014/main" id="{5205D435-DDEF-4CF2-997B-723B64F57A01}"/>
                </a:ext>
              </a:extLst>
            </p:cNvPr>
            <p:cNvSpPr/>
            <p:nvPr/>
          </p:nvSpPr>
          <p:spPr>
            <a:xfrm>
              <a:off x="1828409" y="1357847"/>
              <a:ext cx="70597" cy="99252"/>
            </a:xfrm>
            <a:custGeom>
              <a:avLst/>
              <a:gdLst>
                <a:gd name="connsiteX0" fmla="*/ 0 w 103512"/>
                <a:gd name="connsiteY0" fmla="*/ 0 h 145527"/>
                <a:gd name="connsiteX1" fmla="*/ 13641 w 103512"/>
                <a:gd name="connsiteY1" fmla="*/ 934 h 145527"/>
                <a:gd name="connsiteX2" fmla="*/ 86683 w 103512"/>
                <a:gd name="connsiteY2" fmla="*/ 17641 h 145527"/>
                <a:gd name="connsiteX3" fmla="*/ 103512 w 103512"/>
                <a:gd name="connsiteY3" fmla="*/ 24561 h 145527"/>
                <a:gd name="connsiteX4" fmla="*/ 103512 w 103512"/>
                <a:gd name="connsiteY4" fmla="*/ 120966 h 145527"/>
                <a:gd name="connsiteX5" fmla="*/ 86683 w 103512"/>
                <a:gd name="connsiteY5" fmla="*/ 127885 h 145527"/>
                <a:gd name="connsiteX6" fmla="*/ 13641 w 103512"/>
                <a:gd name="connsiteY6" fmla="*/ 144592 h 145527"/>
                <a:gd name="connsiteX7" fmla="*/ 0 w 103512"/>
                <a:gd name="connsiteY7" fmla="*/ 145527 h 145527"/>
                <a:gd name="connsiteX8" fmla="*/ 0 w 103512"/>
                <a:gd name="connsiteY8" fmla="*/ 0 h 145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512" h="145527">
                  <a:moveTo>
                    <a:pt x="0" y="0"/>
                  </a:moveTo>
                  <a:lnTo>
                    <a:pt x="13641" y="934"/>
                  </a:lnTo>
                  <a:cubicBezTo>
                    <a:pt x="41133" y="4879"/>
                    <a:pt x="65891" y="10587"/>
                    <a:pt x="86683" y="17641"/>
                  </a:cubicBezTo>
                  <a:lnTo>
                    <a:pt x="103512" y="24561"/>
                  </a:lnTo>
                  <a:lnTo>
                    <a:pt x="103512" y="120966"/>
                  </a:lnTo>
                  <a:lnTo>
                    <a:pt x="86683" y="127885"/>
                  </a:lnTo>
                  <a:cubicBezTo>
                    <a:pt x="65891" y="134939"/>
                    <a:pt x="41133" y="140647"/>
                    <a:pt x="13641" y="144592"/>
                  </a:cubicBezTo>
                  <a:lnTo>
                    <a:pt x="0" y="1455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0" name="橢圓 449">
              <a:extLst>
                <a:ext uri="{FF2B5EF4-FFF2-40B4-BE49-F238E27FC236}">
                  <a16:creationId xmlns:a16="http://schemas.microsoft.com/office/drawing/2014/main" id="{2C785B70-9EC9-4485-ABED-60D459BB2577}"/>
                </a:ext>
              </a:extLst>
            </p:cNvPr>
            <p:cNvSpPr/>
            <p:nvPr/>
          </p:nvSpPr>
          <p:spPr>
            <a:xfrm>
              <a:off x="1361510" y="1211657"/>
              <a:ext cx="259367" cy="106333"/>
            </a:xfrm>
            <a:prstGeom prst="ellipse">
              <a:avLst/>
            </a:prstGeom>
            <a:pattFill prst="wd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solidFill>
                <a:srgbClr val="A6A6A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1" name="手繪多邊形: 圖案 450">
              <a:extLst>
                <a:ext uri="{FF2B5EF4-FFF2-40B4-BE49-F238E27FC236}">
                  <a16:creationId xmlns:a16="http://schemas.microsoft.com/office/drawing/2014/main" id="{76929BB2-77C3-4897-ABC9-04B57E88FB9B}"/>
                </a:ext>
              </a:extLst>
            </p:cNvPr>
            <p:cNvSpPr/>
            <p:nvPr/>
          </p:nvSpPr>
          <p:spPr>
            <a:xfrm>
              <a:off x="1758125" y="1211657"/>
              <a:ext cx="70597" cy="10633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2" name="手繪多邊形: 圖案 451">
              <a:extLst>
                <a:ext uri="{FF2B5EF4-FFF2-40B4-BE49-F238E27FC236}">
                  <a16:creationId xmlns:a16="http://schemas.microsoft.com/office/drawing/2014/main" id="{80B31E78-CAE4-44C9-B54B-DF912496FBC0}"/>
                </a:ext>
              </a:extLst>
            </p:cNvPr>
            <p:cNvSpPr/>
            <p:nvPr/>
          </p:nvSpPr>
          <p:spPr>
            <a:xfrm>
              <a:off x="1619988" y="126318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53" name="手繪多邊形: 圖案 452">
              <a:extLst>
                <a:ext uri="{FF2B5EF4-FFF2-40B4-BE49-F238E27FC236}">
                  <a16:creationId xmlns:a16="http://schemas.microsoft.com/office/drawing/2014/main" id="{91D7D2C0-B9B3-4D3E-B172-A1ED76CE414C}"/>
                </a:ext>
              </a:extLst>
            </p:cNvPr>
            <p:cNvSpPr/>
            <p:nvPr/>
          </p:nvSpPr>
          <p:spPr>
            <a:xfrm>
              <a:off x="1620473" y="1212931"/>
              <a:ext cx="137652" cy="1037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4" name="手繪多邊形: 圖案 453">
              <a:extLst>
                <a:ext uri="{FF2B5EF4-FFF2-40B4-BE49-F238E27FC236}">
                  <a16:creationId xmlns:a16="http://schemas.microsoft.com/office/drawing/2014/main" id="{EAE69C4E-EAD1-4737-8A05-E2374014BBD7}"/>
                </a:ext>
              </a:extLst>
            </p:cNvPr>
            <p:cNvSpPr/>
            <p:nvPr/>
          </p:nvSpPr>
          <p:spPr>
            <a:xfrm>
              <a:off x="1828722" y="1215220"/>
              <a:ext cx="104709" cy="9920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5" name="手繪多邊形: 圖案 454">
              <a:extLst>
                <a:ext uri="{FF2B5EF4-FFF2-40B4-BE49-F238E27FC236}">
                  <a16:creationId xmlns:a16="http://schemas.microsoft.com/office/drawing/2014/main" id="{5379CCF3-5CBD-4C2A-BC55-28896CE41103}"/>
                </a:ext>
              </a:extLst>
            </p:cNvPr>
            <p:cNvSpPr/>
            <p:nvPr/>
          </p:nvSpPr>
          <p:spPr>
            <a:xfrm>
              <a:off x="1456751" y="1357847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56" name="手繪多邊形: 圖案 455">
              <a:extLst>
                <a:ext uri="{FF2B5EF4-FFF2-40B4-BE49-F238E27FC236}">
                  <a16:creationId xmlns:a16="http://schemas.microsoft.com/office/drawing/2014/main" id="{5E3A8A66-7095-48FC-9F00-87E2DCEC0A4F}"/>
                </a:ext>
              </a:extLst>
            </p:cNvPr>
            <p:cNvSpPr/>
            <p:nvPr/>
          </p:nvSpPr>
          <p:spPr>
            <a:xfrm>
              <a:off x="1619988" y="140937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57" name="手繪多邊形: 圖案 456">
              <a:extLst>
                <a:ext uri="{FF2B5EF4-FFF2-40B4-BE49-F238E27FC236}">
                  <a16:creationId xmlns:a16="http://schemas.microsoft.com/office/drawing/2014/main" id="{8DD79C76-5777-43B2-9B39-60FED6DCF92D}"/>
                </a:ext>
              </a:extLst>
            </p:cNvPr>
            <p:cNvSpPr/>
            <p:nvPr/>
          </p:nvSpPr>
          <p:spPr>
            <a:xfrm>
              <a:off x="1525633" y="1360698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8" name="手繪多邊形: 圖案 457">
              <a:extLst>
                <a:ext uri="{FF2B5EF4-FFF2-40B4-BE49-F238E27FC236}">
                  <a16:creationId xmlns:a16="http://schemas.microsoft.com/office/drawing/2014/main" id="{3E7F2329-7E81-44B5-9FDD-D6C9D081A02C}"/>
                </a:ext>
              </a:extLst>
            </p:cNvPr>
            <p:cNvSpPr/>
            <p:nvPr/>
          </p:nvSpPr>
          <p:spPr>
            <a:xfrm>
              <a:off x="1361509" y="1360697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460" name="橢圓 459">
              <a:extLst>
                <a:ext uri="{FF2B5EF4-FFF2-40B4-BE49-F238E27FC236}">
                  <a16:creationId xmlns:a16="http://schemas.microsoft.com/office/drawing/2014/main" id="{B5287E23-66ED-4513-856E-D40DC30C749A}"/>
                </a:ext>
              </a:extLst>
            </p:cNvPr>
            <p:cNvSpPr/>
            <p:nvPr/>
          </p:nvSpPr>
          <p:spPr>
            <a:xfrm>
              <a:off x="1361509" y="1357847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1" name="手繪多邊形: 圖案 460">
              <a:extLst>
                <a:ext uri="{FF2B5EF4-FFF2-40B4-BE49-F238E27FC236}">
                  <a16:creationId xmlns:a16="http://schemas.microsoft.com/office/drawing/2014/main" id="{6EE81672-E0C1-4667-BD39-63C6F8CBC4FE}"/>
                </a:ext>
              </a:extLst>
            </p:cNvPr>
            <p:cNvSpPr/>
            <p:nvPr/>
          </p:nvSpPr>
          <p:spPr>
            <a:xfrm>
              <a:off x="1682688" y="1357847"/>
              <a:ext cx="70597" cy="103124"/>
            </a:xfrm>
            <a:custGeom>
              <a:avLst/>
              <a:gdLst>
                <a:gd name="connsiteX0" fmla="*/ 103512 w 103512"/>
                <a:gd name="connsiteY0" fmla="*/ 0 h 151205"/>
                <a:gd name="connsiteX1" fmla="*/ 103512 w 103512"/>
                <a:gd name="connsiteY1" fmla="*/ 151205 h 151205"/>
                <a:gd name="connsiteX2" fmla="*/ 48412 w 103512"/>
                <a:gd name="connsiteY2" fmla="*/ 147431 h 151205"/>
                <a:gd name="connsiteX3" fmla="*/ 0 w 103512"/>
                <a:gd name="connsiteY3" fmla="*/ 136358 h 151205"/>
                <a:gd name="connsiteX4" fmla="*/ 0 w 103512"/>
                <a:gd name="connsiteY4" fmla="*/ 14847 h 151205"/>
                <a:gd name="connsiteX5" fmla="*/ 48412 w 103512"/>
                <a:gd name="connsiteY5" fmla="*/ 3773 h 151205"/>
                <a:gd name="connsiteX6" fmla="*/ 103512 w 103512"/>
                <a:gd name="connsiteY6" fmla="*/ 0 h 151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5">
                  <a:moveTo>
                    <a:pt x="103512" y="0"/>
                  </a:moveTo>
                  <a:lnTo>
                    <a:pt x="103512" y="151205"/>
                  </a:lnTo>
                  <a:lnTo>
                    <a:pt x="48412" y="147431"/>
                  </a:lnTo>
                  <a:lnTo>
                    <a:pt x="0" y="136358"/>
                  </a:lnTo>
                  <a:lnTo>
                    <a:pt x="0" y="14847"/>
                  </a:lnTo>
                  <a:lnTo>
                    <a:pt x="48412" y="3773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2" name="橢圓 461">
              <a:extLst>
                <a:ext uri="{FF2B5EF4-FFF2-40B4-BE49-F238E27FC236}">
                  <a16:creationId xmlns:a16="http://schemas.microsoft.com/office/drawing/2014/main" id="{63EA20EC-AD6E-414A-8222-9913AF7F2800}"/>
                </a:ext>
              </a:extLst>
            </p:cNvPr>
            <p:cNvSpPr/>
            <p:nvPr/>
          </p:nvSpPr>
          <p:spPr>
            <a:xfrm>
              <a:off x="1619989" y="135784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3" name="橢圓 462">
              <a:extLst>
                <a:ext uri="{FF2B5EF4-FFF2-40B4-BE49-F238E27FC236}">
                  <a16:creationId xmlns:a16="http://schemas.microsoft.com/office/drawing/2014/main" id="{F955D189-2965-400E-98A2-1A7FEB6FA2A8}"/>
                </a:ext>
              </a:extLst>
            </p:cNvPr>
            <p:cNvSpPr/>
            <p:nvPr/>
          </p:nvSpPr>
          <p:spPr>
            <a:xfrm>
              <a:off x="1598055" y="1364348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4" name="手繪多邊形: 圖案 463">
              <a:extLst>
                <a:ext uri="{FF2B5EF4-FFF2-40B4-BE49-F238E27FC236}">
                  <a16:creationId xmlns:a16="http://schemas.microsoft.com/office/drawing/2014/main" id="{50F39781-93D3-432C-B6CF-E46E6EA58BF4}"/>
                </a:ext>
              </a:extLst>
            </p:cNvPr>
            <p:cNvSpPr/>
            <p:nvPr/>
          </p:nvSpPr>
          <p:spPr>
            <a:xfrm>
              <a:off x="1846514" y="1222223"/>
              <a:ext cx="70597" cy="88550"/>
            </a:xfrm>
            <a:custGeom>
              <a:avLst/>
              <a:gdLst>
                <a:gd name="connsiteX0" fmla="*/ 3399 w 70597"/>
                <a:gd name="connsiteY0" fmla="*/ 0 h 88550"/>
                <a:gd name="connsiteX1" fmla="*/ 28197 w 70597"/>
                <a:gd name="connsiteY1" fmla="*/ 5104 h 88550"/>
                <a:gd name="connsiteX2" fmla="*/ 58464 w 70597"/>
                <a:gd name="connsiteY2" fmla="*/ 16404 h 88550"/>
                <a:gd name="connsiteX3" fmla="*/ 70597 w 70597"/>
                <a:gd name="connsiteY3" fmla="*/ 24967 h 88550"/>
                <a:gd name="connsiteX4" fmla="*/ 70597 w 70597"/>
                <a:gd name="connsiteY4" fmla="*/ 67294 h 88550"/>
                <a:gd name="connsiteX5" fmla="*/ 58464 w 70597"/>
                <a:gd name="connsiteY5" fmla="*/ 75856 h 88550"/>
                <a:gd name="connsiteX6" fmla="*/ 28197 w 70597"/>
                <a:gd name="connsiteY6" fmla="*/ 87156 h 88550"/>
                <a:gd name="connsiteX7" fmla="*/ 21424 w 70597"/>
                <a:gd name="connsiteY7" fmla="*/ 88550 h 88550"/>
                <a:gd name="connsiteX8" fmla="*/ 0 w 70597"/>
                <a:gd name="connsiteY8" fmla="*/ 83650 h 88550"/>
                <a:gd name="connsiteX9" fmla="*/ 0 w 70597"/>
                <a:gd name="connsiteY9" fmla="*/ 778 h 88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97" h="88550">
                  <a:moveTo>
                    <a:pt x="3399" y="0"/>
                  </a:moveTo>
                  <a:lnTo>
                    <a:pt x="28197" y="5104"/>
                  </a:lnTo>
                  <a:cubicBezTo>
                    <a:pt x="39807" y="8355"/>
                    <a:pt x="50014" y="12162"/>
                    <a:pt x="58464" y="16404"/>
                  </a:cubicBezTo>
                  <a:lnTo>
                    <a:pt x="70597" y="24967"/>
                  </a:lnTo>
                  <a:lnTo>
                    <a:pt x="70597" y="67294"/>
                  </a:lnTo>
                  <a:lnTo>
                    <a:pt x="58464" y="75856"/>
                  </a:lnTo>
                  <a:cubicBezTo>
                    <a:pt x="50014" y="80099"/>
                    <a:pt x="39807" y="83906"/>
                    <a:pt x="28197" y="87156"/>
                  </a:cubicBezTo>
                  <a:lnTo>
                    <a:pt x="21424" y="88550"/>
                  </a:lnTo>
                  <a:lnTo>
                    <a:pt x="0" y="83650"/>
                  </a:lnTo>
                  <a:lnTo>
                    <a:pt x="0" y="778"/>
                  </a:lnTo>
                  <a:close/>
                </a:path>
              </a:pathLst>
            </a:custGeom>
            <a:solidFill>
              <a:srgbClr val="C55A1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5" name="橢圓 464">
              <a:extLst>
                <a:ext uri="{FF2B5EF4-FFF2-40B4-BE49-F238E27FC236}">
                  <a16:creationId xmlns:a16="http://schemas.microsoft.com/office/drawing/2014/main" id="{EB1ED3BB-C2FF-44FC-A877-82EC9FE8E122}"/>
                </a:ext>
              </a:extLst>
            </p:cNvPr>
            <p:cNvSpPr/>
            <p:nvPr/>
          </p:nvSpPr>
          <p:spPr>
            <a:xfrm>
              <a:off x="1619988" y="1211657"/>
              <a:ext cx="313442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9" name="橢圓 458">
              <a:extLst>
                <a:ext uri="{FF2B5EF4-FFF2-40B4-BE49-F238E27FC236}">
                  <a16:creationId xmlns:a16="http://schemas.microsoft.com/office/drawing/2014/main" id="{97882054-C258-485C-B29C-57FAE6C52565}"/>
                </a:ext>
              </a:extLst>
            </p:cNvPr>
            <p:cNvSpPr/>
            <p:nvPr/>
          </p:nvSpPr>
          <p:spPr>
            <a:xfrm>
              <a:off x="1598055" y="1218159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90FB818B-E901-4345-99B9-6A56895F9078}"/>
              </a:ext>
            </a:extLst>
          </p:cNvPr>
          <p:cNvGrpSpPr/>
          <p:nvPr/>
        </p:nvGrpSpPr>
        <p:grpSpPr>
          <a:xfrm>
            <a:off x="8345682" y="1954365"/>
            <a:ext cx="403397" cy="349385"/>
            <a:chOff x="6678715" y="4172509"/>
            <a:chExt cx="843596" cy="349385"/>
          </a:xfrm>
        </p:grpSpPr>
        <p:sp>
          <p:nvSpPr>
            <p:cNvPr id="179" name="右中括弧 178">
              <a:extLst>
                <a:ext uri="{FF2B5EF4-FFF2-40B4-BE49-F238E27FC236}">
                  <a16:creationId xmlns:a16="http://schemas.microsoft.com/office/drawing/2014/main" id="{4E3E6C1D-F30B-4FA1-8ECA-EC8B25FF36CD}"/>
                </a:ext>
              </a:extLst>
            </p:cNvPr>
            <p:cNvSpPr/>
            <p:nvPr/>
          </p:nvSpPr>
          <p:spPr>
            <a:xfrm rot="16200000">
              <a:off x="7015821" y="4015404"/>
              <a:ext cx="169384" cy="843596"/>
            </a:xfrm>
            <a:prstGeom prst="rightBracket">
              <a:avLst/>
            </a:prstGeom>
            <a:ln w="38100">
              <a:solidFill>
                <a:srgbClr val="A6A6A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0" name="直線接點 179">
              <a:extLst>
                <a:ext uri="{FF2B5EF4-FFF2-40B4-BE49-F238E27FC236}">
                  <a16:creationId xmlns:a16="http://schemas.microsoft.com/office/drawing/2014/main" id="{843C910A-A63F-484D-85D4-F15088F5CFB8}"/>
                </a:ext>
              </a:extLst>
            </p:cNvPr>
            <p:cNvCxnSpPr>
              <a:cxnSpLocks/>
            </p:cNvCxnSpPr>
            <p:nvPr/>
          </p:nvCxnSpPr>
          <p:spPr>
            <a:xfrm>
              <a:off x="7100513" y="4172509"/>
              <a:ext cx="0" cy="180000"/>
            </a:xfrm>
            <a:prstGeom prst="line">
              <a:avLst/>
            </a:prstGeom>
            <a:ln w="38100">
              <a:solidFill>
                <a:srgbClr val="A6A6A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1" name="文字方塊 180">
            <a:extLst>
              <a:ext uri="{FF2B5EF4-FFF2-40B4-BE49-F238E27FC236}">
                <a16:creationId xmlns:a16="http://schemas.microsoft.com/office/drawing/2014/main" id="{5634904C-BAA1-48D1-A759-F5D31625206F}"/>
              </a:ext>
            </a:extLst>
          </p:cNvPr>
          <p:cNvSpPr txBox="1"/>
          <p:nvPr/>
        </p:nvSpPr>
        <p:spPr>
          <a:xfrm>
            <a:off x="8287429" y="1656078"/>
            <a:ext cx="2575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LOH(Chromosomal-Scale)</a:t>
            </a:r>
          </a:p>
        </p:txBody>
      </p:sp>
      <p:sp>
        <p:nvSpPr>
          <p:cNvPr id="552" name="矩形: 圓角 551">
            <a:extLst>
              <a:ext uri="{FF2B5EF4-FFF2-40B4-BE49-F238E27FC236}">
                <a16:creationId xmlns:a16="http://schemas.microsoft.com/office/drawing/2014/main" id="{016C9FFA-6182-4C43-8CE4-2C20ED737935}"/>
              </a:ext>
            </a:extLst>
          </p:cNvPr>
          <p:cNvSpPr/>
          <p:nvPr/>
        </p:nvSpPr>
        <p:spPr>
          <a:xfrm>
            <a:off x="5917824" y="2233541"/>
            <a:ext cx="1778245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553" name="文字方塊 552">
            <a:extLst>
              <a:ext uri="{FF2B5EF4-FFF2-40B4-BE49-F238E27FC236}">
                <a16:creationId xmlns:a16="http://schemas.microsoft.com/office/drawing/2014/main" id="{A2621758-B264-4A73-8ADF-54FF67C69283}"/>
              </a:ext>
            </a:extLst>
          </p:cNvPr>
          <p:cNvSpPr txBox="1"/>
          <p:nvPr/>
        </p:nvSpPr>
        <p:spPr>
          <a:xfrm>
            <a:off x="6067698" y="2182288"/>
            <a:ext cx="154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LOH Detection</a:t>
            </a:r>
          </a:p>
        </p:txBody>
      </p:sp>
      <p:sp>
        <p:nvSpPr>
          <p:cNvPr id="559" name="文字方塊 558">
            <a:extLst>
              <a:ext uri="{FF2B5EF4-FFF2-40B4-BE49-F238E27FC236}">
                <a16:creationId xmlns:a16="http://schemas.microsoft.com/office/drawing/2014/main" id="{DE0073D9-FE97-4795-972F-D1BBEBDB2131}"/>
              </a:ext>
            </a:extLst>
          </p:cNvPr>
          <p:cNvSpPr txBox="1"/>
          <p:nvPr/>
        </p:nvSpPr>
        <p:spPr>
          <a:xfrm>
            <a:off x="5747130" y="2490348"/>
            <a:ext cx="2185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(Chromosomal-Scale)</a:t>
            </a:r>
          </a:p>
        </p:txBody>
      </p:sp>
      <p:cxnSp>
        <p:nvCxnSpPr>
          <p:cNvPr id="565" name="直線單箭頭接點 564">
            <a:extLst>
              <a:ext uri="{FF2B5EF4-FFF2-40B4-BE49-F238E27FC236}">
                <a16:creationId xmlns:a16="http://schemas.microsoft.com/office/drawing/2014/main" id="{D9643C83-66AC-4B1C-BB06-DD2D3B5B69A7}"/>
              </a:ext>
            </a:extLst>
          </p:cNvPr>
          <p:cNvCxnSpPr>
            <a:cxnSpLocks/>
          </p:cNvCxnSpPr>
          <p:nvPr/>
        </p:nvCxnSpPr>
        <p:spPr>
          <a:xfrm>
            <a:off x="5512777" y="2366954"/>
            <a:ext cx="382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7" name="直線單箭頭接點 566">
            <a:extLst>
              <a:ext uri="{FF2B5EF4-FFF2-40B4-BE49-F238E27FC236}">
                <a16:creationId xmlns:a16="http://schemas.microsoft.com/office/drawing/2014/main" id="{F87499EB-9B4B-4F8B-B14E-EFEFF7C733D0}"/>
              </a:ext>
            </a:extLst>
          </p:cNvPr>
          <p:cNvCxnSpPr>
            <a:cxnSpLocks/>
          </p:cNvCxnSpPr>
          <p:nvPr/>
        </p:nvCxnSpPr>
        <p:spPr>
          <a:xfrm>
            <a:off x="5512777" y="5995257"/>
            <a:ext cx="38218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43" name="群組 542">
            <a:extLst>
              <a:ext uri="{FF2B5EF4-FFF2-40B4-BE49-F238E27FC236}">
                <a16:creationId xmlns:a16="http://schemas.microsoft.com/office/drawing/2014/main" id="{2C2245CB-A4B6-4A89-A01E-EC69B36533B4}"/>
              </a:ext>
            </a:extLst>
          </p:cNvPr>
          <p:cNvGrpSpPr/>
          <p:nvPr/>
        </p:nvGrpSpPr>
        <p:grpSpPr>
          <a:xfrm>
            <a:off x="5037245" y="1117297"/>
            <a:ext cx="2320059" cy="369332"/>
            <a:chOff x="5112450" y="1110952"/>
            <a:chExt cx="2320059" cy="369332"/>
          </a:xfrm>
        </p:grpSpPr>
        <p:sp>
          <p:nvSpPr>
            <p:cNvPr id="540" name="矩形: 圓角 539">
              <a:extLst>
                <a:ext uri="{FF2B5EF4-FFF2-40B4-BE49-F238E27FC236}">
                  <a16:creationId xmlns:a16="http://schemas.microsoft.com/office/drawing/2014/main" id="{B1E7D4E9-50ED-4F20-B3A5-45EB2BD8614A}"/>
                </a:ext>
              </a:extLst>
            </p:cNvPr>
            <p:cNvSpPr/>
            <p:nvPr/>
          </p:nvSpPr>
          <p:spPr>
            <a:xfrm>
              <a:off x="5112450" y="1162205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178" name="文字方塊 177">
              <a:extLst>
                <a:ext uri="{FF2B5EF4-FFF2-40B4-BE49-F238E27FC236}">
                  <a16:creationId xmlns:a16="http://schemas.microsoft.com/office/drawing/2014/main" id="{BE4077B2-05B4-4870-862A-52C8033198CC}"/>
                </a:ext>
              </a:extLst>
            </p:cNvPr>
            <p:cNvSpPr txBox="1"/>
            <p:nvPr/>
          </p:nvSpPr>
          <p:spPr>
            <a:xfrm>
              <a:off x="5512559" y="1110952"/>
              <a:ext cx="1519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LongPhase-TO</a:t>
              </a:r>
              <a:endParaRPr lang="zh-TW" altLang="en-US" dirty="0"/>
            </a:p>
          </p:txBody>
        </p:sp>
      </p:grpSp>
      <p:grpSp>
        <p:nvGrpSpPr>
          <p:cNvPr id="73" name="群組 72">
            <a:extLst>
              <a:ext uri="{FF2B5EF4-FFF2-40B4-BE49-F238E27FC236}">
                <a16:creationId xmlns:a16="http://schemas.microsoft.com/office/drawing/2014/main" id="{2F855EFE-5F34-4494-AAFC-906DE6CC4EF8}"/>
              </a:ext>
            </a:extLst>
          </p:cNvPr>
          <p:cNvGrpSpPr/>
          <p:nvPr/>
        </p:nvGrpSpPr>
        <p:grpSpPr>
          <a:xfrm>
            <a:off x="10148907" y="2681170"/>
            <a:ext cx="824471" cy="647673"/>
            <a:chOff x="10148907" y="2681170"/>
            <a:chExt cx="824471" cy="647673"/>
          </a:xfrm>
        </p:grpSpPr>
        <p:sp>
          <p:nvSpPr>
            <p:cNvPr id="522" name="右中括弧 521">
              <a:extLst>
                <a:ext uri="{FF2B5EF4-FFF2-40B4-BE49-F238E27FC236}">
                  <a16:creationId xmlns:a16="http://schemas.microsoft.com/office/drawing/2014/main" id="{4FCA4C5D-24E1-406A-A9F1-36A6BDA1F01E}"/>
                </a:ext>
              </a:extLst>
            </p:cNvPr>
            <p:cNvSpPr/>
            <p:nvPr/>
          </p:nvSpPr>
          <p:spPr>
            <a:xfrm rot="16200000">
              <a:off x="10476451" y="2831915"/>
              <a:ext cx="169384" cy="824471"/>
            </a:xfrm>
            <a:prstGeom prst="rightBracket">
              <a:avLst/>
            </a:prstGeom>
            <a:ln w="38100">
              <a:solidFill>
                <a:srgbClr val="A6A6A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47" name="直線接點 546">
              <a:extLst>
                <a:ext uri="{FF2B5EF4-FFF2-40B4-BE49-F238E27FC236}">
                  <a16:creationId xmlns:a16="http://schemas.microsoft.com/office/drawing/2014/main" id="{E8AE07B7-C398-40C8-A862-F8C13E3E5363}"/>
                </a:ext>
              </a:extLst>
            </p:cNvPr>
            <p:cNvCxnSpPr>
              <a:cxnSpLocks/>
            </p:cNvCxnSpPr>
            <p:nvPr/>
          </p:nvCxnSpPr>
          <p:spPr>
            <a:xfrm>
              <a:off x="10561143" y="2979457"/>
              <a:ext cx="0" cy="180000"/>
            </a:xfrm>
            <a:prstGeom prst="line">
              <a:avLst/>
            </a:prstGeom>
            <a:ln w="38100">
              <a:solidFill>
                <a:srgbClr val="A6A6A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0" name="文字方塊 549">
              <a:extLst>
                <a:ext uri="{FF2B5EF4-FFF2-40B4-BE49-F238E27FC236}">
                  <a16:creationId xmlns:a16="http://schemas.microsoft.com/office/drawing/2014/main" id="{D422837D-9559-4C7D-AFCD-6862CC084AD7}"/>
                </a:ext>
              </a:extLst>
            </p:cNvPr>
            <p:cNvSpPr txBox="1"/>
            <p:nvPr/>
          </p:nvSpPr>
          <p:spPr>
            <a:xfrm>
              <a:off x="10274173" y="2681170"/>
              <a:ext cx="573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571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CD4A29-7F76-450A-AD88-67540E42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Overview</a:t>
            </a:r>
            <a:endParaRPr lang="zh-TW" altLang="en-US" dirty="0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4C862E7-4C75-4B89-817A-9FAE53C936A5}"/>
              </a:ext>
            </a:extLst>
          </p:cNvPr>
          <p:cNvGrpSpPr/>
          <p:nvPr/>
        </p:nvGrpSpPr>
        <p:grpSpPr>
          <a:xfrm>
            <a:off x="45540" y="744851"/>
            <a:ext cx="3837490" cy="1699082"/>
            <a:chOff x="45540" y="744851"/>
            <a:chExt cx="3837490" cy="1699082"/>
          </a:xfrm>
        </p:grpSpPr>
        <p:sp>
          <p:nvSpPr>
            <p:cNvPr id="512" name="矩形: 圓角 511">
              <a:extLst>
                <a:ext uri="{FF2B5EF4-FFF2-40B4-BE49-F238E27FC236}">
                  <a16:creationId xmlns:a16="http://schemas.microsoft.com/office/drawing/2014/main" id="{64483D6A-695C-422E-8EF5-17E0C5529DA2}"/>
                </a:ext>
              </a:extLst>
            </p:cNvPr>
            <p:cNvSpPr/>
            <p:nvPr/>
          </p:nvSpPr>
          <p:spPr>
            <a:xfrm>
              <a:off x="89566" y="917771"/>
              <a:ext cx="2340000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8D90D72E-1641-4C63-9226-6F10B964FE3A}"/>
                </a:ext>
              </a:extLst>
            </p:cNvPr>
            <p:cNvGrpSpPr/>
            <p:nvPr/>
          </p:nvGrpSpPr>
          <p:grpSpPr>
            <a:xfrm>
              <a:off x="45540" y="744851"/>
              <a:ext cx="3837490" cy="1699082"/>
              <a:chOff x="45540" y="744851"/>
              <a:chExt cx="3837490" cy="1699082"/>
            </a:xfrm>
          </p:grpSpPr>
          <p:grpSp>
            <p:nvGrpSpPr>
              <p:cNvPr id="54" name="群組 53">
                <a:extLst>
                  <a:ext uri="{FF2B5EF4-FFF2-40B4-BE49-F238E27FC236}">
                    <a16:creationId xmlns:a16="http://schemas.microsoft.com/office/drawing/2014/main" id="{41756AE7-DACB-4428-A029-B4F3AD2C5BEF}"/>
                  </a:ext>
                </a:extLst>
              </p:cNvPr>
              <p:cNvGrpSpPr/>
              <p:nvPr/>
            </p:nvGrpSpPr>
            <p:grpSpPr>
              <a:xfrm>
                <a:off x="45540" y="858713"/>
                <a:ext cx="3837490" cy="1585220"/>
                <a:chOff x="45540" y="868238"/>
                <a:chExt cx="3837490" cy="1585220"/>
              </a:xfrm>
            </p:grpSpPr>
            <p:sp>
              <p:nvSpPr>
                <p:cNvPr id="827" name="文字方塊 826">
                  <a:extLst>
                    <a:ext uri="{FF2B5EF4-FFF2-40B4-BE49-F238E27FC236}">
                      <a16:creationId xmlns:a16="http://schemas.microsoft.com/office/drawing/2014/main" id="{4061876B-8714-492C-910E-8400CB0D205B}"/>
                    </a:ext>
                  </a:extLst>
                </p:cNvPr>
                <p:cNvSpPr txBox="1"/>
                <p:nvPr/>
              </p:nvSpPr>
              <p:spPr>
                <a:xfrm>
                  <a:off x="45540" y="868238"/>
                  <a:ext cx="305337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TW"/>
                  </a:defPPr>
                  <a:lvl1pPr>
                    <a:defRPr sz="1400"/>
                  </a:lvl1pPr>
                </a:lstStyle>
                <a:p>
                  <a:r>
                    <a:rPr lang="en-US" altLang="zh-TW" sz="1800" dirty="0"/>
                    <a:t>CNV/BFB Interval Calling</a:t>
                  </a:r>
                  <a:endParaRPr lang="zh-TW" altLang="en-US" sz="1800" dirty="0"/>
                </a:p>
              </p:txBody>
            </p:sp>
            <p:grpSp>
              <p:nvGrpSpPr>
                <p:cNvPr id="44" name="群組 43">
                  <a:extLst>
                    <a:ext uri="{FF2B5EF4-FFF2-40B4-BE49-F238E27FC236}">
                      <a16:creationId xmlns:a16="http://schemas.microsoft.com/office/drawing/2014/main" id="{5D0217AA-C64A-44DD-A5AD-6AF448665A7E}"/>
                    </a:ext>
                  </a:extLst>
                </p:cNvPr>
                <p:cNvGrpSpPr/>
                <p:nvPr/>
              </p:nvGrpSpPr>
              <p:grpSpPr>
                <a:xfrm>
                  <a:off x="244261" y="1486606"/>
                  <a:ext cx="3638769" cy="966852"/>
                  <a:chOff x="244261" y="1486606"/>
                  <a:chExt cx="3638769" cy="966852"/>
                </a:xfrm>
              </p:grpSpPr>
              <p:sp>
                <p:nvSpPr>
                  <p:cNvPr id="941" name="箭號: 五邊形 940">
                    <a:extLst>
                      <a:ext uri="{FF2B5EF4-FFF2-40B4-BE49-F238E27FC236}">
                        <a16:creationId xmlns:a16="http://schemas.microsoft.com/office/drawing/2014/main" id="{B9F887CA-5E85-438D-A6D0-43E67401D154}"/>
                      </a:ext>
                    </a:extLst>
                  </p:cNvPr>
                  <p:cNvSpPr/>
                  <p:nvPr/>
                </p:nvSpPr>
                <p:spPr>
                  <a:xfrm>
                    <a:off x="916121" y="2029093"/>
                    <a:ext cx="324511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2" name="箭號: 五邊形 941">
                    <a:extLst>
                      <a:ext uri="{FF2B5EF4-FFF2-40B4-BE49-F238E27FC236}">
                        <a16:creationId xmlns:a16="http://schemas.microsoft.com/office/drawing/2014/main" id="{6D6466B8-3B40-4236-9A08-7B31C5CE5CDB}"/>
                      </a:ext>
                    </a:extLst>
                  </p:cNvPr>
                  <p:cNvSpPr/>
                  <p:nvPr/>
                </p:nvSpPr>
                <p:spPr>
                  <a:xfrm>
                    <a:off x="374420" y="2029093"/>
                    <a:ext cx="16225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3" name="箭號: 五邊形 942">
                    <a:extLst>
                      <a:ext uri="{FF2B5EF4-FFF2-40B4-BE49-F238E27FC236}">
                        <a16:creationId xmlns:a16="http://schemas.microsoft.com/office/drawing/2014/main" id="{F6D3CE5A-A03C-4816-A183-6DBB6068F5B6}"/>
                      </a:ext>
                    </a:extLst>
                  </p:cNvPr>
                  <p:cNvSpPr/>
                  <p:nvPr/>
                </p:nvSpPr>
                <p:spPr>
                  <a:xfrm>
                    <a:off x="543861" y="2029093"/>
                    <a:ext cx="365075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4" name="箭號: 五邊形 943">
                    <a:extLst>
                      <a:ext uri="{FF2B5EF4-FFF2-40B4-BE49-F238E27FC236}">
                        <a16:creationId xmlns:a16="http://schemas.microsoft.com/office/drawing/2014/main" id="{D80EC003-F7BD-4758-A3A4-A1C731942DFB}"/>
                      </a:ext>
                    </a:extLst>
                  </p:cNvPr>
                  <p:cNvSpPr/>
                  <p:nvPr/>
                </p:nvSpPr>
                <p:spPr>
                  <a:xfrm>
                    <a:off x="1703364" y="2029093"/>
                    <a:ext cx="202819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5" name="箭號: 五邊形 944">
                    <a:extLst>
                      <a:ext uri="{FF2B5EF4-FFF2-40B4-BE49-F238E27FC236}">
                        <a16:creationId xmlns:a16="http://schemas.microsoft.com/office/drawing/2014/main" id="{01212C7D-C2D0-4464-A41A-D6D728384DC2}"/>
                      </a:ext>
                    </a:extLst>
                  </p:cNvPr>
                  <p:cNvSpPr/>
                  <p:nvPr/>
                </p:nvSpPr>
                <p:spPr>
                  <a:xfrm>
                    <a:off x="1909863" y="2029093"/>
                    <a:ext cx="365075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6" name="箭號: 五邊形 945">
                    <a:extLst>
                      <a:ext uri="{FF2B5EF4-FFF2-40B4-BE49-F238E27FC236}">
                        <a16:creationId xmlns:a16="http://schemas.microsoft.com/office/drawing/2014/main" id="{7ADFDE28-C60C-47CA-B696-68E03F80834C}"/>
                      </a:ext>
                    </a:extLst>
                  </p:cNvPr>
                  <p:cNvSpPr/>
                  <p:nvPr/>
                </p:nvSpPr>
                <p:spPr>
                  <a:xfrm>
                    <a:off x="2281062" y="2029093"/>
                    <a:ext cx="48676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7" name="箭號: 五邊形 946">
                    <a:extLst>
                      <a:ext uri="{FF2B5EF4-FFF2-40B4-BE49-F238E27FC236}">
                        <a16:creationId xmlns:a16="http://schemas.microsoft.com/office/drawing/2014/main" id="{29D019E7-D6D2-4250-A078-D67ED1F7C719}"/>
                      </a:ext>
                    </a:extLst>
                  </p:cNvPr>
                  <p:cNvSpPr/>
                  <p:nvPr/>
                </p:nvSpPr>
                <p:spPr>
                  <a:xfrm>
                    <a:off x="2770244" y="2029093"/>
                    <a:ext cx="324511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8" name="箭號: 五邊形 947">
                    <a:extLst>
                      <a:ext uri="{FF2B5EF4-FFF2-40B4-BE49-F238E27FC236}">
                        <a16:creationId xmlns:a16="http://schemas.microsoft.com/office/drawing/2014/main" id="{8982E4C6-296E-4C54-8A43-23F1A94646A1}"/>
                      </a:ext>
                    </a:extLst>
                  </p:cNvPr>
                  <p:cNvSpPr/>
                  <p:nvPr/>
                </p:nvSpPr>
                <p:spPr>
                  <a:xfrm>
                    <a:off x="3109117" y="2029093"/>
                    <a:ext cx="405638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49" name="箭號: 五邊形 948">
                    <a:extLst>
                      <a:ext uri="{FF2B5EF4-FFF2-40B4-BE49-F238E27FC236}">
                        <a16:creationId xmlns:a16="http://schemas.microsoft.com/office/drawing/2014/main" id="{535F2348-0DB3-42DE-A190-71C5B0F2D149}"/>
                      </a:ext>
                    </a:extLst>
                  </p:cNvPr>
                  <p:cNvSpPr/>
                  <p:nvPr/>
                </p:nvSpPr>
                <p:spPr>
                  <a:xfrm>
                    <a:off x="3527029" y="2029093"/>
                    <a:ext cx="28394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50" name="箭號: 五邊形 949">
                    <a:extLst>
                      <a:ext uri="{FF2B5EF4-FFF2-40B4-BE49-F238E27FC236}">
                        <a16:creationId xmlns:a16="http://schemas.microsoft.com/office/drawing/2014/main" id="{735B9333-6957-4AA9-839F-0BE9F69EB896}"/>
                      </a:ext>
                    </a:extLst>
                  </p:cNvPr>
                  <p:cNvSpPr/>
                  <p:nvPr/>
                </p:nvSpPr>
                <p:spPr>
                  <a:xfrm>
                    <a:off x="1249085" y="2029093"/>
                    <a:ext cx="446202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cxnSp>
                <p:nvCxnSpPr>
                  <p:cNvPr id="951" name="直線接點 950">
                    <a:extLst>
                      <a:ext uri="{FF2B5EF4-FFF2-40B4-BE49-F238E27FC236}">
                        <a16:creationId xmlns:a16="http://schemas.microsoft.com/office/drawing/2014/main" id="{98CF1AA5-A155-4935-B7D7-0CD949344A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0742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52" name="直線接點 951">
                    <a:extLst>
                      <a:ext uri="{FF2B5EF4-FFF2-40B4-BE49-F238E27FC236}">
                        <a16:creationId xmlns:a16="http://schemas.microsoft.com/office/drawing/2014/main" id="{B74FBBE2-2C1A-4536-B7D6-6D3E4EE6E0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024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53" name="直線接點 952">
                    <a:extLst>
                      <a:ext uri="{FF2B5EF4-FFF2-40B4-BE49-F238E27FC236}">
                        <a16:creationId xmlns:a16="http://schemas.microsoft.com/office/drawing/2014/main" id="{59638683-64EF-42BF-9091-D4600C3EA4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8455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54" name="直線接點 953">
                    <a:extLst>
                      <a:ext uri="{FF2B5EF4-FFF2-40B4-BE49-F238E27FC236}">
                        <a16:creationId xmlns:a16="http://schemas.microsoft.com/office/drawing/2014/main" id="{BBE7DEA7-7BA0-44D0-B727-89294E9D51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64706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55" name="直線接點 954">
                    <a:extLst>
                      <a:ext uri="{FF2B5EF4-FFF2-40B4-BE49-F238E27FC236}">
                        <a16:creationId xmlns:a16="http://schemas.microsoft.com/office/drawing/2014/main" id="{F1A28EC1-618A-4B37-B768-082EE24F38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86764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56" name="直線接點 955">
                    <a:extLst>
                      <a:ext uri="{FF2B5EF4-FFF2-40B4-BE49-F238E27FC236}">
                        <a16:creationId xmlns:a16="http://schemas.microsoft.com/office/drawing/2014/main" id="{1D257A12-F5B6-4EEF-9946-068B2CFE01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85963" y="202647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957" name="箭號: 五邊形 956">
                    <a:extLst>
                      <a:ext uri="{FF2B5EF4-FFF2-40B4-BE49-F238E27FC236}">
                        <a16:creationId xmlns:a16="http://schemas.microsoft.com/office/drawing/2014/main" id="{B9E73E40-27FB-4E89-A46A-D636188B8719}"/>
                      </a:ext>
                    </a:extLst>
                  </p:cNvPr>
                  <p:cNvSpPr/>
                  <p:nvPr/>
                </p:nvSpPr>
                <p:spPr>
                  <a:xfrm>
                    <a:off x="284366" y="1943703"/>
                    <a:ext cx="28394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58" name="箭號: 五邊形 957">
                    <a:extLst>
                      <a:ext uri="{FF2B5EF4-FFF2-40B4-BE49-F238E27FC236}">
                        <a16:creationId xmlns:a16="http://schemas.microsoft.com/office/drawing/2014/main" id="{ECD3C8A9-658E-48E5-809E-96B8AF4B6247}"/>
                      </a:ext>
                    </a:extLst>
                  </p:cNvPr>
                  <p:cNvSpPr/>
                  <p:nvPr/>
                </p:nvSpPr>
                <p:spPr>
                  <a:xfrm>
                    <a:off x="1020337" y="1943703"/>
                    <a:ext cx="48676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59" name="箭號: 五邊形 958">
                    <a:extLst>
                      <a:ext uri="{FF2B5EF4-FFF2-40B4-BE49-F238E27FC236}">
                        <a16:creationId xmlns:a16="http://schemas.microsoft.com/office/drawing/2014/main" id="{8F289DFC-0682-4676-A63E-5F861D791352}"/>
                      </a:ext>
                    </a:extLst>
                  </p:cNvPr>
                  <p:cNvSpPr/>
                  <p:nvPr/>
                </p:nvSpPr>
                <p:spPr>
                  <a:xfrm>
                    <a:off x="584811" y="1943703"/>
                    <a:ext cx="405638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60" name="箭號: 五邊形 959">
                    <a:extLst>
                      <a:ext uri="{FF2B5EF4-FFF2-40B4-BE49-F238E27FC236}">
                        <a16:creationId xmlns:a16="http://schemas.microsoft.com/office/drawing/2014/main" id="{FA3664A9-FE45-41EA-9A68-F3845084ECD7}"/>
                      </a:ext>
                    </a:extLst>
                  </p:cNvPr>
                  <p:cNvSpPr/>
                  <p:nvPr/>
                </p:nvSpPr>
                <p:spPr>
                  <a:xfrm>
                    <a:off x="2044794" y="1943703"/>
                    <a:ext cx="16225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61" name="箭號: 五邊形 960">
                    <a:extLst>
                      <a:ext uri="{FF2B5EF4-FFF2-40B4-BE49-F238E27FC236}">
                        <a16:creationId xmlns:a16="http://schemas.microsoft.com/office/drawing/2014/main" id="{C196BF57-2F8F-463E-90E4-E0F625796150}"/>
                      </a:ext>
                    </a:extLst>
                  </p:cNvPr>
                  <p:cNvSpPr/>
                  <p:nvPr/>
                </p:nvSpPr>
                <p:spPr>
                  <a:xfrm>
                    <a:off x="2221454" y="1943703"/>
                    <a:ext cx="405638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62" name="箭號: 五邊形 961">
                    <a:extLst>
                      <a:ext uri="{FF2B5EF4-FFF2-40B4-BE49-F238E27FC236}">
                        <a16:creationId xmlns:a16="http://schemas.microsoft.com/office/drawing/2014/main" id="{DBFAE460-2852-4096-BD60-4F69E3E612EA}"/>
                      </a:ext>
                    </a:extLst>
                  </p:cNvPr>
                  <p:cNvSpPr/>
                  <p:nvPr/>
                </p:nvSpPr>
                <p:spPr>
                  <a:xfrm>
                    <a:off x="2638670" y="1943703"/>
                    <a:ext cx="28394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63" name="箭號: 五邊形 962">
                    <a:extLst>
                      <a:ext uri="{FF2B5EF4-FFF2-40B4-BE49-F238E27FC236}">
                        <a16:creationId xmlns:a16="http://schemas.microsoft.com/office/drawing/2014/main" id="{3408D46F-A4DC-47A7-8594-AA8B6B25932E}"/>
                      </a:ext>
                    </a:extLst>
                  </p:cNvPr>
                  <p:cNvSpPr/>
                  <p:nvPr/>
                </p:nvSpPr>
                <p:spPr>
                  <a:xfrm>
                    <a:off x="3480579" y="1943703"/>
                    <a:ext cx="365075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64" name="箭號: 五邊形 963">
                    <a:extLst>
                      <a:ext uri="{FF2B5EF4-FFF2-40B4-BE49-F238E27FC236}">
                        <a16:creationId xmlns:a16="http://schemas.microsoft.com/office/drawing/2014/main" id="{D6B86952-3674-4916-985D-CB89FEEF8F4D}"/>
                      </a:ext>
                    </a:extLst>
                  </p:cNvPr>
                  <p:cNvSpPr/>
                  <p:nvPr/>
                </p:nvSpPr>
                <p:spPr>
                  <a:xfrm>
                    <a:off x="2939115" y="1943703"/>
                    <a:ext cx="527330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cxnSp>
                <p:nvCxnSpPr>
                  <p:cNvPr id="965" name="直線接點 964">
                    <a:extLst>
                      <a:ext uri="{FF2B5EF4-FFF2-40B4-BE49-F238E27FC236}">
                        <a16:creationId xmlns:a16="http://schemas.microsoft.com/office/drawing/2014/main" id="{6C620704-542E-45B5-B311-06D66D78D8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024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66" name="直線接點 965">
                    <a:extLst>
                      <a:ext uri="{FF2B5EF4-FFF2-40B4-BE49-F238E27FC236}">
                        <a16:creationId xmlns:a16="http://schemas.microsoft.com/office/drawing/2014/main" id="{8161E7AB-E769-4F25-876B-3A15D49404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60742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68" name="直線接點 967">
                    <a:extLst>
                      <a:ext uri="{FF2B5EF4-FFF2-40B4-BE49-F238E27FC236}">
                        <a16:creationId xmlns:a16="http://schemas.microsoft.com/office/drawing/2014/main" id="{A016A3F6-6B39-4137-A2E5-5CE28ECC84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298455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69" name="直線接點 968">
                    <a:extLst>
                      <a:ext uri="{FF2B5EF4-FFF2-40B4-BE49-F238E27FC236}">
                        <a16:creationId xmlns:a16="http://schemas.microsoft.com/office/drawing/2014/main" id="{595FB77F-A606-425B-ABDD-C219DD7F83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85963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70" name="直線接點 969">
                    <a:extLst>
                      <a:ext uri="{FF2B5EF4-FFF2-40B4-BE49-F238E27FC236}">
                        <a16:creationId xmlns:a16="http://schemas.microsoft.com/office/drawing/2014/main" id="{C7E9F782-7E5B-4D66-963F-95DBD6614C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86764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971" name="箭號: 五邊形 970">
                    <a:extLst>
                      <a:ext uri="{FF2B5EF4-FFF2-40B4-BE49-F238E27FC236}">
                        <a16:creationId xmlns:a16="http://schemas.microsoft.com/office/drawing/2014/main" id="{E6F4C092-A631-4557-B49D-442758FBEE85}"/>
                      </a:ext>
                    </a:extLst>
                  </p:cNvPr>
                  <p:cNvSpPr/>
                  <p:nvPr/>
                </p:nvSpPr>
                <p:spPr>
                  <a:xfrm>
                    <a:off x="1523601" y="1943703"/>
                    <a:ext cx="50205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cxnSp>
                <p:nvCxnSpPr>
                  <p:cNvPr id="972" name="直線接點 971">
                    <a:extLst>
                      <a:ext uri="{FF2B5EF4-FFF2-40B4-BE49-F238E27FC236}">
                        <a16:creationId xmlns:a16="http://schemas.microsoft.com/office/drawing/2014/main" id="{52ABFAAE-4F7A-4C90-8123-68733F68AE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964706" y="1941085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973" name="箭號: 五邊形 972">
                    <a:extLst>
                      <a:ext uri="{FF2B5EF4-FFF2-40B4-BE49-F238E27FC236}">
                        <a16:creationId xmlns:a16="http://schemas.microsoft.com/office/drawing/2014/main" id="{013A0173-DB93-4629-8E54-BA4B2D6AB049}"/>
                      </a:ext>
                    </a:extLst>
                  </p:cNvPr>
                  <p:cNvSpPr/>
                  <p:nvPr/>
                </p:nvSpPr>
                <p:spPr>
                  <a:xfrm>
                    <a:off x="579148" y="1611141"/>
                    <a:ext cx="243383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74" name="手繪多邊形: 圖案 973">
                    <a:extLst>
                      <a:ext uri="{FF2B5EF4-FFF2-40B4-BE49-F238E27FC236}">
                        <a16:creationId xmlns:a16="http://schemas.microsoft.com/office/drawing/2014/main" id="{B224654C-1457-43EB-BD9E-FFF1867F1722}"/>
                      </a:ext>
                    </a:extLst>
                  </p:cNvPr>
                  <p:cNvSpPr/>
                  <p:nvPr/>
                </p:nvSpPr>
                <p:spPr>
                  <a:xfrm>
                    <a:off x="792612" y="1611141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975" name="直線接點 974">
                    <a:extLst>
                      <a:ext uri="{FF2B5EF4-FFF2-40B4-BE49-F238E27FC236}">
                        <a16:creationId xmlns:a16="http://schemas.microsoft.com/office/drawing/2014/main" id="{4C51CED1-E301-4453-AD9A-9177116926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3567" y="160852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976" name="箭號: 五邊形 975">
                    <a:extLst>
                      <a:ext uri="{FF2B5EF4-FFF2-40B4-BE49-F238E27FC236}">
                        <a16:creationId xmlns:a16="http://schemas.microsoft.com/office/drawing/2014/main" id="{1685083F-D504-4D4A-B1FD-93A48FF57252}"/>
                      </a:ext>
                    </a:extLst>
                  </p:cNvPr>
                  <p:cNvSpPr/>
                  <p:nvPr/>
                </p:nvSpPr>
                <p:spPr>
                  <a:xfrm>
                    <a:off x="3300939" y="1611141"/>
                    <a:ext cx="484014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77" name="箭號: 五邊形 976">
                    <a:extLst>
                      <a:ext uri="{FF2B5EF4-FFF2-40B4-BE49-F238E27FC236}">
                        <a16:creationId xmlns:a16="http://schemas.microsoft.com/office/drawing/2014/main" id="{35AE6682-6645-4661-A82C-5B55DBF0E858}"/>
                      </a:ext>
                    </a:extLst>
                  </p:cNvPr>
                  <p:cNvSpPr/>
                  <p:nvPr/>
                </p:nvSpPr>
                <p:spPr>
                  <a:xfrm>
                    <a:off x="283591" y="1611141"/>
                    <a:ext cx="27141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78" name="箭號: 五邊形 451">
                    <a:extLst>
                      <a:ext uri="{FF2B5EF4-FFF2-40B4-BE49-F238E27FC236}">
                        <a16:creationId xmlns:a16="http://schemas.microsoft.com/office/drawing/2014/main" id="{3EEDB475-F9C8-4B4B-83C9-32718F08F622}"/>
                      </a:ext>
                    </a:extLst>
                  </p:cNvPr>
                  <p:cNvSpPr/>
                  <p:nvPr/>
                </p:nvSpPr>
                <p:spPr>
                  <a:xfrm>
                    <a:off x="3300939" y="1611141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79" name="箭號: 五邊形 978">
                    <a:extLst>
                      <a:ext uri="{FF2B5EF4-FFF2-40B4-BE49-F238E27FC236}">
                        <a16:creationId xmlns:a16="http://schemas.microsoft.com/office/drawing/2014/main" id="{7124DB90-4D77-468C-A481-6A05BAD0D7FB}"/>
                      </a:ext>
                    </a:extLst>
                  </p:cNvPr>
                  <p:cNvSpPr/>
                  <p:nvPr/>
                </p:nvSpPr>
                <p:spPr>
                  <a:xfrm>
                    <a:off x="436024" y="1701485"/>
                    <a:ext cx="38650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80" name="手繪多邊形: 圖案 979">
                    <a:extLst>
                      <a:ext uri="{FF2B5EF4-FFF2-40B4-BE49-F238E27FC236}">
                        <a16:creationId xmlns:a16="http://schemas.microsoft.com/office/drawing/2014/main" id="{5637BF54-C814-41BD-8078-1ED34145C80D}"/>
                      </a:ext>
                    </a:extLst>
                  </p:cNvPr>
                  <p:cNvSpPr/>
                  <p:nvPr/>
                </p:nvSpPr>
                <p:spPr>
                  <a:xfrm>
                    <a:off x="792612" y="1701485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981" name="直線接點 980">
                    <a:extLst>
                      <a:ext uri="{FF2B5EF4-FFF2-40B4-BE49-F238E27FC236}">
                        <a16:creationId xmlns:a16="http://schemas.microsoft.com/office/drawing/2014/main" id="{44310862-502E-423A-BC92-76B713932C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3567" y="1698867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982" name="箭號: 五邊形 981">
                    <a:extLst>
                      <a:ext uri="{FF2B5EF4-FFF2-40B4-BE49-F238E27FC236}">
                        <a16:creationId xmlns:a16="http://schemas.microsoft.com/office/drawing/2014/main" id="{8C0D7C5E-C41B-47A0-B46F-456D194CE926}"/>
                      </a:ext>
                    </a:extLst>
                  </p:cNvPr>
                  <p:cNvSpPr/>
                  <p:nvPr/>
                </p:nvSpPr>
                <p:spPr>
                  <a:xfrm>
                    <a:off x="3580950" y="1701485"/>
                    <a:ext cx="294593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83" name="箭號: 五邊形 982">
                    <a:extLst>
                      <a:ext uri="{FF2B5EF4-FFF2-40B4-BE49-F238E27FC236}">
                        <a16:creationId xmlns:a16="http://schemas.microsoft.com/office/drawing/2014/main" id="{DBA3BE66-7965-4E7B-8F64-ADC5727631C0}"/>
                      </a:ext>
                    </a:extLst>
                  </p:cNvPr>
                  <p:cNvSpPr/>
                  <p:nvPr/>
                </p:nvSpPr>
                <p:spPr>
                  <a:xfrm>
                    <a:off x="244261" y="1701485"/>
                    <a:ext cx="172449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84" name="箭號: 五邊形 983">
                    <a:extLst>
                      <a:ext uri="{FF2B5EF4-FFF2-40B4-BE49-F238E27FC236}">
                        <a16:creationId xmlns:a16="http://schemas.microsoft.com/office/drawing/2014/main" id="{8443C285-ACBD-45D5-B48A-546E1E57159B}"/>
                      </a:ext>
                    </a:extLst>
                  </p:cNvPr>
                  <p:cNvSpPr/>
                  <p:nvPr/>
                </p:nvSpPr>
                <p:spPr>
                  <a:xfrm>
                    <a:off x="1523006" y="1701485"/>
                    <a:ext cx="222302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85" name="箭號: 五邊形 451">
                    <a:extLst>
                      <a:ext uri="{FF2B5EF4-FFF2-40B4-BE49-F238E27FC236}">
                        <a16:creationId xmlns:a16="http://schemas.microsoft.com/office/drawing/2014/main" id="{4FD926AB-7FB8-44C8-8988-FAFD3AF9EC55}"/>
                      </a:ext>
                    </a:extLst>
                  </p:cNvPr>
                  <p:cNvSpPr/>
                  <p:nvPr/>
                </p:nvSpPr>
                <p:spPr>
                  <a:xfrm>
                    <a:off x="1523006" y="1701485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86" name="手繪多邊形: 圖案 985">
                    <a:extLst>
                      <a:ext uri="{FF2B5EF4-FFF2-40B4-BE49-F238E27FC236}">
                        <a16:creationId xmlns:a16="http://schemas.microsoft.com/office/drawing/2014/main" id="{90C7C6E7-99EA-4E12-8783-43BA1BF4A085}"/>
                      </a:ext>
                    </a:extLst>
                  </p:cNvPr>
                  <p:cNvSpPr/>
                  <p:nvPr/>
                </p:nvSpPr>
                <p:spPr>
                  <a:xfrm>
                    <a:off x="1715390" y="1701485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87" name="箭號: 五邊形 986">
                    <a:extLst>
                      <a:ext uri="{FF2B5EF4-FFF2-40B4-BE49-F238E27FC236}">
                        <a16:creationId xmlns:a16="http://schemas.microsoft.com/office/drawing/2014/main" id="{C03C2F77-E152-4216-A433-16681DE08413}"/>
                      </a:ext>
                    </a:extLst>
                  </p:cNvPr>
                  <p:cNvSpPr/>
                  <p:nvPr/>
                </p:nvSpPr>
                <p:spPr>
                  <a:xfrm>
                    <a:off x="3300939" y="1701485"/>
                    <a:ext cx="243383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88" name="箭號: 五邊形 451">
                    <a:extLst>
                      <a:ext uri="{FF2B5EF4-FFF2-40B4-BE49-F238E27FC236}">
                        <a16:creationId xmlns:a16="http://schemas.microsoft.com/office/drawing/2014/main" id="{C9E53C86-441F-4BEC-9BAA-18282611E108}"/>
                      </a:ext>
                    </a:extLst>
                  </p:cNvPr>
                  <p:cNvSpPr/>
                  <p:nvPr/>
                </p:nvSpPr>
                <p:spPr>
                  <a:xfrm>
                    <a:off x="3300939" y="1701485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93" name="箭號: 五邊形 992">
                    <a:extLst>
                      <a:ext uri="{FF2B5EF4-FFF2-40B4-BE49-F238E27FC236}">
                        <a16:creationId xmlns:a16="http://schemas.microsoft.com/office/drawing/2014/main" id="{331D078F-7755-4D83-9E5B-D1B02F90737B}"/>
                      </a:ext>
                    </a:extLst>
                  </p:cNvPr>
                  <p:cNvSpPr/>
                  <p:nvPr/>
                </p:nvSpPr>
                <p:spPr>
                  <a:xfrm>
                    <a:off x="653230" y="1780778"/>
                    <a:ext cx="169300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994" name="手繪多邊形: 圖案 993">
                    <a:extLst>
                      <a:ext uri="{FF2B5EF4-FFF2-40B4-BE49-F238E27FC236}">
                        <a16:creationId xmlns:a16="http://schemas.microsoft.com/office/drawing/2014/main" id="{74404990-F5B0-44A1-9457-968B15FCE561}"/>
                      </a:ext>
                    </a:extLst>
                  </p:cNvPr>
                  <p:cNvSpPr/>
                  <p:nvPr/>
                </p:nvSpPr>
                <p:spPr>
                  <a:xfrm>
                    <a:off x="792612" y="1780778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995" name="直線接點 994">
                    <a:extLst>
                      <a:ext uri="{FF2B5EF4-FFF2-40B4-BE49-F238E27FC236}">
                        <a16:creationId xmlns:a16="http://schemas.microsoft.com/office/drawing/2014/main" id="{F8A2CFC3-45CA-44C2-B57A-CCBF1E818F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2640" y="1778160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01" name="箭號: 五邊形 1000">
                    <a:extLst>
                      <a:ext uri="{FF2B5EF4-FFF2-40B4-BE49-F238E27FC236}">
                        <a16:creationId xmlns:a16="http://schemas.microsoft.com/office/drawing/2014/main" id="{20D16089-F24A-4576-868F-C10056E10D09}"/>
                      </a:ext>
                    </a:extLst>
                  </p:cNvPr>
                  <p:cNvSpPr/>
                  <p:nvPr/>
                </p:nvSpPr>
                <p:spPr>
                  <a:xfrm>
                    <a:off x="3300939" y="1780778"/>
                    <a:ext cx="111056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02" name="箭號: 五邊形 1001">
                    <a:extLst>
                      <a:ext uri="{FF2B5EF4-FFF2-40B4-BE49-F238E27FC236}">
                        <a16:creationId xmlns:a16="http://schemas.microsoft.com/office/drawing/2014/main" id="{8CF0109B-8286-482D-9B1B-0F6B9D5A15C9}"/>
                      </a:ext>
                    </a:extLst>
                  </p:cNvPr>
                  <p:cNvSpPr/>
                  <p:nvPr/>
                </p:nvSpPr>
                <p:spPr>
                  <a:xfrm>
                    <a:off x="3444670" y="1780778"/>
                    <a:ext cx="438360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04" name="箭號: 五邊形 1003">
                    <a:extLst>
                      <a:ext uri="{FF2B5EF4-FFF2-40B4-BE49-F238E27FC236}">
                        <a16:creationId xmlns:a16="http://schemas.microsoft.com/office/drawing/2014/main" id="{A8F151C7-72E5-4A70-B9DC-C204E5FADEE9}"/>
                      </a:ext>
                    </a:extLst>
                  </p:cNvPr>
                  <p:cNvSpPr/>
                  <p:nvPr/>
                </p:nvSpPr>
                <p:spPr>
                  <a:xfrm>
                    <a:off x="284310" y="1780778"/>
                    <a:ext cx="363731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05" name="箭號: 五邊形 1004">
                    <a:extLst>
                      <a:ext uri="{FF2B5EF4-FFF2-40B4-BE49-F238E27FC236}">
                        <a16:creationId xmlns:a16="http://schemas.microsoft.com/office/drawing/2014/main" id="{00BFFA24-1BF0-4851-81C6-9EAB8DCB7723}"/>
                      </a:ext>
                    </a:extLst>
                  </p:cNvPr>
                  <p:cNvSpPr/>
                  <p:nvPr/>
                </p:nvSpPr>
                <p:spPr>
                  <a:xfrm>
                    <a:off x="1431127" y="1780778"/>
                    <a:ext cx="144572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06" name="箭號: 五邊形 451">
                    <a:extLst>
                      <a:ext uri="{FF2B5EF4-FFF2-40B4-BE49-F238E27FC236}">
                        <a16:creationId xmlns:a16="http://schemas.microsoft.com/office/drawing/2014/main" id="{5C1DF22D-1C88-46FB-BE1A-27F6D10D5682}"/>
                      </a:ext>
                    </a:extLst>
                  </p:cNvPr>
                  <p:cNvSpPr/>
                  <p:nvPr/>
                </p:nvSpPr>
                <p:spPr>
                  <a:xfrm>
                    <a:off x="1431127" y="1780778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07" name="手繪多邊形: 圖案 1006">
                    <a:extLst>
                      <a:ext uri="{FF2B5EF4-FFF2-40B4-BE49-F238E27FC236}">
                        <a16:creationId xmlns:a16="http://schemas.microsoft.com/office/drawing/2014/main" id="{41A2B8FD-D9C7-4B89-A0B4-86A15D9867C0}"/>
                      </a:ext>
                    </a:extLst>
                  </p:cNvPr>
                  <p:cNvSpPr/>
                  <p:nvPr/>
                </p:nvSpPr>
                <p:spPr>
                  <a:xfrm>
                    <a:off x="1760606" y="1780778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08" name="箭號: 五邊形 1007">
                    <a:extLst>
                      <a:ext uri="{FF2B5EF4-FFF2-40B4-BE49-F238E27FC236}">
                        <a16:creationId xmlns:a16="http://schemas.microsoft.com/office/drawing/2014/main" id="{FEDBF63A-3FAA-421A-A50F-BB7D2B7C7270}"/>
                      </a:ext>
                    </a:extLst>
                  </p:cNvPr>
                  <p:cNvSpPr/>
                  <p:nvPr/>
                </p:nvSpPr>
                <p:spPr>
                  <a:xfrm>
                    <a:off x="1582276" y="1780778"/>
                    <a:ext cx="20824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09" name="箭號: 五邊形 451">
                    <a:extLst>
                      <a:ext uri="{FF2B5EF4-FFF2-40B4-BE49-F238E27FC236}">
                        <a16:creationId xmlns:a16="http://schemas.microsoft.com/office/drawing/2014/main" id="{0E043B1D-5E30-43E0-8FF7-D31BAC59D02E}"/>
                      </a:ext>
                    </a:extLst>
                  </p:cNvPr>
                  <p:cNvSpPr/>
                  <p:nvPr/>
                </p:nvSpPr>
                <p:spPr>
                  <a:xfrm>
                    <a:off x="3300939" y="1780778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10" name="箭號: 五邊形 1009">
                    <a:extLst>
                      <a:ext uri="{FF2B5EF4-FFF2-40B4-BE49-F238E27FC236}">
                        <a16:creationId xmlns:a16="http://schemas.microsoft.com/office/drawing/2014/main" id="{3A645DB7-906A-42CA-A2F8-CCB2B69D6250}"/>
                      </a:ext>
                    </a:extLst>
                  </p:cNvPr>
                  <p:cNvSpPr/>
                  <p:nvPr/>
                </p:nvSpPr>
                <p:spPr>
                  <a:xfrm>
                    <a:off x="2614786" y="1780778"/>
                    <a:ext cx="169300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11" name="手繪多邊形: 圖案 1010">
                    <a:extLst>
                      <a:ext uri="{FF2B5EF4-FFF2-40B4-BE49-F238E27FC236}">
                        <a16:creationId xmlns:a16="http://schemas.microsoft.com/office/drawing/2014/main" id="{7921599E-5E81-4100-BD65-E4FD9E62D492}"/>
                      </a:ext>
                    </a:extLst>
                  </p:cNvPr>
                  <p:cNvSpPr/>
                  <p:nvPr/>
                </p:nvSpPr>
                <p:spPr>
                  <a:xfrm>
                    <a:off x="2754167" y="1780778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13" name="箭號: 五邊形 451">
                    <a:extLst>
                      <a:ext uri="{FF2B5EF4-FFF2-40B4-BE49-F238E27FC236}">
                        <a16:creationId xmlns:a16="http://schemas.microsoft.com/office/drawing/2014/main" id="{3C49D9C0-DDF0-43CE-87CB-B8A50F8F6ADE}"/>
                      </a:ext>
                    </a:extLst>
                  </p:cNvPr>
                  <p:cNvSpPr/>
                  <p:nvPr/>
                </p:nvSpPr>
                <p:spPr>
                  <a:xfrm>
                    <a:off x="2614785" y="1780778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14" name="箭號: 五邊形 1013">
                    <a:extLst>
                      <a:ext uri="{FF2B5EF4-FFF2-40B4-BE49-F238E27FC236}">
                        <a16:creationId xmlns:a16="http://schemas.microsoft.com/office/drawing/2014/main" id="{ECBCA6BB-12F3-486D-9A36-ED70DE457DB8}"/>
                      </a:ext>
                    </a:extLst>
                  </p:cNvPr>
                  <p:cNvSpPr/>
                  <p:nvPr/>
                </p:nvSpPr>
                <p:spPr>
                  <a:xfrm>
                    <a:off x="384476" y="1865230"/>
                    <a:ext cx="438055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15" name="手繪多邊形: 圖案 1014">
                    <a:extLst>
                      <a:ext uri="{FF2B5EF4-FFF2-40B4-BE49-F238E27FC236}">
                        <a16:creationId xmlns:a16="http://schemas.microsoft.com/office/drawing/2014/main" id="{A4CE6D6B-01E7-4A8E-94BE-161E29AFFF44}"/>
                      </a:ext>
                    </a:extLst>
                  </p:cNvPr>
                  <p:cNvSpPr/>
                  <p:nvPr/>
                </p:nvSpPr>
                <p:spPr>
                  <a:xfrm>
                    <a:off x="792612" y="1865230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016" name="直線接點 1015">
                    <a:extLst>
                      <a:ext uri="{FF2B5EF4-FFF2-40B4-BE49-F238E27FC236}">
                        <a16:creationId xmlns:a16="http://schemas.microsoft.com/office/drawing/2014/main" id="{EDF3EA67-5F06-4D3D-9AAC-003E647418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92640" y="1862612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017" name="箭號: 五邊形 1016">
                    <a:extLst>
                      <a:ext uri="{FF2B5EF4-FFF2-40B4-BE49-F238E27FC236}">
                        <a16:creationId xmlns:a16="http://schemas.microsoft.com/office/drawing/2014/main" id="{0A19DF9A-4C4C-4300-86CB-306CCE2FA95C}"/>
                      </a:ext>
                    </a:extLst>
                  </p:cNvPr>
                  <p:cNvSpPr/>
                  <p:nvPr/>
                </p:nvSpPr>
                <p:spPr>
                  <a:xfrm>
                    <a:off x="3300939" y="1865230"/>
                    <a:ext cx="338707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18" name="箭號: 五邊形 1017">
                    <a:extLst>
                      <a:ext uri="{FF2B5EF4-FFF2-40B4-BE49-F238E27FC236}">
                        <a16:creationId xmlns:a16="http://schemas.microsoft.com/office/drawing/2014/main" id="{4BB672CB-F083-4C2F-AE2A-39CBB391D4F3}"/>
                      </a:ext>
                    </a:extLst>
                  </p:cNvPr>
                  <p:cNvSpPr/>
                  <p:nvPr/>
                </p:nvSpPr>
                <p:spPr>
                  <a:xfrm>
                    <a:off x="1340469" y="1865230"/>
                    <a:ext cx="144572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19" name="箭號: 五邊形 1018">
                    <a:extLst>
                      <a:ext uri="{FF2B5EF4-FFF2-40B4-BE49-F238E27FC236}">
                        <a16:creationId xmlns:a16="http://schemas.microsoft.com/office/drawing/2014/main" id="{52C1223A-1AF8-4C24-8924-C9A21135DE98}"/>
                      </a:ext>
                    </a:extLst>
                  </p:cNvPr>
                  <p:cNvSpPr/>
                  <p:nvPr/>
                </p:nvSpPr>
                <p:spPr>
                  <a:xfrm>
                    <a:off x="1713140" y="1865230"/>
                    <a:ext cx="202819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20" name="箭號: 五邊形 451">
                    <a:extLst>
                      <a:ext uri="{FF2B5EF4-FFF2-40B4-BE49-F238E27FC236}">
                        <a16:creationId xmlns:a16="http://schemas.microsoft.com/office/drawing/2014/main" id="{937618AC-87E5-4357-BECF-802ACA72C0BD}"/>
                      </a:ext>
                    </a:extLst>
                  </p:cNvPr>
                  <p:cNvSpPr/>
                  <p:nvPr/>
                </p:nvSpPr>
                <p:spPr>
                  <a:xfrm>
                    <a:off x="1340469" y="1865230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21" name="手繪多邊形: 圖案 1020">
                    <a:extLst>
                      <a:ext uri="{FF2B5EF4-FFF2-40B4-BE49-F238E27FC236}">
                        <a16:creationId xmlns:a16="http://schemas.microsoft.com/office/drawing/2014/main" id="{0ECC6DEA-F34F-47A3-8B40-A3AAB4E26C97}"/>
                      </a:ext>
                    </a:extLst>
                  </p:cNvPr>
                  <p:cNvSpPr/>
                  <p:nvPr/>
                </p:nvSpPr>
                <p:spPr>
                  <a:xfrm>
                    <a:off x="1886040" y="1865230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40" name="箭號: 五邊形 1039">
                    <a:extLst>
                      <a:ext uri="{FF2B5EF4-FFF2-40B4-BE49-F238E27FC236}">
                        <a16:creationId xmlns:a16="http://schemas.microsoft.com/office/drawing/2014/main" id="{81F35EAE-DF6B-4979-8EC6-3A4BC92C976E}"/>
                      </a:ext>
                    </a:extLst>
                  </p:cNvPr>
                  <p:cNvSpPr/>
                  <p:nvPr/>
                </p:nvSpPr>
                <p:spPr>
                  <a:xfrm>
                    <a:off x="3658353" y="1865230"/>
                    <a:ext cx="182231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41" name="箭號: 五邊形 451">
                    <a:extLst>
                      <a:ext uri="{FF2B5EF4-FFF2-40B4-BE49-F238E27FC236}">
                        <a16:creationId xmlns:a16="http://schemas.microsoft.com/office/drawing/2014/main" id="{827258D4-75D9-4B67-96CD-25C6581727E6}"/>
                      </a:ext>
                    </a:extLst>
                  </p:cNvPr>
                  <p:cNvSpPr/>
                  <p:nvPr/>
                </p:nvSpPr>
                <p:spPr>
                  <a:xfrm>
                    <a:off x="3300939" y="1865230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42" name="箭號: 五邊形 1041">
                    <a:extLst>
                      <a:ext uri="{FF2B5EF4-FFF2-40B4-BE49-F238E27FC236}">
                        <a16:creationId xmlns:a16="http://schemas.microsoft.com/office/drawing/2014/main" id="{74147697-7705-4389-B3C1-53BBC4CEF708}"/>
                      </a:ext>
                    </a:extLst>
                  </p:cNvPr>
                  <p:cNvSpPr/>
                  <p:nvPr/>
                </p:nvSpPr>
                <p:spPr>
                  <a:xfrm>
                    <a:off x="2614785" y="1865230"/>
                    <a:ext cx="169300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045" name="手繪多邊形: 圖案 1044">
                    <a:extLst>
                      <a:ext uri="{FF2B5EF4-FFF2-40B4-BE49-F238E27FC236}">
                        <a16:creationId xmlns:a16="http://schemas.microsoft.com/office/drawing/2014/main" id="{4176C298-50AA-4F49-A82E-316EDDD7BFBA}"/>
                      </a:ext>
                    </a:extLst>
                  </p:cNvPr>
                  <p:cNvSpPr/>
                  <p:nvPr/>
                </p:nvSpPr>
                <p:spPr>
                  <a:xfrm>
                    <a:off x="2754167" y="1865230"/>
                    <a:ext cx="29919" cy="56138"/>
                  </a:xfrm>
                  <a:custGeom>
                    <a:avLst/>
                    <a:gdLst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  <a:gd name="connsiteX5" fmla="*/ 0 w 26553"/>
                      <a:gd name="connsiteY5" fmla="*/ 0 h 49248"/>
                      <a:gd name="connsiteX0" fmla="*/ 0 w 91440"/>
                      <a:gd name="connsiteY0" fmla="*/ 0 h 91440"/>
                      <a:gd name="connsiteX1" fmla="*/ 1929 w 91440"/>
                      <a:gd name="connsiteY1" fmla="*/ 0 h 91440"/>
                      <a:gd name="connsiteX2" fmla="*/ 26553 w 91440"/>
                      <a:gd name="connsiteY2" fmla="*/ 24624 h 91440"/>
                      <a:gd name="connsiteX3" fmla="*/ 1929 w 91440"/>
                      <a:gd name="connsiteY3" fmla="*/ 49248 h 91440"/>
                      <a:gd name="connsiteX4" fmla="*/ 0 w 91440"/>
                      <a:gd name="connsiteY4" fmla="*/ 49248 h 91440"/>
                      <a:gd name="connsiteX5" fmla="*/ 91440 w 91440"/>
                      <a:gd name="connsiteY5" fmla="*/ 91440 h 91440"/>
                      <a:gd name="connsiteX0" fmla="*/ 0 w 26553"/>
                      <a:gd name="connsiteY0" fmla="*/ 0 h 49248"/>
                      <a:gd name="connsiteX1" fmla="*/ 1929 w 26553"/>
                      <a:gd name="connsiteY1" fmla="*/ 0 h 49248"/>
                      <a:gd name="connsiteX2" fmla="*/ 26553 w 26553"/>
                      <a:gd name="connsiteY2" fmla="*/ 24624 h 49248"/>
                      <a:gd name="connsiteX3" fmla="*/ 1929 w 26553"/>
                      <a:gd name="connsiteY3" fmla="*/ 49248 h 49248"/>
                      <a:gd name="connsiteX4" fmla="*/ 0 w 26553"/>
                      <a:gd name="connsiteY4" fmla="*/ 49248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6553" h="49248">
                        <a:moveTo>
                          <a:pt x="0" y="0"/>
                        </a:moveTo>
                        <a:lnTo>
                          <a:pt x="1929" y="0"/>
                        </a:lnTo>
                        <a:lnTo>
                          <a:pt x="26553" y="24624"/>
                        </a:lnTo>
                        <a:lnTo>
                          <a:pt x="1929" y="49248"/>
                        </a:lnTo>
                        <a:lnTo>
                          <a:pt x="0" y="49248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48" name="箭號: 五邊形 451">
                    <a:extLst>
                      <a:ext uri="{FF2B5EF4-FFF2-40B4-BE49-F238E27FC236}">
                        <a16:creationId xmlns:a16="http://schemas.microsoft.com/office/drawing/2014/main" id="{FC6963A6-F3CD-4816-A68B-415FBFCAD785}"/>
                      </a:ext>
                    </a:extLst>
                  </p:cNvPr>
                  <p:cNvSpPr/>
                  <p:nvPr/>
                </p:nvSpPr>
                <p:spPr>
                  <a:xfrm>
                    <a:off x="2614785" y="1865230"/>
                    <a:ext cx="0" cy="56138"/>
                  </a:xfrm>
                  <a:custGeom>
                    <a:avLst/>
                    <a:gdLst>
                      <a:gd name="connsiteX0" fmla="*/ 0 w 216000"/>
                      <a:gd name="connsiteY0" fmla="*/ 0 h 49248"/>
                      <a:gd name="connsiteX1" fmla="*/ 191376 w 216000"/>
                      <a:gd name="connsiteY1" fmla="*/ 0 h 49248"/>
                      <a:gd name="connsiteX2" fmla="*/ 216000 w 216000"/>
                      <a:gd name="connsiteY2" fmla="*/ 24624 h 49248"/>
                      <a:gd name="connsiteX3" fmla="*/ 191376 w 216000"/>
                      <a:gd name="connsiteY3" fmla="*/ 49248 h 49248"/>
                      <a:gd name="connsiteX4" fmla="*/ 0 w 216000"/>
                      <a:gd name="connsiteY4" fmla="*/ 49248 h 49248"/>
                      <a:gd name="connsiteX5" fmla="*/ 0 w 216000"/>
                      <a:gd name="connsiteY5" fmla="*/ 0 h 49248"/>
                      <a:gd name="connsiteX0" fmla="*/ 191376 w 282816"/>
                      <a:gd name="connsiteY0" fmla="*/ 49248 h 140688"/>
                      <a:gd name="connsiteX1" fmla="*/ 0 w 282816"/>
                      <a:gd name="connsiteY1" fmla="*/ 49248 h 140688"/>
                      <a:gd name="connsiteX2" fmla="*/ 0 w 282816"/>
                      <a:gd name="connsiteY2" fmla="*/ 0 h 140688"/>
                      <a:gd name="connsiteX3" fmla="*/ 191376 w 282816"/>
                      <a:gd name="connsiteY3" fmla="*/ 0 h 140688"/>
                      <a:gd name="connsiteX4" fmla="*/ 216000 w 282816"/>
                      <a:gd name="connsiteY4" fmla="*/ 24624 h 140688"/>
                      <a:gd name="connsiteX5" fmla="*/ 282816 w 282816"/>
                      <a:gd name="connsiteY5" fmla="*/ 140688 h 14068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216000"/>
                      <a:gd name="connsiteY0" fmla="*/ 49248 h 49248"/>
                      <a:gd name="connsiteX1" fmla="*/ 0 w 216000"/>
                      <a:gd name="connsiteY1" fmla="*/ 49248 h 49248"/>
                      <a:gd name="connsiteX2" fmla="*/ 0 w 216000"/>
                      <a:gd name="connsiteY2" fmla="*/ 0 h 49248"/>
                      <a:gd name="connsiteX3" fmla="*/ 191376 w 216000"/>
                      <a:gd name="connsiteY3" fmla="*/ 0 h 49248"/>
                      <a:gd name="connsiteX4" fmla="*/ 216000 w 216000"/>
                      <a:gd name="connsiteY4" fmla="*/ 24624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3" fmla="*/ 191376 w 191376"/>
                      <a:gd name="connsiteY3" fmla="*/ 0 h 49248"/>
                      <a:gd name="connsiteX0" fmla="*/ 191376 w 191376"/>
                      <a:gd name="connsiteY0" fmla="*/ 49248 h 49248"/>
                      <a:gd name="connsiteX1" fmla="*/ 0 w 191376"/>
                      <a:gd name="connsiteY1" fmla="*/ 49248 h 49248"/>
                      <a:gd name="connsiteX2" fmla="*/ 0 w 191376"/>
                      <a:gd name="connsiteY2" fmla="*/ 0 h 49248"/>
                      <a:gd name="connsiteX0" fmla="*/ 0 w 0"/>
                      <a:gd name="connsiteY0" fmla="*/ 49248 h 49248"/>
                      <a:gd name="connsiteX1" fmla="*/ 0 w 0"/>
                      <a:gd name="connsiteY1" fmla="*/ 0 h 492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h="49248">
                        <a:moveTo>
                          <a:pt x="0" y="49248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>
                    <a:solidFill>
                      <a:srgbClr val="FF6C6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49" name="箭號: 五邊形 1048">
                    <a:extLst>
                      <a:ext uri="{FF2B5EF4-FFF2-40B4-BE49-F238E27FC236}">
                        <a16:creationId xmlns:a16="http://schemas.microsoft.com/office/drawing/2014/main" id="{2066CB25-BD11-46DB-878D-015A6D39CFD0}"/>
                      </a:ext>
                    </a:extLst>
                  </p:cNvPr>
                  <p:cNvSpPr/>
                  <p:nvPr/>
                </p:nvSpPr>
                <p:spPr>
                  <a:xfrm>
                    <a:off x="1503413" y="1865230"/>
                    <a:ext cx="165102" cy="56138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30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cxnSp>
                <p:nvCxnSpPr>
                  <p:cNvPr id="1058" name="直線接點 1057">
                    <a:extLst>
                      <a:ext uri="{FF2B5EF4-FFF2-40B4-BE49-F238E27FC236}">
                        <a16:creationId xmlns:a16="http://schemas.microsoft.com/office/drawing/2014/main" id="{3576B9D3-A872-4AE8-8438-5A288BECC9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80950" y="202909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59" name="直線接點 1058">
                    <a:extLst>
                      <a:ext uri="{FF2B5EF4-FFF2-40B4-BE49-F238E27FC236}">
                        <a16:creationId xmlns:a16="http://schemas.microsoft.com/office/drawing/2014/main" id="{A2262697-8917-43E9-9B5F-9B6EFB52A8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580950" y="194370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0" name="直線接點 1059">
                    <a:extLst>
                      <a:ext uri="{FF2B5EF4-FFF2-40B4-BE49-F238E27FC236}">
                        <a16:creationId xmlns:a16="http://schemas.microsoft.com/office/drawing/2014/main" id="{85DA3E4E-B98F-4383-A57D-F9A62A54A7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3918" y="160852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1" name="直線接點 1060">
                    <a:extLst>
                      <a:ext uri="{FF2B5EF4-FFF2-40B4-BE49-F238E27FC236}">
                        <a16:creationId xmlns:a16="http://schemas.microsoft.com/office/drawing/2014/main" id="{E19D6DAF-1E35-429F-808F-66485A8F4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3918" y="1698867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2" name="直線接點 1061">
                    <a:extLst>
                      <a:ext uri="{FF2B5EF4-FFF2-40B4-BE49-F238E27FC236}">
                        <a16:creationId xmlns:a16="http://schemas.microsoft.com/office/drawing/2014/main" id="{5DED5551-9F53-4578-B9C7-0755FAB7C2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2992" y="1778160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3" name="直線接點 1062">
                    <a:extLst>
                      <a:ext uri="{FF2B5EF4-FFF2-40B4-BE49-F238E27FC236}">
                        <a16:creationId xmlns:a16="http://schemas.microsoft.com/office/drawing/2014/main" id="{AF20C3C2-908C-4A4C-AEEB-902F046FE7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2992" y="1862612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4" name="直線接點 1063">
                    <a:extLst>
                      <a:ext uri="{FF2B5EF4-FFF2-40B4-BE49-F238E27FC236}">
                        <a16:creationId xmlns:a16="http://schemas.microsoft.com/office/drawing/2014/main" id="{A1709243-BB5A-47B9-9C8F-E4AA9A5D6F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66444" y="160852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5" name="直線接點 1064">
                    <a:extLst>
                      <a:ext uri="{FF2B5EF4-FFF2-40B4-BE49-F238E27FC236}">
                        <a16:creationId xmlns:a16="http://schemas.microsoft.com/office/drawing/2014/main" id="{50164DA6-BA65-496E-95DF-777D43DEB8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66444" y="1698867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6" name="直線接點 1065">
                    <a:extLst>
                      <a:ext uri="{FF2B5EF4-FFF2-40B4-BE49-F238E27FC236}">
                        <a16:creationId xmlns:a16="http://schemas.microsoft.com/office/drawing/2014/main" id="{B15C92FF-8480-4033-A5C6-845222192B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65519" y="1778160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7" name="直線接點 1066">
                    <a:extLst>
                      <a:ext uri="{FF2B5EF4-FFF2-40B4-BE49-F238E27FC236}">
                        <a16:creationId xmlns:a16="http://schemas.microsoft.com/office/drawing/2014/main" id="{02EC4BA2-F788-49BB-97AD-CD73818AAC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65519" y="1862612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8" name="直線接點 1067">
                    <a:extLst>
                      <a:ext uri="{FF2B5EF4-FFF2-40B4-BE49-F238E27FC236}">
                        <a16:creationId xmlns:a16="http://schemas.microsoft.com/office/drawing/2014/main" id="{DC6C0468-0CD2-4E0C-942F-160A60663D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7288" y="160852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69" name="直線接點 1068">
                    <a:extLst>
                      <a:ext uri="{FF2B5EF4-FFF2-40B4-BE49-F238E27FC236}">
                        <a16:creationId xmlns:a16="http://schemas.microsoft.com/office/drawing/2014/main" id="{384F221E-59DB-4F13-864A-904BC25631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7288" y="1698867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70" name="直線接點 1069">
                    <a:extLst>
                      <a:ext uri="{FF2B5EF4-FFF2-40B4-BE49-F238E27FC236}">
                        <a16:creationId xmlns:a16="http://schemas.microsoft.com/office/drawing/2014/main" id="{6F561D0F-DBFD-4324-838D-05C16B39B0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6362" y="1778160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071" name="直線接點 1070">
                    <a:extLst>
                      <a:ext uri="{FF2B5EF4-FFF2-40B4-BE49-F238E27FC236}">
                        <a16:creationId xmlns:a16="http://schemas.microsoft.com/office/drawing/2014/main" id="{8CCB9AC4-23EB-450B-915C-076E46A189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96362" y="1862612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51" name="直線單箭頭接點 50">
                    <a:extLst>
                      <a:ext uri="{FF2B5EF4-FFF2-40B4-BE49-F238E27FC236}">
                        <a16:creationId xmlns:a16="http://schemas.microsoft.com/office/drawing/2014/main" id="{DE4FE3EC-A4CF-414F-B408-A28191BD1A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22531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8" name="直線單箭頭接點 1077">
                    <a:extLst>
                      <a:ext uri="{FF2B5EF4-FFF2-40B4-BE49-F238E27FC236}">
                        <a16:creationId xmlns:a16="http://schemas.microsoft.com/office/drawing/2014/main" id="{43B07105-DA81-44B9-93FD-50EA0DA2DE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340469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9" name="直線單箭頭接點 1078">
                    <a:extLst>
                      <a:ext uri="{FF2B5EF4-FFF2-40B4-BE49-F238E27FC236}">
                        <a16:creationId xmlns:a16="http://schemas.microsoft.com/office/drawing/2014/main" id="{18F615A5-F3AB-4905-957D-91D4FDC34C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15959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0" name="直線單箭頭接點 1079">
                    <a:extLst>
                      <a:ext uri="{FF2B5EF4-FFF2-40B4-BE49-F238E27FC236}">
                        <a16:creationId xmlns:a16="http://schemas.microsoft.com/office/drawing/2014/main" id="{7FC6EC91-8C33-4284-A091-161BF51EF8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14785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1" name="直線單箭頭接點 1080">
                    <a:extLst>
                      <a:ext uri="{FF2B5EF4-FFF2-40B4-BE49-F238E27FC236}">
                        <a16:creationId xmlns:a16="http://schemas.microsoft.com/office/drawing/2014/main" id="{D0AD075E-E5FF-44B2-9E2B-E53B9DE39D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81211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2" name="直線單箭頭接點 1081">
                    <a:extLst>
                      <a:ext uri="{FF2B5EF4-FFF2-40B4-BE49-F238E27FC236}">
                        <a16:creationId xmlns:a16="http://schemas.microsoft.com/office/drawing/2014/main" id="{AA0BA145-F831-4A84-8F7B-8AD17538DF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00939" y="1486606"/>
                    <a:ext cx="0" cy="695434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4" name="直線接點 1073">
                    <a:extLst>
                      <a:ext uri="{FF2B5EF4-FFF2-40B4-BE49-F238E27FC236}">
                        <a16:creationId xmlns:a16="http://schemas.microsoft.com/office/drawing/2014/main" id="{026993C3-B053-41AC-A91C-E9DCA59B94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06989" y="2343852"/>
                    <a:ext cx="3551879" cy="0"/>
                  </a:xfrm>
                  <a:prstGeom prst="line">
                    <a:avLst/>
                  </a:prstGeom>
                  <a:ln w="127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1" name="群組 10">
                    <a:extLst>
                      <a:ext uri="{FF2B5EF4-FFF2-40B4-BE49-F238E27FC236}">
                        <a16:creationId xmlns:a16="http://schemas.microsoft.com/office/drawing/2014/main" id="{94EDAEF4-9192-4128-997C-C03952B0AC34}"/>
                      </a:ext>
                    </a:extLst>
                  </p:cNvPr>
                  <p:cNvGrpSpPr/>
                  <p:nvPr/>
                </p:nvGrpSpPr>
                <p:grpSpPr>
                  <a:xfrm>
                    <a:off x="822531" y="2234246"/>
                    <a:ext cx="2478409" cy="219212"/>
                    <a:chOff x="941262" y="3785854"/>
                    <a:chExt cx="2618470" cy="228929"/>
                  </a:xfrm>
                </p:grpSpPr>
                <p:cxnSp>
                  <p:nvCxnSpPr>
                    <p:cNvPr id="1100" name="直線單箭頭接點 1099">
                      <a:extLst>
                        <a:ext uri="{FF2B5EF4-FFF2-40B4-BE49-F238E27FC236}">
                          <a16:creationId xmlns:a16="http://schemas.microsoft.com/office/drawing/2014/main" id="{C112A3A6-8D49-4C64-A1A5-5230FDE514C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41262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1" name="直線單箭頭接點 1100">
                      <a:extLst>
                        <a:ext uri="{FF2B5EF4-FFF2-40B4-BE49-F238E27FC236}">
                          <a16:creationId xmlns:a16="http://schemas.microsoft.com/office/drawing/2014/main" id="{4B443B48-7933-49FD-88EA-CE7A25C5CA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488471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3" name="直線單箭頭接點 1102">
                      <a:extLst>
                        <a:ext uri="{FF2B5EF4-FFF2-40B4-BE49-F238E27FC236}">
                          <a16:creationId xmlns:a16="http://schemas.microsoft.com/office/drawing/2014/main" id="{EAC01BFC-189B-4D38-9EAB-1B72CA84C6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096483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4" name="直線單箭頭接點 1103">
                      <a:extLst>
                        <a:ext uri="{FF2B5EF4-FFF2-40B4-BE49-F238E27FC236}">
                          <a16:creationId xmlns:a16="http://schemas.microsoft.com/office/drawing/2014/main" id="{FC6B9BEF-A147-4346-8A03-7E439939ED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34801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5" name="直線單箭頭接點 1104">
                      <a:extLst>
                        <a:ext uri="{FF2B5EF4-FFF2-40B4-BE49-F238E27FC236}">
                          <a16:creationId xmlns:a16="http://schemas.microsoft.com/office/drawing/2014/main" id="{3921D1E1-770F-432E-8BEC-400EF228D8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010632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6" name="直線單箭頭接點 1105">
                      <a:extLst>
                        <a:ext uri="{FF2B5EF4-FFF2-40B4-BE49-F238E27FC236}">
                          <a16:creationId xmlns:a16="http://schemas.microsoft.com/office/drawing/2014/main" id="{BFF1B715-E01A-41A0-A1CA-E1BF5BB914E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559732" y="3785854"/>
                      <a:ext cx="0" cy="228929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99" name="直線接點 898">
                    <a:extLst>
                      <a:ext uri="{FF2B5EF4-FFF2-40B4-BE49-F238E27FC236}">
                        <a16:creationId xmlns:a16="http://schemas.microsoft.com/office/drawing/2014/main" id="{938D8915-E1EC-4ACB-AB30-0B8B8CBDC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160852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00" name="直線接點 899">
                    <a:extLst>
                      <a:ext uri="{FF2B5EF4-FFF2-40B4-BE49-F238E27FC236}">
                        <a16:creationId xmlns:a16="http://schemas.microsoft.com/office/drawing/2014/main" id="{1A284977-BEBF-44E6-9813-B0B76E0843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1698867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01" name="直線接點 900">
                    <a:extLst>
                      <a:ext uri="{FF2B5EF4-FFF2-40B4-BE49-F238E27FC236}">
                        <a16:creationId xmlns:a16="http://schemas.microsoft.com/office/drawing/2014/main" id="{9258FA18-1490-4A49-82B5-FC6AC8E743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1778160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02" name="直線接點 901">
                    <a:extLst>
                      <a:ext uri="{FF2B5EF4-FFF2-40B4-BE49-F238E27FC236}">
                        <a16:creationId xmlns:a16="http://schemas.microsoft.com/office/drawing/2014/main" id="{0E4FE507-4598-4EDA-821A-0170DC2249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1862612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03" name="直線接點 902">
                    <a:extLst>
                      <a:ext uri="{FF2B5EF4-FFF2-40B4-BE49-F238E27FC236}">
                        <a16:creationId xmlns:a16="http://schemas.microsoft.com/office/drawing/2014/main" id="{3C73FEEC-F3D5-4F40-B296-288CE19A8A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1941029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904" name="直線接點 903">
                    <a:extLst>
                      <a:ext uri="{FF2B5EF4-FFF2-40B4-BE49-F238E27FC236}">
                        <a16:creationId xmlns:a16="http://schemas.microsoft.com/office/drawing/2014/main" id="{A7969B26-AE1F-446E-B0C0-4B0D1CF599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14968" y="2026813"/>
                    <a:ext cx="0" cy="61375"/>
                  </a:xfrm>
                  <a:prstGeom prst="line">
                    <a:avLst/>
                  </a:prstGeom>
                  <a:noFill/>
                  <a:ln w="9525">
                    <a:solidFill>
                      <a:srgbClr val="00B0F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grpSp>
                <p:nvGrpSpPr>
                  <p:cNvPr id="59" name="群組 58">
                    <a:extLst>
                      <a:ext uri="{FF2B5EF4-FFF2-40B4-BE49-F238E27FC236}">
                        <a16:creationId xmlns:a16="http://schemas.microsoft.com/office/drawing/2014/main" id="{E337170E-F593-4AAD-861F-F3E2AA211F5C}"/>
                      </a:ext>
                    </a:extLst>
                  </p:cNvPr>
                  <p:cNvGrpSpPr/>
                  <p:nvPr/>
                </p:nvGrpSpPr>
                <p:grpSpPr>
                  <a:xfrm>
                    <a:off x="3740541" y="1609608"/>
                    <a:ext cx="0" cy="479666"/>
                    <a:chOff x="874370" y="3284793"/>
                    <a:chExt cx="0" cy="500929"/>
                  </a:xfrm>
                </p:grpSpPr>
                <p:cxnSp>
                  <p:nvCxnSpPr>
                    <p:cNvPr id="909" name="直線接點 908">
                      <a:extLst>
                        <a:ext uri="{FF2B5EF4-FFF2-40B4-BE49-F238E27FC236}">
                          <a16:creationId xmlns:a16="http://schemas.microsoft.com/office/drawing/2014/main" id="{AF852957-FB3A-4387-B991-E5AEE515B4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284793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910" name="直線接點 909">
                      <a:extLst>
                        <a:ext uri="{FF2B5EF4-FFF2-40B4-BE49-F238E27FC236}">
                          <a16:creationId xmlns:a16="http://schemas.microsoft.com/office/drawing/2014/main" id="{AD6A5F61-C08D-445B-A7D7-05DA6CCAE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379142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911" name="直線接點 910">
                      <a:extLst>
                        <a:ext uri="{FF2B5EF4-FFF2-40B4-BE49-F238E27FC236}">
                          <a16:creationId xmlns:a16="http://schemas.microsoft.com/office/drawing/2014/main" id="{81643D37-24A9-4373-B122-B41A875CD5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461950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912" name="直線接點 911">
                      <a:extLst>
                        <a:ext uri="{FF2B5EF4-FFF2-40B4-BE49-F238E27FC236}">
                          <a16:creationId xmlns:a16="http://schemas.microsoft.com/office/drawing/2014/main" id="{DA6ECB17-125E-4309-92F1-9C84413D6B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550146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913" name="直線接點 912">
                      <a:extLst>
                        <a:ext uri="{FF2B5EF4-FFF2-40B4-BE49-F238E27FC236}">
                          <a16:creationId xmlns:a16="http://schemas.microsoft.com/office/drawing/2014/main" id="{D4BFD8FC-1065-4CC9-AEBC-B6535DF955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632039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914" name="直線接點 913">
                      <a:extLst>
                        <a:ext uri="{FF2B5EF4-FFF2-40B4-BE49-F238E27FC236}">
                          <a16:creationId xmlns:a16="http://schemas.microsoft.com/office/drawing/2014/main" id="{540B831A-41FF-454E-A58B-AEF3C50818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4370" y="3721626"/>
                      <a:ext cx="0" cy="6409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</p:grpSp>
          <p:sp>
            <p:nvSpPr>
              <p:cNvPr id="6" name="橢圓 5">
                <a:extLst>
                  <a:ext uri="{FF2B5EF4-FFF2-40B4-BE49-F238E27FC236}">
                    <a16:creationId xmlns:a16="http://schemas.microsoft.com/office/drawing/2014/main" id="{B209BBD0-095B-4B79-BBC7-560074AC5D6D}"/>
                  </a:ext>
                </a:extLst>
              </p:cNvPr>
              <p:cNvSpPr/>
              <p:nvPr/>
            </p:nvSpPr>
            <p:spPr>
              <a:xfrm>
                <a:off x="59862" y="744851"/>
                <a:ext cx="178037" cy="1780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/>
                  <a:t>1</a:t>
                </a:r>
                <a:endParaRPr lang="zh-TW" altLang="en-US" sz="1200" dirty="0"/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E9130DD0-BDD9-4712-8E0C-B6E922E42200}"/>
              </a:ext>
            </a:extLst>
          </p:cNvPr>
          <p:cNvGrpSpPr/>
          <p:nvPr/>
        </p:nvGrpSpPr>
        <p:grpSpPr>
          <a:xfrm>
            <a:off x="45540" y="3618270"/>
            <a:ext cx="3837489" cy="2182819"/>
            <a:chOff x="45540" y="2702181"/>
            <a:chExt cx="3837489" cy="2182819"/>
          </a:xfrm>
        </p:grpSpPr>
        <p:sp>
          <p:nvSpPr>
            <p:cNvPr id="513" name="矩形: 圓角 512">
              <a:extLst>
                <a:ext uri="{FF2B5EF4-FFF2-40B4-BE49-F238E27FC236}">
                  <a16:creationId xmlns:a16="http://schemas.microsoft.com/office/drawing/2014/main" id="{1E3ABB39-4D58-43F1-8168-E4EFE20432F9}"/>
                </a:ext>
              </a:extLst>
            </p:cNvPr>
            <p:cNvSpPr/>
            <p:nvPr/>
          </p:nvSpPr>
          <p:spPr>
            <a:xfrm>
              <a:off x="89565" y="2882308"/>
              <a:ext cx="332242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4B6CFAF2-D7FB-4180-98E6-87FBB9F14831}"/>
                </a:ext>
              </a:extLst>
            </p:cNvPr>
            <p:cNvGrpSpPr/>
            <p:nvPr/>
          </p:nvGrpSpPr>
          <p:grpSpPr>
            <a:xfrm>
              <a:off x="45540" y="2702181"/>
              <a:ext cx="3837489" cy="2182819"/>
              <a:chOff x="45540" y="2702181"/>
              <a:chExt cx="3837489" cy="2182819"/>
            </a:xfrm>
          </p:grpSpPr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60363D74-98E9-4238-B343-BA9BFBC696EF}"/>
                  </a:ext>
                </a:extLst>
              </p:cNvPr>
              <p:cNvGrpSpPr/>
              <p:nvPr/>
            </p:nvGrpSpPr>
            <p:grpSpPr>
              <a:xfrm>
                <a:off x="45540" y="2834923"/>
                <a:ext cx="3837489" cy="2050077"/>
                <a:chOff x="45540" y="2786390"/>
                <a:chExt cx="3837489" cy="2050077"/>
              </a:xfrm>
            </p:grpSpPr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31CDE2BB-2CB3-431C-AAE1-F8F13324871B}"/>
                    </a:ext>
                  </a:extLst>
                </p:cNvPr>
                <p:cNvSpPr txBox="1"/>
                <p:nvPr/>
              </p:nvSpPr>
              <p:spPr>
                <a:xfrm>
                  <a:off x="45540" y="2786390"/>
                  <a:ext cx="34579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Chromosomal-Scale LOH Detection</a:t>
                  </a:r>
                </a:p>
              </p:txBody>
            </p:sp>
            <p:grpSp>
              <p:nvGrpSpPr>
                <p:cNvPr id="45" name="群組 44">
                  <a:extLst>
                    <a:ext uri="{FF2B5EF4-FFF2-40B4-BE49-F238E27FC236}">
                      <a16:creationId xmlns:a16="http://schemas.microsoft.com/office/drawing/2014/main" id="{B772BE54-E0E1-4C5C-A3F7-45CB331540BA}"/>
                    </a:ext>
                  </a:extLst>
                </p:cNvPr>
                <p:cNvGrpSpPr/>
                <p:nvPr/>
              </p:nvGrpSpPr>
              <p:grpSpPr>
                <a:xfrm>
                  <a:off x="69927" y="3309116"/>
                  <a:ext cx="3813102" cy="1527351"/>
                  <a:chOff x="69927" y="3309116"/>
                  <a:chExt cx="3813102" cy="1527351"/>
                </a:xfrm>
              </p:grpSpPr>
              <p:cxnSp>
                <p:nvCxnSpPr>
                  <p:cNvPr id="884" name="直線接點 883">
                    <a:extLst>
                      <a:ext uri="{FF2B5EF4-FFF2-40B4-BE49-F238E27FC236}">
                        <a16:creationId xmlns:a16="http://schemas.microsoft.com/office/drawing/2014/main" id="{C47B7B9D-CFE5-4AA7-B7C5-06B523245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19664" y="4451348"/>
                    <a:ext cx="2481276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" name="群組 6">
                    <a:extLst>
                      <a:ext uri="{FF2B5EF4-FFF2-40B4-BE49-F238E27FC236}">
                        <a16:creationId xmlns:a16="http://schemas.microsoft.com/office/drawing/2014/main" id="{EB525F51-B00B-4CF7-9127-F51D600CD32B}"/>
                      </a:ext>
                    </a:extLst>
                  </p:cNvPr>
                  <p:cNvGrpSpPr/>
                  <p:nvPr/>
                </p:nvGrpSpPr>
                <p:grpSpPr>
                  <a:xfrm>
                    <a:off x="345531" y="3625487"/>
                    <a:ext cx="3537498" cy="692999"/>
                    <a:chOff x="437306" y="5225538"/>
                    <a:chExt cx="3960000" cy="723719"/>
                  </a:xfrm>
                </p:grpSpPr>
                <p:cxnSp>
                  <p:nvCxnSpPr>
                    <p:cNvPr id="489" name="直線接點 352">
                      <a:extLst>
                        <a:ext uri="{FF2B5EF4-FFF2-40B4-BE49-F238E27FC236}">
                          <a16:creationId xmlns:a16="http://schemas.microsoft.com/office/drawing/2014/main" id="{1E9A8B88-A1E6-4EAE-85B6-A2E8ACB372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225538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2" name="直線接點 352">
                      <a:extLst>
                        <a:ext uri="{FF2B5EF4-FFF2-40B4-BE49-F238E27FC236}">
                          <a16:creationId xmlns:a16="http://schemas.microsoft.com/office/drawing/2014/main" id="{52CAA3FA-4E76-49D6-877C-168AF2B288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406467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5" name="直線接點 352">
                      <a:extLst>
                        <a:ext uri="{FF2B5EF4-FFF2-40B4-BE49-F238E27FC236}">
                          <a16:creationId xmlns:a16="http://schemas.microsoft.com/office/drawing/2014/main" id="{44D2292A-8117-4384-8FC1-581D740733D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587396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8" name="直線接點 352">
                      <a:extLst>
                        <a:ext uri="{FF2B5EF4-FFF2-40B4-BE49-F238E27FC236}">
                          <a16:creationId xmlns:a16="http://schemas.microsoft.com/office/drawing/2014/main" id="{782516EF-A26F-4AD5-8CFA-FEC39F70D7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768325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1" name="直線接點 352">
                      <a:extLst>
                        <a:ext uri="{FF2B5EF4-FFF2-40B4-BE49-F238E27FC236}">
                          <a16:creationId xmlns:a16="http://schemas.microsoft.com/office/drawing/2014/main" id="{2D2C5D4D-1CBB-44F7-929E-BCD44957D1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949257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80" name="直線單箭頭接點 879">
                    <a:extLst>
                      <a:ext uri="{FF2B5EF4-FFF2-40B4-BE49-F238E27FC236}">
                        <a16:creationId xmlns:a16="http://schemas.microsoft.com/office/drawing/2014/main" id="{D4455131-484D-4083-91FA-892C92E75B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00939" y="3841301"/>
                    <a:ext cx="0" cy="610047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D1C7FE44-DD6C-42C1-9937-3572409B766D}"/>
                      </a:ext>
                    </a:extLst>
                  </p:cNvPr>
                  <p:cNvSpPr/>
                  <p:nvPr/>
                </p:nvSpPr>
                <p:spPr>
                  <a:xfrm>
                    <a:off x="329152" y="3543641"/>
                    <a:ext cx="3553877" cy="932598"/>
                  </a:xfrm>
                  <a:custGeom>
                    <a:avLst/>
                    <a:gdLst>
                      <a:gd name="connsiteX0" fmla="*/ 0 w 3189163"/>
                      <a:gd name="connsiteY0" fmla="*/ 0 h 1200245"/>
                      <a:gd name="connsiteX1" fmla="*/ 3189163 w 3189163"/>
                      <a:gd name="connsiteY1" fmla="*/ 0 h 1200245"/>
                      <a:gd name="connsiteX2" fmla="*/ 3189163 w 3189163"/>
                      <a:gd name="connsiteY2" fmla="*/ 1200245 h 1200245"/>
                      <a:gd name="connsiteX3" fmla="*/ 0 w 3189163"/>
                      <a:gd name="connsiteY3" fmla="*/ 1200245 h 1200245"/>
                      <a:gd name="connsiteX4" fmla="*/ 0 w 3189163"/>
                      <a:gd name="connsiteY4" fmla="*/ 0 h 1200245"/>
                      <a:gd name="connsiteX0" fmla="*/ 3189163 w 3280603"/>
                      <a:gd name="connsiteY0" fmla="*/ 0 h 1200245"/>
                      <a:gd name="connsiteX1" fmla="*/ 3189163 w 3280603"/>
                      <a:gd name="connsiteY1" fmla="*/ 1200245 h 1200245"/>
                      <a:gd name="connsiteX2" fmla="*/ 0 w 3280603"/>
                      <a:gd name="connsiteY2" fmla="*/ 1200245 h 1200245"/>
                      <a:gd name="connsiteX3" fmla="*/ 0 w 3280603"/>
                      <a:gd name="connsiteY3" fmla="*/ 0 h 1200245"/>
                      <a:gd name="connsiteX4" fmla="*/ 3280603 w 3280603"/>
                      <a:gd name="connsiteY4" fmla="*/ 91440 h 1200245"/>
                      <a:gd name="connsiteX0" fmla="*/ 3189163 w 3189163"/>
                      <a:gd name="connsiteY0" fmla="*/ 0 h 1200245"/>
                      <a:gd name="connsiteX1" fmla="*/ 3189163 w 3189163"/>
                      <a:gd name="connsiteY1" fmla="*/ 1200245 h 1200245"/>
                      <a:gd name="connsiteX2" fmla="*/ 0 w 3189163"/>
                      <a:gd name="connsiteY2" fmla="*/ 1200245 h 1200245"/>
                      <a:gd name="connsiteX3" fmla="*/ 0 w 3189163"/>
                      <a:gd name="connsiteY3" fmla="*/ 0 h 1200245"/>
                      <a:gd name="connsiteX0" fmla="*/ 3189163 w 3189163"/>
                      <a:gd name="connsiteY0" fmla="*/ 1200245 h 1200245"/>
                      <a:gd name="connsiteX1" fmla="*/ 0 w 3189163"/>
                      <a:gd name="connsiteY1" fmla="*/ 1200245 h 1200245"/>
                      <a:gd name="connsiteX2" fmla="*/ 0 w 3189163"/>
                      <a:gd name="connsiteY2" fmla="*/ 0 h 1200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189163" h="1200245">
                        <a:moveTo>
                          <a:pt x="3189163" y="1200245"/>
                        </a:moveTo>
                        <a:lnTo>
                          <a:pt x="0" y="120024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90" name="文字方塊 489">
                    <a:extLst>
                      <a:ext uri="{FF2B5EF4-FFF2-40B4-BE49-F238E27FC236}">
                        <a16:creationId xmlns:a16="http://schemas.microsoft.com/office/drawing/2014/main" id="{5414EFCC-5EEF-436D-9008-2C6EE83BF5D6}"/>
                      </a:ext>
                    </a:extLst>
                  </p:cNvPr>
                  <p:cNvSpPr txBox="1"/>
                  <p:nvPr/>
                </p:nvSpPr>
                <p:spPr>
                  <a:xfrm>
                    <a:off x="82229" y="3514970"/>
                    <a:ext cx="229409" cy="2210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900" dirty="0"/>
                      <a:t>1</a:t>
                    </a:r>
                    <a:endParaRPr lang="zh-TW" altLang="en-US" sz="900" dirty="0"/>
                  </a:p>
                </p:txBody>
              </p:sp>
              <p:sp>
                <p:nvSpPr>
                  <p:cNvPr id="493" name="文字方塊 492">
                    <a:extLst>
                      <a:ext uri="{FF2B5EF4-FFF2-40B4-BE49-F238E27FC236}">
                        <a16:creationId xmlns:a16="http://schemas.microsoft.com/office/drawing/2014/main" id="{49C77AA6-A52E-406A-A76C-30209457EA05}"/>
                      </a:ext>
                    </a:extLst>
                  </p:cNvPr>
                  <p:cNvSpPr txBox="1"/>
                  <p:nvPr/>
                </p:nvSpPr>
                <p:spPr>
                  <a:xfrm>
                    <a:off x="82229" y="3688219"/>
                    <a:ext cx="311341" cy="2210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900" dirty="0"/>
                      <a:t>0.8</a:t>
                    </a:r>
                    <a:endParaRPr lang="zh-TW" altLang="en-US" sz="900" dirty="0"/>
                  </a:p>
                </p:txBody>
              </p:sp>
              <p:sp>
                <p:nvSpPr>
                  <p:cNvPr id="496" name="文字方塊 495">
                    <a:extLst>
                      <a:ext uri="{FF2B5EF4-FFF2-40B4-BE49-F238E27FC236}">
                        <a16:creationId xmlns:a16="http://schemas.microsoft.com/office/drawing/2014/main" id="{E3F58F52-D145-4DEB-B9E6-BE4A7CB63CB4}"/>
                      </a:ext>
                    </a:extLst>
                  </p:cNvPr>
                  <p:cNvSpPr txBox="1"/>
                  <p:nvPr/>
                </p:nvSpPr>
                <p:spPr>
                  <a:xfrm>
                    <a:off x="82229" y="3861468"/>
                    <a:ext cx="311341" cy="2210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900" dirty="0"/>
                      <a:t>0.6</a:t>
                    </a:r>
                    <a:endParaRPr lang="zh-TW" altLang="en-US" sz="900" dirty="0"/>
                  </a:p>
                </p:txBody>
              </p:sp>
              <p:sp>
                <p:nvSpPr>
                  <p:cNvPr id="499" name="文字方塊 498">
                    <a:extLst>
                      <a:ext uri="{FF2B5EF4-FFF2-40B4-BE49-F238E27FC236}">
                        <a16:creationId xmlns:a16="http://schemas.microsoft.com/office/drawing/2014/main" id="{AAE896EB-F39F-44B4-85B2-B729AD3AF847}"/>
                      </a:ext>
                    </a:extLst>
                  </p:cNvPr>
                  <p:cNvSpPr txBox="1"/>
                  <p:nvPr/>
                </p:nvSpPr>
                <p:spPr>
                  <a:xfrm>
                    <a:off x="82229" y="4034717"/>
                    <a:ext cx="311341" cy="2210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900" dirty="0"/>
                      <a:t>0.4</a:t>
                    </a:r>
                    <a:endParaRPr lang="zh-TW" altLang="en-US" sz="900" dirty="0"/>
                  </a:p>
                </p:txBody>
              </p:sp>
              <p:sp>
                <p:nvSpPr>
                  <p:cNvPr id="502" name="文字方塊 501">
                    <a:extLst>
                      <a:ext uri="{FF2B5EF4-FFF2-40B4-BE49-F238E27FC236}">
                        <a16:creationId xmlns:a16="http://schemas.microsoft.com/office/drawing/2014/main" id="{0D31FD28-42CD-4E62-BC2D-5BCB5FEDEA16}"/>
                      </a:ext>
                    </a:extLst>
                  </p:cNvPr>
                  <p:cNvSpPr txBox="1"/>
                  <p:nvPr/>
                </p:nvSpPr>
                <p:spPr>
                  <a:xfrm>
                    <a:off x="82229" y="4207969"/>
                    <a:ext cx="311341" cy="2210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900" dirty="0"/>
                      <a:t>0.2</a:t>
                    </a:r>
                    <a:endParaRPr lang="zh-TW" altLang="en-US" sz="900" dirty="0"/>
                  </a:p>
                </p:txBody>
              </p:sp>
              <p:cxnSp>
                <p:nvCxnSpPr>
                  <p:cNvPr id="872" name="直線接點 871">
                    <a:extLst>
                      <a:ext uri="{FF2B5EF4-FFF2-40B4-BE49-F238E27FC236}">
                        <a16:creationId xmlns:a16="http://schemas.microsoft.com/office/drawing/2014/main" id="{D06D3B12-3086-4C4C-A095-FE0A3FAAB5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4865" y="3850419"/>
                    <a:ext cx="487666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3" name="直線接點 882">
                    <a:extLst>
                      <a:ext uri="{FF2B5EF4-FFF2-40B4-BE49-F238E27FC236}">
                        <a16:creationId xmlns:a16="http://schemas.microsoft.com/office/drawing/2014/main" id="{47036C06-9B6F-48F2-868D-709C0F8D4F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1945" y="3850419"/>
                    <a:ext cx="591084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5" name="直線單箭頭接點 874">
                    <a:extLst>
                      <a:ext uri="{FF2B5EF4-FFF2-40B4-BE49-F238E27FC236}">
                        <a16:creationId xmlns:a16="http://schemas.microsoft.com/office/drawing/2014/main" id="{F1236217-C702-4BF6-A80C-2C30C5E85C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22531" y="3841299"/>
                    <a:ext cx="0" cy="61004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5" name="手繪多邊形: 圖案 884">
                    <a:extLst>
                      <a:ext uri="{FF2B5EF4-FFF2-40B4-BE49-F238E27FC236}">
                        <a16:creationId xmlns:a16="http://schemas.microsoft.com/office/drawing/2014/main" id="{217E2259-E031-4E21-8935-717344AC9BCB}"/>
                      </a:ext>
                    </a:extLst>
                  </p:cNvPr>
                  <p:cNvSpPr/>
                  <p:nvPr/>
                </p:nvSpPr>
                <p:spPr>
                  <a:xfrm flipV="1">
                    <a:off x="819664" y="4506180"/>
                    <a:ext cx="77385" cy="67346"/>
                  </a:xfrm>
                  <a:custGeom>
                    <a:avLst/>
                    <a:gdLst>
                      <a:gd name="connsiteX0" fmla="*/ 548934 w 548934"/>
                      <a:gd name="connsiteY0" fmla="*/ 0 h 252259"/>
                      <a:gd name="connsiteX1" fmla="*/ 548934 w 548934"/>
                      <a:gd name="connsiteY1" fmla="*/ 252259 h 252259"/>
                      <a:gd name="connsiteX2" fmla="*/ 0 w 548934"/>
                      <a:gd name="connsiteY2" fmla="*/ 252259 h 252259"/>
                      <a:gd name="connsiteX3" fmla="*/ 3209 w 548934"/>
                      <a:gd name="connsiteY3" fmla="*/ 244763 h 252259"/>
                      <a:gd name="connsiteX4" fmla="*/ 414234 w 548934"/>
                      <a:gd name="connsiteY4" fmla="*/ 26066 h 252259"/>
                      <a:gd name="connsiteX5" fmla="*/ 548934 w 548934"/>
                      <a:gd name="connsiteY5" fmla="*/ 0 h 252259"/>
                      <a:gd name="connsiteX0" fmla="*/ 548934 w 640374"/>
                      <a:gd name="connsiteY0" fmla="*/ 252259 h 343699"/>
                      <a:gd name="connsiteX1" fmla="*/ 0 w 640374"/>
                      <a:gd name="connsiteY1" fmla="*/ 252259 h 343699"/>
                      <a:gd name="connsiteX2" fmla="*/ 3209 w 640374"/>
                      <a:gd name="connsiteY2" fmla="*/ 244763 h 343699"/>
                      <a:gd name="connsiteX3" fmla="*/ 414234 w 640374"/>
                      <a:gd name="connsiteY3" fmla="*/ 26066 h 343699"/>
                      <a:gd name="connsiteX4" fmla="*/ 548934 w 640374"/>
                      <a:gd name="connsiteY4" fmla="*/ 0 h 343699"/>
                      <a:gd name="connsiteX5" fmla="*/ 640374 w 640374"/>
                      <a:gd name="connsiteY5" fmla="*/ 343699 h 343699"/>
                      <a:gd name="connsiteX0" fmla="*/ 548934 w 548934"/>
                      <a:gd name="connsiteY0" fmla="*/ 252259 h 252259"/>
                      <a:gd name="connsiteX1" fmla="*/ 0 w 548934"/>
                      <a:gd name="connsiteY1" fmla="*/ 252259 h 252259"/>
                      <a:gd name="connsiteX2" fmla="*/ 3209 w 548934"/>
                      <a:gd name="connsiteY2" fmla="*/ 244763 h 252259"/>
                      <a:gd name="connsiteX3" fmla="*/ 414234 w 548934"/>
                      <a:gd name="connsiteY3" fmla="*/ 26066 h 252259"/>
                      <a:gd name="connsiteX4" fmla="*/ 548934 w 548934"/>
                      <a:gd name="connsiteY4" fmla="*/ 0 h 252259"/>
                      <a:gd name="connsiteX0" fmla="*/ 0 w 548934"/>
                      <a:gd name="connsiteY0" fmla="*/ 252259 h 252259"/>
                      <a:gd name="connsiteX1" fmla="*/ 3209 w 548934"/>
                      <a:gd name="connsiteY1" fmla="*/ 244763 h 252259"/>
                      <a:gd name="connsiteX2" fmla="*/ 414234 w 548934"/>
                      <a:gd name="connsiteY2" fmla="*/ 26066 h 252259"/>
                      <a:gd name="connsiteX3" fmla="*/ 548934 w 548934"/>
                      <a:gd name="connsiteY3" fmla="*/ 0 h 252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8934" h="252259">
                        <a:moveTo>
                          <a:pt x="0" y="252259"/>
                        </a:moveTo>
                        <a:lnTo>
                          <a:pt x="3209" y="244763"/>
                        </a:lnTo>
                        <a:cubicBezTo>
                          <a:pt x="55283" y="154037"/>
                          <a:pt x="206264" y="76157"/>
                          <a:pt x="414234" y="26066"/>
                        </a:cubicBezTo>
                        <a:lnTo>
                          <a:pt x="548934" y="0"/>
                        </a:lnTo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6" name="手繪多邊形: 圖案 895">
                    <a:extLst>
                      <a:ext uri="{FF2B5EF4-FFF2-40B4-BE49-F238E27FC236}">
                        <a16:creationId xmlns:a16="http://schemas.microsoft.com/office/drawing/2014/main" id="{10712932-5C81-4132-B176-B3D24DA30C3D}"/>
                      </a:ext>
                    </a:extLst>
                  </p:cNvPr>
                  <p:cNvSpPr/>
                  <p:nvPr/>
                </p:nvSpPr>
                <p:spPr>
                  <a:xfrm flipH="1" flipV="1">
                    <a:off x="3232330" y="4508641"/>
                    <a:ext cx="77387" cy="67346"/>
                  </a:xfrm>
                  <a:custGeom>
                    <a:avLst/>
                    <a:gdLst>
                      <a:gd name="connsiteX0" fmla="*/ 548934 w 548934"/>
                      <a:gd name="connsiteY0" fmla="*/ 0 h 252259"/>
                      <a:gd name="connsiteX1" fmla="*/ 548934 w 548934"/>
                      <a:gd name="connsiteY1" fmla="*/ 252259 h 252259"/>
                      <a:gd name="connsiteX2" fmla="*/ 0 w 548934"/>
                      <a:gd name="connsiteY2" fmla="*/ 252259 h 252259"/>
                      <a:gd name="connsiteX3" fmla="*/ 3209 w 548934"/>
                      <a:gd name="connsiteY3" fmla="*/ 244763 h 252259"/>
                      <a:gd name="connsiteX4" fmla="*/ 414234 w 548934"/>
                      <a:gd name="connsiteY4" fmla="*/ 26066 h 252259"/>
                      <a:gd name="connsiteX5" fmla="*/ 548934 w 548934"/>
                      <a:gd name="connsiteY5" fmla="*/ 0 h 252259"/>
                      <a:gd name="connsiteX0" fmla="*/ 548934 w 640374"/>
                      <a:gd name="connsiteY0" fmla="*/ 252259 h 343699"/>
                      <a:gd name="connsiteX1" fmla="*/ 0 w 640374"/>
                      <a:gd name="connsiteY1" fmla="*/ 252259 h 343699"/>
                      <a:gd name="connsiteX2" fmla="*/ 3209 w 640374"/>
                      <a:gd name="connsiteY2" fmla="*/ 244763 h 343699"/>
                      <a:gd name="connsiteX3" fmla="*/ 414234 w 640374"/>
                      <a:gd name="connsiteY3" fmla="*/ 26066 h 343699"/>
                      <a:gd name="connsiteX4" fmla="*/ 548934 w 640374"/>
                      <a:gd name="connsiteY4" fmla="*/ 0 h 343699"/>
                      <a:gd name="connsiteX5" fmla="*/ 640374 w 640374"/>
                      <a:gd name="connsiteY5" fmla="*/ 343699 h 343699"/>
                      <a:gd name="connsiteX0" fmla="*/ 548934 w 548934"/>
                      <a:gd name="connsiteY0" fmla="*/ 252259 h 252259"/>
                      <a:gd name="connsiteX1" fmla="*/ 0 w 548934"/>
                      <a:gd name="connsiteY1" fmla="*/ 252259 h 252259"/>
                      <a:gd name="connsiteX2" fmla="*/ 3209 w 548934"/>
                      <a:gd name="connsiteY2" fmla="*/ 244763 h 252259"/>
                      <a:gd name="connsiteX3" fmla="*/ 414234 w 548934"/>
                      <a:gd name="connsiteY3" fmla="*/ 26066 h 252259"/>
                      <a:gd name="connsiteX4" fmla="*/ 548934 w 548934"/>
                      <a:gd name="connsiteY4" fmla="*/ 0 h 252259"/>
                      <a:gd name="connsiteX0" fmla="*/ 0 w 548934"/>
                      <a:gd name="connsiteY0" fmla="*/ 252259 h 252259"/>
                      <a:gd name="connsiteX1" fmla="*/ 3209 w 548934"/>
                      <a:gd name="connsiteY1" fmla="*/ 244763 h 252259"/>
                      <a:gd name="connsiteX2" fmla="*/ 414234 w 548934"/>
                      <a:gd name="connsiteY2" fmla="*/ 26066 h 252259"/>
                      <a:gd name="connsiteX3" fmla="*/ 548934 w 548934"/>
                      <a:gd name="connsiteY3" fmla="*/ 0 h 2522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548934" h="252259">
                        <a:moveTo>
                          <a:pt x="0" y="252259"/>
                        </a:moveTo>
                        <a:lnTo>
                          <a:pt x="3209" y="244763"/>
                        </a:lnTo>
                        <a:cubicBezTo>
                          <a:pt x="55283" y="154037"/>
                          <a:pt x="206264" y="76157"/>
                          <a:pt x="414234" y="26066"/>
                        </a:cubicBezTo>
                        <a:lnTo>
                          <a:pt x="548934" y="0"/>
                        </a:lnTo>
                      </a:path>
                    </a:pathLst>
                  </a:cu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98" name="文字方塊 897">
                    <a:extLst>
                      <a:ext uri="{FF2B5EF4-FFF2-40B4-BE49-F238E27FC236}">
                        <a16:creationId xmlns:a16="http://schemas.microsoft.com/office/drawing/2014/main" id="{48E3B841-2903-4CA6-88A2-00FCC454B032}"/>
                      </a:ext>
                    </a:extLst>
                  </p:cNvPr>
                  <p:cNvSpPr txBox="1"/>
                  <p:nvPr/>
                </p:nvSpPr>
                <p:spPr>
                  <a:xfrm>
                    <a:off x="1854488" y="4571226"/>
                    <a:ext cx="420403" cy="265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200" dirty="0"/>
                      <a:t>LOH</a:t>
                    </a:r>
                    <a:endParaRPr lang="zh-TW" altLang="en-US" sz="1200" dirty="0"/>
                  </a:p>
                </p:txBody>
              </p:sp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936873D7-CFC0-4FD3-B524-276B3F389CED}"/>
                      </a:ext>
                    </a:extLst>
                  </p:cNvPr>
                  <p:cNvSpPr txBox="1"/>
                  <p:nvPr/>
                </p:nvSpPr>
                <p:spPr>
                  <a:xfrm>
                    <a:off x="69927" y="3309116"/>
                    <a:ext cx="1358371" cy="26524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200" dirty="0"/>
                      <a:t>Heterozygosity ratio</a:t>
                    </a:r>
                    <a:endParaRPr lang="zh-TW" altLang="en-US" sz="1200" dirty="0"/>
                  </a:p>
                </p:txBody>
              </p:sp>
            </p:grpSp>
          </p:grpSp>
          <p:sp>
            <p:nvSpPr>
              <p:cNvPr id="488" name="橢圓 487">
                <a:extLst>
                  <a:ext uri="{FF2B5EF4-FFF2-40B4-BE49-F238E27FC236}">
                    <a16:creationId xmlns:a16="http://schemas.microsoft.com/office/drawing/2014/main" id="{44516D47-1034-494B-9AFF-5DD1292FEDCF}"/>
                  </a:ext>
                </a:extLst>
              </p:cNvPr>
              <p:cNvSpPr/>
              <p:nvPr/>
            </p:nvSpPr>
            <p:spPr>
              <a:xfrm>
                <a:off x="59862" y="2702181"/>
                <a:ext cx="178037" cy="1780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/>
                  <a:t>2</a:t>
                </a:r>
                <a:endParaRPr lang="zh-TW" altLang="en-US" sz="1200" dirty="0"/>
              </a:p>
            </p:txBody>
          </p: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BC7EFC4C-26DD-4142-9E5F-7353439C3D7B}"/>
              </a:ext>
            </a:extLst>
          </p:cNvPr>
          <p:cNvGrpSpPr/>
          <p:nvPr/>
        </p:nvGrpSpPr>
        <p:grpSpPr>
          <a:xfrm>
            <a:off x="8372251" y="3952998"/>
            <a:ext cx="3687684" cy="2820833"/>
            <a:chOff x="8372251" y="3952998"/>
            <a:chExt cx="3687684" cy="2820833"/>
          </a:xfrm>
        </p:grpSpPr>
        <p:sp>
          <p:nvSpPr>
            <p:cNvPr id="517" name="矩形: 圓角 516">
              <a:extLst>
                <a:ext uri="{FF2B5EF4-FFF2-40B4-BE49-F238E27FC236}">
                  <a16:creationId xmlns:a16="http://schemas.microsoft.com/office/drawing/2014/main" id="{6CD43D61-52FD-496C-B827-13DFA21CB48A}"/>
                </a:ext>
              </a:extLst>
            </p:cNvPr>
            <p:cNvSpPr/>
            <p:nvPr/>
          </p:nvSpPr>
          <p:spPr>
            <a:xfrm>
              <a:off x="8438430" y="4159961"/>
              <a:ext cx="3171506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00AF6AE8-6B72-4336-93C5-3429F87F34F9}"/>
                </a:ext>
              </a:extLst>
            </p:cNvPr>
            <p:cNvGrpSpPr/>
            <p:nvPr/>
          </p:nvGrpSpPr>
          <p:grpSpPr>
            <a:xfrm>
              <a:off x="8372251" y="3952998"/>
              <a:ext cx="3687684" cy="2820833"/>
              <a:chOff x="8372251" y="3952998"/>
              <a:chExt cx="3687684" cy="2820833"/>
            </a:xfrm>
          </p:grpSpPr>
          <p:sp>
            <p:nvSpPr>
              <p:cNvPr id="1629" name="文字方塊 1628">
                <a:extLst>
                  <a:ext uri="{FF2B5EF4-FFF2-40B4-BE49-F238E27FC236}">
                    <a16:creationId xmlns:a16="http://schemas.microsoft.com/office/drawing/2014/main" id="{66F0F8CA-59B6-4581-ACA4-453013F2CFF0}"/>
                  </a:ext>
                </a:extLst>
              </p:cNvPr>
              <p:cNvSpPr txBox="1"/>
              <p:nvPr/>
            </p:nvSpPr>
            <p:spPr>
              <a:xfrm>
                <a:off x="8373092" y="4112428"/>
                <a:ext cx="3295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Tumor Purity Prediction Equation</a:t>
                </a:r>
              </a:p>
            </p:txBody>
          </p:sp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5203BA33-AAEE-4B5E-8CB0-42CEF9FB9FEE}"/>
                  </a:ext>
                </a:extLst>
              </p:cNvPr>
              <p:cNvGrpSpPr/>
              <p:nvPr/>
            </p:nvGrpSpPr>
            <p:grpSpPr>
              <a:xfrm>
                <a:off x="8718379" y="4585147"/>
                <a:ext cx="3341556" cy="2188684"/>
                <a:chOff x="8718379" y="4585147"/>
                <a:chExt cx="3341556" cy="2188684"/>
              </a:xfrm>
            </p:grpSpPr>
            <p:pic>
              <p:nvPicPr>
                <p:cNvPr id="1646" name="圖片 1645">
                  <a:extLst>
                    <a:ext uri="{FF2B5EF4-FFF2-40B4-BE49-F238E27FC236}">
                      <a16:creationId xmlns:a16="http://schemas.microsoft.com/office/drawing/2014/main" id="{21AB6F70-EABC-4A74-AA05-8DB72945E3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9103" t="10021" r="62526" b="9504"/>
                <a:stretch/>
              </p:blipFill>
              <p:spPr>
                <a:xfrm>
                  <a:off x="9131218" y="5104351"/>
                  <a:ext cx="196925" cy="1135893"/>
                </a:xfrm>
                <a:prstGeom prst="rect">
                  <a:avLst/>
                </a:prstGeom>
                <a:noFill/>
              </p:spPr>
            </p:pic>
            <p:sp>
              <p:nvSpPr>
                <p:cNvPr id="1647" name="文字方塊 1646">
                  <a:extLst>
                    <a:ext uri="{FF2B5EF4-FFF2-40B4-BE49-F238E27FC236}">
                      <a16:creationId xmlns:a16="http://schemas.microsoft.com/office/drawing/2014/main" id="{0AB49A6A-3B5F-4E9C-B680-04A41BD00CA2}"/>
                    </a:ext>
                  </a:extLst>
                </p:cNvPr>
                <p:cNvSpPr txBox="1"/>
                <p:nvPr/>
              </p:nvSpPr>
              <p:spPr>
                <a:xfrm>
                  <a:off x="8718379" y="5798684"/>
                  <a:ext cx="48122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 dirty="0">
                      <a:solidFill>
                        <a:srgbClr val="2F5597"/>
                      </a:solidFill>
                    </a:rPr>
                    <a:t>HP2</a:t>
                  </a:r>
                  <a:endParaRPr lang="zh-TW" altLang="en-US" sz="1400" dirty="0">
                    <a:solidFill>
                      <a:srgbClr val="2F5597"/>
                    </a:solidFill>
                  </a:endParaRPr>
                </a:p>
              </p:txBody>
            </p:sp>
            <p:sp>
              <p:nvSpPr>
                <p:cNvPr id="1648" name="文字方塊 1647">
                  <a:extLst>
                    <a:ext uri="{FF2B5EF4-FFF2-40B4-BE49-F238E27FC236}">
                      <a16:creationId xmlns:a16="http://schemas.microsoft.com/office/drawing/2014/main" id="{9D226C89-E71F-4443-B7C5-8804C8ECFA6A}"/>
                    </a:ext>
                  </a:extLst>
                </p:cNvPr>
                <p:cNvSpPr txBox="1"/>
                <p:nvPr/>
              </p:nvSpPr>
              <p:spPr>
                <a:xfrm>
                  <a:off x="8718380" y="5249414"/>
                  <a:ext cx="48122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 dirty="0">
                      <a:solidFill>
                        <a:srgbClr val="8FAADC"/>
                      </a:solidFill>
                    </a:rPr>
                    <a:t>HP1</a:t>
                  </a:r>
                  <a:endParaRPr lang="zh-TW" altLang="en-US" sz="1400" dirty="0">
                    <a:solidFill>
                      <a:srgbClr val="8FAADC"/>
                    </a:solidFill>
                  </a:endParaRPr>
                </a:p>
              </p:txBody>
            </p:sp>
            <p:pic>
              <p:nvPicPr>
                <p:cNvPr id="1649" name="圖片 1648">
                  <a:extLst>
                    <a:ext uri="{FF2B5EF4-FFF2-40B4-BE49-F238E27FC236}">
                      <a16:creationId xmlns:a16="http://schemas.microsoft.com/office/drawing/2014/main" id="{C3C32A3E-302D-41AE-84DF-C7DC27D104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9103" t="58955" r="62526" b="26727"/>
                <a:stretch/>
              </p:blipFill>
              <p:spPr>
                <a:xfrm>
                  <a:off x="9131218" y="6012040"/>
                  <a:ext cx="196925" cy="227432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8" name="圖片 337">
                  <a:extLst>
                    <a:ext uri="{FF2B5EF4-FFF2-40B4-BE49-F238E27FC236}">
                      <a16:creationId xmlns:a16="http://schemas.microsoft.com/office/drawing/2014/main" id="{2FF89278-B5E6-47CF-B444-3DA3E30E87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9715029" y="4952782"/>
                  <a:ext cx="2344906" cy="1406944"/>
                </a:xfrm>
                <a:prstGeom prst="rect">
                  <a:avLst/>
                </a:prstGeom>
              </p:spPr>
            </p:pic>
            <p:sp>
              <p:nvSpPr>
                <p:cNvPr id="348" name="文字方塊 347">
                  <a:extLst>
                    <a:ext uri="{FF2B5EF4-FFF2-40B4-BE49-F238E27FC236}">
                      <a16:creationId xmlns:a16="http://schemas.microsoft.com/office/drawing/2014/main" id="{A0D2E9D0-1E09-4B3B-B1BE-CFC7844A187F}"/>
                    </a:ext>
                  </a:extLst>
                </p:cNvPr>
                <p:cNvSpPr txBox="1"/>
                <p:nvPr/>
              </p:nvSpPr>
              <p:spPr>
                <a:xfrm>
                  <a:off x="9837157" y="6236621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/>
                    <a:t>0.2</a:t>
                  </a:r>
                  <a:endParaRPr lang="zh-TW" altLang="en-US" sz="1400" dirty="0"/>
                </a:p>
              </p:txBody>
            </p:sp>
            <p:sp>
              <p:nvSpPr>
                <p:cNvPr id="1641" name="文字方塊 1640">
                  <a:extLst>
                    <a:ext uri="{FF2B5EF4-FFF2-40B4-BE49-F238E27FC236}">
                      <a16:creationId xmlns:a16="http://schemas.microsoft.com/office/drawing/2014/main" id="{3820EE2D-9A3D-42BC-9AEF-8A73118F30A7}"/>
                    </a:ext>
                  </a:extLst>
                </p:cNvPr>
                <p:cNvSpPr txBox="1"/>
                <p:nvPr/>
              </p:nvSpPr>
              <p:spPr>
                <a:xfrm>
                  <a:off x="10290653" y="6236621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0.4</a:t>
                  </a:r>
                  <a:endParaRPr lang="zh-TW" altLang="en-US" sz="1400" dirty="0"/>
                </a:p>
              </p:txBody>
            </p:sp>
            <p:sp>
              <p:nvSpPr>
                <p:cNvPr id="1642" name="文字方塊 1641">
                  <a:extLst>
                    <a:ext uri="{FF2B5EF4-FFF2-40B4-BE49-F238E27FC236}">
                      <a16:creationId xmlns:a16="http://schemas.microsoft.com/office/drawing/2014/main" id="{FA3D073F-277D-41F6-A867-2AD8ED43444F}"/>
                    </a:ext>
                  </a:extLst>
                </p:cNvPr>
                <p:cNvSpPr txBox="1"/>
                <p:nvPr/>
              </p:nvSpPr>
              <p:spPr>
                <a:xfrm>
                  <a:off x="10744149" y="6236621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0.6</a:t>
                  </a:r>
                  <a:endParaRPr lang="zh-TW" altLang="en-US" sz="1400" dirty="0"/>
                </a:p>
              </p:txBody>
            </p:sp>
            <p:sp>
              <p:nvSpPr>
                <p:cNvPr id="1643" name="文字方塊 1642">
                  <a:extLst>
                    <a:ext uri="{FF2B5EF4-FFF2-40B4-BE49-F238E27FC236}">
                      <a16:creationId xmlns:a16="http://schemas.microsoft.com/office/drawing/2014/main" id="{729CE7C2-0E19-400F-9595-9382C212BD9F}"/>
                    </a:ext>
                  </a:extLst>
                </p:cNvPr>
                <p:cNvSpPr txBox="1"/>
                <p:nvPr/>
              </p:nvSpPr>
              <p:spPr>
                <a:xfrm>
                  <a:off x="11197644" y="6236621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 dirty="0"/>
                    <a:t>0.8</a:t>
                  </a:r>
                  <a:endParaRPr lang="zh-TW" altLang="en-US" sz="1400" dirty="0"/>
                </a:p>
              </p:txBody>
            </p:sp>
            <p:sp>
              <p:nvSpPr>
                <p:cNvPr id="1644" name="文字方塊 1643">
                  <a:extLst>
                    <a:ext uri="{FF2B5EF4-FFF2-40B4-BE49-F238E27FC236}">
                      <a16:creationId xmlns:a16="http://schemas.microsoft.com/office/drawing/2014/main" id="{EC020E7A-2C2B-460A-B28D-438B4465A495}"/>
                    </a:ext>
                  </a:extLst>
                </p:cNvPr>
                <p:cNvSpPr txBox="1"/>
                <p:nvPr/>
              </p:nvSpPr>
              <p:spPr>
                <a:xfrm>
                  <a:off x="11708287" y="6236621"/>
                  <a:ext cx="27603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1</a:t>
                  </a:r>
                  <a:endParaRPr lang="zh-TW" altLang="en-US" sz="1400" dirty="0"/>
                </a:p>
              </p:txBody>
            </p:sp>
            <p:sp>
              <p:nvSpPr>
                <p:cNvPr id="349" name="文字方塊 348">
                  <a:extLst>
                    <a:ext uri="{FF2B5EF4-FFF2-40B4-BE49-F238E27FC236}">
                      <a16:creationId xmlns:a16="http://schemas.microsoft.com/office/drawing/2014/main" id="{BAA11C7D-6939-4BED-B956-8D8B1D188928}"/>
                    </a:ext>
                  </a:extLst>
                </p:cNvPr>
                <p:cNvSpPr txBox="1"/>
                <p:nvPr/>
              </p:nvSpPr>
              <p:spPr>
                <a:xfrm>
                  <a:off x="10652031" y="6466054"/>
                  <a:ext cx="62068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 sz="800"/>
                  </a:lvl1pPr>
                </a:lstStyle>
                <a:p>
                  <a:r>
                    <a:rPr lang="en-US" altLang="zh-TW" sz="1400" dirty="0"/>
                    <a:t>purity</a:t>
                  </a:r>
                  <a:endParaRPr lang="zh-TW" altLang="en-US" sz="1400" dirty="0"/>
                </a:p>
              </p:txBody>
            </p:sp>
            <p:sp>
              <p:nvSpPr>
                <p:cNvPr id="1652" name="文字方塊 1651">
                  <a:extLst>
                    <a:ext uri="{FF2B5EF4-FFF2-40B4-BE49-F238E27FC236}">
                      <a16:creationId xmlns:a16="http://schemas.microsoft.com/office/drawing/2014/main" id="{E765AD1B-91CF-48B5-A082-870E53EDE7BB}"/>
                    </a:ext>
                  </a:extLst>
                </p:cNvPr>
                <p:cNvSpPr txBox="1"/>
                <p:nvPr/>
              </p:nvSpPr>
              <p:spPr>
                <a:xfrm>
                  <a:off x="9437030" y="4814785"/>
                  <a:ext cx="627095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 dirty="0">
                      <a:solidFill>
                        <a:srgbClr val="C55A11"/>
                      </a:solidFill>
                    </a:rPr>
                    <a:t>HP1-1</a:t>
                  </a:r>
                  <a:endParaRPr lang="zh-TW" altLang="en-US" sz="1400" dirty="0">
                    <a:solidFill>
                      <a:srgbClr val="C55A11"/>
                    </a:solidFill>
                  </a:endParaRPr>
                </a:p>
              </p:txBody>
            </p:sp>
            <p:grpSp>
              <p:nvGrpSpPr>
                <p:cNvPr id="1941" name="群組 1940">
                  <a:extLst>
                    <a:ext uri="{FF2B5EF4-FFF2-40B4-BE49-F238E27FC236}">
                      <a16:creationId xmlns:a16="http://schemas.microsoft.com/office/drawing/2014/main" id="{702C9A19-DBA2-461E-AFB2-D682EB9F22D9}"/>
                    </a:ext>
                  </a:extLst>
                </p:cNvPr>
                <p:cNvGrpSpPr/>
                <p:nvPr/>
              </p:nvGrpSpPr>
              <p:grpSpPr>
                <a:xfrm>
                  <a:off x="9041044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854" name="橢圓 853">
                    <a:extLst>
                      <a:ext uri="{FF2B5EF4-FFF2-40B4-BE49-F238E27FC236}">
                        <a16:creationId xmlns:a16="http://schemas.microsoft.com/office/drawing/2014/main" id="{AC54ED5A-3991-49C6-98D1-4E02E2FC31C7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47" name="橢圓 846">
                    <a:extLst>
                      <a:ext uri="{FF2B5EF4-FFF2-40B4-BE49-F238E27FC236}">
                        <a16:creationId xmlns:a16="http://schemas.microsoft.com/office/drawing/2014/main" id="{708D3BB3-F34C-48C1-B645-F63B5C0063C2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41" name="橢圓 840">
                    <a:extLst>
                      <a:ext uri="{FF2B5EF4-FFF2-40B4-BE49-F238E27FC236}">
                        <a16:creationId xmlns:a16="http://schemas.microsoft.com/office/drawing/2014/main" id="{86C5C7E7-1AF5-488B-AF66-483100BB04FF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35" name="橢圓 834">
                    <a:extLst>
                      <a:ext uri="{FF2B5EF4-FFF2-40B4-BE49-F238E27FC236}">
                        <a16:creationId xmlns:a16="http://schemas.microsoft.com/office/drawing/2014/main" id="{7FC31798-E0B3-4DE7-B378-4569247AF188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829" name="橢圓 828">
                    <a:extLst>
                      <a:ext uri="{FF2B5EF4-FFF2-40B4-BE49-F238E27FC236}">
                        <a16:creationId xmlns:a16="http://schemas.microsoft.com/office/drawing/2014/main" id="{1A21DC16-506B-4736-9BD6-273B8C92C485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457" name="群組 1456">
                  <a:extLst>
                    <a:ext uri="{FF2B5EF4-FFF2-40B4-BE49-F238E27FC236}">
                      <a16:creationId xmlns:a16="http://schemas.microsoft.com/office/drawing/2014/main" id="{8E4E45C3-02AB-4FA2-8F64-E7B2072D807B}"/>
                    </a:ext>
                  </a:extLst>
                </p:cNvPr>
                <p:cNvGrpSpPr/>
                <p:nvPr/>
              </p:nvGrpSpPr>
              <p:grpSpPr>
                <a:xfrm>
                  <a:off x="9872976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458" name="橢圓 1457">
                    <a:extLst>
                      <a:ext uri="{FF2B5EF4-FFF2-40B4-BE49-F238E27FC236}">
                        <a16:creationId xmlns:a16="http://schemas.microsoft.com/office/drawing/2014/main" id="{50715266-52F8-45B9-9A77-763D94E77DF5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86" name="橢圓 1485">
                    <a:extLst>
                      <a:ext uri="{FF2B5EF4-FFF2-40B4-BE49-F238E27FC236}">
                        <a16:creationId xmlns:a16="http://schemas.microsoft.com/office/drawing/2014/main" id="{454813F3-AE0A-4181-B7D6-452791064027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87" name="橢圓 1486">
                    <a:extLst>
                      <a:ext uri="{FF2B5EF4-FFF2-40B4-BE49-F238E27FC236}">
                        <a16:creationId xmlns:a16="http://schemas.microsoft.com/office/drawing/2014/main" id="{056585DC-DCD9-4BC2-A24D-4235D0E6C7C5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88" name="橢圓 1487">
                    <a:extLst>
                      <a:ext uri="{FF2B5EF4-FFF2-40B4-BE49-F238E27FC236}">
                        <a16:creationId xmlns:a16="http://schemas.microsoft.com/office/drawing/2014/main" id="{ED872F37-C730-446F-A940-EB3935DEDDFD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89" name="橢圓 1488">
                    <a:extLst>
                      <a:ext uri="{FF2B5EF4-FFF2-40B4-BE49-F238E27FC236}">
                        <a16:creationId xmlns:a16="http://schemas.microsoft.com/office/drawing/2014/main" id="{1F4141A7-56B4-418C-A50E-330D011F01BE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490" name="群組 1489">
                  <a:extLst>
                    <a:ext uri="{FF2B5EF4-FFF2-40B4-BE49-F238E27FC236}">
                      <a16:creationId xmlns:a16="http://schemas.microsoft.com/office/drawing/2014/main" id="{32374BB6-9707-4E11-8C47-D606727E1469}"/>
                    </a:ext>
                  </a:extLst>
                </p:cNvPr>
                <p:cNvGrpSpPr/>
                <p:nvPr/>
              </p:nvGrpSpPr>
              <p:grpSpPr>
                <a:xfrm>
                  <a:off x="10320300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491" name="橢圓 1490">
                    <a:extLst>
                      <a:ext uri="{FF2B5EF4-FFF2-40B4-BE49-F238E27FC236}">
                        <a16:creationId xmlns:a16="http://schemas.microsoft.com/office/drawing/2014/main" id="{A97D8EC0-8CB2-4345-95FF-B4FC2BC2ECBE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92" name="橢圓 1491">
                    <a:extLst>
                      <a:ext uri="{FF2B5EF4-FFF2-40B4-BE49-F238E27FC236}">
                        <a16:creationId xmlns:a16="http://schemas.microsoft.com/office/drawing/2014/main" id="{E9C3C2C2-2637-42F6-AE86-010075BB0EDE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93" name="橢圓 1492">
                    <a:extLst>
                      <a:ext uri="{FF2B5EF4-FFF2-40B4-BE49-F238E27FC236}">
                        <a16:creationId xmlns:a16="http://schemas.microsoft.com/office/drawing/2014/main" id="{E6841C29-D69C-470B-B41E-E36E064FA4FC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94" name="橢圓 1493">
                    <a:extLst>
                      <a:ext uri="{FF2B5EF4-FFF2-40B4-BE49-F238E27FC236}">
                        <a16:creationId xmlns:a16="http://schemas.microsoft.com/office/drawing/2014/main" id="{CAECBBFA-D84E-4B2C-841A-D997062E6817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495" name="橢圓 1494">
                    <a:extLst>
                      <a:ext uri="{FF2B5EF4-FFF2-40B4-BE49-F238E27FC236}">
                        <a16:creationId xmlns:a16="http://schemas.microsoft.com/office/drawing/2014/main" id="{D6746607-935F-4A69-A223-7A829DA6A284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515" name="群組 1514">
                  <a:extLst>
                    <a:ext uri="{FF2B5EF4-FFF2-40B4-BE49-F238E27FC236}">
                      <a16:creationId xmlns:a16="http://schemas.microsoft.com/office/drawing/2014/main" id="{51537DA9-F97D-4CA7-8EFF-671FE6EC2ECB}"/>
                    </a:ext>
                  </a:extLst>
                </p:cNvPr>
                <p:cNvGrpSpPr/>
                <p:nvPr/>
              </p:nvGrpSpPr>
              <p:grpSpPr>
                <a:xfrm>
                  <a:off x="10767624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516" name="橢圓 1515">
                    <a:extLst>
                      <a:ext uri="{FF2B5EF4-FFF2-40B4-BE49-F238E27FC236}">
                        <a16:creationId xmlns:a16="http://schemas.microsoft.com/office/drawing/2014/main" id="{85634F00-6A17-4A7E-B14D-A8AB8AC4EED3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17" name="橢圓 1516">
                    <a:extLst>
                      <a:ext uri="{FF2B5EF4-FFF2-40B4-BE49-F238E27FC236}">
                        <a16:creationId xmlns:a16="http://schemas.microsoft.com/office/drawing/2014/main" id="{D57604B9-01F7-4011-9E6A-DE0032C1C53E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18" name="橢圓 1517">
                    <a:extLst>
                      <a:ext uri="{FF2B5EF4-FFF2-40B4-BE49-F238E27FC236}">
                        <a16:creationId xmlns:a16="http://schemas.microsoft.com/office/drawing/2014/main" id="{A80A11DA-C9AB-4D90-862C-5A3467564980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19" name="橢圓 1518">
                    <a:extLst>
                      <a:ext uri="{FF2B5EF4-FFF2-40B4-BE49-F238E27FC236}">
                        <a16:creationId xmlns:a16="http://schemas.microsoft.com/office/drawing/2014/main" id="{7F6F376F-FFF9-4A8F-B1DB-E8E22954C610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0" name="橢圓 1519">
                    <a:extLst>
                      <a:ext uri="{FF2B5EF4-FFF2-40B4-BE49-F238E27FC236}">
                        <a16:creationId xmlns:a16="http://schemas.microsoft.com/office/drawing/2014/main" id="{B894F52B-E0AF-4A42-93E7-801A801F3A21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521" name="群組 1520">
                  <a:extLst>
                    <a:ext uri="{FF2B5EF4-FFF2-40B4-BE49-F238E27FC236}">
                      <a16:creationId xmlns:a16="http://schemas.microsoft.com/office/drawing/2014/main" id="{D50DDEB3-DB68-4009-9DE0-FC9CA7408B51}"/>
                    </a:ext>
                  </a:extLst>
                </p:cNvPr>
                <p:cNvGrpSpPr/>
                <p:nvPr/>
              </p:nvGrpSpPr>
              <p:grpSpPr>
                <a:xfrm>
                  <a:off x="11214948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522" name="橢圓 1521">
                    <a:extLst>
                      <a:ext uri="{FF2B5EF4-FFF2-40B4-BE49-F238E27FC236}">
                        <a16:creationId xmlns:a16="http://schemas.microsoft.com/office/drawing/2014/main" id="{3102A12E-C01F-46CC-B1E9-627D49CB7F3F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3" name="橢圓 1522">
                    <a:extLst>
                      <a:ext uri="{FF2B5EF4-FFF2-40B4-BE49-F238E27FC236}">
                        <a16:creationId xmlns:a16="http://schemas.microsoft.com/office/drawing/2014/main" id="{5531719A-7F5D-4B44-972C-1820FA3515B6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4" name="橢圓 1523">
                    <a:extLst>
                      <a:ext uri="{FF2B5EF4-FFF2-40B4-BE49-F238E27FC236}">
                        <a16:creationId xmlns:a16="http://schemas.microsoft.com/office/drawing/2014/main" id="{92A743F5-CBCC-4A5B-BB25-6F4D87BB0456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5" name="橢圓 1524">
                    <a:extLst>
                      <a:ext uri="{FF2B5EF4-FFF2-40B4-BE49-F238E27FC236}">
                        <a16:creationId xmlns:a16="http://schemas.microsoft.com/office/drawing/2014/main" id="{AC2D1435-D778-4C16-B577-5A012E6C17C8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6" name="橢圓 1525">
                    <a:extLst>
                      <a:ext uri="{FF2B5EF4-FFF2-40B4-BE49-F238E27FC236}">
                        <a16:creationId xmlns:a16="http://schemas.microsoft.com/office/drawing/2014/main" id="{85CA6F7E-0807-434A-9718-DE9565D936A1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527" name="群組 1526">
                  <a:extLst>
                    <a:ext uri="{FF2B5EF4-FFF2-40B4-BE49-F238E27FC236}">
                      <a16:creationId xmlns:a16="http://schemas.microsoft.com/office/drawing/2014/main" id="{0867E844-99C5-4E4A-BD97-49809950A99F}"/>
                    </a:ext>
                  </a:extLst>
                </p:cNvPr>
                <p:cNvGrpSpPr/>
                <p:nvPr/>
              </p:nvGrpSpPr>
              <p:grpSpPr>
                <a:xfrm>
                  <a:off x="11662273" y="4585147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528" name="橢圓 1527">
                    <a:extLst>
                      <a:ext uri="{FF2B5EF4-FFF2-40B4-BE49-F238E27FC236}">
                        <a16:creationId xmlns:a16="http://schemas.microsoft.com/office/drawing/2014/main" id="{E8BC4E7C-9E12-4F47-9555-436E35009B0C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29" name="橢圓 1528">
                    <a:extLst>
                      <a:ext uri="{FF2B5EF4-FFF2-40B4-BE49-F238E27FC236}">
                        <a16:creationId xmlns:a16="http://schemas.microsoft.com/office/drawing/2014/main" id="{A19AB0DB-97A0-472F-AE23-BD987D319A1E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30" name="橢圓 1529">
                    <a:extLst>
                      <a:ext uri="{FF2B5EF4-FFF2-40B4-BE49-F238E27FC236}">
                        <a16:creationId xmlns:a16="http://schemas.microsoft.com/office/drawing/2014/main" id="{E6218C65-DB1B-468B-B155-16BA722B8BE3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31" name="橢圓 1530">
                    <a:extLst>
                      <a:ext uri="{FF2B5EF4-FFF2-40B4-BE49-F238E27FC236}">
                        <a16:creationId xmlns:a16="http://schemas.microsoft.com/office/drawing/2014/main" id="{EB30E964-0968-4785-9E2A-17490C9B6F92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32" name="橢圓 1531">
                    <a:extLst>
                      <a:ext uri="{FF2B5EF4-FFF2-40B4-BE49-F238E27FC236}">
                        <a16:creationId xmlns:a16="http://schemas.microsoft.com/office/drawing/2014/main" id="{62E4ABE6-F4D3-490A-9405-564C6F58A552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sp>
            <p:nvSpPr>
              <p:cNvPr id="507" name="橢圓 506">
                <a:extLst>
                  <a:ext uri="{FF2B5EF4-FFF2-40B4-BE49-F238E27FC236}">
                    <a16:creationId xmlns:a16="http://schemas.microsoft.com/office/drawing/2014/main" id="{0A546E00-8BAC-42ED-83A9-A551D6BA0BFD}"/>
                  </a:ext>
                </a:extLst>
              </p:cNvPr>
              <p:cNvSpPr/>
              <p:nvPr/>
            </p:nvSpPr>
            <p:spPr>
              <a:xfrm>
                <a:off x="8372251" y="3952998"/>
                <a:ext cx="178037" cy="1780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/>
                  <a:t>6</a:t>
                </a:r>
                <a:endParaRPr lang="zh-TW" altLang="en-US" sz="1200" dirty="0"/>
              </a:p>
            </p:txBody>
          </p:sp>
        </p:grp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3A6F55FF-38D6-4847-BF4A-4546641AC3EA}"/>
              </a:ext>
            </a:extLst>
          </p:cNvPr>
          <p:cNvGrpSpPr/>
          <p:nvPr/>
        </p:nvGrpSpPr>
        <p:grpSpPr>
          <a:xfrm>
            <a:off x="8372251" y="744851"/>
            <a:ext cx="3375732" cy="3210311"/>
            <a:chOff x="8372251" y="744851"/>
            <a:chExt cx="3375732" cy="3210311"/>
          </a:xfrm>
        </p:grpSpPr>
        <p:sp>
          <p:nvSpPr>
            <p:cNvPr id="516" name="矩形: 圓角 515">
              <a:extLst>
                <a:ext uri="{FF2B5EF4-FFF2-40B4-BE49-F238E27FC236}">
                  <a16:creationId xmlns:a16="http://schemas.microsoft.com/office/drawing/2014/main" id="{2B6146E4-92A0-4BF6-932D-789DFC758BD5}"/>
                </a:ext>
              </a:extLst>
            </p:cNvPr>
            <p:cNvSpPr/>
            <p:nvPr/>
          </p:nvSpPr>
          <p:spPr>
            <a:xfrm>
              <a:off x="8425075" y="915229"/>
              <a:ext cx="800868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000CFD4B-2D5D-4CF6-9DE2-CFDF001CF7C3}"/>
                </a:ext>
              </a:extLst>
            </p:cNvPr>
            <p:cNvGrpSpPr/>
            <p:nvPr/>
          </p:nvGrpSpPr>
          <p:grpSpPr>
            <a:xfrm>
              <a:off x="8372251" y="744851"/>
              <a:ext cx="3375732" cy="3210311"/>
              <a:chOff x="8372251" y="744851"/>
              <a:chExt cx="3375732" cy="3210311"/>
            </a:xfrm>
          </p:grpSpPr>
          <p:sp>
            <p:nvSpPr>
              <p:cNvPr id="1354" name="文字方塊 1353">
                <a:extLst>
                  <a:ext uri="{FF2B5EF4-FFF2-40B4-BE49-F238E27FC236}">
                    <a16:creationId xmlns:a16="http://schemas.microsoft.com/office/drawing/2014/main" id="{841FFD33-42A7-4187-BA44-BCA0CFFCA6E0}"/>
                  </a:ext>
                </a:extLst>
              </p:cNvPr>
              <p:cNvSpPr txBox="1"/>
              <p:nvPr/>
            </p:nvSpPr>
            <p:spPr>
              <a:xfrm>
                <a:off x="8373092" y="858713"/>
                <a:ext cx="909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Phasing</a:t>
                </a:r>
                <a:endParaRPr lang="zh-TW" altLang="en-US" dirty="0"/>
              </a:p>
            </p:txBody>
          </p:sp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825F109C-9DE3-4B85-A9DF-66EACA78CC8D}"/>
                  </a:ext>
                </a:extLst>
              </p:cNvPr>
              <p:cNvGrpSpPr/>
              <p:nvPr/>
            </p:nvGrpSpPr>
            <p:grpSpPr>
              <a:xfrm>
                <a:off x="9243127" y="1026419"/>
                <a:ext cx="2367419" cy="1275863"/>
                <a:chOff x="9243127" y="1026419"/>
                <a:chExt cx="2367419" cy="1275863"/>
              </a:xfrm>
            </p:grpSpPr>
            <p:sp>
              <p:nvSpPr>
                <p:cNvPr id="1460" name="文字方塊 1459">
                  <a:extLst>
                    <a:ext uri="{FF2B5EF4-FFF2-40B4-BE49-F238E27FC236}">
                      <a16:creationId xmlns:a16="http://schemas.microsoft.com/office/drawing/2014/main" id="{25AD5A1A-C1B9-4462-AA0F-3E6E1615E53B}"/>
                    </a:ext>
                  </a:extLst>
                </p:cNvPr>
                <p:cNvSpPr txBox="1"/>
                <p:nvPr/>
              </p:nvSpPr>
              <p:spPr>
                <a:xfrm>
                  <a:off x="10127020" y="2048366"/>
                  <a:ext cx="51648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C55A11"/>
                      </a:solidFill>
                    </a:rPr>
                    <a:t>HP1-1</a:t>
                  </a:r>
                  <a:endParaRPr lang="zh-TW" altLang="en-US" sz="1000" dirty="0">
                    <a:solidFill>
                      <a:srgbClr val="C55A11"/>
                    </a:solidFill>
                  </a:endParaRPr>
                </a:p>
              </p:txBody>
            </p:sp>
            <p:sp>
              <p:nvSpPr>
                <p:cNvPr id="1459" name="文字方塊 1458">
                  <a:extLst>
                    <a:ext uri="{FF2B5EF4-FFF2-40B4-BE49-F238E27FC236}">
                      <a16:creationId xmlns:a16="http://schemas.microsoft.com/office/drawing/2014/main" id="{8504AF0F-BC1F-494C-B738-D105522CFA3E}"/>
                    </a:ext>
                  </a:extLst>
                </p:cNvPr>
                <p:cNvSpPr txBox="1"/>
                <p:nvPr/>
              </p:nvSpPr>
              <p:spPr>
                <a:xfrm>
                  <a:off x="9243127" y="1844763"/>
                  <a:ext cx="40588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2F5597"/>
                      </a:solidFill>
                    </a:rPr>
                    <a:t>HP2</a:t>
                  </a:r>
                  <a:endParaRPr lang="zh-TW" altLang="en-US" sz="1000" dirty="0">
                    <a:solidFill>
                      <a:srgbClr val="2F5597"/>
                    </a:solidFill>
                  </a:endParaRPr>
                </a:p>
              </p:txBody>
            </p:sp>
            <p:sp>
              <p:nvSpPr>
                <p:cNvPr id="1461" name="文字方塊 1460">
                  <a:extLst>
                    <a:ext uri="{FF2B5EF4-FFF2-40B4-BE49-F238E27FC236}">
                      <a16:creationId xmlns:a16="http://schemas.microsoft.com/office/drawing/2014/main" id="{DE242CEA-F13E-4FFB-94C1-B42502EB7CCB}"/>
                    </a:ext>
                  </a:extLst>
                </p:cNvPr>
                <p:cNvSpPr txBox="1"/>
                <p:nvPr/>
              </p:nvSpPr>
              <p:spPr>
                <a:xfrm>
                  <a:off x="9243127" y="1395491"/>
                  <a:ext cx="405880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8FAADC"/>
                      </a:solidFill>
                    </a:rPr>
                    <a:t>HP1</a:t>
                  </a:r>
                  <a:endParaRPr lang="zh-TW" altLang="en-US" sz="1000" dirty="0">
                    <a:solidFill>
                      <a:srgbClr val="8FAADC"/>
                    </a:solidFill>
                  </a:endParaRPr>
                </a:p>
              </p:txBody>
            </p:sp>
            <p:cxnSp>
              <p:nvCxnSpPr>
                <p:cNvPr id="1462" name="直線單箭頭接點 1461">
                  <a:extLst>
                    <a:ext uri="{FF2B5EF4-FFF2-40B4-BE49-F238E27FC236}">
                      <a16:creationId xmlns:a16="http://schemas.microsoft.com/office/drawing/2014/main" id="{37B98260-357E-4178-9FF6-7D69DDAAA1F2}"/>
                    </a:ext>
                  </a:extLst>
                </p:cNvPr>
                <p:cNvCxnSpPr>
                  <a:cxnSpLocks/>
                  <a:stCxn id="1483" idx="5"/>
                  <a:endCxn id="1467" idx="1"/>
                </p:cNvCxnSpPr>
                <p:nvPr/>
              </p:nvCxnSpPr>
              <p:spPr>
                <a:xfrm>
                  <a:off x="10220213" y="1617703"/>
                  <a:ext cx="212982" cy="270570"/>
                </a:xfrm>
                <a:prstGeom prst="straightConnector1">
                  <a:avLst/>
                </a:prstGeom>
                <a:ln w="19050">
                  <a:solidFill>
                    <a:srgbClr val="C55A11"/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3" name="橢圓 1462">
                  <a:extLst>
                    <a:ext uri="{FF2B5EF4-FFF2-40B4-BE49-F238E27FC236}">
                      <a16:creationId xmlns:a16="http://schemas.microsoft.com/office/drawing/2014/main" id="{20301D41-7CE3-43EF-A07B-9120DC494165}"/>
                    </a:ext>
                  </a:extLst>
                </p:cNvPr>
                <p:cNvSpPr/>
                <p:nvPr/>
              </p:nvSpPr>
              <p:spPr>
                <a:xfrm>
                  <a:off x="9595857" y="1847619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65" name="橢圓 1464">
                  <a:extLst>
                    <a:ext uri="{FF2B5EF4-FFF2-40B4-BE49-F238E27FC236}">
                      <a16:creationId xmlns:a16="http://schemas.microsoft.com/office/drawing/2014/main" id="{8CD64392-A0D3-492A-ABA6-4D3DB93A23F9}"/>
                    </a:ext>
                  </a:extLst>
                </p:cNvPr>
                <p:cNvSpPr/>
                <p:nvPr/>
              </p:nvSpPr>
              <p:spPr>
                <a:xfrm>
                  <a:off x="9995225" y="1849671"/>
                  <a:ext cx="263590" cy="26359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>
                          <a:lumMod val="75000"/>
                        </a:schemeClr>
                      </a:solidFill>
                    </a:rPr>
                    <a:t>A</a:t>
                  </a:r>
                  <a:endParaRPr lang="zh-TW" altLang="en-US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467" name="橢圓 1466">
                  <a:extLst>
                    <a:ext uri="{FF2B5EF4-FFF2-40B4-BE49-F238E27FC236}">
                      <a16:creationId xmlns:a16="http://schemas.microsoft.com/office/drawing/2014/main" id="{5686597B-3E68-4F07-81E6-C7F92F19E837}"/>
                    </a:ext>
                  </a:extLst>
                </p:cNvPr>
                <p:cNvSpPr/>
                <p:nvPr/>
              </p:nvSpPr>
              <p:spPr>
                <a:xfrm>
                  <a:off x="10394593" y="1849671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469" name="直線單箭頭接點 1468">
                  <a:extLst>
                    <a:ext uri="{FF2B5EF4-FFF2-40B4-BE49-F238E27FC236}">
                      <a16:creationId xmlns:a16="http://schemas.microsoft.com/office/drawing/2014/main" id="{6D3C92B2-BEAC-4C92-8376-BBE9474803CF}"/>
                    </a:ext>
                  </a:extLst>
                </p:cNvPr>
                <p:cNvCxnSpPr>
                  <a:cxnSpLocks/>
                  <a:stCxn id="1484" idx="6"/>
                  <a:endCxn id="1483" idx="2"/>
                </p:cNvCxnSpPr>
                <p:nvPr/>
              </p:nvCxnSpPr>
              <p:spPr>
                <a:xfrm>
                  <a:off x="9859447" y="1522458"/>
                  <a:ext cx="135778" cy="2052"/>
                </a:xfrm>
                <a:prstGeom prst="straightConnector1">
                  <a:avLst/>
                </a:prstGeom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0" name="直線單箭頭接點 1469">
                  <a:extLst>
                    <a:ext uri="{FF2B5EF4-FFF2-40B4-BE49-F238E27FC236}">
                      <a16:creationId xmlns:a16="http://schemas.microsoft.com/office/drawing/2014/main" id="{3D68AB34-4508-47CF-B131-F5D5A1BBCBAD}"/>
                    </a:ext>
                  </a:extLst>
                </p:cNvPr>
                <p:cNvCxnSpPr>
                  <a:cxnSpLocks/>
                  <a:stCxn id="1483" idx="6"/>
                  <a:endCxn id="1485" idx="2"/>
                </p:cNvCxnSpPr>
                <p:nvPr/>
              </p:nvCxnSpPr>
              <p:spPr>
                <a:xfrm>
                  <a:off x="10258815" y="1524510"/>
                  <a:ext cx="135778" cy="0"/>
                </a:xfrm>
                <a:prstGeom prst="straightConnector1">
                  <a:avLst/>
                </a:prstGeom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1" name="直線單箭頭接點 1470">
                  <a:extLst>
                    <a:ext uri="{FF2B5EF4-FFF2-40B4-BE49-F238E27FC236}">
                      <a16:creationId xmlns:a16="http://schemas.microsoft.com/office/drawing/2014/main" id="{EC9158D2-E8A4-4632-B699-47C14E1DCA62}"/>
                    </a:ext>
                  </a:extLst>
                </p:cNvPr>
                <p:cNvCxnSpPr>
                  <a:cxnSpLocks/>
                  <a:stCxn id="1463" idx="7"/>
                  <a:endCxn id="1483" idx="3"/>
                </p:cNvCxnSpPr>
                <p:nvPr/>
              </p:nvCxnSpPr>
              <p:spPr>
                <a:xfrm flipV="1">
                  <a:off x="9820845" y="1617703"/>
                  <a:ext cx="212982" cy="268518"/>
                </a:xfrm>
                <a:prstGeom prst="straightConnector1">
                  <a:avLst/>
                </a:prstGeom>
                <a:ln w="19050">
                  <a:solidFill>
                    <a:srgbClr val="2F5597"/>
                  </a:solidFill>
                  <a:prstDash val="lgDash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2" name="直線單箭頭接點 1471">
                  <a:extLst>
                    <a:ext uri="{FF2B5EF4-FFF2-40B4-BE49-F238E27FC236}">
                      <a16:creationId xmlns:a16="http://schemas.microsoft.com/office/drawing/2014/main" id="{DA2F1508-E88E-4E9E-82E8-069A8B5D827A}"/>
                    </a:ext>
                  </a:extLst>
                </p:cNvPr>
                <p:cNvCxnSpPr>
                  <a:cxnSpLocks/>
                  <a:stCxn id="1483" idx="5"/>
                  <a:endCxn id="1485" idx="3"/>
                </p:cNvCxnSpPr>
                <p:nvPr/>
              </p:nvCxnSpPr>
              <p:spPr>
                <a:xfrm>
                  <a:off x="10220213" y="1617703"/>
                  <a:ext cx="212982" cy="0"/>
                </a:xfrm>
                <a:prstGeom prst="straightConnector1">
                  <a:avLst/>
                </a:prstGeom>
                <a:ln w="19050">
                  <a:solidFill>
                    <a:srgbClr val="2F5597"/>
                  </a:solidFill>
                  <a:prstDash val="lgDash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5" name="橢圓 1474">
                  <a:extLst>
                    <a:ext uri="{FF2B5EF4-FFF2-40B4-BE49-F238E27FC236}">
                      <a16:creationId xmlns:a16="http://schemas.microsoft.com/office/drawing/2014/main" id="{DFA97DB5-03D0-48AC-89CF-16E68DBA9A09}"/>
                    </a:ext>
                  </a:extLst>
                </p:cNvPr>
                <p:cNvSpPr/>
                <p:nvPr/>
              </p:nvSpPr>
              <p:spPr>
                <a:xfrm>
                  <a:off x="10793961" y="139271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1476" name="橢圓 1475">
                  <a:extLst>
                    <a:ext uri="{FF2B5EF4-FFF2-40B4-BE49-F238E27FC236}">
                      <a16:creationId xmlns:a16="http://schemas.microsoft.com/office/drawing/2014/main" id="{3F236DC1-8B85-46D9-9640-816877CE6F52}"/>
                    </a:ext>
                  </a:extLst>
                </p:cNvPr>
                <p:cNvSpPr/>
                <p:nvPr/>
              </p:nvSpPr>
              <p:spPr>
                <a:xfrm>
                  <a:off x="10793961" y="1849671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477" name="直線單箭頭接點 1476">
                  <a:extLst>
                    <a:ext uri="{FF2B5EF4-FFF2-40B4-BE49-F238E27FC236}">
                      <a16:creationId xmlns:a16="http://schemas.microsoft.com/office/drawing/2014/main" id="{C2D7B4CD-A524-460D-AC5E-6ECB10E4B511}"/>
                    </a:ext>
                  </a:extLst>
                </p:cNvPr>
                <p:cNvCxnSpPr>
                  <a:cxnSpLocks/>
                  <a:stCxn id="1485" idx="6"/>
                  <a:endCxn id="1475" idx="2"/>
                </p:cNvCxnSpPr>
                <p:nvPr/>
              </p:nvCxnSpPr>
              <p:spPr>
                <a:xfrm>
                  <a:off x="10658183" y="1524510"/>
                  <a:ext cx="135778" cy="0"/>
                </a:xfrm>
                <a:prstGeom prst="straightConnector1">
                  <a:avLst/>
                </a:prstGeom>
                <a:noFill/>
                <a:ln w="19050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478" name="橢圓 1477">
                  <a:extLst>
                    <a:ext uri="{FF2B5EF4-FFF2-40B4-BE49-F238E27FC236}">
                      <a16:creationId xmlns:a16="http://schemas.microsoft.com/office/drawing/2014/main" id="{61EFB4E6-03BB-41F5-8E39-15DED7003373}"/>
                    </a:ext>
                  </a:extLst>
                </p:cNvPr>
                <p:cNvSpPr/>
                <p:nvPr/>
              </p:nvSpPr>
              <p:spPr>
                <a:xfrm>
                  <a:off x="11193330" y="1392715"/>
                  <a:ext cx="263590" cy="26359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>
                          <a:lumMod val="75000"/>
                        </a:schemeClr>
                      </a:solidFill>
                    </a:rPr>
                    <a:t>T</a:t>
                  </a:r>
                  <a:endParaRPr lang="zh-TW" altLang="en-US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1479" name="橢圓 1478">
                  <a:extLst>
                    <a:ext uri="{FF2B5EF4-FFF2-40B4-BE49-F238E27FC236}">
                      <a16:creationId xmlns:a16="http://schemas.microsoft.com/office/drawing/2014/main" id="{E21183CE-D16C-4606-8C08-AA16C2EFBECD}"/>
                    </a:ext>
                  </a:extLst>
                </p:cNvPr>
                <p:cNvSpPr/>
                <p:nvPr/>
              </p:nvSpPr>
              <p:spPr>
                <a:xfrm>
                  <a:off x="11193330" y="1849671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480" name="直線單箭頭接點 1479">
                  <a:extLst>
                    <a:ext uri="{FF2B5EF4-FFF2-40B4-BE49-F238E27FC236}">
                      <a16:creationId xmlns:a16="http://schemas.microsoft.com/office/drawing/2014/main" id="{CEB60DA1-CD5D-4430-B43C-D1868BBC7764}"/>
                    </a:ext>
                  </a:extLst>
                </p:cNvPr>
                <p:cNvCxnSpPr>
                  <a:cxnSpLocks/>
                  <a:stCxn id="1467" idx="7"/>
                  <a:endCxn id="1475" idx="3"/>
                </p:cNvCxnSpPr>
                <p:nvPr/>
              </p:nvCxnSpPr>
              <p:spPr>
                <a:xfrm flipV="1">
                  <a:off x="10619581" y="1617703"/>
                  <a:ext cx="212982" cy="270570"/>
                </a:xfrm>
                <a:prstGeom prst="straightConnector1">
                  <a:avLst/>
                </a:prstGeom>
                <a:ln w="19050">
                  <a:solidFill>
                    <a:srgbClr val="C55A11"/>
                  </a:solidFill>
                  <a:prstDash val="sys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1" name="直線單箭頭接點 1480">
                  <a:extLst>
                    <a:ext uri="{FF2B5EF4-FFF2-40B4-BE49-F238E27FC236}">
                      <a16:creationId xmlns:a16="http://schemas.microsoft.com/office/drawing/2014/main" id="{6B47A6EC-F514-46FA-AD95-38CC1284BB86}"/>
                    </a:ext>
                  </a:extLst>
                </p:cNvPr>
                <p:cNvCxnSpPr>
                  <a:cxnSpLocks/>
                  <a:stCxn id="1476" idx="6"/>
                  <a:endCxn id="1479" idx="2"/>
                </p:cNvCxnSpPr>
                <p:nvPr/>
              </p:nvCxnSpPr>
              <p:spPr>
                <a:xfrm>
                  <a:off x="11057551" y="1981466"/>
                  <a:ext cx="135779" cy="0"/>
                </a:xfrm>
                <a:prstGeom prst="straightConnector1">
                  <a:avLst/>
                </a:prstGeom>
                <a:ln w="19050">
                  <a:solidFill>
                    <a:srgbClr val="2F5597"/>
                  </a:solidFill>
                  <a:prstDash val="lgDash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2" name="直線單箭頭接點 1481">
                  <a:extLst>
                    <a:ext uri="{FF2B5EF4-FFF2-40B4-BE49-F238E27FC236}">
                      <a16:creationId xmlns:a16="http://schemas.microsoft.com/office/drawing/2014/main" id="{CE40B7A4-9146-495C-869F-42EADB5E5A46}"/>
                    </a:ext>
                  </a:extLst>
                </p:cNvPr>
                <p:cNvCxnSpPr>
                  <a:cxnSpLocks/>
                  <a:stCxn id="1485" idx="5"/>
                  <a:endCxn id="1476" idx="1"/>
                </p:cNvCxnSpPr>
                <p:nvPr/>
              </p:nvCxnSpPr>
              <p:spPr>
                <a:xfrm>
                  <a:off x="10619581" y="1617703"/>
                  <a:ext cx="212982" cy="270570"/>
                </a:xfrm>
                <a:prstGeom prst="straightConnector1">
                  <a:avLst/>
                </a:prstGeom>
                <a:ln w="19050">
                  <a:solidFill>
                    <a:srgbClr val="2F5597"/>
                  </a:solidFill>
                  <a:prstDash val="lgDash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83" name="橢圓 1482">
                  <a:extLst>
                    <a:ext uri="{FF2B5EF4-FFF2-40B4-BE49-F238E27FC236}">
                      <a16:creationId xmlns:a16="http://schemas.microsoft.com/office/drawing/2014/main" id="{D7D1498F-01DC-40A6-B5A8-89406046FF74}"/>
                    </a:ext>
                  </a:extLst>
                </p:cNvPr>
                <p:cNvSpPr/>
                <p:nvPr/>
              </p:nvSpPr>
              <p:spPr>
                <a:xfrm>
                  <a:off x="9995225" y="139271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G</a:t>
                  </a:r>
                  <a:endParaRPr lang="zh-TW" altLang="en-US" dirty="0"/>
                </a:p>
              </p:txBody>
            </p:sp>
            <p:sp>
              <p:nvSpPr>
                <p:cNvPr id="1484" name="橢圓 1483">
                  <a:extLst>
                    <a:ext uri="{FF2B5EF4-FFF2-40B4-BE49-F238E27FC236}">
                      <a16:creationId xmlns:a16="http://schemas.microsoft.com/office/drawing/2014/main" id="{CBD86E8E-F901-4055-A392-129D4FC2A5BA}"/>
                    </a:ext>
                  </a:extLst>
                </p:cNvPr>
                <p:cNvSpPr/>
                <p:nvPr/>
              </p:nvSpPr>
              <p:spPr>
                <a:xfrm>
                  <a:off x="9595857" y="1390663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/>
                    <a:t>A</a:t>
                  </a:r>
                  <a:endParaRPr lang="zh-TW" altLang="en-US" dirty="0"/>
                </a:p>
              </p:txBody>
            </p:sp>
            <p:sp>
              <p:nvSpPr>
                <p:cNvPr id="1485" name="橢圓 1484">
                  <a:extLst>
                    <a:ext uri="{FF2B5EF4-FFF2-40B4-BE49-F238E27FC236}">
                      <a16:creationId xmlns:a16="http://schemas.microsoft.com/office/drawing/2014/main" id="{36602140-4AB4-4C56-8659-AFD587FC6941}"/>
                    </a:ext>
                  </a:extLst>
                </p:cNvPr>
                <p:cNvSpPr/>
                <p:nvPr/>
              </p:nvSpPr>
              <p:spPr>
                <a:xfrm>
                  <a:off x="10394593" y="139271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grpSp>
              <p:nvGrpSpPr>
                <p:cNvPr id="630" name="群組 629">
                  <a:extLst>
                    <a:ext uri="{FF2B5EF4-FFF2-40B4-BE49-F238E27FC236}">
                      <a16:creationId xmlns:a16="http://schemas.microsoft.com/office/drawing/2014/main" id="{7B9FBA3B-3970-479F-890A-2E3F8DFF128A}"/>
                    </a:ext>
                  </a:extLst>
                </p:cNvPr>
                <p:cNvGrpSpPr/>
                <p:nvPr/>
              </p:nvGrpSpPr>
              <p:grpSpPr>
                <a:xfrm>
                  <a:off x="9360655" y="1026419"/>
                  <a:ext cx="2249891" cy="276999"/>
                  <a:chOff x="4753438" y="2627981"/>
                  <a:chExt cx="2249891" cy="276999"/>
                </a:xfrm>
              </p:grpSpPr>
              <p:cxnSp>
                <p:nvCxnSpPr>
                  <p:cNvPr id="631" name="直線接點 630">
                    <a:extLst>
                      <a:ext uri="{FF2B5EF4-FFF2-40B4-BE49-F238E27FC236}">
                        <a16:creationId xmlns:a16="http://schemas.microsoft.com/office/drawing/2014/main" id="{FA75191D-3143-410D-8556-FBA6E1D35F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753438" y="2824800"/>
                    <a:ext cx="2249891" cy="0"/>
                  </a:xfrm>
                  <a:prstGeom prst="line">
                    <a:avLst/>
                  </a:prstGeom>
                  <a:ln w="952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2" name="直線接點 631">
                    <a:extLst>
                      <a:ext uri="{FF2B5EF4-FFF2-40B4-BE49-F238E27FC236}">
                        <a16:creationId xmlns:a16="http://schemas.microsoft.com/office/drawing/2014/main" id="{061CE3F4-0C9B-4A5F-BF2C-34ECECAD98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9283" y="2760000"/>
                    <a:ext cx="0" cy="12960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33" name="文字方塊 632">
                    <a:extLst>
                      <a:ext uri="{FF2B5EF4-FFF2-40B4-BE49-F238E27FC236}">
                        <a16:creationId xmlns:a16="http://schemas.microsoft.com/office/drawing/2014/main" id="{8C58942A-DD74-46A5-8932-8A176E827B7A}"/>
                      </a:ext>
                    </a:extLst>
                  </p:cNvPr>
                  <p:cNvSpPr txBox="1"/>
                  <p:nvPr/>
                </p:nvSpPr>
                <p:spPr>
                  <a:xfrm>
                    <a:off x="6524502" y="2627981"/>
                    <a:ext cx="4441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2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LOH</a:t>
                    </a:r>
                    <a:endParaRPr lang="zh-TW" altLang="en-US" sz="12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634" name="文字方塊 633">
                    <a:extLst>
                      <a:ext uri="{FF2B5EF4-FFF2-40B4-BE49-F238E27FC236}">
                        <a16:creationId xmlns:a16="http://schemas.microsoft.com/office/drawing/2014/main" id="{E6879633-7DF8-482B-8B9D-44D6FA7516AE}"/>
                      </a:ext>
                    </a:extLst>
                  </p:cNvPr>
                  <p:cNvSpPr txBox="1"/>
                  <p:nvPr/>
                </p:nvSpPr>
                <p:spPr>
                  <a:xfrm>
                    <a:off x="5060422" y="2627981"/>
                    <a:ext cx="751937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sz="1200" dirty="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t>Non-LOH</a:t>
                    </a:r>
                    <a:endParaRPr lang="zh-TW" altLang="en-US" sz="1200" dirty="0">
                      <a:solidFill>
                        <a:schemeClr val="bg1">
                          <a:lumMod val="50000"/>
                        </a:schemeClr>
                      </a:solidFill>
                    </a:endParaRPr>
                  </a:p>
                </p:txBody>
              </p:sp>
            </p:grpSp>
          </p:grpSp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96D04B6F-2F64-4D5A-BC96-584DAD781F1C}"/>
                  </a:ext>
                </a:extLst>
              </p:cNvPr>
              <p:cNvGrpSpPr/>
              <p:nvPr/>
            </p:nvGrpSpPr>
            <p:grpSpPr>
              <a:xfrm>
                <a:off x="8920542" y="2332538"/>
                <a:ext cx="2827441" cy="1622624"/>
                <a:chOff x="8920542" y="2332538"/>
                <a:chExt cx="2827441" cy="1622624"/>
              </a:xfrm>
            </p:grpSpPr>
            <p:cxnSp>
              <p:nvCxnSpPr>
                <p:cNvPr id="1425" name="直線接點 1424">
                  <a:extLst>
                    <a:ext uri="{FF2B5EF4-FFF2-40B4-BE49-F238E27FC236}">
                      <a16:creationId xmlns:a16="http://schemas.microsoft.com/office/drawing/2014/main" id="{1836628A-0484-4696-B133-E96B9FE2B7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5847" y="2695610"/>
                  <a:ext cx="2772136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6" name="直線接點 1425">
                  <a:extLst>
                    <a:ext uri="{FF2B5EF4-FFF2-40B4-BE49-F238E27FC236}">
                      <a16:creationId xmlns:a16="http://schemas.microsoft.com/office/drawing/2014/main" id="{9F16E1FD-7BCE-40B0-913C-D93066C45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975847" y="3238096"/>
                  <a:ext cx="2772136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49" name="文字方塊 1448">
                  <a:extLst>
                    <a:ext uri="{FF2B5EF4-FFF2-40B4-BE49-F238E27FC236}">
                      <a16:creationId xmlns:a16="http://schemas.microsoft.com/office/drawing/2014/main" id="{F84F7CC7-346E-4059-ADC7-E0EA904E12B3}"/>
                    </a:ext>
                  </a:extLst>
                </p:cNvPr>
                <p:cNvSpPr txBox="1"/>
                <p:nvPr/>
              </p:nvSpPr>
              <p:spPr>
                <a:xfrm>
                  <a:off x="10402033" y="3400771"/>
                  <a:ext cx="346249" cy="185307"/>
                </a:xfrm>
                <a:prstGeom prst="rect">
                  <a:avLst/>
                </a:prstGeom>
                <a:noFill/>
              </p:spPr>
              <p:txBody>
                <a:bodyPr vert="eaVert" wrap="none" rtlCol="0">
                  <a:spAutoFit/>
                </a:bodyPr>
                <a:lstStyle/>
                <a:p>
                  <a:r>
                    <a:rPr lang="en-US" altLang="zh-TW" sz="1050" dirty="0"/>
                    <a:t>…</a:t>
                  </a:r>
                  <a:endParaRPr lang="zh-TW" altLang="en-US" sz="1050" dirty="0"/>
                </a:p>
              </p:txBody>
            </p:sp>
            <p:sp>
              <p:nvSpPr>
                <p:cNvPr id="1452" name="文字方塊 1451">
                  <a:extLst>
                    <a:ext uri="{FF2B5EF4-FFF2-40B4-BE49-F238E27FC236}">
                      <a16:creationId xmlns:a16="http://schemas.microsoft.com/office/drawing/2014/main" id="{589F4972-EFF7-47EE-99FB-9C882134D50E}"/>
                    </a:ext>
                  </a:extLst>
                </p:cNvPr>
                <p:cNvSpPr txBox="1"/>
                <p:nvPr/>
              </p:nvSpPr>
              <p:spPr>
                <a:xfrm>
                  <a:off x="8975846" y="3376503"/>
                  <a:ext cx="405881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2F5597"/>
                      </a:solidFill>
                    </a:rPr>
                    <a:t>HP2</a:t>
                  </a:r>
                  <a:endParaRPr lang="zh-TW" altLang="en-US" sz="1000" dirty="0">
                    <a:solidFill>
                      <a:srgbClr val="2F5597"/>
                    </a:solidFill>
                  </a:endParaRPr>
                </a:p>
              </p:txBody>
            </p:sp>
            <p:sp>
              <p:nvSpPr>
                <p:cNvPr id="1453" name="文字方塊 1452">
                  <a:extLst>
                    <a:ext uri="{FF2B5EF4-FFF2-40B4-BE49-F238E27FC236}">
                      <a16:creationId xmlns:a16="http://schemas.microsoft.com/office/drawing/2014/main" id="{F39D7EC0-1689-4F2C-8D99-59E190F00AD2}"/>
                    </a:ext>
                  </a:extLst>
                </p:cNvPr>
                <p:cNvSpPr txBox="1"/>
                <p:nvPr/>
              </p:nvSpPr>
              <p:spPr>
                <a:xfrm>
                  <a:off x="8920542" y="2343325"/>
                  <a:ext cx="51648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C55A11"/>
                      </a:solidFill>
                    </a:rPr>
                    <a:t>HP1-1</a:t>
                  </a:r>
                  <a:endParaRPr lang="zh-TW" altLang="en-US" sz="1000" dirty="0">
                    <a:solidFill>
                      <a:srgbClr val="C55A11"/>
                    </a:solidFill>
                  </a:endParaRPr>
                </a:p>
              </p:txBody>
            </p:sp>
            <p:sp>
              <p:nvSpPr>
                <p:cNvPr id="1454" name="文字方塊 1453">
                  <a:extLst>
                    <a:ext uri="{FF2B5EF4-FFF2-40B4-BE49-F238E27FC236}">
                      <a16:creationId xmlns:a16="http://schemas.microsoft.com/office/drawing/2014/main" id="{E5EF3B98-FD92-4108-9CAC-B7E8F88A5AFC}"/>
                    </a:ext>
                  </a:extLst>
                </p:cNvPr>
                <p:cNvSpPr txBox="1"/>
                <p:nvPr/>
              </p:nvSpPr>
              <p:spPr>
                <a:xfrm>
                  <a:off x="8975846" y="2866592"/>
                  <a:ext cx="405880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>
                      <a:solidFill>
                        <a:srgbClr val="8FAADC"/>
                      </a:solidFill>
                    </a:rPr>
                    <a:t>HP1</a:t>
                  </a:r>
                  <a:endParaRPr lang="zh-TW" altLang="en-US" sz="1000" dirty="0">
                    <a:solidFill>
                      <a:srgbClr val="8FAADC"/>
                    </a:solidFill>
                  </a:endParaRPr>
                </a:p>
              </p:txBody>
            </p:sp>
            <p:grpSp>
              <p:nvGrpSpPr>
                <p:cNvPr id="1299" name="群組 1298">
                  <a:extLst>
                    <a:ext uri="{FF2B5EF4-FFF2-40B4-BE49-F238E27FC236}">
                      <a16:creationId xmlns:a16="http://schemas.microsoft.com/office/drawing/2014/main" id="{72B9B10F-7A2D-42AC-9586-93953C415977}"/>
                    </a:ext>
                  </a:extLst>
                </p:cNvPr>
                <p:cNvGrpSpPr/>
                <p:nvPr/>
              </p:nvGrpSpPr>
              <p:grpSpPr>
                <a:xfrm>
                  <a:off x="9424353" y="2731770"/>
                  <a:ext cx="1590844" cy="472423"/>
                  <a:chOff x="5492730" y="3688448"/>
                  <a:chExt cx="1590844" cy="472423"/>
                </a:xfrm>
              </p:grpSpPr>
              <p:sp>
                <p:nvSpPr>
                  <p:cNvPr id="1300" name="箭號: 五邊形 1299">
                    <a:extLst>
                      <a:ext uri="{FF2B5EF4-FFF2-40B4-BE49-F238E27FC236}">
                        <a16:creationId xmlns:a16="http://schemas.microsoft.com/office/drawing/2014/main" id="{2AD1F005-D311-4523-8B80-CB7FE347CDFD}"/>
                      </a:ext>
                    </a:extLst>
                  </p:cNvPr>
                  <p:cNvSpPr/>
                  <p:nvPr/>
                </p:nvSpPr>
                <p:spPr>
                  <a:xfrm>
                    <a:off x="5492730" y="3693319"/>
                    <a:ext cx="1590844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01" name="箭號: 五邊形 1300">
                    <a:extLst>
                      <a:ext uri="{FF2B5EF4-FFF2-40B4-BE49-F238E27FC236}">
                        <a16:creationId xmlns:a16="http://schemas.microsoft.com/office/drawing/2014/main" id="{E340F37B-6A6D-4378-8712-9FFC49B09640}"/>
                      </a:ext>
                    </a:extLst>
                  </p:cNvPr>
                  <p:cNvSpPr/>
                  <p:nvPr/>
                </p:nvSpPr>
                <p:spPr>
                  <a:xfrm>
                    <a:off x="5492730" y="3860557"/>
                    <a:ext cx="1590844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02" name="箭號: 五邊形 1301">
                    <a:extLst>
                      <a:ext uri="{FF2B5EF4-FFF2-40B4-BE49-F238E27FC236}">
                        <a16:creationId xmlns:a16="http://schemas.microsoft.com/office/drawing/2014/main" id="{37FEDBF2-D52F-48C3-B8A9-FF747152003E}"/>
                      </a:ext>
                    </a:extLst>
                  </p:cNvPr>
                  <p:cNvSpPr/>
                  <p:nvPr/>
                </p:nvSpPr>
                <p:spPr>
                  <a:xfrm>
                    <a:off x="5492730" y="4027795"/>
                    <a:ext cx="1590844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03" name="矩形 178">
                    <a:extLst>
                      <a:ext uri="{FF2B5EF4-FFF2-40B4-BE49-F238E27FC236}">
                        <a16:creationId xmlns:a16="http://schemas.microsoft.com/office/drawing/2014/main" id="{D6B4ABAE-0CF1-4D0B-9A8F-E127463677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92829" y="3689374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4" name="矩形 178">
                    <a:extLst>
                      <a:ext uri="{FF2B5EF4-FFF2-40B4-BE49-F238E27FC236}">
                        <a16:creationId xmlns:a16="http://schemas.microsoft.com/office/drawing/2014/main" id="{C4DAAE4B-23B0-4409-9E1D-1D332FC4E8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93027" y="3689374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G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5" name="矩形 178">
                    <a:extLst>
                      <a:ext uri="{FF2B5EF4-FFF2-40B4-BE49-F238E27FC236}">
                        <a16:creationId xmlns:a16="http://schemas.microsoft.com/office/drawing/2014/main" id="{06BD807E-A089-4B96-B6A3-FAAD400B9A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3206" y="3689374"/>
                    <a:ext cx="149157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6" name="矩形 178">
                    <a:extLst>
                      <a:ext uri="{FF2B5EF4-FFF2-40B4-BE49-F238E27FC236}">
                        <a16:creationId xmlns:a16="http://schemas.microsoft.com/office/drawing/2014/main" id="{E10F4693-AEBE-4304-B318-B5897C023B7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8965" y="368844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7" name="矩形 178">
                    <a:extLst>
                      <a:ext uri="{FF2B5EF4-FFF2-40B4-BE49-F238E27FC236}">
                        <a16:creationId xmlns:a16="http://schemas.microsoft.com/office/drawing/2014/main" id="{48096AE0-A0D7-445C-BB2B-16FA86AC0D4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92829" y="3856612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8" name="矩形 178">
                    <a:extLst>
                      <a:ext uri="{FF2B5EF4-FFF2-40B4-BE49-F238E27FC236}">
                        <a16:creationId xmlns:a16="http://schemas.microsoft.com/office/drawing/2014/main" id="{71C05EAF-00A0-497D-A43E-C015392277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93027" y="3856612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G</a:t>
                    </a:r>
                    <a:endParaRPr lang="zh-TW" altLang="en-US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09" name="矩形 178">
                    <a:extLst>
                      <a:ext uri="{FF2B5EF4-FFF2-40B4-BE49-F238E27FC236}">
                        <a16:creationId xmlns:a16="http://schemas.microsoft.com/office/drawing/2014/main" id="{536BE16C-D5FC-466F-A83D-4B6DC3E30B5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3206" y="3856612"/>
                    <a:ext cx="149157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0" name="矩形 178">
                    <a:extLst>
                      <a:ext uri="{FF2B5EF4-FFF2-40B4-BE49-F238E27FC236}">
                        <a16:creationId xmlns:a16="http://schemas.microsoft.com/office/drawing/2014/main" id="{8B5ADD94-A64F-42AB-92E5-B91C485753C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8965" y="3855686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1" name="矩形 178">
                    <a:extLst>
                      <a:ext uri="{FF2B5EF4-FFF2-40B4-BE49-F238E27FC236}">
                        <a16:creationId xmlns:a16="http://schemas.microsoft.com/office/drawing/2014/main" id="{400F62FB-E156-415C-A422-2B9364B5840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92829" y="4023850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2" name="矩形 178">
                    <a:extLst>
                      <a:ext uri="{FF2B5EF4-FFF2-40B4-BE49-F238E27FC236}">
                        <a16:creationId xmlns:a16="http://schemas.microsoft.com/office/drawing/2014/main" id="{DABBE74F-79C9-48D1-9DF1-A9ABC26AFF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93027" y="4023850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G</a:t>
                    </a:r>
                    <a:endParaRPr lang="zh-TW" altLang="en-US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3" name="矩形 178">
                    <a:extLst>
                      <a:ext uri="{FF2B5EF4-FFF2-40B4-BE49-F238E27FC236}">
                        <a16:creationId xmlns:a16="http://schemas.microsoft.com/office/drawing/2014/main" id="{2404627E-2E64-48BD-8B14-94B133870EF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3206" y="4023850"/>
                    <a:ext cx="149157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4" name="矩形 178">
                    <a:extLst>
                      <a:ext uri="{FF2B5EF4-FFF2-40B4-BE49-F238E27FC236}">
                        <a16:creationId xmlns:a16="http://schemas.microsoft.com/office/drawing/2014/main" id="{C31A8375-443C-4BB6-AEC7-1725D569491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8965" y="4022924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grpSp>
              <p:nvGrpSpPr>
                <p:cNvPr id="1315" name="群組 1314">
                  <a:extLst>
                    <a:ext uri="{FF2B5EF4-FFF2-40B4-BE49-F238E27FC236}">
                      <a16:creationId xmlns:a16="http://schemas.microsoft.com/office/drawing/2014/main" id="{C9326ABC-7B02-43B2-932A-3E165083F33F}"/>
                    </a:ext>
                  </a:extLst>
                </p:cNvPr>
                <p:cNvGrpSpPr/>
                <p:nvPr/>
              </p:nvGrpSpPr>
              <p:grpSpPr>
                <a:xfrm>
                  <a:off x="9424353" y="3817215"/>
                  <a:ext cx="2186193" cy="137947"/>
                  <a:chOff x="5492730" y="5042152"/>
                  <a:chExt cx="2186193" cy="137947"/>
                </a:xfrm>
              </p:grpSpPr>
              <p:sp>
                <p:nvSpPr>
                  <p:cNvPr id="1316" name="箭號: 五邊形 1315">
                    <a:extLst>
                      <a:ext uri="{FF2B5EF4-FFF2-40B4-BE49-F238E27FC236}">
                        <a16:creationId xmlns:a16="http://schemas.microsoft.com/office/drawing/2014/main" id="{9259D54F-5957-4BC3-8540-63AD7F997CCD}"/>
                      </a:ext>
                    </a:extLst>
                  </p:cNvPr>
                  <p:cNvSpPr/>
                  <p:nvPr/>
                </p:nvSpPr>
                <p:spPr>
                  <a:xfrm>
                    <a:off x="5492730" y="5047023"/>
                    <a:ext cx="2186193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17" name="矩形 178">
                    <a:extLst>
                      <a:ext uri="{FF2B5EF4-FFF2-40B4-BE49-F238E27FC236}">
                        <a16:creationId xmlns:a16="http://schemas.microsoft.com/office/drawing/2014/main" id="{28765944-FC61-4C8A-AFD1-69DE19B26C1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92829" y="504307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8" name="矩形 178">
                    <a:extLst>
                      <a:ext uri="{FF2B5EF4-FFF2-40B4-BE49-F238E27FC236}">
                        <a16:creationId xmlns:a16="http://schemas.microsoft.com/office/drawing/2014/main" id="{FBD7A232-B100-418A-AB42-413911D204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93027" y="5043078"/>
                    <a:ext cx="149158" cy="137021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A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19" name="矩形 178">
                    <a:extLst>
                      <a:ext uri="{FF2B5EF4-FFF2-40B4-BE49-F238E27FC236}">
                        <a16:creationId xmlns:a16="http://schemas.microsoft.com/office/drawing/2014/main" id="{F4EAF665-88C2-41CA-A36E-3848FE14737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3206" y="5043078"/>
                    <a:ext cx="149157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1" name="矩形 178">
                    <a:extLst>
                      <a:ext uri="{FF2B5EF4-FFF2-40B4-BE49-F238E27FC236}">
                        <a16:creationId xmlns:a16="http://schemas.microsoft.com/office/drawing/2014/main" id="{3244C881-505C-4F60-9E4A-2C4002A188D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8965" y="5042152"/>
                    <a:ext cx="149158" cy="137021"/>
                  </a:xfrm>
                  <a:prstGeom prst="rect">
                    <a:avLst/>
                  </a:prstGeom>
                  <a:solidFill>
                    <a:srgbClr val="2F5597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22" name="矩形 178">
                    <a:extLst>
                      <a:ext uri="{FF2B5EF4-FFF2-40B4-BE49-F238E27FC236}">
                        <a16:creationId xmlns:a16="http://schemas.microsoft.com/office/drawing/2014/main" id="{8AD18176-6774-47EB-9559-9345BA9DA3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7283675" y="5043078"/>
                    <a:ext cx="149158" cy="137021"/>
                  </a:xfrm>
                  <a:prstGeom prst="rect">
                    <a:avLst/>
                  </a:prstGeom>
                  <a:solidFill>
                    <a:srgbClr val="2F5597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323" name="群組 1322">
                  <a:extLst>
                    <a:ext uri="{FF2B5EF4-FFF2-40B4-BE49-F238E27FC236}">
                      <a16:creationId xmlns:a16="http://schemas.microsoft.com/office/drawing/2014/main" id="{F785C42B-D707-4A0C-BE9B-AFA6E5513C6F}"/>
                    </a:ext>
                  </a:extLst>
                </p:cNvPr>
                <p:cNvGrpSpPr/>
                <p:nvPr/>
              </p:nvGrpSpPr>
              <p:grpSpPr>
                <a:xfrm>
                  <a:off x="9421261" y="2332538"/>
                  <a:ext cx="1593936" cy="302205"/>
                  <a:chOff x="5489638" y="3356952"/>
                  <a:chExt cx="1593936" cy="302205"/>
                </a:xfrm>
              </p:grpSpPr>
              <p:sp>
                <p:nvSpPr>
                  <p:cNvPr id="1324" name="箭號: 五邊形 1323">
                    <a:extLst>
                      <a:ext uri="{FF2B5EF4-FFF2-40B4-BE49-F238E27FC236}">
                        <a16:creationId xmlns:a16="http://schemas.microsoft.com/office/drawing/2014/main" id="{D368C51B-1CAC-4F90-9B4C-3802D4B6C217}"/>
                      </a:ext>
                    </a:extLst>
                  </p:cNvPr>
                  <p:cNvSpPr/>
                  <p:nvPr/>
                </p:nvSpPr>
                <p:spPr>
                  <a:xfrm>
                    <a:off x="5492730" y="3526081"/>
                    <a:ext cx="1590844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25" name="矩形 178">
                    <a:extLst>
                      <a:ext uri="{FF2B5EF4-FFF2-40B4-BE49-F238E27FC236}">
                        <a16:creationId xmlns:a16="http://schemas.microsoft.com/office/drawing/2014/main" id="{9016AA7A-9E8A-4DE9-9C05-8831EF34501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92829" y="3522136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6" name="矩形 178">
                    <a:extLst>
                      <a:ext uri="{FF2B5EF4-FFF2-40B4-BE49-F238E27FC236}">
                        <a16:creationId xmlns:a16="http://schemas.microsoft.com/office/drawing/2014/main" id="{9B9B5690-23D0-46BD-8CE5-DC4DF9420C7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93027" y="3522136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G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7" name="矩形 178">
                    <a:extLst>
                      <a:ext uri="{FF2B5EF4-FFF2-40B4-BE49-F238E27FC236}">
                        <a16:creationId xmlns:a16="http://schemas.microsoft.com/office/drawing/2014/main" id="{136D7254-4909-42BF-9C2F-BADF611F5F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3206" y="3522136"/>
                    <a:ext cx="149157" cy="137021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28" name="矩形 178">
                    <a:extLst>
                      <a:ext uri="{FF2B5EF4-FFF2-40B4-BE49-F238E27FC236}">
                        <a16:creationId xmlns:a16="http://schemas.microsoft.com/office/drawing/2014/main" id="{F1FFF117-B89A-4E61-AC81-61F4863A1DF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8965" y="3521210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9" name="箭號: 五邊形 1328">
                    <a:extLst>
                      <a:ext uri="{FF2B5EF4-FFF2-40B4-BE49-F238E27FC236}">
                        <a16:creationId xmlns:a16="http://schemas.microsoft.com/office/drawing/2014/main" id="{A256A527-5FE7-493A-B335-E65F27C78E08}"/>
                      </a:ext>
                    </a:extLst>
                  </p:cNvPr>
                  <p:cNvSpPr/>
                  <p:nvPr/>
                </p:nvSpPr>
                <p:spPr>
                  <a:xfrm>
                    <a:off x="5489638" y="3361823"/>
                    <a:ext cx="1590844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30" name="矩形 178">
                    <a:extLst>
                      <a:ext uri="{FF2B5EF4-FFF2-40B4-BE49-F238E27FC236}">
                        <a16:creationId xmlns:a16="http://schemas.microsoft.com/office/drawing/2014/main" id="{9B657925-1FCA-4C4D-91A9-6BDFDAC04AF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5689737" y="335787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31" name="矩形 178">
                    <a:extLst>
                      <a:ext uri="{FF2B5EF4-FFF2-40B4-BE49-F238E27FC236}">
                        <a16:creationId xmlns:a16="http://schemas.microsoft.com/office/drawing/2014/main" id="{2BC8EDBC-2693-4C07-B385-65CD72826F3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089935" y="335787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G</a:t>
                    </a:r>
                    <a:endParaRPr lang="zh-TW" altLang="en-US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32" name="矩形 178">
                    <a:extLst>
                      <a:ext uri="{FF2B5EF4-FFF2-40B4-BE49-F238E27FC236}">
                        <a16:creationId xmlns:a16="http://schemas.microsoft.com/office/drawing/2014/main" id="{1CE3B2C9-B1D8-48C9-B589-27E7455F5F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490114" y="3357878"/>
                    <a:ext cx="149157" cy="137021"/>
                  </a:xfrm>
                  <a:prstGeom prst="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33" name="矩形 178">
                    <a:extLst>
                      <a:ext uri="{FF2B5EF4-FFF2-40B4-BE49-F238E27FC236}">
                        <a16:creationId xmlns:a16="http://schemas.microsoft.com/office/drawing/2014/main" id="{814A410D-CC56-4A14-82F0-40F6AA099BD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885873" y="3356952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35" name="箭號: 五邊形 1334">
                  <a:extLst>
                    <a:ext uri="{FF2B5EF4-FFF2-40B4-BE49-F238E27FC236}">
                      <a16:creationId xmlns:a16="http://schemas.microsoft.com/office/drawing/2014/main" id="{CE001585-AD67-4820-B497-79BD0755DE52}"/>
                    </a:ext>
                  </a:extLst>
                </p:cNvPr>
                <p:cNvSpPr/>
                <p:nvPr/>
              </p:nvSpPr>
              <p:spPr>
                <a:xfrm>
                  <a:off x="9424353" y="3278045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338" name="箭號: 五邊形 1337">
                  <a:extLst>
                    <a:ext uri="{FF2B5EF4-FFF2-40B4-BE49-F238E27FC236}">
                      <a16:creationId xmlns:a16="http://schemas.microsoft.com/office/drawing/2014/main" id="{0C2876F0-E719-4A4C-91E4-7803BFD06FC4}"/>
                    </a:ext>
                  </a:extLst>
                </p:cNvPr>
                <p:cNvSpPr/>
                <p:nvPr/>
              </p:nvSpPr>
              <p:spPr>
                <a:xfrm>
                  <a:off x="9424353" y="3616166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339" name="矩形 178">
                  <a:extLst>
                    <a:ext uri="{FF2B5EF4-FFF2-40B4-BE49-F238E27FC236}">
                      <a16:creationId xmlns:a16="http://schemas.microsoft.com/office/drawing/2014/main" id="{1306F380-4099-47A2-8D3F-0A79EED51D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24452" y="3274100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0" name="矩形 178">
                  <a:extLst>
                    <a:ext uri="{FF2B5EF4-FFF2-40B4-BE49-F238E27FC236}">
                      <a16:creationId xmlns:a16="http://schemas.microsoft.com/office/drawing/2014/main" id="{37CA4EE1-A86B-4D11-AD8A-D616DE53DAC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24650" y="327410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41" name="矩形 178">
                  <a:extLst>
                    <a:ext uri="{FF2B5EF4-FFF2-40B4-BE49-F238E27FC236}">
                      <a16:creationId xmlns:a16="http://schemas.microsoft.com/office/drawing/2014/main" id="{8E1D2151-154A-4F3D-9198-EC6E6C1EC6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24829" y="3274100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42" name="矩形 178">
                  <a:extLst>
                    <a:ext uri="{FF2B5EF4-FFF2-40B4-BE49-F238E27FC236}">
                      <a16:creationId xmlns:a16="http://schemas.microsoft.com/office/drawing/2014/main" id="{013BF411-D695-42EB-9B42-91BE944F0F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0588" y="3273174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3" name="矩形 178">
                  <a:extLst>
                    <a:ext uri="{FF2B5EF4-FFF2-40B4-BE49-F238E27FC236}">
                      <a16:creationId xmlns:a16="http://schemas.microsoft.com/office/drawing/2014/main" id="{5E4D5972-2FAF-4C2C-8B1E-D5C65CE5FE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215298" y="3274100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55" name="矩形 178">
                  <a:extLst>
                    <a:ext uri="{FF2B5EF4-FFF2-40B4-BE49-F238E27FC236}">
                      <a16:creationId xmlns:a16="http://schemas.microsoft.com/office/drawing/2014/main" id="{4F7EEA81-8C80-4B83-B974-49F19855EC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624452" y="3612221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0" name="矩形 178">
                  <a:extLst>
                    <a:ext uri="{FF2B5EF4-FFF2-40B4-BE49-F238E27FC236}">
                      <a16:creationId xmlns:a16="http://schemas.microsoft.com/office/drawing/2014/main" id="{60D984B1-BEC6-4966-B629-CE589290A44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024650" y="361222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5" name="矩形 178">
                  <a:extLst>
                    <a:ext uri="{FF2B5EF4-FFF2-40B4-BE49-F238E27FC236}">
                      <a16:creationId xmlns:a16="http://schemas.microsoft.com/office/drawing/2014/main" id="{64CA6BC9-6268-4DA2-9A83-BB8F0342F3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24829" y="3612221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16" name="矩形 178">
                  <a:extLst>
                    <a:ext uri="{FF2B5EF4-FFF2-40B4-BE49-F238E27FC236}">
                      <a16:creationId xmlns:a16="http://schemas.microsoft.com/office/drawing/2014/main" id="{9C418E94-E210-4E1E-A358-173800A36A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820588" y="3611295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7" name="矩形 178">
                  <a:extLst>
                    <a:ext uri="{FF2B5EF4-FFF2-40B4-BE49-F238E27FC236}">
                      <a16:creationId xmlns:a16="http://schemas.microsoft.com/office/drawing/2014/main" id="{6F5693A0-E95C-4770-B40A-BF1A7D7B7C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215298" y="3612221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06" name="橢圓 505">
                <a:extLst>
                  <a:ext uri="{FF2B5EF4-FFF2-40B4-BE49-F238E27FC236}">
                    <a16:creationId xmlns:a16="http://schemas.microsoft.com/office/drawing/2014/main" id="{F626D8CA-D5EF-4F99-9F06-1D248AAFBCAA}"/>
                  </a:ext>
                </a:extLst>
              </p:cNvPr>
              <p:cNvSpPr/>
              <p:nvPr/>
            </p:nvSpPr>
            <p:spPr>
              <a:xfrm>
                <a:off x="8372251" y="744851"/>
                <a:ext cx="178037" cy="1780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/>
                  <a:t>5</a:t>
                </a:r>
                <a:endParaRPr lang="zh-TW" altLang="en-US" sz="1200" dirty="0"/>
              </a:p>
            </p:txBody>
          </p:sp>
        </p:grpSp>
      </p:grpSp>
      <p:grpSp>
        <p:nvGrpSpPr>
          <p:cNvPr id="1869" name="群組 1868">
            <a:extLst>
              <a:ext uri="{FF2B5EF4-FFF2-40B4-BE49-F238E27FC236}">
                <a16:creationId xmlns:a16="http://schemas.microsoft.com/office/drawing/2014/main" id="{B1B86CBE-F4A9-4BDC-BFBE-0E6DCBED3043}"/>
              </a:ext>
            </a:extLst>
          </p:cNvPr>
          <p:cNvGrpSpPr/>
          <p:nvPr/>
        </p:nvGrpSpPr>
        <p:grpSpPr>
          <a:xfrm>
            <a:off x="4084775" y="744851"/>
            <a:ext cx="3988289" cy="1583485"/>
            <a:chOff x="45540" y="4928219"/>
            <a:chExt cx="3988289" cy="1583485"/>
          </a:xfrm>
        </p:grpSpPr>
        <p:grpSp>
          <p:nvGrpSpPr>
            <p:cNvPr id="535" name="群組 534">
              <a:extLst>
                <a:ext uri="{FF2B5EF4-FFF2-40B4-BE49-F238E27FC236}">
                  <a16:creationId xmlns:a16="http://schemas.microsoft.com/office/drawing/2014/main" id="{4A4E2611-AB3F-4864-AAF5-155C2E2DF06E}"/>
                </a:ext>
              </a:extLst>
            </p:cNvPr>
            <p:cNvGrpSpPr/>
            <p:nvPr/>
          </p:nvGrpSpPr>
          <p:grpSpPr>
            <a:xfrm>
              <a:off x="3256251" y="5790864"/>
              <a:ext cx="777578" cy="720840"/>
              <a:chOff x="210596" y="5790864"/>
              <a:chExt cx="777578" cy="720840"/>
            </a:xfrm>
          </p:grpSpPr>
          <p:sp>
            <p:nvSpPr>
              <p:cNvPr id="536" name="橢圓 535">
                <a:extLst>
                  <a:ext uri="{FF2B5EF4-FFF2-40B4-BE49-F238E27FC236}">
                    <a16:creationId xmlns:a16="http://schemas.microsoft.com/office/drawing/2014/main" id="{D7D334E8-2ADD-44C0-9913-53CD0879FEE2}"/>
                  </a:ext>
                </a:extLst>
              </p:cNvPr>
              <p:cNvSpPr/>
              <p:nvPr/>
            </p:nvSpPr>
            <p:spPr>
              <a:xfrm>
                <a:off x="210596" y="5790864"/>
                <a:ext cx="777578" cy="72084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7" name="橢圓 536">
                <a:extLst>
                  <a:ext uri="{FF2B5EF4-FFF2-40B4-BE49-F238E27FC236}">
                    <a16:creationId xmlns:a16="http://schemas.microsoft.com/office/drawing/2014/main" id="{48305DE7-8881-4D7B-8C84-E2A97AAA4C1D}"/>
                  </a:ext>
                </a:extLst>
              </p:cNvPr>
              <p:cNvSpPr/>
              <p:nvPr/>
            </p:nvSpPr>
            <p:spPr>
              <a:xfrm>
                <a:off x="325300" y="6118345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538" name="橢圓 537">
                <a:extLst>
                  <a:ext uri="{FF2B5EF4-FFF2-40B4-BE49-F238E27FC236}">
                    <a16:creationId xmlns:a16="http://schemas.microsoft.com/office/drawing/2014/main" id="{BCB80C34-760A-4848-9A22-EA2F57C1A9E2}"/>
                  </a:ext>
                </a:extLst>
              </p:cNvPr>
              <p:cNvSpPr/>
              <p:nvPr/>
            </p:nvSpPr>
            <p:spPr>
              <a:xfrm>
                <a:off x="757479" y="6042202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514" name="矩形: 圓角 513">
              <a:extLst>
                <a:ext uri="{FF2B5EF4-FFF2-40B4-BE49-F238E27FC236}">
                  <a16:creationId xmlns:a16="http://schemas.microsoft.com/office/drawing/2014/main" id="{0E7324DB-C794-47A1-A4D5-CBEDDBB2C087}"/>
                </a:ext>
              </a:extLst>
            </p:cNvPr>
            <p:cNvSpPr/>
            <p:nvPr/>
          </p:nvSpPr>
          <p:spPr>
            <a:xfrm>
              <a:off x="89565" y="5139732"/>
              <a:ext cx="3437464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1464" name="文字方塊 1463">
              <a:extLst>
                <a:ext uri="{FF2B5EF4-FFF2-40B4-BE49-F238E27FC236}">
                  <a16:creationId xmlns:a16="http://schemas.microsoft.com/office/drawing/2014/main" id="{703F3D9F-F34E-4499-8CB7-5B79F0802F19}"/>
                </a:ext>
              </a:extLst>
            </p:cNvPr>
            <p:cNvSpPr txBox="1"/>
            <p:nvPr/>
          </p:nvSpPr>
          <p:spPr>
            <a:xfrm>
              <a:off x="45540" y="5075203"/>
              <a:ext cx="3545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Somatic Variant Candidate Selection</a:t>
              </a:r>
              <a:endParaRPr lang="zh-TW" altLang="en-US" sz="1200" dirty="0"/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51B1CCE6-81E8-4E55-8BF3-CFDE6BC12809}"/>
                </a:ext>
              </a:extLst>
            </p:cNvPr>
            <p:cNvSpPr txBox="1"/>
            <p:nvPr/>
          </p:nvSpPr>
          <p:spPr>
            <a:xfrm>
              <a:off x="1348374" y="559944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PON</a:t>
              </a:r>
              <a:endParaRPr lang="zh-TW" altLang="en-US" dirty="0"/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7B8FB02-EA92-4419-8C07-A9CC907F487B}"/>
                </a:ext>
              </a:extLst>
            </p:cNvPr>
            <p:cNvSpPr txBox="1"/>
            <p:nvPr/>
          </p:nvSpPr>
          <p:spPr>
            <a:xfrm>
              <a:off x="1092403" y="5889674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-</a:t>
              </a:r>
              <a:endParaRPr lang="zh-TW" altLang="en-US" sz="2800" dirty="0"/>
            </a:p>
          </p:txBody>
        </p:sp>
        <p:sp>
          <p:nvSpPr>
            <p:cNvPr id="717" name="文字方塊 716">
              <a:extLst>
                <a:ext uri="{FF2B5EF4-FFF2-40B4-BE49-F238E27FC236}">
                  <a16:creationId xmlns:a16="http://schemas.microsoft.com/office/drawing/2014/main" id="{F2262C7C-ACE3-4AD7-858E-05E235D1CE71}"/>
                </a:ext>
              </a:extLst>
            </p:cNvPr>
            <p:cNvSpPr txBox="1"/>
            <p:nvPr/>
          </p:nvSpPr>
          <p:spPr>
            <a:xfrm>
              <a:off x="2015471" y="5889674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-</a:t>
              </a:r>
              <a:endParaRPr lang="zh-TW" altLang="en-US" sz="2800" dirty="0"/>
            </a:p>
          </p:txBody>
        </p:sp>
        <p:sp>
          <p:nvSpPr>
            <p:cNvPr id="726" name="文字方塊 725">
              <a:extLst>
                <a:ext uri="{FF2B5EF4-FFF2-40B4-BE49-F238E27FC236}">
                  <a16:creationId xmlns:a16="http://schemas.microsoft.com/office/drawing/2014/main" id="{A274BDEF-FA7F-415D-86F8-5A2E9A3649AC}"/>
                </a:ext>
              </a:extLst>
            </p:cNvPr>
            <p:cNvSpPr txBox="1"/>
            <p:nvPr/>
          </p:nvSpPr>
          <p:spPr>
            <a:xfrm>
              <a:off x="2851941" y="5889674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=</a:t>
              </a:r>
              <a:endParaRPr lang="zh-TW" altLang="en-US" sz="2800" dirty="0"/>
            </a:p>
          </p:txBody>
        </p:sp>
        <p:sp>
          <p:nvSpPr>
            <p:cNvPr id="721" name="文字方塊 720">
              <a:extLst>
                <a:ext uri="{FF2B5EF4-FFF2-40B4-BE49-F238E27FC236}">
                  <a16:creationId xmlns:a16="http://schemas.microsoft.com/office/drawing/2014/main" id="{1918131D-D65E-452A-92AD-E2D035DFD95B}"/>
                </a:ext>
              </a:extLst>
            </p:cNvPr>
            <p:cNvSpPr txBox="1"/>
            <p:nvPr/>
          </p:nvSpPr>
          <p:spPr>
            <a:xfrm>
              <a:off x="2234671" y="5599445"/>
              <a:ext cx="6662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800" dirty="0"/>
                <a:t>Filter</a:t>
              </a:r>
              <a:endParaRPr lang="zh-TW" altLang="en-US" dirty="0"/>
            </a:p>
          </p:txBody>
        </p:sp>
        <p:sp>
          <p:nvSpPr>
            <p:cNvPr id="805" name="矩形 804">
              <a:extLst>
                <a:ext uri="{FF2B5EF4-FFF2-40B4-BE49-F238E27FC236}">
                  <a16:creationId xmlns:a16="http://schemas.microsoft.com/office/drawing/2014/main" id="{7A7C261C-FEB7-4C2D-9723-0751795DD4A1}"/>
                </a:ext>
              </a:extLst>
            </p:cNvPr>
            <p:cNvSpPr/>
            <p:nvPr/>
          </p:nvSpPr>
          <p:spPr>
            <a:xfrm>
              <a:off x="2375357" y="6085282"/>
              <a:ext cx="372816" cy="132005"/>
            </a:xfrm>
            <a:prstGeom prst="rect">
              <a:avLst/>
            </a:prstGeom>
            <a:solidFill>
              <a:srgbClr val="70AD4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83" name="直線接點 1882">
              <a:extLst>
                <a:ext uri="{FF2B5EF4-FFF2-40B4-BE49-F238E27FC236}">
                  <a16:creationId xmlns:a16="http://schemas.microsoft.com/office/drawing/2014/main" id="{DF44914A-2C7C-46BE-A12A-65A086CA18B5}"/>
                </a:ext>
              </a:extLst>
            </p:cNvPr>
            <p:cNvCxnSpPr>
              <a:cxnSpLocks/>
            </p:cNvCxnSpPr>
            <p:nvPr/>
          </p:nvCxnSpPr>
          <p:spPr>
            <a:xfrm>
              <a:off x="2425700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直線接點 817">
              <a:extLst>
                <a:ext uri="{FF2B5EF4-FFF2-40B4-BE49-F238E27FC236}">
                  <a16:creationId xmlns:a16="http://schemas.microsoft.com/office/drawing/2014/main" id="{B073A511-48CA-468B-BADD-2549FF664D09}"/>
                </a:ext>
              </a:extLst>
            </p:cNvPr>
            <p:cNvCxnSpPr>
              <a:cxnSpLocks/>
            </p:cNvCxnSpPr>
            <p:nvPr/>
          </p:nvCxnSpPr>
          <p:spPr>
            <a:xfrm>
              <a:off x="2490434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直線接點 818">
              <a:extLst>
                <a:ext uri="{FF2B5EF4-FFF2-40B4-BE49-F238E27FC236}">
                  <a16:creationId xmlns:a16="http://schemas.microsoft.com/office/drawing/2014/main" id="{8982DA35-A54E-4616-A47E-36AB108CC2F2}"/>
                </a:ext>
              </a:extLst>
            </p:cNvPr>
            <p:cNvCxnSpPr>
              <a:cxnSpLocks/>
            </p:cNvCxnSpPr>
            <p:nvPr/>
          </p:nvCxnSpPr>
          <p:spPr>
            <a:xfrm>
              <a:off x="2555168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直線接點 819">
              <a:extLst>
                <a:ext uri="{FF2B5EF4-FFF2-40B4-BE49-F238E27FC236}">
                  <a16:creationId xmlns:a16="http://schemas.microsoft.com/office/drawing/2014/main" id="{EB2D83A7-5E57-4121-86C6-48452B9B4B45}"/>
                </a:ext>
              </a:extLst>
            </p:cNvPr>
            <p:cNvCxnSpPr>
              <a:cxnSpLocks/>
            </p:cNvCxnSpPr>
            <p:nvPr/>
          </p:nvCxnSpPr>
          <p:spPr>
            <a:xfrm>
              <a:off x="2619902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直線接點 820">
              <a:extLst>
                <a:ext uri="{FF2B5EF4-FFF2-40B4-BE49-F238E27FC236}">
                  <a16:creationId xmlns:a16="http://schemas.microsoft.com/office/drawing/2014/main" id="{D89D284A-F762-4697-AA8C-CA23D9F699A1}"/>
                </a:ext>
              </a:extLst>
            </p:cNvPr>
            <p:cNvCxnSpPr>
              <a:cxnSpLocks/>
            </p:cNvCxnSpPr>
            <p:nvPr/>
          </p:nvCxnSpPr>
          <p:spPr>
            <a:xfrm>
              <a:off x="2684635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6" name="圖形 675" descr="資料庫 以實心填滿">
              <a:extLst>
                <a:ext uri="{FF2B5EF4-FFF2-40B4-BE49-F238E27FC236}">
                  <a16:creationId xmlns:a16="http://schemas.microsoft.com/office/drawing/2014/main" id="{866D4263-7549-4A3A-A2C1-6162D593A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28030" y="5971491"/>
              <a:ext cx="459412" cy="354160"/>
            </a:xfrm>
            <a:prstGeom prst="rect">
              <a:avLst/>
            </a:prstGeom>
          </p:spPr>
        </p:pic>
        <p:pic>
          <p:nvPicPr>
            <p:cNvPr id="484" name="圖形 483" descr="男人 以實心填滿">
              <a:extLst>
                <a:ext uri="{FF2B5EF4-FFF2-40B4-BE49-F238E27FC236}">
                  <a16:creationId xmlns:a16="http://schemas.microsoft.com/office/drawing/2014/main" id="{BDE16C31-C728-4017-925A-39128AF65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13958" y="5973185"/>
              <a:ext cx="357893" cy="357893"/>
            </a:xfrm>
            <a:prstGeom prst="rect">
              <a:avLst/>
            </a:prstGeom>
          </p:spPr>
        </p:pic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31244EAA-A630-4DC5-9F1E-6D94CF60FF32}"/>
                </a:ext>
              </a:extLst>
            </p:cNvPr>
            <p:cNvSpPr/>
            <p:nvPr/>
          </p:nvSpPr>
          <p:spPr>
            <a:xfrm>
              <a:off x="59862" y="4928219"/>
              <a:ext cx="178037" cy="1780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3</a:t>
              </a:r>
              <a:endParaRPr lang="zh-TW" altLang="en-US" sz="1200" dirty="0"/>
            </a:p>
          </p:txBody>
        </p: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127261ED-109D-4ABE-A21B-FC65306B11E5}"/>
                </a:ext>
              </a:extLst>
            </p:cNvPr>
            <p:cNvGrpSpPr/>
            <p:nvPr/>
          </p:nvGrpSpPr>
          <p:grpSpPr>
            <a:xfrm>
              <a:off x="210596" y="5790864"/>
              <a:ext cx="777578" cy="720840"/>
              <a:chOff x="210596" y="5790864"/>
              <a:chExt cx="777578" cy="720840"/>
            </a:xfrm>
          </p:grpSpPr>
          <p:sp>
            <p:nvSpPr>
              <p:cNvPr id="677" name="橢圓 676">
                <a:extLst>
                  <a:ext uri="{FF2B5EF4-FFF2-40B4-BE49-F238E27FC236}">
                    <a16:creationId xmlns:a16="http://schemas.microsoft.com/office/drawing/2014/main" id="{49C9EC96-303F-4C32-8159-AFB89C98A7D7}"/>
                  </a:ext>
                </a:extLst>
              </p:cNvPr>
              <p:cNvSpPr/>
              <p:nvPr/>
            </p:nvSpPr>
            <p:spPr>
              <a:xfrm>
                <a:off x="210596" y="5790864"/>
                <a:ext cx="777578" cy="72084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A9C15481-AFD5-4153-9F6D-C9087E213260}"/>
                  </a:ext>
                </a:extLst>
              </p:cNvPr>
              <p:cNvSpPr/>
              <p:nvPr/>
            </p:nvSpPr>
            <p:spPr>
              <a:xfrm>
                <a:off x="325300" y="6118345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528" name="橢圓 527">
                <a:extLst>
                  <a:ext uri="{FF2B5EF4-FFF2-40B4-BE49-F238E27FC236}">
                    <a16:creationId xmlns:a16="http://schemas.microsoft.com/office/drawing/2014/main" id="{F67E12DB-0B00-45C0-817D-4B7529E981C0}"/>
                  </a:ext>
                </a:extLst>
              </p:cNvPr>
              <p:cNvSpPr/>
              <p:nvPr/>
            </p:nvSpPr>
            <p:spPr>
              <a:xfrm>
                <a:off x="757479" y="6042202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529" name="橢圓 528">
                <a:extLst>
                  <a:ext uri="{FF2B5EF4-FFF2-40B4-BE49-F238E27FC236}">
                    <a16:creationId xmlns:a16="http://schemas.microsoft.com/office/drawing/2014/main" id="{76E643CE-973D-4ECA-B657-7A7DB60C70C3}"/>
                  </a:ext>
                </a:extLst>
              </p:cNvPr>
              <p:cNvSpPr/>
              <p:nvPr/>
            </p:nvSpPr>
            <p:spPr>
              <a:xfrm>
                <a:off x="498162" y="6094199"/>
                <a:ext cx="108743" cy="108743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0" name="橢圓 529">
                <a:extLst>
                  <a:ext uri="{FF2B5EF4-FFF2-40B4-BE49-F238E27FC236}">
                    <a16:creationId xmlns:a16="http://schemas.microsoft.com/office/drawing/2014/main" id="{CFF5CCF4-841B-4831-B213-3D33B1D0FCFC}"/>
                  </a:ext>
                </a:extLst>
              </p:cNvPr>
              <p:cNvSpPr/>
              <p:nvPr/>
            </p:nvSpPr>
            <p:spPr>
              <a:xfrm>
                <a:off x="543277" y="5860034"/>
                <a:ext cx="108743" cy="108743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1" name="橢圓 530">
                <a:extLst>
                  <a:ext uri="{FF2B5EF4-FFF2-40B4-BE49-F238E27FC236}">
                    <a16:creationId xmlns:a16="http://schemas.microsoft.com/office/drawing/2014/main" id="{0EA2F08E-00BE-4825-BB8D-AA25E75741DF}"/>
                  </a:ext>
                </a:extLst>
              </p:cNvPr>
              <p:cNvSpPr/>
              <p:nvPr/>
            </p:nvSpPr>
            <p:spPr>
              <a:xfrm>
                <a:off x="556615" y="6341787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2" name="橢圓 531">
                <a:extLst>
                  <a:ext uri="{FF2B5EF4-FFF2-40B4-BE49-F238E27FC236}">
                    <a16:creationId xmlns:a16="http://schemas.microsoft.com/office/drawing/2014/main" id="{A1ADA6C0-7431-4C26-AF18-7EC2274C7B96}"/>
                  </a:ext>
                </a:extLst>
              </p:cNvPr>
              <p:cNvSpPr/>
              <p:nvPr/>
            </p:nvSpPr>
            <p:spPr>
              <a:xfrm>
                <a:off x="677076" y="6336137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3" name="橢圓 532">
                <a:extLst>
                  <a:ext uri="{FF2B5EF4-FFF2-40B4-BE49-F238E27FC236}">
                    <a16:creationId xmlns:a16="http://schemas.microsoft.com/office/drawing/2014/main" id="{3F62029D-CC37-4500-B3B7-517F99621AC5}"/>
                  </a:ext>
                </a:extLst>
              </p:cNvPr>
              <p:cNvSpPr/>
              <p:nvPr/>
            </p:nvSpPr>
            <p:spPr>
              <a:xfrm>
                <a:off x="625001" y="6241706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A431AEC-72A1-4ECD-AE02-BEC47608B3DB}"/>
              </a:ext>
            </a:extLst>
          </p:cNvPr>
          <p:cNvGrpSpPr/>
          <p:nvPr/>
        </p:nvGrpSpPr>
        <p:grpSpPr>
          <a:xfrm>
            <a:off x="4117705" y="2716681"/>
            <a:ext cx="3945519" cy="3985997"/>
            <a:chOff x="4117705" y="2716681"/>
            <a:chExt cx="3945519" cy="3985997"/>
          </a:xfrm>
        </p:grpSpPr>
        <p:grpSp>
          <p:nvGrpSpPr>
            <p:cNvPr id="610" name="群組 609">
              <a:extLst>
                <a:ext uri="{FF2B5EF4-FFF2-40B4-BE49-F238E27FC236}">
                  <a16:creationId xmlns:a16="http://schemas.microsoft.com/office/drawing/2014/main" id="{0E886227-097F-45F4-BC56-21F9EADDA48A}"/>
                </a:ext>
              </a:extLst>
            </p:cNvPr>
            <p:cNvGrpSpPr/>
            <p:nvPr/>
          </p:nvGrpSpPr>
          <p:grpSpPr>
            <a:xfrm>
              <a:off x="4176155" y="3495184"/>
              <a:ext cx="868453" cy="800378"/>
              <a:chOff x="4766679" y="1271168"/>
              <a:chExt cx="868453" cy="800378"/>
            </a:xfrm>
          </p:grpSpPr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2E719A87-5A57-4BB4-A31C-678BB9100C75}"/>
                  </a:ext>
                </a:extLst>
              </p:cNvPr>
              <p:cNvSpPr/>
              <p:nvPr/>
            </p:nvSpPr>
            <p:spPr>
              <a:xfrm>
                <a:off x="4766679" y="1498733"/>
                <a:ext cx="162000" cy="160529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9050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C14D2925-ACA3-4BFF-B3DA-6C7668057858}"/>
                  </a:ext>
                </a:extLst>
              </p:cNvPr>
              <p:cNvSpPr/>
              <p:nvPr/>
            </p:nvSpPr>
            <p:spPr>
              <a:xfrm>
                <a:off x="4766679" y="1683452"/>
                <a:ext cx="162000" cy="160529"/>
              </a:xfrm>
              <a:prstGeom prst="rect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13" name="矩形 612">
                <a:extLst>
                  <a:ext uri="{FF2B5EF4-FFF2-40B4-BE49-F238E27FC236}">
                    <a16:creationId xmlns:a16="http://schemas.microsoft.com/office/drawing/2014/main" id="{52D68D58-7052-4A27-BAB1-A6C80C0F7A88}"/>
                  </a:ext>
                </a:extLst>
              </p:cNvPr>
              <p:cNvSpPr/>
              <p:nvPr/>
            </p:nvSpPr>
            <p:spPr>
              <a:xfrm>
                <a:off x="4766679" y="1314014"/>
                <a:ext cx="162000" cy="160529"/>
              </a:xfrm>
              <a:prstGeom prst="rect">
                <a:avLst/>
              </a:prstGeom>
              <a:solidFill>
                <a:srgbClr val="C9C9C9"/>
              </a:solidFill>
              <a:ln w="19050">
                <a:solidFill>
                  <a:srgbClr val="C9C9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00"/>
              </a:p>
            </p:txBody>
          </p:sp>
          <p:sp>
            <p:nvSpPr>
              <p:cNvPr id="614" name="矩形 613">
                <a:extLst>
                  <a:ext uri="{FF2B5EF4-FFF2-40B4-BE49-F238E27FC236}">
                    <a16:creationId xmlns:a16="http://schemas.microsoft.com/office/drawing/2014/main" id="{CCED966F-EBA0-405F-B32B-AE1024243B7B}"/>
                  </a:ext>
                </a:extLst>
              </p:cNvPr>
              <p:cNvSpPr/>
              <p:nvPr/>
            </p:nvSpPr>
            <p:spPr>
              <a:xfrm>
                <a:off x="4766679" y="1868171"/>
                <a:ext cx="162000" cy="160529"/>
              </a:xfrm>
              <a:prstGeom prst="rect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>
                  <a:solidFill>
                    <a:schemeClr val="bg1"/>
                  </a:solidFill>
                </a:endParaRPr>
              </a:p>
            </p:txBody>
          </p:sp>
          <p:sp>
            <p:nvSpPr>
              <p:cNvPr id="615" name="文字方塊 614">
                <a:extLst>
                  <a:ext uri="{FF2B5EF4-FFF2-40B4-BE49-F238E27FC236}">
                    <a16:creationId xmlns:a16="http://schemas.microsoft.com/office/drawing/2014/main" id="{B73F09B7-67F1-4C45-9FB6-875035948DA9}"/>
                  </a:ext>
                </a:extLst>
              </p:cNvPr>
              <p:cNvSpPr txBox="1"/>
              <p:nvPr/>
            </p:nvSpPr>
            <p:spPr>
              <a:xfrm>
                <a:off x="4919872" y="1455887"/>
                <a:ext cx="6655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dirty="0"/>
                  <a:t>Germline</a:t>
                </a:r>
                <a:endParaRPr lang="zh-TW" altLang="en-US" sz="1000" dirty="0"/>
              </a:p>
            </p:txBody>
          </p:sp>
          <p:sp>
            <p:nvSpPr>
              <p:cNvPr id="616" name="文字方塊 615">
                <a:extLst>
                  <a:ext uri="{FF2B5EF4-FFF2-40B4-BE49-F238E27FC236}">
                    <a16:creationId xmlns:a16="http://schemas.microsoft.com/office/drawing/2014/main" id="{0CF778EF-CF15-412A-9D8F-BD951C0E03F8}"/>
                  </a:ext>
                </a:extLst>
              </p:cNvPr>
              <p:cNvSpPr txBox="1"/>
              <p:nvPr/>
            </p:nvSpPr>
            <p:spPr>
              <a:xfrm>
                <a:off x="4919872" y="1640606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dirty="0"/>
                  <a:t>Somatic</a:t>
                </a:r>
                <a:endParaRPr lang="zh-TW" altLang="en-US" sz="1000" dirty="0"/>
              </a:p>
            </p:txBody>
          </p:sp>
          <p:sp>
            <p:nvSpPr>
              <p:cNvPr id="617" name="文字方塊 616">
                <a:extLst>
                  <a:ext uri="{FF2B5EF4-FFF2-40B4-BE49-F238E27FC236}">
                    <a16:creationId xmlns:a16="http://schemas.microsoft.com/office/drawing/2014/main" id="{A815E5AA-37F6-443C-AD90-59D8B27486BC}"/>
                  </a:ext>
                </a:extLst>
              </p:cNvPr>
              <p:cNvSpPr txBox="1"/>
              <p:nvPr/>
            </p:nvSpPr>
            <p:spPr>
              <a:xfrm>
                <a:off x="4919872" y="1271168"/>
                <a:ext cx="71526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dirty="0"/>
                  <a:t>Reference</a:t>
                </a:r>
                <a:endParaRPr lang="zh-TW" altLang="en-US" sz="1000" dirty="0"/>
              </a:p>
            </p:txBody>
          </p:sp>
          <p:sp>
            <p:nvSpPr>
              <p:cNvPr id="619" name="文字方塊 618">
                <a:extLst>
                  <a:ext uri="{FF2B5EF4-FFF2-40B4-BE49-F238E27FC236}">
                    <a16:creationId xmlns:a16="http://schemas.microsoft.com/office/drawing/2014/main" id="{2395F686-7201-4167-B06E-2D28527E3B3D}"/>
                  </a:ext>
                </a:extLst>
              </p:cNvPr>
              <p:cNvSpPr txBox="1"/>
              <p:nvPr/>
            </p:nvSpPr>
            <p:spPr>
              <a:xfrm>
                <a:off x="4919872" y="1825325"/>
                <a:ext cx="4491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00" dirty="0"/>
                  <a:t>Error</a:t>
                </a:r>
              </a:p>
            </p:txBody>
          </p:sp>
        </p:grpSp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50704922-DE6C-47A3-BBD3-0D39457E6296}"/>
                </a:ext>
              </a:extLst>
            </p:cNvPr>
            <p:cNvGrpSpPr/>
            <p:nvPr/>
          </p:nvGrpSpPr>
          <p:grpSpPr>
            <a:xfrm>
              <a:off x="4824955" y="3447727"/>
              <a:ext cx="3238269" cy="3254951"/>
              <a:chOff x="4749845" y="3356952"/>
              <a:chExt cx="3238269" cy="3254951"/>
            </a:xfrm>
          </p:grpSpPr>
          <p:cxnSp>
            <p:nvCxnSpPr>
              <p:cNvPr id="1141" name="直線單箭頭接點 1140">
                <a:extLst>
                  <a:ext uri="{FF2B5EF4-FFF2-40B4-BE49-F238E27FC236}">
                    <a16:creationId xmlns:a16="http://schemas.microsoft.com/office/drawing/2014/main" id="{858BE0B4-7045-49F8-A28C-186B9A389E84}"/>
                  </a:ext>
                </a:extLst>
              </p:cNvPr>
              <p:cNvCxnSpPr>
                <a:cxnSpLocks/>
                <a:stCxn id="1266" idx="2"/>
              </p:cNvCxnSpPr>
              <p:nvPr/>
            </p:nvCxnSpPr>
            <p:spPr>
              <a:xfrm>
                <a:off x="6710660" y="5298637"/>
                <a:ext cx="430891" cy="355089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直線單箭頭接點 1141">
                <a:extLst>
                  <a:ext uri="{FF2B5EF4-FFF2-40B4-BE49-F238E27FC236}">
                    <a16:creationId xmlns:a16="http://schemas.microsoft.com/office/drawing/2014/main" id="{D33C4ECD-1ED7-42E0-90EF-1E3546FDD174}"/>
                  </a:ext>
                </a:extLst>
              </p:cNvPr>
              <p:cNvCxnSpPr>
                <a:cxnSpLocks/>
                <a:stCxn id="1264" idx="2"/>
              </p:cNvCxnSpPr>
              <p:nvPr/>
            </p:nvCxnSpPr>
            <p:spPr>
              <a:xfrm flipH="1">
                <a:off x="5587131" y="5298637"/>
                <a:ext cx="723350" cy="375689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CE40C00C-283E-453C-8FD7-79E565D19860}"/>
                  </a:ext>
                </a:extLst>
              </p:cNvPr>
              <p:cNvGrpSpPr/>
              <p:nvPr/>
            </p:nvGrpSpPr>
            <p:grpSpPr>
              <a:xfrm>
                <a:off x="4749845" y="5608765"/>
                <a:ext cx="1461694" cy="1003138"/>
                <a:chOff x="4749845" y="5608765"/>
                <a:chExt cx="1461694" cy="1003138"/>
              </a:xfrm>
            </p:grpSpPr>
            <p:grpSp>
              <p:nvGrpSpPr>
                <p:cNvPr id="19" name="群組 18">
                  <a:extLst>
                    <a:ext uri="{FF2B5EF4-FFF2-40B4-BE49-F238E27FC236}">
                      <a16:creationId xmlns:a16="http://schemas.microsoft.com/office/drawing/2014/main" id="{795C6212-700F-470C-81C1-C54F3EEF3429}"/>
                    </a:ext>
                  </a:extLst>
                </p:cNvPr>
                <p:cNvGrpSpPr/>
                <p:nvPr/>
              </p:nvGrpSpPr>
              <p:grpSpPr>
                <a:xfrm>
                  <a:off x="4749845" y="5608765"/>
                  <a:ext cx="1461694" cy="722598"/>
                  <a:chOff x="4749845" y="5608765"/>
                  <a:chExt cx="1461694" cy="722598"/>
                </a:xfrm>
              </p:grpSpPr>
              <p:cxnSp>
                <p:nvCxnSpPr>
                  <p:cNvPr id="1143" name="直線單箭頭接點 1142">
                    <a:extLst>
                      <a:ext uri="{FF2B5EF4-FFF2-40B4-BE49-F238E27FC236}">
                        <a16:creationId xmlns:a16="http://schemas.microsoft.com/office/drawing/2014/main" id="{37C673A7-50F4-43E6-8A7E-93F2E90FC914}"/>
                      </a:ext>
                    </a:extLst>
                  </p:cNvPr>
                  <p:cNvCxnSpPr>
                    <a:cxnSpLocks/>
                    <a:stCxn id="1145" idx="5"/>
                    <a:endCxn id="1148" idx="1"/>
                  </p:cNvCxnSpPr>
                  <p:nvPr/>
                </p:nvCxnSpPr>
                <p:spPr>
                  <a:xfrm>
                    <a:off x="4974833" y="5833753"/>
                    <a:ext cx="412666" cy="272622"/>
                  </a:xfrm>
                  <a:prstGeom prst="straightConnector1">
                    <a:avLst/>
                  </a:prstGeom>
                  <a:ln w="19050">
                    <a:solidFill>
                      <a:srgbClr val="FFC000"/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4" name="直線單箭頭接點 1143">
                    <a:extLst>
                      <a:ext uri="{FF2B5EF4-FFF2-40B4-BE49-F238E27FC236}">
                        <a16:creationId xmlns:a16="http://schemas.microsoft.com/office/drawing/2014/main" id="{F640C4C6-D476-4FDE-9FF0-741DEA59C114}"/>
                      </a:ext>
                    </a:extLst>
                  </p:cNvPr>
                  <p:cNvCxnSpPr>
                    <a:cxnSpLocks/>
                    <a:stCxn id="1148" idx="6"/>
                    <a:endCxn id="1152" idx="2"/>
                  </p:cNvCxnSpPr>
                  <p:nvPr/>
                </p:nvCxnSpPr>
                <p:spPr>
                  <a:xfrm>
                    <a:off x="5612487" y="6199568"/>
                    <a:ext cx="335462" cy="0"/>
                  </a:xfrm>
                  <a:prstGeom prst="straightConnector1">
                    <a:avLst/>
                  </a:prstGeom>
                  <a:ln w="19050">
                    <a:solidFill>
                      <a:srgbClr val="FFC000"/>
                    </a:solidFill>
                    <a:prstDash val="sysDot"/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45" name="橢圓 1144">
                    <a:extLst>
                      <a:ext uri="{FF2B5EF4-FFF2-40B4-BE49-F238E27FC236}">
                        <a16:creationId xmlns:a16="http://schemas.microsoft.com/office/drawing/2014/main" id="{3BA85B02-5908-4305-AA9D-D609E2A1065F}"/>
                      </a:ext>
                    </a:extLst>
                  </p:cNvPr>
                  <p:cNvSpPr/>
                  <p:nvPr/>
                </p:nvSpPr>
                <p:spPr>
                  <a:xfrm>
                    <a:off x="4749845" y="560876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/>
                      <a:t>A</a:t>
                    </a:r>
                    <a:endParaRPr lang="zh-TW" altLang="en-US" dirty="0"/>
                  </a:p>
                </p:txBody>
              </p:sp>
              <p:sp>
                <p:nvSpPr>
                  <p:cNvPr id="1146" name="橢圓 1145">
                    <a:extLst>
                      <a:ext uri="{FF2B5EF4-FFF2-40B4-BE49-F238E27FC236}">
                        <a16:creationId xmlns:a16="http://schemas.microsoft.com/office/drawing/2014/main" id="{FB393230-4E41-4076-9D3A-7C26BFFB8622}"/>
                      </a:ext>
                    </a:extLst>
                  </p:cNvPr>
                  <p:cNvSpPr/>
                  <p:nvPr/>
                </p:nvSpPr>
                <p:spPr>
                  <a:xfrm>
                    <a:off x="4749845" y="6065721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47" name="橢圓 1146">
                    <a:extLst>
                      <a:ext uri="{FF2B5EF4-FFF2-40B4-BE49-F238E27FC236}">
                        <a16:creationId xmlns:a16="http://schemas.microsoft.com/office/drawing/2014/main" id="{3DA254F7-A941-4171-BD0D-456E27BEC55A}"/>
                      </a:ext>
                    </a:extLst>
                  </p:cNvPr>
                  <p:cNvSpPr/>
                  <p:nvPr/>
                </p:nvSpPr>
                <p:spPr>
                  <a:xfrm>
                    <a:off x="5348897" y="5610817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G</a:t>
                    </a:r>
                    <a:endParaRPr lang="zh-TW" altLang="en-US" dirty="0"/>
                  </a:p>
                </p:txBody>
              </p:sp>
              <p:sp>
                <p:nvSpPr>
                  <p:cNvPr id="1148" name="橢圓 1147">
                    <a:extLst>
                      <a:ext uri="{FF2B5EF4-FFF2-40B4-BE49-F238E27FC236}">
                        <a16:creationId xmlns:a16="http://schemas.microsoft.com/office/drawing/2014/main" id="{BA95657F-982A-4867-A3CF-3EB092485F27}"/>
                      </a:ext>
                    </a:extLst>
                  </p:cNvPr>
                  <p:cNvSpPr/>
                  <p:nvPr/>
                </p:nvSpPr>
                <p:spPr>
                  <a:xfrm>
                    <a:off x="5348897" y="6067773"/>
                    <a:ext cx="263590" cy="26359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9050">
                    <a:solidFill>
                      <a:srgbClr val="FFC000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>
                        <a:solidFill>
                          <a:schemeClr val="bg1"/>
                        </a:solidFill>
                      </a:rPr>
                      <a:t>A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1149" name="直線單箭頭接點 1148">
                    <a:extLst>
                      <a:ext uri="{FF2B5EF4-FFF2-40B4-BE49-F238E27FC236}">
                        <a16:creationId xmlns:a16="http://schemas.microsoft.com/office/drawing/2014/main" id="{D6CF8870-F3E7-4620-A29C-726AE5BD7B05}"/>
                      </a:ext>
                    </a:extLst>
                  </p:cNvPr>
                  <p:cNvCxnSpPr>
                    <a:cxnSpLocks/>
                    <a:stCxn id="1145" idx="6"/>
                    <a:endCxn id="1147" idx="2"/>
                  </p:cNvCxnSpPr>
                  <p:nvPr/>
                </p:nvCxnSpPr>
                <p:spPr>
                  <a:xfrm>
                    <a:off x="5013435" y="5740560"/>
                    <a:ext cx="335462" cy="2052"/>
                  </a:xfrm>
                  <a:prstGeom prst="straightConnector1">
                    <a:avLst/>
                  </a:prstGeom>
                  <a:ln w="19050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0" name="直線單箭頭接點 1149">
                    <a:extLst>
                      <a:ext uri="{FF2B5EF4-FFF2-40B4-BE49-F238E27FC236}">
                        <a16:creationId xmlns:a16="http://schemas.microsoft.com/office/drawing/2014/main" id="{9B99702B-80FF-4BEC-87C5-CA9B831B0322}"/>
                      </a:ext>
                    </a:extLst>
                  </p:cNvPr>
                  <p:cNvCxnSpPr>
                    <a:cxnSpLocks/>
                    <a:stCxn id="1146" idx="7"/>
                    <a:endCxn id="1147" idx="3"/>
                  </p:cNvCxnSpPr>
                  <p:nvPr/>
                </p:nvCxnSpPr>
                <p:spPr>
                  <a:xfrm flipV="1">
                    <a:off x="4974833" y="5835805"/>
                    <a:ext cx="412666" cy="268518"/>
                  </a:xfrm>
                  <a:prstGeom prst="straightConnector1">
                    <a:avLst/>
                  </a:prstGeom>
                  <a:ln w="19050">
                    <a:solidFill>
                      <a:srgbClr val="2F5597"/>
                    </a:solidFill>
                    <a:prstDash val="lgDash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51" name="橢圓 1150">
                    <a:extLst>
                      <a:ext uri="{FF2B5EF4-FFF2-40B4-BE49-F238E27FC236}">
                        <a16:creationId xmlns:a16="http://schemas.microsoft.com/office/drawing/2014/main" id="{2674F9C4-61EC-4F3B-B99E-EEBFA7EF2C4E}"/>
                      </a:ext>
                    </a:extLst>
                  </p:cNvPr>
                  <p:cNvSpPr/>
                  <p:nvPr/>
                </p:nvSpPr>
                <p:spPr>
                  <a:xfrm>
                    <a:off x="5947949" y="5610817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C</a:t>
                    </a:r>
                    <a:endParaRPr lang="zh-TW" altLang="en-US" dirty="0"/>
                  </a:p>
                </p:txBody>
              </p:sp>
              <p:sp>
                <p:nvSpPr>
                  <p:cNvPr id="1152" name="橢圓 1151">
                    <a:extLst>
                      <a:ext uri="{FF2B5EF4-FFF2-40B4-BE49-F238E27FC236}">
                        <a16:creationId xmlns:a16="http://schemas.microsoft.com/office/drawing/2014/main" id="{50B40F71-A12C-42A1-BCA9-023DDFC349B1}"/>
                      </a:ext>
                    </a:extLst>
                  </p:cNvPr>
                  <p:cNvSpPr/>
                  <p:nvPr/>
                </p:nvSpPr>
                <p:spPr>
                  <a:xfrm>
                    <a:off x="5947949" y="6067773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1153" name="直線單箭頭接點 1152">
                    <a:extLst>
                      <a:ext uri="{FF2B5EF4-FFF2-40B4-BE49-F238E27FC236}">
                        <a16:creationId xmlns:a16="http://schemas.microsoft.com/office/drawing/2014/main" id="{77FE16A9-0AD5-4E76-9D98-4E928F391A93}"/>
                      </a:ext>
                    </a:extLst>
                  </p:cNvPr>
                  <p:cNvCxnSpPr>
                    <a:cxnSpLocks/>
                    <a:stCxn id="1147" idx="6"/>
                    <a:endCxn id="1151" idx="2"/>
                  </p:cNvCxnSpPr>
                  <p:nvPr/>
                </p:nvCxnSpPr>
                <p:spPr>
                  <a:xfrm>
                    <a:off x="5612487" y="5742612"/>
                    <a:ext cx="335462" cy="0"/>
                  </a:xfrm>
                  <a:prstGeom prst="straightConnector1">
                    <a:avLst/>
                  </a:prstGeom>
                  <a:noFill/>
                  <a:ln w="19050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154" name="直線單箭頭接點 1153">
                    <a:extLst>
                      <a:ext uri="{FF2B5EF4-FFF2-40B4-BE49-F238E27FC236}">
                        <a16:creationId xmlns:a16="http://schemas.microsoft.com/office/drawing/2014/main" id="{B02B59A1-44B3-44B1-B96A-BFF643DB5762}"/>
                      </a:ext>
                    </a:extLst>
                  </p:cNvPr>
                  <p:cNvCxnSpPr>
                    <a:cxnSpLocks/>
                    <a:stCxn id="1147" idx="5"/>
                    <a:endCxn id="1152" idx="1"/>
                  </p:cNvCxnSpPr>
                  <p:nvPr/>
                </p:nvCxnSpPr>
                <p:spPr>
                  <a:xfrm>
                    <a:off x="5573885" y="5835805"/>
                    <a:ext cx="412666" cy="270570"/>
                  </a:xfrm>
                  <a:prstGeom prst="straightConnector1">
                    <a:avLst/>
                  </a:prstGeom>
                  <a:ln w="19050">
                    <a:solidFill>
                      <a:srgbClr val="2F5597"/>
                    </a:solidFill>
                    <a:prstDash val="lgDashDot"/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55" name="文字方塊 1154">
                  <a:extLst>
                    <a:ext uri="{FF2B5EF4-FFF2-40B4-BE49-F238E27FC236}">
                      <a16:creationId xmlns:a16="http://schemas.microsoft.com/office/drawing/2014/main" id="{3F141572-FE51-4D88-AE39-B16091B62F45}"/>
                    </a:ext>
                  </a:extLst>
                </p:cNvPr>
                <p:cNvSpPr txBox="1"/>
                <p:nvPr/>
              </p:nvSpPr>
              <p:spPr>
                <a:xfrm>
                  <a:off x="4750138" y="6334904"/>
                  <a:ext cx="140153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TW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200" b="0" i="0" u="none" strike="noStrike" cap="none" spc="0" normalizeH="0" baseline="0">
                      <a:ln>
                        <a:noFill/>
                      </a:ln>
                      <a:solidFill>
                        <a:schemeClr val="bg1">
                          <a:lumMod val="50000"/>
                        </a:schemeClr>
                      </a:solidFill>
                      <a:effectLst/>
                      <a:uLnTx/>
                      <a:uFillTx/>
                      <a:ea typeface="微軟正黑體"/>
                    </a:defRPr>
                  </a:lvl1pPr>
                </a:lstStyle>
                <a:p>
                  <a:r>
                    <a:rPr lang="en-US" altLang="zh-TW">
                      <a:solidFill>
                        <a:schemeClr val="tx1"/>
                      </a:solidFill>
                    </a:rPr>
                    <a:t>Sequencing Artifact</a:t>
                  </a:r>
                  <a:endParaRPr lang="en-US" altLang="zh-TW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" name="群組 19">
                <a:extLst>
                  <a:ext uri="{FF2B5EF4-FFF2-40B4-BE49-F238E27FC236}">
                    <a16:creationId xmlns:a16="http://schemas.microsoft.com/office/drawing/2014/main" id="{48F7E1C7-238B-4F33-8957-55DA24742B83}"/>
                  </a:ext>
                </a:extLst>
              </p:cNvPr>
              <p:cNvGrpSpPr/>
              <p:nvPr/>
            </p:nvGrpSpPr>
            <p:grpSpPr>
              <a:xfrm>
                <a:off x="6526420" y="5606713"/>
                <a:ext cx="1461694" cy="1005190"/>
                <a:chOff x="6526420" y="5606713"/>
                <a:chExt cx="1461694" cy="1005190"/>
              </a:xfrm>
            </p:grpSpPr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13AF8418-7A5E-424A-89AB-0D7C96FA3E79}"/>
                    </a:ext>
                  </a:extLst>
                </p:cNvPr>
                <p:cNvGrpSpPr/>
                <p:nvPr/>
              </p:nvGrpSpPr>
              <p:grpSpPr>
                <a:xfrm>
                  <a:off x="6526420" y="5606713"/>
                  <a:ext cx="1461694" cy="722598"/>
                  <a:chOff x="6526420" y="5606713"/>
                  <a:chExt cx="1461694" cy="722598"/>
                </a:xfrm>
              </p:grpSpPr>
              <p:sp>
                <p:nvSpPr>
                  <p:cNvPr id="1156" name="橢圓 1155">
                    <a:extLst>
                      <a:ext uri="{FF2B5EF4-FFF2-40B4-BE49-F238E27FC236}">
                        <a16:creationId xmlns:a16="http://schemas.microsoft.com/office/drawing/2014/main" id="{63505642-EB07-41F3-8361-B6E5B29B6F30}"/>
                      </a:ext>
                    </a:extLst>
                  </p:cNvPr>
                  <p:cNvSpPr/>
                  <p:nvPr/>
                </p:nvSpPr>
                <p:spPr>
                  <a:xfrm>
                    <a:off x="6526420" y="5606713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/>
                      <a:t>A</a:t>
                    </a:r>
                    <a:endParaRPr lang="zh-TW" altLang="en-US" dirty="0"/>
                  </a:p>
                </p:txBody>
              </p:sp>
              <p:sp>
                <p:nvSpPr>
                  <p:cNvPr id="1157" name="橢圓 1156">
                    <a:extLst>
                      <a:ext uri="{FF2B5EF4-FFF2-40B4-BE49-F238E27FC236}">
                        <a16:creationId xmlns:a16="http://schemas.microsoft.com/office/drawing/2014/main" id="{0E23D7ED-9DD9-402D-B1AC-A7686D3E6180}"/>
                      </a:ext>
                    </a:extLst>
                  </p:cNvPr>
                  <p:cNvSpPr/>
                  <p:nvPr/>
                </p:nvSpPr>
                <p:spPr>
                  <a:xfrm>
                    <a:off x="6526420" y="6063669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158" name="橢圓 1157">
                    <a:extLst>
                      <a:ext uri="{FF2B5EF4-FFF2-40B4-BE49-F238E27FC236}">
                        <a16:creationId xmlns:a16="http://schemas.microsoft.com/office/drawing/2014/main" id="{9D9CF8F7-DC65-4E3A-9C4C-0519C0A6E895}"/>
                      </a:ext>
                    </a:extLst>
                  </p:cNvPr>
                  <p:cNvSpPr/>
                  <p:nvPr/>
                </p:nvSpPr>
                <p:spPr>
                  <a:xfrm>
                    <a:off x="7125472" y="560876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T</a:t>
                    </a:r>
                    <a:endParaRPr lang="zh-TW" altLang="en-US" dirty="0"/>
                  </a:p>
                </p:txBody>
              </p:sp>
              <p:sp>
                <p:nvSpPr>
                  <p:cNvPr id="1159" name="橢圓 1158">
                    <a:extLst>
                      <a:ext uri="{FF2B5EF4-FFF2-40B4-BE49-F238E27FC236}">
                        <a16:creationId xmlns:a16="http://schemas.microsoft.com/office/drawing/2014/main" id="{4E7DC151-6DC8-4F81-BBC6-5EEA47974B0B}"/>
                      </a:ext>
                    </a:extLst>
                  </p:cNvPr>
                  <p:cNvSpPr/>
                  <p:nvPr/>
                </p:nvSpPr>
                <p:spPr>
                  <a:xfrm>
                    <a:off x="7125472" y="6065721"/>
                    <a:ext cx="263590" cy="263590"/>
                  </a:xfrm>
                  <a:prstGeom prst="ellipse">
                    <a:avLst/>
                  </a:prstGeom>
                  <a:solidFill>
                    <a:srgbClr val="C55A11"/>
                  </a:solidFill>
                  <a:ln w="19050">
                    <a:solidFill>
                      <a:srgbClr val="C55A1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1160" name="直線單箭頭接點 1159">
                    <a:extLst>
                      <a:ext uri="{FF2B5EF4-FFF2-40B4-BE49-F238E27FC236}">
                        <a16:creationId xmlns:a16="http://schemas.microsoft.com/office/drawing/2014/main" id="{4EC9724D-E425-4655-94F5-A17BD8F04B05}"/>
                      </a:ext>
                    </a:extLst>
                  </p:cNvPr>
                  <p:cNvCxnSpPr>
                    <a:cxnSpLocks/>
                    <a:stCxn id="1159" idx="7"/>
                    <a:endCxn id="1163" idx="3"/>
                  </p:cNvCxnSpPr>
                  <p:nvPr/>
                </p:nvCxnSpPr>
                <p:spPr>
                  <a:xfrm flipV="1">
                    <a:off x="7350460" y="5833753"/>
                    <a:ext cx="412666" cy="270570"/>
                  </a:xfrm>
                  <a:prstGeom prst="straightConnector1">
                    <a:avLst/>
                  </a:prstGeom>
                  <a:ln w="19050">
                    <a:solidFill>
                      <a:srgbClr val="C55A11"/>
                    </a:solidFill>
                    <a:prstDash val="sysDot"/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1" name="直線單箭頭接點 1160">
                    <a:extLst>
                      <a:ext uri="{FF2B5EF4-FFF2-40B4-BE49-F238E27FC236}">
                        <a16:creationId xmlns:a16="http://schemas.microsoft.com/office/drawing/2014/main" id="{6F2C5431-F258-495D-A5BC-A09255495D8A}"/>
                      </a:ext>
                    </a:extLst>
                  </p:cNvPr>
                  <p:cNvCxnSpPr>
                    <a:cxnSpLocks/>
                    <a:stCxn id="1156" idx="6"/>
                    <a:endCxn id="1158" idx="2"/>
                  </p:cNvCxnSpPr>
                  <p:nvPr/>
                </p:nvCxnSpPr>
                <p:spPr>
                  <a:xfrm>
                    <a:off x="6790010" y="5738508"/>
                    <a:ext cx="335462" cy="2052"/>
                  </a:xfrm>
                  <a:prstGeom prst="straightConnector1">
                    <a:avLst/>
                  </a:prstGeom>
                  <a:ln w="19050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2" name="直線單箭頭接點 1161">
                    <a:extLst>
                      <a:ext uri="{FF2B5EF4-FFF2-40B4-BE49-F238E27FC236}">
                        <a16:creationId xmlns:a16="http://schemas.microsoft.com/office/drawing/2014/main" id="{85E3287D-A8A3-420D-A1B0-D9FA24CAD601}"/>
                      </a:ext>
                    </a:extLst>
                  </p:cNvPr>
                  <p:cNvCxnSpPr>
                    <a:cxnSpLocks/>
                    <a:stCxn id="1157" idx="7"/>
                    <a:endCxn id="1158" idx="3"/>
                  </p:cNvCxnSpPr>
                  <p:nvPr/>
                </p:nvCxnSpPr>
                <p:spPr>
                  <a:xfrm flipV="1">
                    <a:off x="6751408" y="5833753"/>
                    <a:ext cx="412666" cy="268518"/>
                  </a:xfrm>
                  <a:prstGeom prst="straightConnector1">
                    <a:avLst/>
                  </a:prstGeom>
                  <a:ln w="19050">
                    <a:solidFill>
                      <a:srgbClr val="2F5597"/>
                    </a:solidFill>
                    <a:prstDash val="lgDash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3" name="橢圓 1162">
                    <a:extLst>
                      <a:ext uri="{FF2B5EF4-FFF2-40B4-BE49-F238E27FC236}">
                        <a16:creationId xmlns:a16="http://schemas.microsoft.com/office/drawing/2014/main" id="{7E5CCCE5-34EF-4EED-9162-D84C5278B0C6}"/>
                      </a:ext>
                    </a:extLst>
                  </p:cNvPr>
                  <p:cNvSpPr/>
                  <p:nvPr/>
                </p:nvSpPr>
                <p:spPr>
                  <a:xfrm>
                    <a:off x="7724524" y="560876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C</a:t>
                    </a:r>
                    <a:endParaRPr lang="zh-TW" altLang="en-US" dirty="0"/>
                  </a:p>
                </p:txBody>
              </p:sp>
              <p:sp>
                <p:nvSpPr>
                  <p:cNvPr id="1164" name="橢圓 1163">
                    <a:extLst>
                      <a:ext uri="{FF2B5EF4-FFF2-40B4-BE49-F238E27FC236}">
                        <a16:creationId xmlns:a16="http://schemas.microsoft.com/office/drawing/2014/main" id="{D9D8F5B1-27CA-46B8-A076-7FCB1D2E7038}"/>
                      </a:ext>
                    </a:extLst>
                  </p:cNvPr>
                  <p:cNvSpPr/>
                  <p:nvPr/>
                </p:nvSpPr>
                <p:spPr>
                  <a:xfrm>
                    <a:off x="7724524" y="6065721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1165" name="直線單箭頭接點 1164">
                    <a:extLst>
                      <a:ext uri="{FF2B5EF4-FFF2-40B4-BE49-F238E27FC236}">
                        <a16:creationId xmlns:a16="http://schemas.microsoft.com/office/drawing/2014/main" id="{F6EE77D0-243E-4500-A711-760F0E914D01}"/>
                      </a:ext>
                    </a:extLst>
                  </p:cNvPr>
                  <p:cNvCxnSpPr>
                    <a:cxnSpLocks/>
                    <a:stCxn id="1158" idx="6"/>
                    <a:endCxn id="1163" idx="2"/>
                  </p:cNvCxnSpPr>
                  <p:nvPr/>
                </p:nvCxnSpPr>
                <p:spPr>
                  <a:xfrm>
                    <a:off x="7389062" y="5740560"/>
                    <a:ext cx="335462" cy="0"/>
                  </a:xfrm>
                  <a:prstGeom prst="straightConnector1">
                    <a:avLst/>
                  </a:prstGeom>
                  <a:noFill/>
                  <a:ln w="19050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arrow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166" name="直線單箭頭接點 1165">
                    <a:extLst>
                      <a:ext uri="{FF2B5EF4-FFF2-40B4-BE49-F238E27FC236}">
                        <a16:creationId xmlns:a16="http://schemas.microsoft.com/office/drawing/2014/main" id="{C1ACD6B4-F0C5-4D1E-BD6C-64BCC1CCA515}"/>
                      </a:ext>
                    </a:extLst>
                  </p:cNvPr>
                  <p:cNvCxnSpPr>
                    <a:cxnSpLocks/>
                    <a:stCxn id="1158" idx="5"/>
                    <a:endCxn id="1164" idx="1"/>
                  </p:cNvCxnSpPr>
                  <p:nvPr/>
                </p:nvCxnSpPr>
                <p:spPr>
                  <a:xfrm>
                    <a:off x="7350460" y="5833753"/>
                    <a:ext cx="412666" cy="270570"/>
                  </a:xfrm>
                  <a:prstGeom prst="straightConnector1">
                    <a:avLst/>
                  </a:prstGeom>
                  <a:ln w="19050">
                    <a:solidFill>
                      <a:srgbClr val="2F5597"/>
                    </a:solidFill>
                    <a:prstDash val="lgDashDot"/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7" name="直線單箭頭接點 1166">
                    <a:extLst>
                      <a:ext uri="{FF2B5EF4-FFF2-40B4-BE49-F238E27FC236}">
                        <a16:creationId xmlns:a16="http://schemas.microsoft.com/office/drawing/2014/main" id="{4034799A-8B8E-4EEE-A039-1E3210E0E42F}"/>
                      </a:ext>
                    </a:extLst>
                  </p:cNvPr>
                  <p:cNvCxnSpPr>
                    <a:cxnSpLocks/>
                    <a:stCxn id="1156" idx="5"/>
                    <a:endCxn id="1159" idx="1"/>
                  </p:cNvCxnSpPr>
                  <p:nvPr/>
                </p:nvCxnSpPr>
                <p:spPr>
                  <a:xfrm>
                    <a:off x="6751408" y="5831701"/>
                    <a:ext cx="412666" cy="272622"/>
                  </a:xfrm>
                  <a:prstGeom prst="straightConnector1">
                    <a:avLst/>
                  </a:prstGeom>
                  <a:ln w="19050">
                    <a:solidFill>
                      <a:srgbClr val="C55A11"/>
                    </a:solidFill>
                    <a:prstDash val="sysDot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68" name="文字方塊 1167">
                  <a:extLst>
                    <a:ext uri="{FF2B5EF4-FFF2-40B4-BE49-F238E27FC236}">
                      <a16:creationId xmlns:a16="http://schemas.microsoft.com/office/drawing/2014/main" id="{FC7C0641-FA56-420B-BE87-CBF192F62B02}"/>
                    </a:ext>
                  </a:extLst>
                </p:cNvPr>
                <p:cNvSpPr txBox="1"/>
                <p:nvPr/>
              </p:nvSpPr>
              <p:spPr>
                <a:xfrm>
                  <a:off x="6743202" y="6334904"/>
                  <a:ext cx="1163908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TW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200" b="0" i="0" u="none" strike="noStrike" cap="none" spc="0" normalizeH="0" baseline="0">
                      <a:ln>
                        <a:noFill/>
                      </a:ln>
                      <a:solidFill>
                        <a:schemeClr val="bg1">
                          <a:lumMod val="50000"/>
                        </a:schemeClr>
                      </a:solidFill>
                      <a:effectLst/>
                      <a:uLnTx/>
                      <a:uFillTx/>
                      <a:ea typeface="微軟正黑體"/>
                    </a:defRPr>
                  </a:lvl1pPr>
                </a:lstStyle>
                <a:p>
                  <a:r>
                    <a:rPr lang="en-US" altLang="zh-TW">
                      <a:solidFill>
                        <a:schemeClr val="tx1"/>
                      </a:solidFill>
                    </a:rPr>
                    <a:t>Somatic Variant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群組 54">
                <a:extLst>
                  <a:ext uri="{FF2B5EF4-FFF2-40B4-BE49-F238E27FC236}">
                    <a16:creationId xmlns:a16="http://schemas.microsoft.com/office/drawing/2014/main" id="{D40774FB-387E-47AF-8843-56B1689DEEB7}"/>
                  </a:ext>
                </a:extLst>
              </p:cNvPr>
              <p:cNvGrpSpPr/>
              <p:nvPr/>
            </p:nvGrpSpPr>
            <p:grpSpPr>
              <a:xfrm>
                <a:off x="5635605" y="3756184"/>
                <a:ext cx="1590844" cy="472423"/>
                <a:chOff x="5492730" y="3688448"/>
                <a:chExt cx="1590844" cy="472423"/>
              </a:xfrm>
            </p:grpSpPr>
            <p:sp>
              <p:nvSpPr>
                <p:cNvPr id="1177" name="箭號: 五邊形 1176">
                  <a:extLst>
                    <a:ext uri="{FF2B5EF4-FFF2-40B4-BE49-F238E27FC236}">
                      <a16:creationId xmlns:a16="http://schemas.microsoft.com/office/drawing/2014/main" id="{3BD12CB2-800C-4C26-80FA-CBAB83F28C59}"/>
                    </a:ext>
                  </a:extLst>
                </p:cNvPr>
                <p:cNvSpPr/>
                <p:nvPr/>
              </p:nvSpPr>
              <p:spPr>
                <a:xfrm>
                  <a:off x="5492730" y="3693319"/>
                  <a:ext cx="159084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78" name="箭號: 五邊形 1177">
                  <a:extLst>
                    <a:ext uri="{FF2B5EF4-FFF2-40B4-BE49-F238E27FC236}">
                      <a16:creationId xmlns:a16="http://schemas.microsoft.com/office/drawing/2014/main" id="{B39DCB09-DF5B-4ED4-9E82-8F83D72DB348}"/>
                    </a:ext>
                  </a:extLst>
                </p:cNvPr>
                <p:cNvSpPr/>
                <p:nvPr/>
              </p:nvSpPr>
              <p:spPr>
                <a:xfrm>
                  <a:off x="5492730" y="3860557"/>
                  <a:ext cx="159084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79" name="箭號: 五邊形 1178">
                  <a:extLst>
                    <a:ext uri="{FF2B5EF4-FFF2-40B4-BE49-F238E27FC236}">
                      <a16:creationId xmlns:a16="http://schemas.microsoft.com/office/drawing/2014/main" id="{32CEB707-C292-458F-9E99-9F3CBE5C6543}"/>
                    </a:ext>
                  </a:extLst>
                </p:cNvPr>
                <p:cNvSpPr/>
                <p:nvPr/>
              </p:nvSpPr>
              <p:spPr>
                <a:xfrm>
                  <a:off x="5492730" y="4027795"/>
                  <a:ext cx="159084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82" name="矩形 178">
                  <a:extLst>
                    <a:ext uri="{FF2B5EF4-FFF2-40B4-BE49-F238E27FC236}">
                      <a16:creationId xmlns:a16="http://schemas.microsoft.com/office/drawing/2014/main" id="{EB47E284-E2F5-41F8-9F6C-1D49F2423D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368937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84" name="矩形 178">
                  <a:extLst>
                    <a:ext uri="{FF2B5EF4-FFF2-40B4-BE49-F238E27FC236}">
                      <a16:creationId xmlns:a16="http://schemas.microsoft.com/office/drawing/2014/main" id="{E2991443-B3A2-4764-B577-0AFBF7B784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368937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86" name="矩形 178">
                  <a:extLst>
                    <a:ext uri="{FF2B5EF4-FFF2-40B4-BE49-F238E27FC236}">
                      <a16:creationId xmlns:a16="http://schemas.microsoft.com/office/drawing/2014/main" id="{1BC477B1-2883-4383-9C7A-AD9AEEBA12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3689374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88" name="矩形 178">
                  <a:extLst>
                    <a:ext uri="{FF2B5EF4-FFF2-40B4-BE49-F238E27FC236}">
                      <a16:creationId xmlns:a16="http://schemas.microsoft.com/office/drawing/2014/main" id="{16E5FE28-BA53-4B9E-8C94-EFB904AD16F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368844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0" name="矩形 178">
                  <a:extLst>
                    <a:ext uri="{FF2B5EF4-FFF2-40B4-BE49-F238E27FC236}">
                      <a16:creationId xmlns:a16="http://schemas.microsoft.com/office/drawing/2014/main" id="{49EE5A53-23CB-4CDE-A327-C1ED9069AE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385661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2" name="矩形 178">
                  <a:extLst>
                    <a:ext uri="{FF2B5EF4-FFF2-40B4-BE49-F238E27FC236}">
                      <a16:creationId xmlns:a16="http://schemas.microsoft.com/office/drawing/2014/main" id="{3A12F4D7-C5E7-43F9-9B05-822C462CBC2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385661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4" name="矩形 178">
                  <a:extLst>
                    <a:ext uri="{FF2B5EF4-FFF2-40B4-BE49-F238E27FC236}">
                      <a16:creationId xmlns:a16="http://schemas.microsoft.com/office/drawing/2014/main" id="{4D10CD20-C05A-4274-8EAB-4ED5EB7519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3856612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6" name="矩形 178">
                  <a:extLst>
                    <a:ext uri="{FF2B5EF4-FFF2-40B4-BE49-F238E27FC236}">
                      <a16:creationId xmlns:a16="http://schemas.microsoft.com/office/drawing/2014/main" id="{054F898A-6647-4358-A4B2-367ADEA63A3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385568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98" name="矩形 178">
                  <a:extLst>
                    <a:ext uri="{FF2B5EF4-FFF2-40B4-BE49-F238E27FC236}">
                      <a16:creationId xmlns:a16="http://schemas.microsoft.com/office/drawing/2014/main" id="{ECE2E10F-05EC-4D1E-BB54-1BC20E4B3C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402385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00" name="矩形 178">
                  <a:extLst>
                    <a:ext uri="{FF2B5EF4-FFF2-40B4-BE49-F238E27FC236}">
                      <a16:creationId xmlns:a16="http://schemas.microsoft.com/office/drawing/2014/main" id="{888DD41D-6DF2-4060-B76B-6A54E9B9FB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402385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02" name="矩形 178">
                  <a:extLst>
                    <a:ext uri="{FF2B5EF4-FFF2-40B4-BE49-F238E27FC236}">
                      <a16:creationId xmlns:a16="http://schemas.microsoft.com/office/drawing/2014/main" id="{BF3C9275-50B3-425E-A69E-B3FD4548AB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4023850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04" name="矩形 178">
                  <a:extLst>
                    <a:ext uri="{FF2B5EF4-FFF2-40B4-BE49-F238E27FC236}">
                      <a16:creationId xmlns:a16="http://schemas.microsoft.com/office/drawing/2014/main" id="{BD2670A2-6363-4673-A5C2-89EB44E38E1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402292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70" name="群組 1869">
                <a:extLst>
                  <a:ext uri="{FF2B5EF4-FFF2-40B4-BE49-F238E27FC236}">
                    <a16:creationId xmlns:a16="http://schemas.microsoft.com/office/drawing/2014/main" id="{163DC96E-4BB9-4160-B1B0-A672286F6E7A}"/>
                  </a:ext>
                </a:extLst>
              </p:cNvPr>
              <p:cNvGrpSpPr/>
              <p:nvPr/>
            </p:nvGrpSpPr>
            <p:grpSpPr>
              <a:xfrm>
                <a:off x="5635605" y="5160690"/>
                <a:ext cx="2186193" cy="137947"/>
                <a:chOff x="5492730" y="5042152"/>
                <a:chExt cx="2186193" cy="137947"/>
              </a:xfrm>
            </p:grpSpPr>
            <p:sp>
              <p:nvSpPr>
                <p:cNvPr id="1176" name="箭號: 五邊形 1175">
                  <a:extLst>
                    <a:ext uri="{FF2B5EF4-FFF2-40B4-BE49-F238E27FC236}">
                      <a16:creationId xmlns:a16="http://schemas.microsoft.com/office/drawing/2014/main" id="{C5415169-190B-4F3B-93EF-D7994CA92F1F}"/>
                    </a:ext>
                  </a:extLst>
                </p:cNvPr>
                <p:cNvSpPr/>
                <p:nvPr/>
              </p:nvSpPr>
              <p:spPr>
                <a:xfrm>
                  <a:off x="5492730" y="5047023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2" name="矩形 178">
                  <a:extLst>
                    <a:ext uri="{FF2B5EF4-FFF2-40B4-BE49-F238E27FC236}">
                      <a16:creationId xmlns:a16="http://schemas.microsoft.com/office/drawing/2014/main" id="{AD65C013-B6EB-48BF-9AD5-D45C0E889C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504307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64" name="矩形 178">
                  <a:extLst>
                    <a:ext uri="{FF2B5EF4-FFF2-40B4-BE49-F238E27FC236}">
                      <a16:creationId xmlns:a16="http://schemas.microsoft.com/office/drawing/2014/main" id="{87DFA94D-8F2B-4223-A9D8-1C0CF4F733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5043078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A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6" name="矩形 178">
                  <a:extLst>
                    <a:ext uri="{FF2B5EF4-FFF2-40B4-BE49-F238E27FC236}">
                      <a16:creationId xmlns:a16="http://schemas.microsoft.com/office/drawing/2014/main" id="{B095E495-3266-45F3-8E95-A71647A863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5043078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68" name="矩形 178">
                  <a:extLst>
                    <a:ext uri="{FF2B5EF4-FFF2-40B4-BE49-F238E27FC236}">
                      <a16:creationId xmlns:a16="http://schemas.microsoft.com/office/drawing/2014/main" id="{C180C745-4120-40C5-90B9-686CB3B1AF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5042152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70" name="矩形 178">
                  <a:extLst>
                    <a:ext uri="{FF2B5EF4-FFF2-40B4-BE49-F238E27FC236}">
                      <a16:creationId xmlns:a16="http://schemas.microsoft.com/office/drawing/2014/main" id="{5A60DA8B-5DE5-46AC-B939-9972E9FA58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675" y="5043078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7239E1-BC18-465A-A5CE-93F8637B8731}"/>
                  </a:ext>
                </a:extLst>
              </p:cNvPr>
              <p:cNvGrpSpPr/>
              <p:nvPr/>
            </p:nvGrpSpPr>
            <p:grpSpPr>
              <a:xfrm>
                <a:off x="5632513" y="3356952"/>
                <a:ext cx="1593936" cy="302205"/>
                <a:chOff x="5489638" y="3356952"/>
                <a:chExt cx="1593936" cy="302205"/>
              </a:xfrm>
            </p:grpSpPr>
            <p:sp>
              <p:nvSpPr>
                <p:cNvPr id="1180" name="箭號: 五邊形 1179">
                  <a:extLst>
                    <a:ext uri="{FF2B5EF4-FFF2-40B4-BE49-F238E27FC236}">
                      <a16:creationId xmlns:a16="http://schemas.microsoft.com/office/drawing/2014/main" id="{34893ADC-9CDE-48B1-B391-988E5F08DFD0}"/>
                    </a:ext>
                  </a:extLst>
                </p:cNvPr>
                <p:cNvSpPr/>
                <p:nvPr/>
              </p:nvSpPr>
              <p:spPr>
                <a:xfrm>
                  <a:off x="5492730" y="3526081"/>
                  <a:ext cx="159084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8" name="矩形 178">
                  <a:extLst>
                    <a:ext uri="{FF2B5EF4-FFF2-40B4-BE49-F238E27FC236}">
                      <a16:creationId xmlns:a16="http://schemas.microsoft.com/office/drawing/2014/main" id="{8C751D10-E9A6-402F-A377-D86AED9396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35221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0" name="矩形 178">
                  <a:extLst>
                    <a:ext uri="{FF2B5EF4-FFF2-40B4-BE49-F238E27FC236}">
                      <a16:creationId xmlns:a16="http://schemas.microsoft.com/office/drawing/2014/main" id="{B53FC7D0-9BA8-4936-88D9-E3A9E9E690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35221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32" name="矩形 178">
                  <a:extLst>
                    <a:ext uri="{FF2B5EF4-FFF2-40B4-BE49-F238E27FC236}">
                      <a16:creationId xmlns:a16="http://schemas.microsoft.com/office/drawing/2014/main" id="{5F57ADEC-A6EA-4A25-AAC5-06E90F9CA7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3522136"/>
                  <a:ext cx="149157" cy="13702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34" name="矩形 178">
                  <a:extLst>
                    <a:ext uri="{FF2B5EF4-FFF2-40B4-BE49-F238E27FC236}">
                      <a16:creationId xmlns:a16="http://schemas.microsoft.com/office/drawing/2014/main" id="{AAFB290D-F847-4AED-AAFE-D7A31D2EF7E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352121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75" name="箭號: 五邊形 1274">
                  <a:extLst>
                    <a:ext uri="{FF2B5EF4-FFF2-40B4-BE49-F238E27FC236}">
                      <a16:creationId xmlns:a16="http://schemas.microsoft.com/office/drawing/2014/main" id="{F862C19E-5DA2-415E-A351-7D8A0A57384F}"/>
                    </a:ext>
                  </a:extLst>
                </p:cNvPr>
                <p:cNvSpPr/>
                <p:nvPr/>
              </p:nvSpPr>
              <p:spPr>
                <a:xfrm>
                  <a:off x="5489638" y="3361823"/>
                  <a:ext cx="159084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77" name="矩形 178">
                  <a:extLst>
                    <a:ext uri="{FF2B5EF4-FFF2-40B4-BE49-F238E27FC236}">
                      <a16:creationId xmlns:a16="http://schemas.microsoft.com/office/drawing/2014/main" id="{95065B55-8F88-41CB-8697-A945EF717E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9737" y="335787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79" name="矩形 178">
                  <a:extLst>
                    <a:ext uri="{FF2B5EF4-FFF2-40B4-BE49-F238E27FC236}">
                      <a16:creationId xmlns:a16="http://schemas.microsoft.com/office/drawing/2014/main" id="{0921BD17-6E81-48B9-97EB-B2444C853E7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89935" y="335787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81" name="矩形 178">
                  <a:extLst>
                    <a:ext uri="{FF2B5EF4-FFF2-40B4-BE49-F238E27FC236}">
                      <a16:creationId xmlns:a16="http://schemas.microsoft.com/office/drawing/2014/main" id="{DC3FF004-8765-4B0A-8089-467F7E9428F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0114" y="3357878"/>
                  <a:ext cx="149157" cy="137021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83" name="矩形 178">
                  <a:extLst>
                    <a:ext uri="{FF2B5EF4-FFF2-40B4-BE49-F238E27FC236}">
                      <a16:creationId xmlns:a16="http://schemas.microsoft.com/office/drawing/2014/main" id="{FCAA460E-CA36-4EA1-B405-C9BF96FF35A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5873" y="3356952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871" name="群組 1870">
                <a:extLst>
                  <a:ext uri="{FF2B5EF4-FFF2-40B4-BE49-F238E27FC236}">
                    <a16:creationId xmlns:a16="http://schemas.microsoft.com/office/drawing/2014/main" id="{BFD94572-E9D1-45AA-A9C5-B9BB4BD335CE}"/>
                  </a:ext>
                </a:extLst>
              </p:cNvPr>
              <p:cNvGrpSpPr/>
              <p:nvPr/>
            </p:nvGrpSpPr>
            <p:grpSpPr>
              <a:xfrm>
                <a:off x="5635605" y="4297588"/>
                <a:ext cx="2186425" cy="795129"/>
                <a:chOff x="5492730" y="4204451"/>
                <a:chExt cx="2186425" cy="795129"/>
              </a:xfrm>
            </p:grpSpPr>
            <p:sp>
              <p:nvSpPr>
                <p:cNvPr id="1172" name="箭號: 五邊形 1171">
                  <a:extLst>
                    <a:ext uri="{FF2B5EF4-FFF2-40B4-BE49-F238E27FC236}">
                      <a16:creationId xmlns:a16="http://schemas.microsoft.com/office/drawing/2014/main" id="{C1DED2CA-82BB-450B-95FF-4B9E4296B213}"/>
                    </a:ext>
                  </a:extLst>
                </p:cNvPr>
                <p:cNvSpPr/>
                <p:nvPr/>
              </p:nvSpPr>
              <p:spPr>
                <a:xfrm>
                  <a:off x="5492730" y="4209322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73" name="箭號: 五邊形 1172">
                  <a:extLst>
                    <a:ext uri="{FF2B5EF4-FFF2-40B4-BE49-F238E27FC236}">
                      <a16:creationId xmlns:a16="http://schemas.microsoft.com/office/drawing/2014/main" id="{817297F9-9C48-4D19-AE1C-623A714700B0}"/>
                    </a:ext>
                  </a:extLst>
                </p:cNvPr>
                <p:cNvSpPr/>
                <p:nvPr/>
              </p:nvSpPr>
              <p:spPr>
                <a:xfrm>
                  <a:off x="5492730" y="4534675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74" name="箭號: 五邊形 1173">
                  <a:extLst>
                    <a:ext uri="{FF2B5EF4-FFF2-40B4-BE49-F238E27FC236}">
                      <a16:creationId xmlns:a16="http://schemas.microsoft.com/office/drawing/2014/main" id="{98552092-018A-4A3B-B3CE-C20EC1A5C046}"/>
                    </a:ext>
                  </a:extLst>
                </p:cNvPr>
                <p:cNvSpPr/>
                <p:nvPr/>
              </p:nvSpPr>
              <p:spPr>
                <a:xfrm>
                  <a:off x="5492730" y="4699268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75" name="箭號: 五邊形 1174">
                  <a:extLst>
                    <a:ext uri="{FF2B5EF4-FFF2-40B4-BE49-F238E27FC236}">
                      <a16:creationId xmlns:a16="http://schemas.microsoft.com/office/drawing/2014/main" id="{9D9248F7-7DB5-42F0-8E05-C17698EE96B2}"/>
                    </a:ext>
                  </a:extLst>
                </p:cNvPr>
                <p:cNvSpPr/>
                <p:nvPr/>
              </p:nvSpPr>
              <p:spPr>
                <a:xfrm>
                  <a:off x="5492730" y="4866504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6" name="矩形 178">
                  <a:extLst>
                    <a:ext uri="{FF2B5EF4-FFF2-40B4-BE49-F238E27FC236}">
                      <a16:creationId xmlns:a16="http://schemas.microsoft.com/office/drawing/2014/main" id="{E49BE58C-716B-460C-92F0-64EFCFAF89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4205377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08" name="矩形 178">
                  <a:extLst>
                    <a:ext uri="{FF2B5EF4-FFF2-40B4-BE49-F238E27FC236}">
                      <a16:creationId xmlns:a16="http://schemas.microsoft.com/office/drawing/2014/main" id="{6408B7B6-A3D5-4F72-B11E-2651F642546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420537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10" name="矩形 178">
                  <a:extLst>
                    <a:ext uri="{FF2B5EF4-FFF2-40B4-BE49-F238E27FC236}">
                      <a16:creationId xmlns:a16="http://schemas.microsoft.com/office/drawing/2014/main" id="{AD59D389-067A-4D1A-84DE-FC5BD6C64C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4205377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12" name="矩形 178">
                  <a:extLst>
                    <a:ext uri="{FF2B5EF4-FFF2-40B4-BE49-F238E27FC236}">
                      <a16:creationId xmlns:a16="http://schemas.microsoft.com/office/drawing/2014/main" id="{E79AAD9A-BF33-4031-A2D4-73AAB3A2826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4204451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14" name="矩形 178">
                  <a:extLst>
                    <a:ext uri="{FF2B5EF4-FFF2-40B4-BE49-F238E27FC236}">
                      <a16:creationId xmlns:a16="http://schemas.microsoft.com/office/drawing/2014/main" id="{B9C820DF-6078-4FE5-831A-DDF63A2A34E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675" y="4205377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17" name="矩形 178">
                  <a:extLst>
                    <a:ext uri="{FF2B5EF4-FFF2-40B4-BE49-F238E27FC236}">
                      <a16:creationId xmlns:a16="http://schemas.microsoft.com/office/drawing/2014/main" id="{CAE0F97D-3463-4E66-9DBA-F788494CEBC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4530730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19" name="矩形 178">
                  <a:extLst>
                    <a:ext uri="{FF2B5EF4-FFF2-40B4-BE49-F238E27FC236}">
                      <a16:creationId xmlns:a16="http://schemas.microsoft.com/office/drawing/2014/main" id="{0E43A1BE-04CE-4074-AED6-8BF05B52602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4530730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21" name="矩形 178">
                  <a:extLst>
                    <a:ext uri="{FF2B5EF4-FFF2-40B4-BE49-F238E27FC236}">
                      <a16:creationId xmlns:a16="http://schemas.microsoft.com/office/drawing/2014/main" id="{273821EE-2D76-45FB-9530-44EF2AFED9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4530730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23" name="矩形 178">
                  <a:extLst>
                    <a:ext uri="{FF2B5EF4-FFF2-40B4-BE49-F238E27FC236}">
                      <a16:creationId xmlns:a16="http://schemas.microsoft.com/office/drawing/2014/main" id="{69EA8B84-3994-401D-8540-297C85FA27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4529804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25" name="矩形 178">
                  <a:extLst>
                    <a:ext uri="{FF2B5EF4-FFF2-40B4-BE49-F238E27FC236}">
                      <a16:creationId xmlns:a16="http://schemas.microsoft.com/office/drawing/2014/main" id="{98F31494-4D29-4D24-AC79-9780589D91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675" y="4530730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36" name="矩形 178">
                  <a:extLst>
                    <a:ext uri="{FF2B5EF4-FFF2-40B4-BE49-F238E27FC236}">
                      <a16:creationId xmlns:a16="http://schemas.microsoft.com/office/drawing/2014/main" id="{7918150D-B921-435C-BCD5-6D3E40D9D57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4695323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38" name="矩形 178">
                  <a:extLst>
                    <a:ext uri="{FF2B5EF4-FFF2-40B4-BE49-F238E27FC236}">
                      <a16:creationId xmlns:a16="http://schemas.microsoft.com/office/drawing/2014/main" id="{EBC55898-E1F8-4DB1-887D-D507EEDEC1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4695323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0" name="矩形 178">
                  <a:extLst>
                    <a:ext uri="{FF2B5EF4-FFF2-40B4-BE49-F238E27FC236}">
                      <a16:creationId xmlns:a16="http://schemas.microsoft.com/office/drawing/2014/main" id="{C1E03476-4654-4309-9A9C-0E6E2177F42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4695323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2" name="矩形 178">
                  <a:extLst>
                    <a:ext uri="{FF2B5EF4-FFF2-40B4-BE49-F238E27FC236}">
                      <a16:creationId xmlns:a16="http://schemas.microsoft.com/office/drawing/2014/main" id="{D2EFAA85-BCFF-4EA7-8EF6-26A67B300E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4694397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4" name="矩形 178">
                  <a:extLst>
                    <a:ext uri="{FF2B5EF4-FFF2-40B4-BE49-F238E27FC236}">
                      <a16:creationId xmlns:a16="http://schemas.microsoft.com/office/drawing/2014/main" id="{B4422DD3-5F37-45BB-AE52-B9891A9F934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675" y="4695323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7" name="矩形 178">
                  <a:extLst>
                    <a:ext uri="{FF2B5EF4-FFF2-40B4-BE49-F238E27FC236}">
                      <a16:creationId xmlns:a16="http://schemas.microsoft.com/office/drawing/2014/main" id="{7CB5950B-CC27-4404-A3FC-CDB39BCAA68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2829" y="4862559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9" name="矩形 178">
                  <a:extLst>
                    <a:ext uri="{FF2B5EF4-FFF2-40B4-BE49-F238E27FC236}">
                      <a16:creationId xmlns:a16="http://schemas.microsoft.com/office/drawing/2014/main" id="{1277486D-BF02-4567-9E11-EB369CDAD4E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027" y="486255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51" name="矩形 178">
                  <a:extLst>
                    <a:ext uri="{FF2B5EF4-FFF2-40B4-BE49-F238E27FC236}">
                      <a16:creationId xmlns:a16="http://schemas.microsoft.com/office/drawing/2014/main" id="{5DA2087A-C7AB-44E1-91AC-91AF7A59936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206" y="4862559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53" name="矩形 178">
                  <a:extLst>
                    <a:ext uri="{FF2B5EF4-FFF2-40B4-BE49-F238E27FC236}">
                      <a16:creationId xmlns:a16="http://schemas.microsoft.com/office/drawing/2014/main" id="{84ED8E0F-3C9A-4CB9-9EB6-FBA206DF0A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8965" y="4861633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9" name="矩形 178">
                  <a:extLst>
                    <a:ext uri="{FF2B5EF4-FFF2-40B4-BE49-F238E27FC236}">
                      <a16:creationId xmlns:a16="http://schemas.microsoft.com/office/drawing/2014/main" id="{DF73D562-62F8-40F4-A205-A865831E40F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675" y="4862559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84" name="箭號: 五邊形 1283">
                  <a:extLst>
                    <a:ext uri="{FF2B5EF4-FFF2-40B4-BE49-F238E27FC236}">
                      <a16:creationId xmlns:a16="http://schemas.microsoft.com/office/drawing/2014/main" id="{476B1678-1CB8-4BFD-9F6A-F27D68F4D140}"/>
                    </a:ext>
                  </a:extLst>
                </p:cNvPr>
                <p:cNvSpPr/>
                <p:nvPr/>
              </p:nvSpPr>
              <p:spPr>
                <a:xfrm>
                  <a:off x="5492962" y="4369213"/>
                  <a:ext cx="2186193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86" name="矩形 178">
                  <a:extLst>
                    <a:ext uri="{FF2B5EF4-FFF2-40B4-BE49-F238E27FC236}">
                      <a16:creationId xmlns:a16="http://schemas.microsoft.com/office/drawing/2014/main" id="{D6215AD6-A59F-4EDD-B599-49C8CABD83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93061" y="4365268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88" name="矩形 178">
                  <a:extLst>
                    <a:ext uri="{FF2B5EF4-FFF2-40B4-BE49-F238E27FC236}">
                      <a16:creationId xmlns:a16="http://schemas.microsoft.com/office/drawing/2014/main" id="{1E65C6E5-0FCF-46E7-805E-14B0EFC4138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093259" y="436526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G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0" name="矩形 178">
                  <a:extLst>
                    <a:ext uri="{FF2B5EF4-FFF2-40B4-BE49-F238E27FC236}">
                      <a16:creationId xmlns:a16="http://schemas.microsoft.com/office/drawing/2014/main" id="{63C7F36B-4C9F-4270-A945-8FE778AD0A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493438" y="4365268"/>
                  <a:ext cx="149157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92" name="矩形 178">
                  <a:extLst>
                    <a:ext uri="{FF2B5EF4-FFF2-40B4-BE49-F238E27FC236}">
                      <a16:creationId xmlns:a16="http://schemas.microsoft.com/office/drawing/2014/main" id="{F802EE57-55CC-449C-BFE1-F3F7243CA2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889197" y="4364342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94" name="矩形 178">
                  <a:extLst>
                    <a:ext uri="{FF2B5EF4-FFF2-40B4-BE49-F238E27FC236}">
                      <a16:creationId xmlns:a16="http://schemas.microsoft.com/office/drawing/2014/main" id="{28E30891-1069-4E69-9337-EF87A4DD51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83907" y="4365268"/>
                  <a:ext cx="149158" cy="137021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491" name="直線接點 490">
                <a:extLst>
                  <a:ext uri="{FF2B5EF4-FFF2-40B4-BE49-F238E27FC236}">
                    <a16:creationId xmlns:a16="http://schemas.microsoft.com/office/drawing/2014/main" id="{EDCF23C5-EC22-4BA8-8ED9-B6FFEC778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7760" y="4268179"/>
                <a:ext cx="3061415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4" name="圖形 493" descr="女性形象 以實心填滿">
                <a:extLst>
                  <a:ext uri="{FF2B5EF4-FFF2-40B4-BE49-F238E27FC236}">
                    <a16:creationId xmlns:a16="http://schemas.microsoft.com/office/drawing/2014/main" id="{78926786-A228-4E94-A964-59D4530EB5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4995556" y="4554772"/>
                <a:ext cx="360000" cy="360000"/>
              </a:xfrm>
              <a:prstGeom prst="rect">
                <a:avLst/>
              </a:prstGeom>
            </p:spPr>
          </p:pic>
          <p:cxnSp>
            <p:nvCxnSpPr>
              <p:cNvPr id="500" name="直線接點 499">
                <a:extLst>
                  <a:ext uri="{FF2B5EF4-FFF2-40B4-BE49-F238E27FC236}">
                    <a16:creationId xmlns:a16="http://schemas.microsoft.com/office/drawing/2014/main" id="{8066D5E5-8FF8-4BF8-9BCE-A6A9AC8C5B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7760" y="5130731"/>
                <a:ext cx="3061415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線接點 502">
                <a:extLst>
                  <a:ext uri="{FF2B5EF4-FFF2-40B4-BE49-F238E27FC236}">
                    <a16:creationId xmlns:a16="http://schemas.microsoft.com/office/drawing/2014/main" id="{05CA6705-6CEB-407C-8284-D1980B3CC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2513" y="3716646"/>
                <a:ext cx="1631333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7" name="圖形 496" descr="男性形象 以實心填滿">
                <a:extLst>
                  <a:ext uri="{FF2B5EF4-FFF2-40B4-BE49-F238E27FC236}">
                    <a16:creationId xmlns:a16="http://schemas.microsoft.com/office/drawing/2014/main" id="{2E4A0890-E5A8-4922-8100-4632C55BE4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995556" y="3589720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FD3B3440-E93D-4CD4-8CDA-282AEDDF69FD}"/>
                </a:ext>
              </a:extLst>
            </p:cNvPr>
            <p:cNvGrpSpPr/>
            <p:nvPr/>
          </p:nvGrpSpPr>
          <p:grpSpPr>
            <a:xfrm>
              <a:off x="4117705" y="2716681"/>
              <a:ext cx="2335463" cy="483194"/>
              <a:chOff x="3948028" y="1981374"/>
              <a:chExt cx="2335463" cy="483194"/>
            </a:xfrm>
          </p:grpSpPr>
          <p:sp>
            <p:nvSpPr>
              <p:cNvPr id="515" name="矩形: 圓角 514">
                <a:extLst>
                  <a:ext uri="{FF2B5EF4-FFF2-40B4-BE49-F238E27FC236}">
                    <a16:creationId xmlns:a16="http://schemas.microsoft.com/office/drawing/2014/main" id="{A7E32F7C-8D4A-4B30-84E9-F6E5C2BE7D14}"/>
                  </a:ext>
                </a:extLst>
              </p:cNvPr>
              <p:cNvSpPr/>
              <p:nvPr/>
            </p:nvSpPr>
            <p:spPr>
              <a:xfrm>
                <a:off x="3995376" y="2151752"/>
                <a:ext cx="2215905" cy="266827"/>
              </a:xfrm>
              <a:prstGeom prst="roundRect">
                <a:avLst/>
              </a:prstGeom>
              <a:solidFill>
                <a:srgbClr val="F2F2F2"/>
              </a:solidFill>
              <a:ln>
                <a:solidFill>
                  <a:srgbClr val="3B3838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zh-TW" altLang="en-US" dirty="0"/>
              </a:p>
            </p:txBody>
          </p:sp>
          <p:sp>
            <p:nvSpPr>
              <p:cNvPr id="1953" name="文字方塊 1952">
                <a:extLst>
                  <a:ext uri="{FF2B5EF4-FFF2-40B4-BE49-F238E27FC236}">
                    <a16:creationId xmlns:a16="http://schemas.microsoft.com/office/drawing/2014/main" id="{3CB24B70-AE85-4CD5-9C36-C62EC1EF823A}"/>
                  </a:ext>
                </a:extLst>
              </p:cNvPr>
              <p:cNvSpPr txBox="1"/>
              <p:nvPr/>
            </p:nvSpPr>
            <p:spPr>
              <a:xfrm>
                <a:off x="3951827" y="2095236"/>
                <a:ext cx="23316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Somatic Variant Calling</a:t>
                </a:r>
                <a:endParaRPr lang="zh-TW" altLang="en-US" dirty="0"/>
              </a:p>
            </p:txBody>
          </p:sp>
          <p:sp>
            <p:nvSpPr>
              <p:cNvPr id="505" name="橢圓 504">
                <a:extLst>
                  <a:ext uri="{FF2B5EF4-FFF2-40B4-BE49-F238E27FC236}">
                    <a16:creationId xmlns:a16="http://schemas.microsoft.com/office/drawing/2014/main" id="{383660FA-FD09-46EA-89AC-C9C9235EA1C9}"/>
                  </a:ext>
                </a:extLst>
              </p:cNvPr>
              <p:cNvSpPr/>
              <p:nvPr/>
            </p:nvSpPr>
            <p:spPr>
              <a:xfrm>
                <a:off x="3948028" y="1981374"/>
                <a:ext cx="178037" cy="178037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200" dirty="0"/>
                  <a:t>4</a:t>
                </a:r>
                <a:endParaRPr lang="zh-TW" altLang="en-US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453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3FB2A2-BD1C-443A-A709-E185666A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Chromosomal-Scale LOH Detection</a:t>
            </a:r>
            <a:endParaRPr lang="zh-TW" altLang="en-US" dirty="0"/>
          </a:p>
        </p:txBody>
      </p:sp>
      <p:grpSp>
        <p:nvGrpSpPr>
          <p:cNvPr id="366" name="群組 365">
            <a:extLst>
              <a:ext uri="{FF2B5EF4-FFF2-40B4-BE49-F238E27FC236}">
                <a16:creationId xmlns:a16="http://schemas.microsoft.com/office/drawing/2014/main" id="{744135CE-C951-49A3-9DE4-9E7C9B6A2B0A}"/>
              </a:ext>
            </a:extLst>
          </p:cNvPr>
          <p:cNvGrpSpPr/>
          <p:nvPr/>
        </p:nvGrpSpPr>
        <p:grpSpPr>
          <a:xfrm>
            <a:off x="3785374" y="5137176"/>
            <a:ext cx="5028354" cy="369332"/>
            <a:chOff x="3785374" y="4954089"/>
            <a:chExt cx="5028354" cy="369332"/>
          </a:xfrm>
        </p:grpSpPr>
        <p:grpSp>
          <p:nvGrpSpPr>
            <p:cNvPr id="430" name="群組 429">
              <a:extLst>
                <a:ext uri="{FF2B5EF4-FFF2-40B4-BE49-F238E27FC236}">
                  <a16:creationId xmlns:a16="http://schemas.microsoft.com/office/drawing/2014/main" id="{530BD580-4460-4A11-859E-56F3B673DB70}"/>
                </a:ext>
              </a:extLst>
            </p:cNvPr>
            <p:cNvGrpSpPr/>
            <p:nvPr/>
          </p:nvGrpSpPr>
          <p:grpSpPr>
            <a:xfrm>
              <a:off x="5920509" y="5083881"/>
              <a:ext cx="2893219" cy="140497"/>
              <a:chOff x="2419670" y="1643370"/>
              <a:chExt cx="2893219" cy="140497"/>
            </a:xfrm>
          </p:grpSpPr>
          <p:cxnSp>
            <p:nvCxnSpPr>
              <p:cNvPr id="431" name="直線接點 430">
                <a:extLst>
                  <a:ext uri="{FF2B5EF4-FFF2-40B4-BE49-F238E27FC236}">
                    <a16:creationId xmlns:a16="http://schemas.microsoft.com/office/drawing/2014/main" id="{B03F644B-1E95-4B9E-B532-6E4F999F8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670" y="1715591"/>
                <a:ext cx="2893219" cy="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2" name="矩形 178">
                <a:extLst>
                  <a:ext uri="{FF2B5EF4-FFF2-40B4-BE49-F238E27FC236}">
                    <a16:creationId xmlns:a16="http://schemas.microsoft.com/office/drawing/2014/main" id="{A1D605A8-4192-4DC9-B0BD-E992E2C45D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4697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3" name="矩形 178">
                <a:extLst>
                  <a:ext uri="{FF2B5EF4-FFF2-40B4-BE49-F238E27FC236}">
                    <a16:creationId xmlns:a16="http://schemas.microsoft.com/office/drawing/2014/main" id="{709C8E99-1154-4CAF-9DA9-BB6EEA9635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94795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4" name="矩形 178">
                <a:extLst>
                  <a:ext uri="{FF2B5EF4-FFF2-40B4-BE49-F238E27FC236}">
                    <a16:creationId xmlns:a16="http://schemas.microsoft.com/office/drawing/2014/main" id="{00006F92-422B-4CEF-B589-C2265891990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94888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5" name="矩形 178">
                <a:extLst>
                  <a:ext uri="{FF2B5EF4-FFF2-40B4-BE49-F238E27FC236}">
                    <a16:creationId xmlns:a16="http://schemas.microsoft.com/office/drawing/2014/main" id="{DA0B0563-295C-424D-A879-461BB72164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94986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6" name="矩形 178">
                <a:extLst>
                  <a:ext uri="{FF2B5EF4-FFF2-40B4-BE49-F238E27FC236}">
                    <a16:creationId xmlns:a16="http://schemas.microsoft.com/office/drawing/2014/main" id="{2CADCBDB-D975-403B-AC09-A06529D038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95083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7" name="矩形 178">
                <a:extLst>
                  <a:ext uri="{FF2B5EF4-FFF2-40B4-BE49-F238E27FC236}">
                    <a16:creationId xmlns:a16="http://schemas.microsoft.com/office/drawing/2014/main" id="{844A3621-6F67-459C-B07B-99B4C5EF19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95184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8" name="矩形 178">
                <a:extLst>
                  <a:ext uri="{FF2B5EF4-FFF2-40B4-BE49-F238E27FC236}">
                    <a16:creationId xmlns:a16="http://schemas.microsoft.com/office/drawing/2014/main" id="{211B5B48-8B11-44C0-8E3D-C7AEA20759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95265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39" name="矩形 178">
                <a:extLst>
                  <a:ext uri="{FF2B5EF4-FFF2-40B4-BE49-F238E27FC236}">
                    <a16:creationId xmlns:a16="http://schemas.microsoft.com/office/drawing/2014/main" id="{D79C6B3F-B839-41B9-9F37-0155C8BA89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95363" y="1646846"/>
                <a:ext cx="149157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0" name="矩形 439">
                <a:extLst>
                  <a:ext uri="{FF2B5EF4-FFF2-40B4-BE49-F238E27FC236}">
                    <a16:creationId xmlns:a16="http://schemas.microsoft.com/office/drawing/2014/main" id="{2435A224-83CB-40FC-9B9F-F1257E974C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696275" y="1643370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1" name="矩形 178">
                <a:extLst>
                  <a:ext uri="{FF2B5EF4-FFF2-40B4-BE49-F238E27FC236}">
                    <a16:creationId xmlns:a16="http://schemas.microsoft.com/office/drawing/2014/main" id="{D7A5ED8C-9C64-41F8-A477-4DE3DC7FE5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95903" y="1645334"/>
                <a:ext cx="149157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2" name="矩形 178">
                <a:extLst>
                  <a:ext uri="{FF2B5EF4-FFF2-40B4-BE49-F238E27FC236}">
                    <a16:creationId xmlns:a16="http://schemas.microsoft.com/office/drawing/2014/main" id="{B7FCC652-CD90-472C-8133-01C4B39806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4990" y="1646846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3" name="矩形 178">
                <a:extLst>
                  <a:ext uri="{FF2B5EF4-FFF2-40B4-BE49-F238E27FC236}">
                    <a16:creationId xmlns:a16="http://schemas.microsoft.com/office/drawing/2014/main" id="{B507D124-4970-4118-BEDF-C1B1ABFA9D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6196" y="1645334"/>
                <a:ext cx="149157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4" name="矩形 178">
                <a:extLst>
                  <a:ext uri="{FF2B5EF4-FFF2-40B4-BE49-F238E27FC236}">
                    <a16:creationId xmlns:a16="http://schemas.microsoft.com/office/drawing/2014/main" id="{138C8CA2-9506-412A-B9ED-02C3BFE094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5070" y="1646846"/>
                <a:ext cx="149157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45" name="矩形 444">
                <a:extLst>
                  <a:ext uri="{FF2B5EF4-FFF2-40B4-BE49-F238E27FC236}">
                    <a16:creationId xmlns:a16="http://schemas.microsoft.com/office/drawing/2014/main" id="{4D2B05BA-F4B8-4DF8-8506-4E4201581C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95982" y="1643370"/>
                <a:ext cx="149158" cy="137021"/>
              </a:xfrm>
              <a:prstGeom prst="rect">
                <a:avLst/>
              </a:prstGeom>
              <a:solidFill>
                <a:srgbClr val="C9C9C9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46" name="文字方塊 445">
              <a:extLst>
                <a:ext uri="{FF2B5EF4-FFF2-40B4-BE49-F238E27FC236}">
                  <a16:creationId xmlns:a16="http://schemas.microsoft.com/office/drawing/2014/main" id="{663FF766-A28F-49EE-B651-6B3EF515D7DE}"/>
                </a:ext>
              </a:extLst>
            </p:cNvPr>
            <p:cNvSpPr txBox="1"/>
            <p:nvPr/>
          </p:nvSpPr>
          <p:spPr>
            <a:xfrm>
              <a:off x="3785374" y="4954089"/>
              <a:ext cx="19843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</a:lstStyle>
            <a:p>
              <a:r>
                <a:rPr lang="en-US" altLang="zh-TW" dirty="0"/>
                <a:t>Reference Genome</a:t>
              </a:r>
              <a:endParaRPr lang="zh-TW" altLang="en-US" dirty="0"/>
            </a:p>
          </p:txBody>
        </p:sp>
      </p:grpSp>
      <p:grpSp>
        <p:nvGrpSpPr>
          <p:cNvPr id="365" name="群組 364">
            <a:extLst>
              <a:ext uri="{FF2B5EF4-FFF2-40B4-BE49-F238E27FC236}">
                <a16:creationId xmlns:a16="http://schemas.microsoft.com/office/drawing/2014/main" id="{DC4CB553-7365-4747-81B2-44B40D4D06F6}"/>
              </a:ext>
            </a:extLst>
          </p:cNvPr>
          <p:cNvGrpSpPr/>
          <p:nvPr/>
        </p:nvGrpSpPr>
        <p:grpSpPr>
          <a:xfrm>
            <a:off x="3513283" y="5540276"/>
            <a:ext cx="4930834" cy="611956"/>
            <a:chOff x="3513283" y="5357189"/>
            <a:chExt cx="4930834" cy="611956"/>
          </a:xfrm>
        </p:grpSpPr>
        <p:sp>
          <p:nvSpPr>
            <p:cNvPr id="397" name="箭號: 五邊形 396">
              <a:extLst>
                <a:ext uri="{FF2B5EF4-FFF2-40B4-BE49-F238E27FC236}">
                  <a16:creationId xmlns:a16="http://schemas.microsoft.com/office/drawing/2014/main" id="{859A6058-49E1-401D-B6D2-A62D9FF926B7}"/>
                </a:ext>
              </a:extLst>
            </p:cNvPr>
            <p:cNvSpPr/>
            <p:nvPr/>
          </p:nvSpPr>
          <p:spPr>
            <a:xfrm>
              <a:off x="6599170" y="5477057"/>
              <a:ext cx="1611853" cy="12959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98" name="矩形 178">
              <a:extLst>
                <a:ext uri="{FF2B5EF4-FFF2-40B4-BE49-F238E27FC236}">
                  <a16:creationId xmlns:a16="http://schemas.microsoft.com/office/drawing/2014/main" id="{F02FCDD7-65B2-4569-8FAF-B83B67E608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9437" y="54733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" name="矩形 178">
              <a:extLst>
                <a:ext uri="{FF2B5EF4-FFF2-40B4-BE49-F238E27FC236}">
                  <a16:creationId xmlns:a16="http://schemas.microsoft.com/office/drawing/2014/main" id="{AAC2FCC5-13B3-4FAA-95E9-6FFF8527D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9527" y="54733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0" name="矩形 178">
              <a:extLst>
                <a:ext uri="{FF2B5EF4-FFF2-40B4-BE49-F238E27FC236}">
                  <a16:creationId xmlns:a16="http://schemas.microsoft.com/office/drawing/2014/main" id="{8F56A372-FBE1-472F-BCC9-5831BD55F5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99170" y="54733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1" name="矩形 178">
              <a:extLst>
                <a:ext uri="{FF2B5EF4-FFF2-40B4-BE49-F238E27FC236}">
                  <a16:creationId xmlns:a16="http://schemas.microsoft.com/office/drawing/2014/main" id="{83424468-9E55-4532-8525-B8A9129808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99261" y="54733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2" name="矩形 178">
              <a:extLst>
                <a:ext uri="{FF2B5EF4-FFF2-40B4-BE49-F238E27FC236}">
                  <a16:creationId xmlns:a16="http://schemas.microsoft.com/office/drawing/2014/main" id="{1391F9EF-3E47-4EE8-818B-A190A7C42B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9347" y="54733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3" name="矩形 178">
              <a:extLst>
                <a:ext uri="{FF2B5EF4-FFF2-40B4-BE49-F238E27FC236}">
                  <a16:creationId xmlns:a16="http://schemas.microsoft.com/office/drawing/2014/main" id="{62DFDD05-C54F-4C12-B7C1-61B27916A8CD}"/>
                </a:ext>
              </a:extLst>
            </p:cNvPr>
            <p:cNvSpPr>
              <a:spLocks/>
            </p:cNvSpPr>
            <p:nvPr/>
          </p:nvSpPr>
          <p:spPr>
            <a:xfrm>
              <a:off x="7594893" y="5477868"/>
              <a:ext cx="353954" cy="1274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Del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4" name="矩形 178">
              <a:extLst>
                <a:ext uri="{FF2B5EF4-FFF2-40B4-BE49-F238E27FC236}">
                  <a16:creationId xmlns:a16="http://schemas.microsoft.com/office/drawing/2014/main" id="{5E7A1F4B-E469-4647-B676-692DEF5692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9786" y="5473347"/>
              <a:ext cx="149152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5" name="箭號: 五邊形 451">
              <a:extLst>
                <a:ext uri="{FF2B5EF4-FFF2-40B4-BE49-F238E27FC236}">
                  <a16:creationId xmlns:a16="http://schemas.microsoft.com/office/drawing/2014/main" id="{A77F204C-FEA4-4D83-9970-AD064B96E7EA}"/>
                </a:ext>
              </a:extLst>
            </p:cNvPr>
            <p:cNvSpPr/>
            <p:nvPr/>
          </p:nvSpPr>
          <p:spPr>
            <a:xfrm flipH="1">
              <a:off x="6548230" y="5473347"/>
              <a:ext cx="50939" cy="137015"/>
            </a:xfrm>
            <a:custGeom>
              <a:avLst/>
              <a:gdLst>
                <a:gd name="connsiteX0" fmla="*/ 0 w 216000"/>
                <a:gd name="connsiteY0" fmla="*/ 0 h 49248"/>
                <a:gd name="connsiteX1" fmla="*/ 191376 w 216000"/>
                <a:gd name="connsiteY1" fmla="*/ 0 h 49248"/>
                <a:gd name="connsiteX2" fmla="*/ 216000 w 216000"/>
                <a:gd name="connsiteY2" fmla="*/ 24624 h 49248"/>
                <a:gd name="connsiteX3" fmla="*/ 191376 w 216000"/>
                <a:gd name="connsiteY3" fmla="*/ 49248 h 49248"/>
                <a:gd name="connsiteX4" fmla="*/ 0 w 216000"/>
                <a:gd name="connsiteY4" fmla="*/ 49248 h 49248"/>
                <a:gd name="connsiteX5" fmla="*/ 0 w 216000"/>
                <a:gd name="connsiteY5" fmla="*/ 0 h 49248"/>
                <a:gd name="connsiteX0" fmla="*/ 191376 w 282816"/>
                <a:gd name="connsiteY0" fmla="*/ 49248 h 140688"/>
                <a:gd name="connsiteX1" fmla="*/ 0 w 282816"/>
                <a:gd name="connsiteY1" fmla="*/ 49248 h 140688"/>
                <a:gd name="connsiteX2" fmla="*/ 0 w 282816"/>
                <a:gd name="connsiteY2" fmla="*/ 0 h 140688"/>
                <a:gd name="connsiteX3" fmla="*/ 191376 w 282816"/>
                <a:gd name="connsiteY3" fmla="*/ 0 h 140688"/>
                <a:gd name="connsiteX4" fmla="*/ 216000 w 282816"/>
                <a:gd name="connsiteY4" fmla="*/ 24624 h 140688"/>
                <a:gd name="connsiteX5" fmla="*/ 282816 w 282816"/>
                <a:gd name="connsiteY5" fmla="*/ 140688 h 140688"/>
                <a:gd name="connsiteX0" fmla="*/ 191376 w 216000"/>
                <a:gd name="connsiteY0" fmla="*/ 49248 h 49248"/>
                <a:gd name="connsiteX1" fmla="*/ 0 w 216000"/>
                <a:gd name="connsiteY1" fmla="*/ 49248 h 49248"/>
                <a:gd name="connsiteX2" fmla="*/ 0 w 216000"/>
                <a:gd name="connsiteY2" fmla="*/ 0 h 49248"/>
                <a:gd name="connsiteX3" fmla="*/ 191376 w 216000"/>
                <a:gd name="connsiteY3" fmla="*/ 0 h 49248"/>
                <a:gd name="connsiteX4" fmla="*/ 216000 w 216000"/>
                <a:gd name="connsiteY4" fmla="*/ 24624 h 49248"/>
                <a:gd name="connsiteX0" fmla="*/ 191376 w 216000"/>
                <a:gd name="connsiteY0" fmla="*/ 49248 h 49248"/>
                <a:gd name="connsiteX1" fmla="*/ 0 w 216000"/>
                <a:gd name="connsiteY1" fmla="*/ 49248 h 49248"/>
                <a:gd name="connsiteX2" fmla="*/ 0 w 216000"/>
                <a:gd name="connsiteY2" fmla="*/ 0 h 49248"/>
                <a:gd name="connsiteX3" fmla="*/ 191376 w 216000"/>
                <a:gd name="connsiteY3" fmla="*/ 0 h 49248"/>
                <a:gd name="connsiteX4" fmla="*/ 216000 w 216000"/>
                <a:gd name="connsiteY4" fmla="*/ 24624 h 49248"/>
                <a:gd name="connsiteX0" fmla="*/ 191376 w 191376"/>
                <a:gd name="connsiteY0" fmla="*/ 49248 h 49248"/>
                <a:gd name="connsiteX1" fmla="*/ 0 w 191376"/>
                <a:gd name="connsiteY1" fmla="*/ 49248 h 49248"/>
                <a:gd name="connsiteX2" fmla="*/ 0 w 191376"/>
                <a:gd name="connsiteY2" fmla="*/ 0 h 49248"/>
                <a:gd name="connsiteX3" fmla="*/ 191376 w 191376"/>
                <a:gd name="connsiteY3" fmla="*/ 0 h 49248"/>
                <a:gd name="connsiteX0" fmla="*/ 191376 w 191376"/>
                <a:gd name="connsiteY0" fmla="*/ 49248 h 49248"/>
                <a:gd name="connsiteX1" fmla="*/ 0 w 191376"/>
                <a:gd name="connsiteY1" fmla="*/ 49248 h 49248"/>
                <a:gd name="connsiteX2" fmla="*/ 0 w 191376"/>
                <a:gd name="connsiteY2" fmla="*/ 0 h 49248"/>
                <a:gd name="connsiteX0" fmla="*/ 0 w 0"/>
                <a:gd name="connsiteY0" fmla="*/ 49248 h 49248"/>
                <a:gd name="connsiteX1" fmla="*/ 0 w 0"/>
                <a:gd name="connsiteY1" fmla="*/ 0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49248">
                  <a:moveTo>
                    <a:pt x="0" y="49248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6" name="矩形 178">
              <a:extLst>
                <a:ext uri="{FF2B5EF4-FFF2-40B4-BE49-F238E27FC236}">
                  <a16:creationId xmlns:a16="http://schemas.microsoft.com/office/drawing/2014/main" id="{60F807F8-E248-4D40-87F2-5E2C4A187D68}"/>
                </a:ext>
              </a:extLst>
            </p:cNvPr>
            <p:cNvSpPr>
              <a:spLocks/>
            </p:cNvSpPr>
            <p:nvPr/>
          </p:nvSpPr>
          <p:spPr>
            <a:xfrm>
              <a:off x="5994222" y="5477868"/>
              <a:ext cx="584071" cy="127478"/>
            </a:xfrm>
            <a:custGeom>
              <a:avLst/>
              <a:gdLst>
                <a:gd name="connsiteX0" fmla="*/ 0 w 353954"/>
                <a:gd name="connsiteY0" fmla="*/ 0 h 127478"/>
                <a:gd name="connsiteX1" fmla="*/ 353954 w 353954"/>
                <a:gd name="connsiteY1" fmla="*/ 0 h 127478"/>
                <a:gd name="connsiteX2" fmla="*/ 353954 w 353954"/>
                <a:gd name="connsiteY2" fmla="*/ 127478 h 127478"/>
                <a:gd name="connsiteX3" fmla="*/ 0 w 353954"/>
                <a:gd name="connsiteY3" fmla="*/ 127478 h 127478"/>
                <a:gd name="connsiteX4" fmla="*/ 0 w 353954"/>
                <a:gd name="connsiteY4" fmla="*/ 0 h 127478"/>
                <a:gd name="connsiteX0" fmla="*/ 353954 w 445394"/>
                <a:gd name="connsiteY0" fmla="*/ 127478 h 218918"/>
                <a:gd name="connsiteX1" fmla="*/ 0 w 445394"/>
                <a:gd name="connsiteY1" fmla="*/ 127478 h 218918"/>
                <a:gd name="connsiteX2" fmla="*/ 0 w 445394"/>
                <a:gd name="connsiteY2" fmla="*/ 0 h 218918"/>
                <a:gd name="connsiteX3" fmla="*/ 353954 w 445394"/>
                <a:gd name="connsiteY3" fmla="*/ 0 h 218918"/>
                <a:gd name="connsiteX4" fmla="*/ 445394 w 445394"/>
                <a:gd name="connsiteY4" fmla="*/ 218918 h 218918"/>
                <a:gd name="connsiteX0" fmla="*/ 353954 w 353954"/>
                <a:gd name="connsiteY0" fmla="*/ 127478 h 127478"/>
                <a:gd name="connsiteX1" fmla="*/ 0 w 353954"/>
                <a:gd name="connsiteY1" fmla="*/ 127478 h 127478"/>
                <a:gd name="connsiteX2" fmla="*/ 0 w 353954"/>
                <a:gd name="connsiteY2" fmla="*/ 0 h 127478"/>
                <a:gd name="connsiteX3" fmla="*/ 353954 w 353954"/>
                <a:gd name="connsiteY3" fmla="*/ 0 h 127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54" h="127478">
                  <a:moveTo>
                    <a:pt x="353954" y="127478"/>
                  </a:moveTo>
                  <a:lnTo>
                    <a:pt x="0" y="127478"/>
                  </a:lnTo>
                  <a:lnTo>
                    <a:pt x="0" y="0"/>
                  </a:lnTo>
                  <a:lnTo>
                    <a:pt x="353954" y="0"/>
                  </a:lnTo>
                </a:path>
              </a:pathLst>
            </a:custGeom>
            <a:noFill/>
            <a:ln w="19050">
              <a:solidFill>
                <a:srgbClr val="FF6C6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GCT…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7" name="文字方塊 406">
              <a:extLst>
                <a:ext uri="{FF2B5EF4-FFF2-40B4-BE49-F238E27FC236}">
                  <a16:creationId xmlns:a16="http://schemas.microsoft.com/office/drawing/2014/main" id="{1935A4F8-010F-4409-8BCC-F8381F4EDBBB}"/>
                </a:ext>
              </a:extLst>
            </p:cNvPr>
            <p:cNvSpPr txBox="1"/>
            <p:nvPr/>
          </p:nvSpPr>
          <p:spPr>
            <a:xfrm>
              <a:off x="4082891" y="5357189"/>
              <a:ext cx="16868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2E5496"/>
                  </a:solidFill>
                </a:rPr>
                <a:t>Up-clipped</a:t>
              </a:r>
              <a:r>
                <a:rPr lang="zh-TW" altLang="en-US" dirty="0">
                  <a:solidFill>
                    <a:srgbClr val="2E5496"/>
                  </a:solidFill>
                </a:rPr>
                <a:t> </a:t>
              </a:r>
              <a:r>
                <a:rPr lang="en-US" altLang="zh-TW" dirty="0">
                  <a:solidFill>
                    <a:srgbClr val="2E5496"/>
                  </a:solidFill>
                </a:rPr>
                <a:t>read</a:t>
              </a:r>
              <a:endParaRPr lang="zh-TW" altLang="en-US" dirty="0">
                <a:solidFill>
                  <a:srgbClr val="2E5496"/>
                </a:solidFill>
              </a:endParaRPr>
            </a:p>
          </p:txBody>
        </p:sp>
        <p:sp>
          <p:nvSpPr>
            <p:cNvPr id="408" name="文字方塊 407">
              <a:extLst>
                <a:ext uri="{FF2B5EF4-FFF2-40B4-BE49-F238E27FC236}">
                  <a16:creationId xmlns:a16="http://schemas.microsoft.com/office/drawing/2014/main" id="{D07F0F04-A576-4D86-9A46-916B0D9F5B32}"/>
                </a:ext>
              </a:extLst>
            </p:cNvPr>
            <p:cNvSpPr txBox="1"/>
            <p:nvPr/>
          </p:nvSpPr>
          <p:spPr>
            <a:xfrm>
              <a:off x="5000000" y="5599813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CIGAR</a:t>
              </a:r>
              <a:endParaRPr lang="zh-TW" altLang="en-US" dirty="0"/>
            </a:p>
          </p:txBody>
        </p:sp>
        <p:grpSp>
          <p:nvGrpSpPr>
            <p:cNvPr id="409" name="群組 408">
              <a:extLst>
                <a:ext uri="{FF2B5EF4-FFF2-40B4-BE49-F238E27FC236}">
                  <a16:creationId xmlns:a16="http://schemas.microsoft.com/office/drawing/2014/main" id="{29AF319F-B5EF-4708-9B22-EE3CA3DBA59E}"/>
                </a:ext>
              </a:extLst>
            </p:cNvPr>
            <p:cNvGrpSpPr/>
            <p:nvPr/>
          </p:nvGrpSpPr>
          <p:grpSpPr>
            <a:xfrm>
              <a:off x="6134490" y="5599813"/>
              <a:ext cx="2309627" cy="369332"/>
              <a:chOff x="2633651" y="1971652"/>
              <a:chExt cx="2309627" cy="369332"/>
            </a:xfrm>
          </p:grpSpPr>
          <p:sp>
            <p:nvSpPr>
              <p:cNvPr id="410" name="文字方塊 409">
                <a:extLst>
                  <a:ext uri="{FF2B5EF4-FFF2-40B4-BE49-F238E27FC236}">
                    <a16:creationId xmlns:a16="http://schemas.microsoft.com/office/drawing/2014/main" id="{D0C5AC85-3265-4956-9D1C-E4D643F4B480}"/>
                  </a:ext>
                </a:extLst>
              </p:cNvPr>
              <p:cNvSpPr txBox="1"/>
              <p:nvPr/>
            </p:nvSpPr>
            <p:spPr>
              <a:xfrm>
                <a:off x="2633651" y="1971652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FF6C66"/>
                    </a:solidFill>
                  </a:rPr>
                  <a:t>10S</a:t>
                </a:r>
                <a:endParaRPr lang="zh-TW" altLang="en-US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1CA74DC4-56BB-44C7-8B3E-EADA19497D2A}"/>
                  </a:ext>
                </a:extLst>
              </p:cNvPr>
              <p:cNvSpPr txBox="1"/>
              <p:nvPr/>
            </p:nvSpPr>
            <p:spPr>
              <a:xfrm>
                <a:off x="3307215" y="1971652"/>
                <a:ext cx="498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</a:lstStyle>
              <a:p>
                <a:r>
                  <a:rPr lang="en-US" altLang="zh-TW" dirty="0"/>
                  <a:t>5M</a:t>
                </a:r>
                <a:endParaRPr lang="zh-TW" altLang="en-US" dirty="0"/>
              </a:p>
            </p:txBody>
          </p:sp>
          <p:sp>
            <p:nvSpPr>
              <p:cNvPr id="412" name="文字方塊 411">
                <a:extLst>
                  <a:ext uri="{FF2B5EF4-FFF2-40B4-BE49-F238E27FC236}">
                    <a16:creationId xmlns:a16="http://schemas.microsoft.com/office/drawing/2014/main" id="{34D817F6-7E7A-465C-952D-EF8C691B569B}"/>
                  </a:ext>
                </a:extLst>
              </p:cNvPr>
              <p:cNvSpPr txBox="1"/>
              <p:nvPr/>
            </p:nvSpPr>
            <p:spPr>
              <a:xfrm>
                <a:off x="4073088" y="1971652"/>
                <a:ext cx="4443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</a:lstStyle>
              <a:p>
                <a:r>
                  <a:rPr lang="en-US" altLang="zh-TW" dirty="0"/>
                  <a:t>2D</a:t>
                </a:r>
                <a:endParaRPr lang="zh-TW" altLang="en-US" dirty="0"/>
              </a:p>
            </p:txBody>
          </p:sp>
          <p:sp>
            <p:nvSpPr>
              <p:cNvPr id="413" name="文字方塊 412">
                <a:extLst>
                  <a:ext uri="{FF2B5EF4-FFF2-40B4-BE49-F238E27FC236}">
                    <a16:creationId xmlns:a16="http://schemas.microsoft.com/office/drawing/2014/main" id="{0CE6E429-4F86-47D6-A943-9FC887DE7E6F}"/>
                  </a:ext>
                </a:extLst>
              </p:cNvPr>
              <p:cNvSpPr txBox="1"/>
              <p:nvPr/>
            </p:nvSpPr>
            <p:spPr>
              <a:xfrm>
                <a:off x="4444423" y="1971652"/>
                <a:ext cx="498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</a:lstStyle>
              <a:p>
                <a:r>
                  <a:rPr lang="en-US" altLang="zh-TW" dirty="0"/>
                  <a:t>1M</a:t>
                </a:r>
                <a:endParaRPr lang="zh-TW" altLang="en-US" dirty="0"/>
              </a:p>
            </p:txBody>
          </p:sp>
        </p:grpSp>
        <p:cxnSp>
          <p:nvCxnSpPr>
            <p:cNvPr id="447" name="直線接點 446">
              <a:extLst>
                <a:ext uri="{FF2B5EF4-FFF2-40B4-BE49-F238E27FC236}">
                  <a16:creationId xmlns:a16="http://schemas.microsoft.com/office/drawing/2014/main" id="{FD37D5CE-4CD7-4EA2-B181-593AF3DB4349}"/>
                </a:ext>
              </a:extLst>
            </p:cNvPr>
            <p:cNvCxnSpPr>
              <a:cxnSpLocks/>
              <a:stCxn id="403" idx="1"/>
              <a:endCxn id="403" idx="3"/>
            </p:cNvCxnSpPr>
            <p:nvPr/>
          </p:nvCxnSpPr>
          <p:spPr>
            <a:xfrm>
              <a:off x="7594893" y="5541607"/>
              <a:ext cx="353954" cy="0"/>
            </a:xfrm>
            <a:prstGeom prst="line">
              <a:avLst/>
            </a:prstGeom>
            <a:ln>
              <a:solidFill>
                <a:srgbClr val="C9C9C9"/>
              </a:solidFill>
              <a:prstDash val="sysDash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84" name="箭號: 向右 483">
              <a:extLst>
                <a:ext uri="{FF2B5EF4-FFF2-40B4-BE49-F238E27FC236}">
                  <a16:creationId xmlns:a16="http://schemas.microsoft.com/office/drawing/2014/main" id="{EC241094-1DCA-43BA-9EFD-1EE91E36C04E}"/>
                </a:ext>
              </a:extLst>
            </p:cNvPr>
            <p:cNvSpPr/>
            <p:nvPr/>
          </p:nvSpPr>
          <p:spPr>
            <a:xfrm rot="16200000">
              <a:off x="3485609" y="5402684"/>
              <a:ext cx="325174" cy="269825"/>
            </a:xfrm>
            <a:prstGeom prst="rightArrow">
              <a:avLst/>
            </a:pr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64" name="群組 363">
            <a:extLst>
              <a:ext uri="{FF2B5EF4-FFF2-40B4-BE49-F238E27FC236}">
                <a16:creationId xmlns:a16="http://schemas.microsoft.com/office/drawing/2014/main" id="{C681773F-67EE-41C7-8DDF-1A251A932DE6}"/>
              </a:ext>
            </a:extLst>
          </p:cNvPr>
          <p:cNvGrpSpPr/>
          <p:nvPr/>
        </p:nvGrpSpPr>
        <p:grpSpPr>
          <a:xfrm>
            <a:off x="3513282" y="6144551"/>
            <a:ext cx="5166803" cy="645724"/>
            <a:chOff x="3513282" y="6163389"/>
            <a:chExt cx="5166803" cy="645724"/>
          </a:xfrm>
        </p:grpSpPr>
        <p:sp>
          <p:nvSpPr>
            <p:cNvPr id="414" name="文字方塊 413">
              <a:extLst>
                <a:ext uri="{FF2B5EF4-FFF2-40B4-BE49-F238E27FC236}">
                  <a16:creationId xmlns:a16="http://schemas.microsoft.com/office/drawing/2014/main" id="{1EC11997-A7C0-4E9C-917F-C704B0CA1BFC}"/>
                </a:ext>
              </a:extLst>
            </p:cNvPr>
            <p:cNvSpPr txBox="1"/>
            <p:nvPr/>
          </p:nvSpPr>
          <p:spPr>
            <a:xfrm>
              <a:off x="5000000" y="6439781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CIGAR</a:t>
              </a:r>
              <a:endParaRPr lang="zh-TW" altLang="en-US" dirty="0"/>
            </a:p>
          </p:txBody>
        </p:sp>
        <p:grpSp>
          <p:nvGrpSpPr>
            <p:cNvPr id="415" name="群組 414">
              <a:extLst>
                <a:ext uri="{FF2B5EF4-FFF2-40B4-BE49-F238E27FC236}">
                  <a16:creationId xmlns:a16="http://schemas.microsoft.com/office/drawing/2014/main" id="{AAC4F8B0-7A31-4D01-8732-D49BDF84F96C}"/>
                </a:ext>
              </a:extLst>
            </p:cNvPr>
            <p:cNvGrpSpPr/>
            <p:nvPr/>
          </p:nvGrpSpPr>
          <p:grpSpPr>
            <a:xfrm>
              <a:off x="7117690" y="6439781"/>
              <a:ext cx="1522594" cy="369332"/>
              <a:chOff x="3616851" y="2543443"/>
              <a:chExt cx="1522594" cy="369332"/>
            </a:xfrm>
          </p:grpSpPr>
          <p:sp>
            <p:nvSpPr>
              <p:cNvPr id="416" name="文字方塊 415">
                <a:extLst>
                  <a:ext uri="{FF2B5EF4-FFF2-40B4-BE49-F238E27FC236}">
                    <a16:creationId xmlns:a16="http://schemas.microsoft.com/office/drawing/2014/main" id="{E4CBD38C-8742-4CE9-89AB-763338EDA425}"/>
                  </a:ext>
                </a:extLst>
              </p:cNvPr>
              <p:cNvSpPr txBox="1"/>
              <p:nvPr/>
            </p:nvSpPr>
            <p:spPr>
              <a:xfrm>
                <a:off x="4614942" y="2543443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FF6C66"/>
                    </a:solidFill>
                  </a:rPr>
                  <a:t>10S</a:t>
                </a:r>
                <a:endParaRPr lang="zh-TW" altLang="en-US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17" name="文字方塊 416">
                <a:extLst>
                  <a:ext uri="{FF2B5EF4-FFF2-40B4-BE49-F238E27FC236}">
                    <a16:creationId xmlns:a16="http://schemas.microsoft.com/office/drawing/2014/main" id="{6E261D96-FD73-43B0-81FB-95016B577AEF}"/>
                  </a:ext>
                </a:extLst>
              </p:cNvPr>
              <p:cNvSpPr txBox="1"/>
              <p:nvPr/>
            </p:nvSpPr>
            <p:spPr>
              <a:xfrm>
                <a:off x="3616851" y="2543443"/>
                <a:ext cx="4988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</a:lstStyle>
              <a:p>
                <a:r>
                  <a:rPr lang="en-US" altLang="zh-TW" dirty="0"/>
                  <a:t>8M</a:t>
                </a:r>
                <a:endParaRPr lang="zh-TW" altLang="en-US" dirty="0"/>
              </a:p>
            </p:txBody>
          </p:sp>
        </p:grpSp>
        <p:sp>
          <p:nvSpPr>
            <p:cNvPr id="418" name="文字方塊 417">
              <a:extLst>
                <a:ext uri="{FF2B5EF4-FFF2-40B4-BE49-F238E27FC236}">
                  <a16:creationId xmlns:a16="http://schemas.microsoft.com/office/drawing/2014/main" id="{80A6647C-5982-49F6-83B5-457BFB761FF8}"/>
                </a:ext>
              </a:extLst>
            </p:cNvPr>
            <p:cNvSpPr txBox="1"/>
            <p:nvPr/>
          </p:nvSpPr>
          <p:spPr>
            <a:xfrm>
              <a:off x="3801660" y="6163389"/>
              <a:ext cx="1968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C55A11"/>
                  </a:solidFill>
                </a:rPr>
                <a:t>Down-clipped read</a:t>
              </a:r>
              <a:endParaRPr lang="zh-TW" altLang="en-US" dirty="0">
                <a:solidFill>
                  <a:srgbClr val="C55A11"/>
                </a:solidFill>
              </a:endParaRPr>
            </a:p>
          </p:txBody>
        </p:sp>
        <p:sp>
          <p:nvSpPr>
            <p:cNvPr id="419" name="箭號: 五邊形 418">
              <a:extLst>
                <a:ext uri="{FF2B5EF4-FFF2-40B4-BE49-F238E27FC236}">
                  <a16:creationId xmlns:a16="http://schemas.microsoft.com/office/drawing/2014/main" id="{38500D49-81D8-40F7-B3C1-B3804ECCBDF5}"/>
                </a:ext>
              </a:extLst>
            </p:cNvPr>
            <p:cNvSpPr/>
            <p:nvPr/>
          </p:nvSpPr>
          <p:spPr>
            <a:xfrm>
              <a:off x="8155583" y="6283257"/>
              <a:ext cx="524502" cy="129595"/>
            </a:xfrm>
            <a:prstGeom prst="homePlate">
              <a:avLst/>
            </a:prstGeom>
            <a:noFill/>
            <a:ln w="19050">
              <a:solidFill>
                <a:srgbClr val="FF6C6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 AGC…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0" name="箭號: 五邊形 419">
              <a:extLst>
                <a:ext uri="{FF2B5EF4-FFF2-40B4-BE49-F238E27FC236}">
                  <a16:creationId xmlns:a16="http://schemas.microsoft.com/office/drawing/2014/main" id="{25C0C904-A243-4625-BFD0-9B727C706C10}"/>
                </a:ext>
              </a:extLst>
            </p:cNvPr>
            <p:cNvSpPr/>
            <p:nvPr/>
          </p:nvSpPr>
          <p:spPr>
            <a:xfrm>
              <a:off x="6599170" y="6283257"/>
              <a:ext cx="1611853" cy="12959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21" name="矩形 178">
              <a:extLst>
                <a:ext uri="{FF2B5EF4-FFF2-40B4-BE49-F238E27FC236}">
                  <a16:creationId xmlns:a16="http://schemas.microsoft.com/office/drawing/2014/main" id="{9B3DE49C-F6E1-4250-BE21-B89B071377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99437" y="62795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2" name="矩形 178">
              <a:extLst>
                <a:ext uri="{FF2B5EF4-FFF2-40B4-BE49-F238E27FC236}">
                  <a16:creationId xmlns:a16="http://schemas.microsoft.com/office/drawing/2014/main" id="{B1B38B44-09D0-473D-80BB-65DC376D6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99527" y="62795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3" name="矩形 178">
              <a:extLst>
                <a:ext uri="{FF2B5EF4-FFF2-40B4-BE49-F238E27FC236}">
                  <a16:creationId xmlns:a16="http://schemas.microsoft.com/office/drawing/2014/main" id="{6CA95249-6710-4118-BA96-D2A5E32F8C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99170" y="62795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4" name="矩形 178">
              <a:extLst>
                <a:ext uri="{FF2B5EF4-FFF2-40B4-BE49-F238E27FC236}">
                  <a16:creationId xmlns:a16="http://schemas.microsoft.com/office/drawing/2014/main" id="{8A34FAFA-5477-4107-91B2-3EAC2E114F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99261" y="62795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5" name="矩形 178">
              <a:extLst>
                <a:ext uri="{FF2B5EF4-FFF2-40B4-BE49-F238E27FC236}">
                  <a16:creationId xmlns:a16="http://schemas.microsoft.com/office/drawing/2014/main" id="{14651526-48F0-4F7E-B7B9-15941C71AB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99347" y="6279547"/>
              <a:ext cx="149153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6" name="矩形 178">
              <a:extLst>
                <a:ext uri="{FF2B5EF4-FFF2-40B4-BE49-F238E27FC236}">
                  <a16:creationId xmlns:a16="http://schemas.microsoft.com/office/drawing/2014/main" id="{3D401AB2-DD2C-4AE1-9BBB-581BDDC3D9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9786" y="6279547"/>
              <a:ext cx="149152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7" name="手繪多邊形: 圖案 426">
              <a:extLst>
                <a:ext uri="{FF2B5EF4-FFF2-40B4-BE49-F238E27FC236}">
                  <a16:creationId xmlns:a16="http://schemas.microsoft.com/office/drawing/2014/main" id="{CF6C04FC-C629-4BB6-BA68-BEBFEF296E08}"/>
                </a:ext>
              </a:extLst>
            </p:cNvPr>
            <p:cNvSpPr/>
            <p:nvPr/>
          </p:nvSpPr>
          <p:spPr>
            <a:xfrm>
              <a:off x="8151921" y="6283257"/>
              <a:ext cx="68372" cy="128289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28" name="矩形 178">
              <a:extLst>
                <a:ext uri="{FF2B5EF4-FFF2-40B4-BE49-F238E27FC236}">
                  <a16:creationId xmlns:a16="http://schemas.microsoft.com/office/drawing/2014/main" id="{91778B83-C8BF-4BCC-A2BD-F4D7D1CBA0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6110" y="6279547"/>
              <a:ext cx="149152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9" name="矩形 178">
              <a:extLst>
                <a:ext uri="{FF2B5EF4-FFF2-40B4-BE49-F238E27FC236}">
                  <a16:creationId xmlns:a16="http://schemas.microsoft.com/office/drawing/2014/main" id="{0B3366EE-9CE9-46EA-A3AE-9933849816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94893" y="6279547"/>
              <a:ext cx="149152" cy="13701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5" name="箭號: 向右 484">
              <a:extLst>
                <a:ext uri="{FF2B5EF4-FFF2-40B4-BE49-F238E27FC236}">
                  <a16:creationId xmlns:a16="http://schemas.microsoft.com/office/drawing/2014/main" id="{61BC85BE-5FF7-4A5A-A43F-EDD2DBDF50CD}"/>
                </a:ext>
              </a:extLst>
            </p:cNvPr>
            <p:cNvSpPr/>
            <p:nvPr/>
          </p:nvSpPr>
          <p:spPr>
            <a:xfrm rot="5400000">
              <a:off x="3486282" y="6212401"/>
              <a:ext cx="324000" cy="270000"/>
            </a:xfrm>
            <a:prstGeom prst="rightArrow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70" name="群組 369">
            <a:extLst>
              <a:ext uri="{FF2B5EF4-FFF2-40B4-BE49-F238E27FC236}">
                <a16:creationId xmlns:a16="http://schemas.microsoft.com/office/drawing/2014/main" id="{2F4EBA9A-EF45-4AA8-8F30-7A757AF410BF}"/>
              </a:ext>
            </a:extLst>
          </p:cNvPr>
          <p:cNvGrpSpPr/>
          <p:nvPr/>
        </p:nvGrpSpPr>
        <p:grpSpPr>
          <a:xfrm>
            <a:off x="2985832" y="1058962"/>
            <a:ext cx="6213022" cy="965409"/>
            <a:chOff x="2985832" y="1313266"/>
            <a:chExt cx="6213022" cy="965409"/>
          </a:xfrm>
        </p:grpSpPr>
        <p:sp>
          <p:nvSpPr>
            <p:cNvPr id="453" name="箭號: 五邊形 452">
              <a:extLst>
                <a:ext uri="{FF2B5EF4-FFF2-40B4-BE49-F238E27FC236}">
                  <a16:creationId xmlns:a16="http://schemas.microsoft.com/office/drawing/2014/main" id="{6C543607-4684-4941-A7BC-105C2055EDFA}"/>
                </a:ext>
              </a:extLst>
            </p:cNvPr>
            <p:cNvSpPr/>
            <p:nvPr/>
          </p:nvSpPr>
          <p:spPr>
            <a:xfrm>
              <a:off x="6657094" y="1761030"/>
              <a:ext cx="5869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54" name="箭號: 五邊形 453">
              <a:extLst>
                <a:ext uri="{FF2B5EF4-FFF2-40B4-BE49-F238E27FC236}">
                  <a16:creationId xmlns:a16="http://schemas.microsoft.com/office/drawing/2014/main" id="{038DD492-E4C6-462C-B7AE-3E4B46211E4A}"/>
                </a:ext>
              </a:extLst>
            </p:cNvPr>
            <p:cNvSpPr/>
            <p:nvPr/>
          </p:nvSpPr>
          <p:spPr>
            <a:xfrm>
              <a:off x="6449575" y="1761030"/>
              <a:ext cx="19423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455" name="直線接點 454">
              <a:extLst>
                <a:ext uri="{FF2B5EF4-FFF2-40B4-BE49-F238E27FC236}">
                  <a16:creationId xmlns:a16="http://schemas.microsoft.com/office/drawing/2014/main" id="{C6993D86-3E6D-445B-8D57-6F213C63E656}"/>
                </a:ext>
              </a:extLst>
            </p:cNvPr>
            <p:cNvCxnSpPr>
              <a:cxnSpLocks/>
            </p:cNvCxnSpPr>
            <p:nvPr/>
          </p:nvCxnSpPr>
          <p:spPr>
            <a:xfrm>
              <a:off x="6447136" y="175751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手繪多邊形: 圖案 455">
              <a:extLst>
                <a:ext uri="{FF2B5EF4-FFF2-40B4-BE49-F238E27FC236}">
                  <a16:creationId xmlns:a16="http://schemas.microsoft.com/office/drawing/2014/main" id="{4E57B5AD-AFA2-4DEB-AF59-96FAA7B0352D}"/>
                </a:ext>
              </a:extLst>
            </p:cNvPr>
            <p:cNvSpPr/>
            <p:nvPr/>
          </p:nvSpPr>
          <p:spPr>
            <a:xfrm>
              <a:off x="7213181" y="175418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57" name="箭號: 五邊形 456">
              <a:extLst>
                <a:ext uri="{FF2B5EF4-FFF2-40B4-BE49-F238E27FC236}">
                  <a16:creationId xmlns:a16="http://schemas.microsoft.com/office/drawing/2014/main" id="{1375E334-6A3D-4D52-92D7-7C4DAA546C5B}"/>
                </a:ext>
              </a:extLst>
            </p:cNvPr>
            <p:cNvSpPr/>
            <p:nvPr/>
          </p:nvSpPr>
          <p:spPr>
            <a:xfrm>
              <a:off x="8240128" y="1761030"/>
              <a:ext cx="3195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458" name="直線接點 457">
              <a:extLst>
                <a:ext uri="{FF2B5EF4-FFF2-40B4-BE49-F238E27FC236}">
                  <a16:creationId xmlns:a16="http://schemas.microsoft.com/office/drawing/2014/main" id="{6994AD60-73E4-4E41-820A-0C2743CCA7F7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175751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箭號: 五邊形 458">
              <a:extLst>
                <a:ext uri="{FF2B5EF4-FFF2-40B4-BE49-F238E27FC236}">
                  <a16:creationId xmlns:a16="http://schemas.microsoft.com/office/drawing/2014/main" id="{330A4A58-7367-43F7-9C91-22FF809EE5CA}"/>
                </a:ext>
              </a:extLst>
            </p:cNvPr>
            <p:cNvSpPr/>
            <p:nvPr/>
          </p:nvSpPr>
          <p:spPr>
            <a:xfrm>
              <a:off x="8682827" y="1761030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63" name="箭號: 五邊形 462">
              <a:extLst>
                <a:ext uri="{FF2B5EF4-FFF2-40B4-BE49-F238E27FC236}">
                  <a16:creationId xmlns:a16="http://schemas.microsoft.com/office/drawing/2014/main" id="{682ECBD9-7D1C-4E67-A0E7-206820852511}"/>
                </a:ext>
              </a:extLst>
            </p:cNvPr>
            <p:cNvSpPr/>
            <p:nvPr/>
          </p:nvSpPr>
          <p:spPr>
            <a:xfrm>
              <a:off x="5178355" y="1761030"/>
              <a:ext cx="13582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464" name="直線接點 463">
              <a:extLst>
                <a:ext uri="{FF2B5EF4-FFF2-40B4-BE49-F238E27FC236}">
                  <a16:creationId xmlns:a16="http://schemas.microsoft.com/office/drawing/2014/main" id="{FB9D2699-E047-422C-8D1E-4C3CE9D34DAE}"/>
                </a:ext>
              </a:extLst>
            </p:cNvPr>
            <p:cNvCxnSpPr>
              <a:cxnSpLocks/>
            </p:cNvCxnSpPr>
            <p:nvPr/>
          </p:nvCxnSpPr>
          <p:spPr>
            <a:xfrm>
              <a:off x="5178355" y="175751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箭號: 五邊形 464">
              <a:extLst>
                <a:ext uri="{FF2B5EF4-FFF2-40B4-BE49-F238E27FC236}">
                  <a16:creationId xmlns:a16="http://schemas.microsoft.com/office/drawing/2014/main" id="{C19D8A46-CC7A-4B74-A2EE-497B1213EE27}"/>
                </a:ext>
              </a:extLst>
            </p:cNvPr>
            <p:cNvSpPr/>
            <p:nvPr/>
          </p:nvSpPr>
          <p:spPr>
            <a:xfrm>
              <a:off x="5340626" y="1761030"/>
              <a:ext cx="35431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70" name="手繪多邊形: 圖案 469">
              <a:extLst>
                <a:ext uri="{FF2B5EF4-FFF2-40B4-BE49-F238E27FC236}">
                  <a16:creationId xmlns:a16="http://schemas.microsoft.com/office/drawing/2014/main" id="{B7943BD7-2E7C-4D6D-8CAF-E946A84C2512}"/>
                </a:ext>
              </a:extLst>
            </p:cNvPr>
            <p:cNvSpPr/>
            <p:nvPr/>
          </p:nvSpPr>
          <p:spPr>
            <a:xfrm>
              <a:off x="5662667" y="1754181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471" name="直線接點 470">
              <a:extLst>
                <a:ext uri="{FF2B5EF4-FFF2-40B4-BE49-F238E27FC236}">
                  <a16:creationId xmlns:a16="http://schemas.microsoft.com/office/drawing/2014/main" id="{B98DCEA9-AAA0-4126-8BD8-339A8032DABC}"/>
                </a:ext>
              </a:extLst>
            </p:cNvPr>
            <p:cNvCxnSpPr>
              <a:cxnSpLocks/>
            </p:cNvCxnSpPr>
            <p:nvPr/>
          </p:nvCxnSpPr>
          <p:spPr>
            <a:xfrm>
              <a:off x="5218137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2" name="直線接點 471">
              <a:extLst>
                <a:ext uri="{FF2B5EF4-FFF2-40B4-BE49-F238E27FC236}">
                  <a16:creationId xmlns:a16="http://schemas.microsoft.com/office/drawing/2014/main" id="{DF3DD4F6-04C8-45BB-B698-3041E268B8F9}"/>
                </a:ext>
              </a:extLst>
            </p:cNvPr>
            <p:cNvCxnSpPr>
              <a:cxnSpLocks/>
            </p:cNvCxnSpPr>
            <p:nvPr/>
          </p:nvCxnSpPr>
          <p:spPr>
            <a:xfrm>
              <a:off x="5370795" y="175584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3" name="直線接點 472">
              <a:extLst>
                <a:ext uri="{FF2B5EF4-FFF2-40B4-BE49-F238E27FC236}">
                  <a16:creationId xmlns:a16="http://schemas.microsoft.com/office/drawing/2014/main" id="{A46ADBDA-C437-4420-8440-6626D02A02C6}"/>
                </a:ext>
              </a:extLst>
            </p:cNvPr>
            <p:cNvCxnSpPr>
              <a:cxnSpLocks/>
            </p:cNvCxnSpPr>
            <p:nvPr/>
          </p:nvCxnSpPr>
          <p:spPr>
            <a:xfrm>
              <a:off x="6489893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4" name="直線接點 473">
              <a:extLst>
                <a:ext uri="{FF2B5EF4-FFF2-40B4-BE49-F238E27FC236}">
                  <a16:creationId xmlns:a16="http://schemas.microsoft.com/office/drawing/2014/main" id="{461724B6-0089-4FB5-BC89-70DA509D606C}"/>
                </a:ext>
              </a:extLst>
            </p:cNvPr>
            <p:cNvCxnSpPr>
              <a:cxnSpLocks/>
            </p:cNvCxnSpPr>
            <p:nvPr/>
          </p:nvCxnSpPr>
          <p:spPr>
            <a:xfrm>
              <a:off x="6508176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5" name="直線接點 474">
              <a:extLst>
                <a:ext uri="{FF2B5EF4-FFF2-40B4-BE49-F238E27FC236}">
                  <a16:creationId xmlns:a16="http://schemas.microsoft.com/office/drawing/2014/main" id="{482377D4-DA69-42C9-9424-D0B2C258AFE8}"/>
                </a:ext>
              </a:extLst>
            </p:cNvPr>
            <p:cNvCxnSpPr>
              <a:cxnSpLocks/>
            </p:cNvCxnSpPr>
            <p:nvPr/>
          </p:nvCxnSpPr>
          <p:spPr>
            <a:xfrm>
              <a:off x="6470887" y="17522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6" name="直線接點 475">
              <a:extLst>
                <a:ext uri="{FF2B5EF4-FFF2-40B4-BE49-F238E27FC236}">
                  <a16:creationId xmlns:a16="http://schemas.microsoft.com/office/drawing/2014/main" id="{5FC7F54A-264F-4E64-A7FF-28C24036D71C}"/>
                </a:ext>
              </a:extLst>
            </p:cNvPr>
            <p:cNvCxnSpPr>
              <a:cxnSpLocks/>
            </p:cNvCxnSpPr>
            <p:nvPr/>
          </p:nvCxnSpPr>
          <p:spPr>
            <a:xfrm>
              <a:off x="6530210" y="175221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7" name="直線接點 476">
              <a:extLst>
                <a:ext uri="{FF2B5EF4-FFF2-40B4-BE49-F238E27FC236}">
                  <a16:creationId xmlns:a16="http://schemas.microsoft.com/office/drawing/2014/main" id="{EC2933E0-2D52-45C9-A7AE-5C3623D55FF8}"/>
                </a:ext>
              </a:extLst>
            </p:cNvPr>
            <p:cNvCxnSpPr>
              <a:cxnSpLocks/>
            </p:cNvCxnSpPr>
            <p:nvPr/>
          </p:nvCxnSpPr>
          <p:spPr>
            <a:xfrm>
              <a:off x="6582432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8" name="直線接點 477">
              <a:extLst>
                <a:ext uri="{FF2B5EF4-FFF2-40B4-BE49-F238E27FC236}">
                  <a16:creationId xmlns:a16="http://schemas.microsoft.com/office/drawing/2014/main" id="{C603E701-4433-4546-A139-A0BD7D54F948}"/>
                </a:ext>
              </a:extLst>
            </p:cNvPr>
            <p:cNvCxnSpPr>
              <a:cxnSpLocks/>
            </p:cNvCxnSpPr>
            <p:nvPr/>
          </p:nvCxnSpPr>
          <p:spPr>
            <a:xfrm>
              <a:off x="6600716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9" name="直線接點 478">
              <a:extLst>
                <a:ext uri="{FF2B5EF4-FFF2-40B4-BE49-F238E27FC236}">
                  <a16:creationId xmlns:a16="http://schemas.microsoft.com/office/drawing/2014/main" id="{0A219DC4-1327-4C2B-8672-38D029EED19C}"/>
                </a:ext>
              </a:extLst>
            </p:cNvPr>
            <p:cNvCxnSpPr>
              <a:cxnSpLocks/>
            </p:cNvCxnSpPr>
            <p:nvPr/>
          </p:nvCxnSpPr>
          <p:spPr>
            <a:xfrm>
              <a:off x="6563426" y="17522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0" name="直線接點 479">
              <a:extLst>
                <a:ext uri="{FF2B5EF4-FFF2-40B4-BE49-F238E27FC236}">
                  <a16:creationId xmlns:a16="http://schemas.microsoft.com/office/drawing/2014/main" id="{745E3500-C5F1-4C5D-8A68-C9CE64918ECA}"/>
                </a:ext>
              </a:extLst>
            </p:cNvPr>
            <p:cNvCxnSpPr>
              <a:cxnSpLocks/>
            </p:cNvCxnSpPr>
            <p:nvPr/>
          </p:nvCxnSpPr>
          <p:spPr>
            <a:xfrm>
              <a:off x="6622750" y="175221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1" name="直線接點 480">
              <a:extLst>
                <a:ext uri="{FF2B5EF4-FFF2-40B4-BE49-F238E27FC236}">
                  <a16:creationId xmlns:a16="http://schemas.microsoft.com/office/drawing/2014/main" id="{10D08BD8-1D08-4EEB-AECE-17A06F3E9DE2}"/>
                </a:ext>
              </a:extLst>
            </p:cNvPr>
            <p:cNvCxnSpPr>
              <a:cxnSpLocks/>
            </p:cNvCxnSpPr>
            <p:nvPr/>
          </p:nvCxnSpPr>
          <p:spPr>
            <a:xfrm>
              <a:off x="7056492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2" name="直線接點 481">
              <a:extLst>
                <a:ext uri="{FF2B5EF4-FFF2-40B4-BE49-F238E27FC236}">
                  <a16:creationId xmlns:a16="http://schemas.microsoft.com/office/drawing/2014/main" id="{8EEB0D87-4B02-456B-8BEA-BE0B100382E0}"/>
                </a:ext>
              </a:extLst>
            </p:cNvPr>
            <p:cNvCxnSpPr>
              <a:cxnSpLocks/>
            </p:cNvCxnSpPr>
            <p:nvPr/>
          </p:nvCxnSpPr>
          <p:spPr>
            <a:xfrm>
              <a:off x="7074775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3" name="直線接點 482">
              <a:extLst>
                <a:ext uri="{FF2B5EF4-FFF2-40B4-BE49-F238E27FC236}">
                  <a16:creationId xmlns:a16="http://schemas.microsoft.com/office/drawing/2014/main" id="{4C569E92-B228-4082-868D-4C017C352B89}"/>
                </a:ext>
              </a:extLst>
            </p:cNvPr>
            <p:cNvCxnSpPr>
              <a:cxnSpLocks/>
            </p:cNvCxnSpPr>
            <p:nvPr/>
          </p:nvCxnSpPr>
          <p:spPr>
            <a:xfrm>
              <a:off x="7037486" y="17522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6" name="直線接點 485">
              <a:extLst>
                <a:ext uri="{FF2B5EF4-FFF2-40B4-BE49-F238E27FC236}">
                  <a16:creationId xmlns:a16="http://schemas.microsoft.com/office/drawing/2014/main" id="{2BBF5E7C-F52C-4589-9FE3-C5EC0287F76E}"/>
                </a:ext>
              </a:extLst>
            </p:cNvPr>
            <p:cNvCxnSpPr>
              <a:cxnSpLocks/>
            </p:cNvCxnSpPr>
            <p:nvPr/>
          </p:nvCxnSpPr>
          <p:spPr>
            <a:xfrm>
              <a:off x="7096809" y="175221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7" name="直線接點 486">
              <a:extLst>
                <a:ext uri="{FF2B5EF4-FFF2-40B4-BE49-F238E27FC236}">
                  <a16:creationId xmlns:a16="http://schemas.microsoft.com/office/drawing/2014/main" id="{9DEB4E40-0E07-47A4-8B54-9DB4987E06E9}"/>
                </a:ext>
              </a:extLst>
            </p:cNvPr>
            <p:cNvCxnSpPr>
              <a:cxnSpLocks/>
            </p:cNvCxnSpPr>
            <p:nvPr/>
          </p:nvCxnSpPr>
          <p:spPr>
            <a:xfrm>
              <a:off x="7143361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8" name="直線接點 487">
              <a:extLst>
                <a:ext uri="{FF2B5EF4-FFF2-40B4-BE49-F238E27FC236}">
                  <a16:creationId xmlns:a16="http://schemas.microsoft.com/office/drawing/2014/main" id="{41002FA0-E1E3-464C-AB1D-09B2E82920F4}"/>
                </a:ext>
              </a:extLst>
            </p:cNvPr>
            <p:cNvCxnSpPr>
              <a:cxnSpLocks/>
            </p:cNvCxnSpPr>
            <p:nvPr/>
          </p:nvCxnSpPr>
          <p:spPr>
            <a:xfrm>
              <a:off x="7161645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9" name="直線接點 488">
              <a:extLst>
                <a:ext uri="{FF2B5EF4-FFF2-40B4-BE49-F238E27FC236}">
                  <a16:creationId xmlns:a16="http://schemas.microsoft.com/office/drawing/2014/main" id="{F4D954CB-DBB4-4978-9561-3A92BCD8148C}"/>
                </a:ext>
              </a:extLst>
            </p:cNvPr>
            <p:cNvCxnSpPr>
              <a:cxnSpLocks/>
            </p:cNvCxnSpPr>
            <p:nvPr/>
          </p:nvCxnSpPr>
          <p:spPr>
            <a:xfrm>
              <a:off x="7124355" y="17522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0" name="直線接點 489">
              <a:extLst>
                <a:ext uri="{FF2B5EF4-FFF2-40B4-BE49-F238E27FC236}">
                  <a16:creationId xmlns:a16="http://schemas.microsoft.com/office/drawing/2014/main" id="{77075C1F-A066-4CD6-95BB-183EE4AC545F}"/>
                </a:ext>
              </a:extLst>
            </p:cNvPr>
            <p:cNvCxnSpPr>
              <a:cxnSpLocks/>
            </p:cNvCxnSpPr>
            <p:nvPr/>
          </p:nvCxnSpPr>
          <p:spPr>
            <a:xfrm>
              <a:off x="7183679" y="175221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1" name="直線接點 490">
              <a:extLst>
                <a:ext uri="{FF2B5EF4-FFF2-40B4-BE49-F238E27FC236}">
                  <a16:creationId xmlns:a16="http://schemas.microsoft.com/office/drawing/2014/main" id="{45F517AE-4485-4F12-B903-049FE5EE8F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2" name="直線接點 491">
              <a:extLst>
                <a:ext uri="{FF2B5EF4-FFF2-40B4-BE49-F238E27FC236}">
                  <a16:creationId xmlns:a16="http://schemas.microsoft.com/office/drawing/2014/main" id="{D1741DE9-FCB0-45F1-BB3A-3E4709C23D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8" y="17522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3" name="直線接點 492">
              <a:extLst>
                <a:ext uri="{FF2B5EF4-FFF2-40B4-BE49-F238E27FC236}">
                  <a16:creationId xmlns:a16="http://schemas.microsoft.com/office/drawing/2014/main" id="{8CCA6F4A-D050-4486-BC45-ACBF1960C0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17522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4" name="直線接點 493">
              <a:extLst>
                <a:ext uri="{FF2B5EF4-FFF2-40B4-BE49-F238E27FC236}">
                  <a16:creationId xmlns:a16="http://schemas.microsoft.com/office/drawing/2014/main" id="{67840195-C255-4397-ACEE-69A3B2F5F8E5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75213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7" name="直線接點 496">
              <a:extLst>
                <a:ext uri="{FF2B5EF4-FFF2-40B4-BE49-F238E27FC236}">
                  <a16:creationId xmlns:a16="http://schemas.microsoft.com/office/drawing/2014/main" id="{01A1524A-8066-4D72-95E0-BE0244E36A40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5" y="175213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55" name="箭號: 五邊形 554">
              <a:extLst>
                <a:ext uri="{FF2B5EF4-FFF2-40B4-BE49-F238E27FC236}">
                  <a16:creationId xmlns:a16="http://schemas.microsoft.com/office/drawing/2014/main" id="{42558B2A-A6CF-4C5A-BD08-F3EAA212BCBC}"/>
                </a:ext>
              </a:extLst>
            </p:cNvPr>
            <p:cNvSpPr/>
            <p:nvPr/>
          </p:nvSpPr>
          <p:spPr>
            <a:xfrm>
              <a:off x="6762509" y="1323989"/>
              <a:ext cx="1939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56" name="直線接點 555">
              <a:extLst>
                <a:ext uri="{FF2B5EF4-FFF2-40B4-BE49-F238E27FC236}">
                  <a16:creationId xmlns:a16="http://schemas.microsoft.com/office/drawing/2014/main" id="{CD90BDE1-B49F-40D3-80DE-717725E1AD68}"/>
                </a:ext>
              </a:extLst>
            </p:cNvPr>
            <p:cNvCxnSpPr>
              <a:cxnSpLocks/>
            </p:cNvCxnSpPr>
            <p:nvPr/>
          </p:nvCxnSpPr>
          <p:spPr>
            <a:xfrm>
              <a:off x="6760069" y="132047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7" name="手繪多邊形: 圖案 556">
              <a:extLst>
                <a:ext uri="{FF2B5EF4-FFF2-40B4-BE49-F238E27FC236}">
                  <a16:creationId xmlns:a16="http://schemas.microsoft.com/office/drawing/2014/main" id="{C498DF6D-A926-4DAC-8066-039A7B389153}"/>
                </a:ext>
              </a:extLst>
            </p:cNvPr>
            <p:cNvSpPr/>
            <p:nvPr/>
          </p:nvSpPr>
          <p:spPr>
            <a:xfrm>
              <a:off x="6924189" y="1317141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58" name="箭號: 五邊形 557">
              <a:extLst>
                <a:ext uri="{FF2B5EF4-FFF2-40B4-BE49-F238E27FC236}">
                  <a16:creationId xmlns:a16="http://schemas.microsoft.com/office/drawing/2014/main" id="{4BBAF9AB-C9E2-449B-A192-7188F60662A3}"/>
                </a:ext>
              </a:extLst>
            </p:cNvPr>
            <p:cNvSpPr/>
            <p:nvPr/>
          </p:nvSpPr>
          <p:spPr>
            <a:xfrm>
              <a:off x="8240128" y="1323989"/>
              <a:ext cx="3195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59" name="直線接點 558">
              <a:extLst>
                <a:ext uri="{FF2B5EF4-FFF2-40B4-BE49-F238E27FC236}">
                  <a16:creationId xmlns:a16="http://schemas.microsoft.com/office/drawing/2014/main" id="{4152581C-156F-4D87-B68C-34DC8920057A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132047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0" name="箭號: 五邊形 559">
              <a:extLst>
                <a:ext uri="{FF2B5EF4-FFF2-40B4-BE49-F238E27FC236}">
                  <a16:creationId xmlns:a16="http://schemas.microsoft.com/office/drawing/2014/main" id="{0BEFC36A-223A-4C05-B0B6-ED021F9EBA5C}"/>
                </a:ext>
              </a:extLst>
            </p:cNvPr>
            <p:cNvSpPr/>
            <p:nvPr/>
          </p:nvSpPr>
          <p:spPr>
            <a:xfrm>
              <a:off x="8582296" y="1323989"/>
              <a:ext cx="3739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64" name="箭號: 五邊形 563">
              <a:extLst>
                <a:ext uri="{FF2B5EF4-FFF2-40B4-BE49-F238E27FC236}">
                  <a16:creationId xmlns:a16="http://schemas.microsoft.com/office/drawing/2014/main" id="{50FC4913-5962-4763-8027-105B1E249370}"/>
                </a:ext>
              </a:extLst>
            </p:cNvPr>
            <p:cNvSpPr/>
            <p:nvPr/>
          </p:nvSpPr>
          <p:spPr>
            <a:xfrm>
              <a:off x="6657095" y="1498805"/>
              <a:ext cx="41339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65" name="直線接點 564">
              <a:extLst>
                <a:ext uri="{FF2B5EF4-FFF2-40B4-BE49-F238E27FC236}">
                  <a16:creationId xmlns:a16="http://schemas.microsoft.com/office/drawing/2014/main" id="{4E7FABF9-D041-4FB8-BADF-CDB4C0702DCE}"/>
                </a:ext>
              </a:extLst>
            </p:cNvPr>
            <p:cNvCxnSpPr>
              <a:cxnSpLocks/>
            </p:cNvCxnSpPr>
            <p:nvPr/>
          </p:nvCxnSpPr>
          <p:spPr>
            <a:xfrm>
              <a:off x="6654655" y="149529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6" name="手繪多邊形: 圖案 565">
              <a:extLst>
                <a:ext uri="{FF2B5EF4-FFF2-40B4-BE49-F238E27FC236}">
                  <a16:creationId xmlns:a16="http://schemas.microsoft.com/office/drawing/2014/main" id="{B14F5BFA-61C5-4D58-8250-57C95CCE9D2E}"/>
                </a:ext>
              </a:extLst>
            </p:cNvPr>
            <p:cNvSpPr/>
            <p:nvPr/>
          </p:nvSpPr>
          <p:spPr>
            <a:xfrm>
              <a:off x="7038216" y="149195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67" name="箭號: 五邊形 566">
              <a:extLst>
                <a:ext uri="{FF2B5EF4-FFF2-40B4-BE49-F238E27FC236}">
                  <a16:creationId xmlns:a16="http://schemas.microsoft.com/office/drawing/2014/main" id="{C4987CB3-1033-4494-BC9A-C1E809355E78}"/>
                </a:ext>
              </a:extLst>
            </p:cNvPr>
            <p:cNvSpPr/>
            <p:nvPr/>
          </p:nvSpPr>
          <p:spPr>
            <a:xfrm>
              <a:off x="8879612" y="1498805"/>
              <a:ext cx="24379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68" name="箭號: 五邊形 567">
              <a:extLst>
                <a:ext uri="{FF2B5EF4-FFF2-40B4-BE49-F238E27FC236}">
                  <a16:creationId xmlns:a16="http://schemas.microsoft.com/office/drawing/2014/main" id="{F2CF0553-F0C3-4575-96C4-139C7F6BD2DE}"/>
                </a:ext>
              </a:extLst>
            </p:cNvPr>
            <p:cNvSpPr/>
            <p:nvPr/>
          </p:nvSpPr>
          <p:spPr>
            <a:xfrm>
              <a:off x="8237689" y="1498805"/>
              <a:ext cx="46982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69" name="直線接點 568">
              <a:extLst>
                <a:ext uri="{FF2B5EF4-FFF2-40B4-BE49-F238E27FC236}">
                  <a16:creationId xmlns:a16="http://schemas.microsoft.com/office/drawing/2014/main" id="{026A660A-A96D-41EF-AC3A-BF60508116C2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149529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4" name="箭號: 五邊形 593">
              <a:extLst>
                <a:ext uri="{FF2B5EF4-FFF2-40B4-BE49-F238E27FC236}">
                  <a16:creationId xmlns:a16="http://schemas.microsoft.com/office/drawing/2014/main" id="{D8A66959-2B28-44FA-BF52-DB7D725A2018}"/>
                </a:ext>
              </a:extLst>
            </p:cNvPr>
            <p:cNvSpPr/>
            <p:nvPr/>
          </p:nvSpPr>
          <p:spPr>
            <a:xfrm>
              <a:off x="5178357" y="1498805"/>
              <a:ext cx="43465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95" name="直線接點 594">
              <a:extLst>
                <a:ext uri="{FF2B5EF4-FFF2-40B4-BE49-F238E27FC236}">
                  <a16:creationId xmlns:a16="http://schemas.microsoft.com/office/drawing/2014/main" id="{A420E0A2-71C3-4125-9257-59EE7D9BB1EE}"/>
                </a:ext>
              </a:extLst>
            </p:cNvPr>
            <p:cNvCxnSpPr>
              <a:cxnSpLocks/>
            </p:cNvCxnSpPr>
            <p:nvPr/>
          </p:nvCxnSpPr>
          <p:spPr>
            <a:xfrm>
              <a:off x="5178357" y="149529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6" name="箭號: 五邊形 595">
              <a:extLst>
                <a:ext uri="{FF2B5EF4-FFF2-40B4-BE49-F238E27FC236}">
                  <a16:creationId xmlns:a16="http://schemas.microsoft.com/office/drawing/2014/main" id="{FE9EDCE6-8AE8-4C29-8974-18A886A7F0C1}"/>
                </a:ext>
              </a:extLst>
            </p:cNvPr>
            <p:cNvSpPr/>
            <p:nvPr/>
          </p:nvSpPr>
          <p:spPr>
            <a:xfrm>
              <a:off x="5637965" y="1498805"/>
              <a:ext cx="5255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97" name="手繪多邊形: 圖案 596">
              <a:extLst>
                <a:ext uri="{FF2B5EF4-FFF2-40B4-BE49-F238E27FC236}">
                  <a16:creationId xmlns:a16="http://schemas.microsoft.com/office/drawing/2014/main" id="{EE517FF0-7A9C-4FCF-A9AB-1758B257A0A6}"/>
                </a:ext>
              </a:extLst>
            </p:cNvPr>
            <p:cNvSpPr/>
            <p:nvPr/>
          </p:nvSpPr>
          <p:spPr>
            <a:xfrm>
              <a:off x="5662662" y="149195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98" name="箭號: 五邊形 597">
              <a:extLst>
                <a:ext uri="{FF2B5EF4-FFF2-40B4-BE49-F238E27FC236}">
                  <a16:creationId xmlns:a16="http://schemas.microsoft.com/office/drawing/2014/main" id="{2CEFD1DF-3FE8-4035-B1D2-F8CDF6BF072F}"/>
                </a:ext>
              </a:extLst>
            </p:cNvPr>
            <p:cNvSpPr/>
            <p:nvPr/>
          </p:nvSpPr>
          <p:spPr>
            <a:xfrm>
              <a:off x="6957895" y="1585951"/>
              <a:ext cx="17373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99" name="箭號: 五邊形 598">
              <a:extLst>
                <a:ext uri="{FF2B5EF4-FFF2-40B4-BE49-F238E27FC236}">
                  <a16:creationId xmlns:a16="http://schemas.microsoft.com/office/drawing/2014/main" id="{C3B020C5-5CB4-4433-98B8-2D9A85C631E5}"/>
                </a:ext>
              </a:extLst>
            </p:cNvPr>
            <p:cNvSpPr/>
            <p:nvPr/>
          </p:nvSpPr>
          <p:spPr>
            <a:xfrm>
              <a:off x="6605482" y="1586214"/>
              <a:ext cx="3430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00" name="直線接點 599">
              <a:extLst>
                <a:ext uri="{FF2B5EF4-FFF2-40B4-BE49-F238E27FC236}">
                  <a16:creationId xmlns:a16="http://schemas.microsoft.com/office/drawing/2014/main" id="{EE7EC05E-15CC-47EF-A1E6-7ED37607AE3D}"/>
                </a:ext>
              </a:extLst>
            </p:cNvPr>
            <p:cNvCxnSpPr>
              <a:cxnSpLocks/>
            </p:cNvCxnSpPr>
            <p:nvPr/>
          </p:nvCxnSpPr>
          <p:spPr>
            <a:xfrm>
              <a:off x="6603043" y="158269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1" name="手繪多邊形: 圖案 600">
              <a:extLst>
                <a:ext uri="{FF2B5EF4-FFF2-40B4-BE49-F238E27FC236}">
                  <a16:creationId xmlns:a16="http://schemas.microsoft.com/office/drawing/2014/main" id="{0C2EECA9-F45D-4606-8A16-EE53A425E3FD}"/>
                </a:ext>
              </a:extLst>
            </p:cNvPr>
            <p:cNvSpPr/>
            <p:nvPr/>
          </p:nvSpPr>
          <p:spPr>
            <a:xfrm>
              <a:off x="7101540" y="157936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02" name="箭號: 五邊形 601">
              <a:extLst>
                <a:ext uri="{FF2B5EF4-FFF2-40B4-BE49-F238E27FC236}">
                  <a16:creationId xmlns:a16="http://schemas.microsoft.com/office/drawing/2014/main" id="{7A084190-8DAD-467E-9FE2-4B60D19C91F5}"/>
                </a:ext>
              </a:extLst>
            </p:cNvPr>
            <p:cNvSpPr/>
            <p:nvPr/>
          </p:nvSpPr>
          <p:spPr>
            <a:xfrm>
              <a:off x="8423877" y="1586214"/>
              <a:ext cx="4953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03" name="箭號: 五邊形 602">
              <a:extLst>
                <a:ext uri="{FF2B5EF4-FFF2-40B4-BE49-F238E27FC236}">
                  <a16:creationId xmlns:a16="http://schemas.microsoft.com/office/drawing/2014/main" id="{0DA08920-F5FC-4CEB-9225-EBB29090F3A0}"/>
                </a:ext>
              </a:extLst>
            </p:cNvPr>
            <p:cNvSpPr/>
            <p:nvPr/>
          </p:nvSpPr>
          <p:spPr>
            <a:xfrm>
              <a:off x="8237689" y="1586214"/>
              <a:ext cx="1564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04" name="直線接點 603">
              <a:extLst>
                <a:ext uri="{FF2B5EF4-FFF2-40B4-BE49-F238E27FC236}">
                  <a16:creationId xmlns:a16="http://schemas.microsoft.com/office/drawing/2014/main" id="{B93469F7-FE40-4D46-840B-B723F2BC2602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158269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5" name="箭號: 五邊形 604">
              <a:extLst>
                <a:ext uri="{FF2B5EF4-FFF2-40B4-BE49-F238E27FC236}">
                  <a16:creationId xmlns:a16="http://schemas.microsoft.com/office/drawing/2014/main" id="{18AB02E9-4111-4A91-9BD5-9FEE603E05D2}"/>
                </a:ext>
              </a:extLst>
            </p:cNvPr>
            <p:cNvSpPr/>
            <p:nvPr/>
          </p:nvSpPr>
          <p:spPr>
            <a:xfrm>
              <a:off x="8940264" y="1586214"/>
              <a:ext cx="25859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10" name="箭號: 五邊形 609">
              <a:extLst>
                <a:ext uri="{FF2B5EF4-FFF2-40B4-BE49-F238E27FC236}">
                  <a16:creationId xmlns:a16="http://schemas.microsoft.com/office/drawing/2014/main" id="{C0029344-C45D-4DB0-8A4C-8AB57D81D2C6}"/>
                </a:ext>
              </a:extLst>
            </p:cNvPr>
            <p:cNvSpPr/>
            <p:nvPr/>
          </p:nvSpPr>
          <p:spPr>
            <a:xfrm>
              <a:off x="5314174" y="1586214"/>
              <a:ext cx="19093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11" name="箭號: 五邊形 610">
              <a:extLst>
                <a:ext uri="{FF2B5EF4-FFF2-40B4-BE49-F238E27FC236}">
                  <a16:creationId xmlns:a16="http://schemas.microsoft.com/office/drawing/2014/main" id="{AB47D7CF-62A4-4068-92B6-62289D8C1EA5}"/>
                </a:ext>
              </a:extLst>
            </p:cNvPr>
            <p:cNvSpPr/>
            <p:nvPr/>
          </p:nvSpPr>
          <p:spPr>
            <a:xfrm>
              <a:off x="5178356" y="1586214"/>
              <a:ext cx="1283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12" name="直線接點 611">
              <a:extLst>
                <a:ext uri="{FF2B5EF4-FFF2-40B4-BE49-F238E27FC236}">
                  <a16:creationId xmlns:a16="http://schemas.microsoft.com/office/drawing/2014/main" id="{E883540A-94D3-4092-A9BF-E0509FDED09E}"/>
                </a:ext>
              </a:extLst>
            </p:cNvPr>
            <p:cNvCxnSpPr>
              <a:cxnSpLocks/>
            </p:cNvCxnSpPr>
            <p:nvPr/>
          </p:nvCxnSpPr>
          <p:spPr>
            <a:xfrm>
              <a:off x="5178352" y="158269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箭號: 五邊形 612">
              <a:extLst>
                <a:ext uri="{FF2B5EF4-FFF2-40B4-BE49-F238E27FC236}">
                  <a16:creationId xmlns:a16="http://schemas.microsoft.com/office/drawing/2014/main" id="{2C0A9508-FF53-46EB-B6F6-E7E88AC9919B}"/>
                </a:ext>
              </a:extLst>
            </p:cNvPr>
            <p:cNvSpPr/>
            <p:nvPr/>
          </p:nvSpPr>
          <p:spPr>
            <a:xfrm>
              <a:off x="5537012" y="1586214"/>
              <a:ext cx="15865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14" name="手繪多邊形: 圖案 613">
              <a:extLst>
                <a:ext uri="{FF2B5EF4-FFF2-40B4-BE49-F238E27FC236}">
                  <a16:creationId xmlns:a16="http://schemas.microsoft.com/office/drawing/2014/main" id="{A348D30E-1244-4E51-B9EE-E595A20EE6D7}"/>
                </a:ext>
              </a:extLst>
            </p:cNvPr>
            <p:cNvSpPr/>
            <p:nvPr/>
          </p:nvSpPr>
          <p:spPr>
            <a:xfrm>
              <a:off x="5662636" y="157936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15" name="箭號: 五邊形 614">
              <a:extLst>
                <a:ext uri="{FF2B5EF4-FFF2-40B4-BE49-F238E27FC236}">
                  <a16:creationId xmlns:a16="http://schemas.microsoft.com/office/drawing/2014/main" id="{18869E8F-B185-4D56-AF58-5B6BC975FEA9}"/>
                </a:ext>
              </a:extLst>
            </p:cNvPr>
            <p:cNvSpPr/>
            <p:nvPr/>
          </p:nvSpPr>
          <p:spPr>
            <a:xfrm>
              <a:off x="6956647" y="1673622"/>
              <a:ext cx="23801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16" name="箭號: 五邊形 615">
              <a:extLst>
                <a:ext uri="{FF2B5EF4-FFF2-40B4-BE49-F238E27FC236}">
                  <a16:creationId xmlns:a16="http://schemas.microsoft.com/office/drawing/2014/main" id="{1E98DB4C-9352-4F27-9099-7F8BA47103CB}"/>
                </a:ext>
              </a:extLst>
            </p:cNvPr>
            <p:cNvSpPr/>
            <p:nvPr/>
          </p:nvSpPr>
          <p:spPr>
            <a:xfrm>
              <a:off x="6555857" y="1673622"/>
              <a:ext cx="31627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17" name="直線接點 616">
              <a:extLst>
                <a:ext uri="{FF2B5EF4-FFF2-40B4-BE49-F238E27FC236}">
                  <a16:creationId xmlns:a16="http://schemas.microsoft.com/office/drawing/2014/main" id="{D6DFF8D3-BA6F-44F4-85E9-DAB231D2BDD2}"/>
                </a:ext>
              </a:extLst>
            </p:cNvPr>
            <p:cNvCxnSpPr>
              <a:cxnSpLocks/>
            </p:cNvCxnSpPr>
            <p:nvPr/>
          </p:nvCxnSpPr>
          <p:spPr>
            <a:xfrm>
              <a:off x="6553417" y="1670107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8" name="手繪多邊形: 圖案 617">
              <a:extLst>
                <a:ext uri="{FF2B5EF4-FFF2-40B4-BE49-F238E27FC236}">
                  <a16:creationId xmlns:a16="http://schemas.microsoft.com/office/drawing/2014/main" id="{7F4F2A08-2439-4661-8A61-76A2AC7D72B7}"/>
                </a:ext>
              </a:extLst>
            </p:cNvPr>
            <p:cNvSpPr/>
            <p:nvPr/>
          </p:nvSpPr>
          <p:spPr>
            <a:xfrm>
              <a:off x="7163111" y="166677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19" name="箭號: 五邊形 618">
              <a:extLst>
                <a:ext uri="{FF2B5EF4-FFF2-40B4-BE49-F238E27FC236}">
                  <a16:creationId xmlns:a16="http://schemas.microsoft.com/office/drawing/2014/main" id="{54ED99BE-2DDC-4C82-AE62-D8C18067AAF4}"/>
                </a:ext>
              </a:extLst>
            </p:cNvPr>
            <p:cNvSpPr/>
            <p:nvPr/>
          </p:nvSpPr>
          <p:spPr>
            <a:xfrm>
              <a:off x="8240128" y="1673622"/>
              <a:ext cx="44271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20" name="箭號: 五邊形 619">
              <a:extLst>
                <a:ext uri="{FF2B5EF4-FFF2-40B4-BE49-F238E27FC236}">
                  <a16:creationId xmlns:a16="http://schemas.microsoft.com/office/drawing/2014/main" id="{F5BBCB94-4C03-4D43-A247-6AA97912D5A2}"/>
                </a:ext>
              </a:extLst>
            </p:cNvPr>
            <p:cNvSpPr/>
            <p:nvPr/>
          </p:nvSpPr>
          <p:spPr>
            <a:xfrm>
              <a:off x="8820763" y="1673622"/>
              <a:ext cx="2831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21" name="直線接點 620">
              <a:extLst>
                <a:ext uri="{FF2B5EF4-FFF2-40B4-BE49-F238E27FC236}">
                  <a16:creationId xmlns:a16="http://schemas.microsoft.com/office/drawing/2014/main" id="{787D5703-3095-4829-A659-83D91062F40F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7" y="167010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5" name="箭號: 五邊形 624">
              <a:extLst>
                <a:ext uri="{FF2B5EF4-FFF2-40B4-BE49-F238E27FC236}">
                  <a16:creationId xmlns:a16="http://schemas.microsoft.com/office/drawing/2014/main" id="{D9CDE3EA-3C1A-4634-B76B-31E8691F552E}"/>
                </a:ext>
              </a:extLst>
            </p:cNvPr>
            <p:cNvSpPr/>
            <p:nvPr/>
          </p:nvSpPr>
          <p:spPr>
            <a:xfrm>
              <a:off x="5178356" y="1673622"/>
              <a:ext cx="2589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26" name="直線接點 625">
              <a:extLst>
                <a:ext uri="{FF2B5EF4-FFF2-40B4-BE49-F238E27FC236}">
                  <a16:creationId xmlns:a16="http://schemas.microsoft.com/office/drawing/2014/main" id="{CA62EF22-5B75-4B97-80EA-89F4A28550DD}"/>
                </a:ext>
              </a:extLst>
            </p:cNvPr>
            <p:cNvCxnSpPr>
              <a:cxnSpLocks/>
            </p:cNvCxnSpPr>
            <p:nvPr/>
          </p:nvCxnSpPr>
          <p:spPr>
            <a:xfrm>
              <a:off x="5178358" y="167010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7" name="箭號: 五邊形 626">
              <a:extLst>
                <a:ext uri="{FF2B5EF4-FFF2-40B4-BE49-F238E27FC236}">
                  <a16:creationId xmlns:a16="http://schemas.microsoft.com/office/drawing/2014/main" id="{32D78825-FC1B-42CD-9D07-B285AFAB85F1}"/>
                </a:ext>
              </a:extLst>
            </p:cNvPr>
            <p:cNvSpPr/>
            <p:nvPr/>
          </p:nvSpPr>
          <p:spPr>
            <a:xfrm>
              <a:off x="5466578" y="1673622"/>
              <a:ext cx="22837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28" name="手繪多邊形: 圖案 627">
              <a:extLst>
                <a:ext uri="{FF2B5EF4-FFF2-40B4-BE49-F238E27FC236}">
                  <a16:creationId xmlns:a16="http://schemas.microsoft.com/office/drawing/2014/main" id="{20AF6EB6-CE9C-4DCC-B79D-4E46ABB6CBBA}"/>
                </a:ext>
              </a:extLst>
            </p:cNvPr>
            <p:cNvSpPr/>
            <p:nvPr/>
          </p:nvSpPr>
          <p:spPr>
            <a:xfrm>
              <a:off x="5662648" y="166677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79" name="箭號: 五邊形 678">
              <a:extLst>
                <a:ext uri="{FF2B5EF4-FFF2-40B4-BE49-F238E27FC236}">
                  <a16:creationId xmlns:a16="http://schemas.microsoft.com/office/drawing/2014/main" id="{705E0CD2-E54D-4ADE-8085-1CE242E72D82}"/>
                </a:ext>
              </a:extLst>
            </p:cNvPr>
            <p:cNvSpPr/>
            <p:nvPr/>
          </p:nvSpPr>
          <p:spPr>
            <a:xfrm>
              <a:off x="6707798" y="1411624"/>
              <a:ext cx="3118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80" name="直線接點 679">
              <a:extLst>
                <a:ext uri="{FF2B5EF4-FFF2-40B4-BE49-F238E27FC236}">
                  <a16:creationId xmlns:a16="http://schemas.microsoft.com/office/drawing/2014/main" id="{A7F98A08-2BAE-4C30-A1A4-1F74FA1C6756}"/>
                </a:ext>
              </a:extLst>
            </p:cNvPr>
            <p:cNvCxnSpPr>
              <a:cxnSpLocks/>
            </p:cNvCxnSpPr>
            <p:nvPr/>
          </p:nvCxnSpPr>
          <p:spPr>
            <a:xfrm>
              <a:off x="6705359" y="140810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1" name="手繪多邊形: 圖案 680">
              <a:extLst>
                <a:ext uri="{FF2B5EF4-FFF2-40B4-BE49-F238E27FC236}">
                  <a16:creationId xmlns:a16="http://schemas.microsoft.com/office/drawing/2014/main" id="{6808A8EF-F017-45E4-BFBE-C0114C4F0BC0}"/>
                </a:ext>
              </a:extLst>
            </p:cNvPr>
            <p:cNvSpPr/>
            <p:nvPr/>
          </p:nvSpPr>
          <p:spPr>
            <a:xfrm>
              <a:off x="6987376" y="1404772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82" name="箭號: 五邊形 681">
              <a:extLst>
                <a:ext uri="{FF2B5EF4-FFF2-40B4-BE49-F238E27FC236}">
                  <a16:creationId xmlns:a16="http://schemas.microsoft.com/office/drawing/2014/main" id="{78211FC3-C6DE-468A-A1B5-8555B8285A26}"/>
                </a:ext>
              </a:extLst>
            </p:cNvPr>
            <p:cNvSpPr/>
            <p:nvPr/>
          </p:nvSpPr>
          <p:spPr>
            <a:xfrm>
              <a:off x="8778683" y="1411620"/>
              <a:ext cx="386793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83" name="箭號: 五邊形 682">
              <a:extLst>
                <a:ext uri="{FF2B5EF4-FFF2-40B4-BE49-F238E27FC236}">
                  <a16:creationId xmlns:a16="http://schemas.microsoft.com/office/drawing/2014/main" id="{EA76DA69-E6A6-4975-B4A0-B715BC49C499}"/>
                </a:ext>
              </a:extLst>
            </p:cNvPr>
            <p:cNvSpPr/>
            <p:nvPr/>
          </p:nvSpPr>
          <p:spPr>
            <a:xfrm>
              <a:off x="8237688" y="1411620"/>
              <a:ext cx="512941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84" name="直線接點 683">
              <a:extLst>
                <a:ext uri="{FF2B5EF4-FFF2-40B4-BE49-F238E27FC236}">
                  <a16:creationId xmlns:a16="http://schemas.microsoft.com/office/drawing/2014/main" id="{94BA4F34-63BC-4BFA-BD8B-8D60B21700E1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7" y="1408105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8" name="箭號: 五邊形 687">
              <a:extLst>
                <a:ext uri="{FF2B5EF4-FFF2-40B4-BE49-F238E27FC236}">
                  <a16:creationId xmlns:a16="http://schemas.microsoft.com/office/drawing/2014/main" id="{7B65016E-31DA-4816-A628-11E34995FB26}"/>
                </a:ext>
              </a:extLst>
            </p:cNvPr>
            <p:cNvSpPr/>
            <p:nvPr/>
          </p:nvSpPr>
          <p:spPr>
            <a:xfrm>
              <a:off x="5178356" y="1411617"/>
              <a:ext cx="326753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689" name="直線接點 688">
              <a:extLst>
                <a:ext uri="{FF2B5EF4-FFF2-40B4-BE49-F238E27FC236}">
                  <a16:creationId xmlns:a16="http://schemas.microsoft.com/office/drawing/2014/main" id="{D83DEB0E-9974-4F3D-87E8-62BE7CFB35F4}"/>
                </a:ext>
              </a:extLst>
            </p:cNvPr>
            <p:cNvCxnSpPr>
              <a:cxnSpLocks/>
            </p:cNvCxnSpPr>
            <p:nvPr/>
          </p:nvCxnSpPr>
          <p:spPr>
            <a:xfrm>
              <a:off x="5178355" y="1408102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0" name="箭號: 五邊形 689">
              <a:extLst>
                <a:ext uri="{FF2B5EF4-FFF2-40B4-BE49-F238E27FC236}">
                  <a16:creationId xmlns:a16="http://schemas.microsoft.com/office/drawing/2014/main" id="{3532F692-1E12-4427-A222-24EB26425043}"/>
                </a:ext>
              </a:extLst>
            </p:cNvPr>
            <p:cNvSpPr/>
            <p:nvPr/>
          </p:nvSpPr>
          <p:spPr>
            <a:xfrm>
              <a:off x="5537012" y="1411617"/>
              <a:ext cx="157200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91" name="手繪多邊形: 圖案 690">
              <a:extLst>
                <a:ext uri="{FF2B5EF4-FFF2-40B4-BE49-F238E27FC236}">
                  <a16:creationId xmlns:a16="http://schemas.microsoft.com/office/drawing/2014/main" id="{67F1F46D-00B8-4511-BEFC-11767013125A}"/>
                </a:ext>
              </a:extLst>
            </p:cNvPr>
            <p:cNvSpPr/>
            <p:nvPr/>
          </p:nvSpPr>
          <p:spPr>
            <a:xfrm>
              <a:off x="5668488" y="1404329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713" name="直線接點 712">
              <a:extLst>
                <a:ext uri="{FF2B5EF4-FFF2-40B4-BE49-F238E27FC236}">
                  <a16:creationId xmlns:a16="http://schemas.microsoft.com/office/drawing/2014/main" id="{AC06B5BC-7761-4841-9720-A09594C20FE0}"/>
                </a:ext>
              </a:extLst>
            </p:cNvPr>
            <p:cNvCxnSpPr>
              <a:cxnSpLocks/>
            </p:cNvCxnSpPr>
            <p:nvPr/>
          </p:nvCxnSpPr>
          <p:spPr>
            <a:xfrm>
              <a:off x="5218138" y="140258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4" name="直線接點 713">
              <a:extLst>
                <a:ext uri="{FF2B5EF4-FFF2-40B4-BE49-F238E27FC236}">
                  <a16:creationId xmlns:a16="http://schemas.microsoft.com/office/drawing/2014/main" id="{309033FF-87C6-434D-B783-0D3326B91F9E}"/>
                </a:ext>
              </a:extLst>
            </p:cNvPr>
            <p:cNvCxnSpPr>
              <a:cxnSpLocks/>
            </p:cNvCxnSpPr>
            <p:nvPr/>
          </p:nvCxnSpPr>
          <p:spPr>
            <a:xfrm>
              <a:off x="5218138" y="148999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5" name="直線接點 714">
              <a:extLst>
                <a:ext uri="{FF2B5EF4-FFF2-40B4-BE49-F238E27FC236}">
                  <a16:creationId xmlns:a16="http://schemas.microsoft.com/office/drawing/2014/main" id="{351862B2-A3BA-49E2-A0F3-7BF05BE2BC66}"/>
                </a:ext>
              </a:extLst>
            </p:cNvPr>
            <p:cNvCxnSpPr>
              <a:cxnSpLocks/>
            </p:cNvCxnSpPr>
            <p:nvPr/>
          </p:nvCxnSpPr>
          <p:spPr>
            <a:xfrm>
              <a:off x="5218138" y="157740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6" name="直線接點 715">
              <a:extLst>
                <a:ext uri="{FF2B5EF4-FFF2-40B4-BE49-F238E27FC236}">
                  <a16:creationId xmlns:a16="http://schemas.microsoft.com/office/drawing/2014/main" id="{2B5514AD-BE82-48E4-9695-C025D4192A6D}"/>
                </a:ext>
              </a:extLst>
            </p:cNvPr>
            <p:cNvCxnSpPr>
              <a:cxnSpLocks/>
            </p:cNvCxnSpPr>
            <p:nvPr/>
          </p:nvCxnSpPr>
          <p:spPr>
            <a:xfrm>
              <a:off x="5218138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7" name="直線接點 716">
              <a:extLst>
                <a:ext uri="{FF2B5EF4-FFF2-40B4-BE49-F238E27FC236}">
                  <a16:creationId xmlns:a16="http://schemas.microsoft.com/office/drawing/2014/main" id="{217A5BAE-7648-4ACB-8B1B-F28AD95F810C}"/>
                </a:ext>
              </a:extLst>
            </p:cNvPr>
            <p:cNvCxnSpPr>
              <a:cxnSpLocks/>
            </p:cNvCxnSpPr>
            <p:nvPr/>
          </p:nvCxnSpPr>
          <p:spPr>
            <a:xfrm>
              <a:off x="5250233" y="140258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8" name="直線接點 717">
              <a:extLst>
                <a:ext uri="{FF2B5EF4-FFF2-40B4-BE49-F238E27FC236}">
                  <a16:creationId xmlns:a16="http://schemas.microsoft.com/office/drawing/2014/main" id="{F27D348C-A225-4616-AC32-B156A1C4CF83}"/>
                </a:ext>
              </a:extLst>
            </p:cNvPr>
            <p:cNvCxnSpPr>
              <a:cxnSpLocks/>
            </p:cNvCxnSpPr>
            <p:nvPr/>
          </p:nvCxnSpPr>
          <p:spPr>
            <a:xfrm>
              <a:off x="5250233" y="148999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9" name="直線接點 718">
              <a:extLst>
                <a:ext uri="{FF2B5EF4-FFF2-40B4-BE49-F238E27FC236}">
                  <a16:creationId xmlns:a16="http://schemas.microsoft.com/office/drawing/2014/main" id="{E2AF0993-9B2A-4498-8C35-30A9A390C453}"/>
                </a:ext>
              </a:extLst>
            </p:cNvPr>
            <p:cNvCxnSpPr>
              <a:cxnSpLocks/>
            </p:cNvCxnSpPr>
            <p:nvPr/>
          </p:nvCxnSpPr>
          <p:spPr>
            <a:xfrm>
              <a:off x="5250233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0" name="直線接點 719">
              <a:extLst>
                <a:ext uri="{FF2B5EF4-FFF2-40B4-BE49-F238E27FC236}">
                  <a16:creationId xmlns:a16="http://schemas.microsoft.com/office/drawing/2014/main" id="{BEE46B4B-2688-44F3-A842-DEBCF1A95198}"/>
                </a:ext>
              </a:extLst>
            </p:cNvPr>
            <p:cNvCxnSpPr>
              <a:cxnSpLocks/>
            </p:cNvCxnSpPr>
            <p:nvPr/>
          </p:nvCxnSpPr>
          <p:spPr>
            <a:xfrm>
              <a:off x="5370795" y="157740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1" name="直線接點 720">
              <a:extLst>
                <a:ext uri="{FF2B5EF4-FFF2-40B4-BE49-F238E27FC236}">
                  <a16:creationId xmlns:a16="http://schemas.microsoft.com/office/drawing/2014/main" id="{455B7F5D-C555-4038-92AE-07E1CB6BEC09}"/>
                </a:ext>
              </a:extLst>
            </p:cNvPr>
            <p:cNvCxnSpPr>
              <a:cxnSpLocks/>
            </p:cNvCxnSpPr>
            <p:nvPr/>
          </p:nvCxnSpPr>
          <p:spPr>
            <a:xfrm>
              <a:off x="5291999" y="140258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2" name="直線接點 721">
              <a:extLst>
                <a:ext uri="{FF2B5EF4-FFF2-40B4-BE49-F238E27FC236}">
                  <a16:creationId xmlns:a16="http://schemas.microsoft.com/office/drawing/2014/main" id="{A55A6F33-FDDB-4B62-9CAA-78219AB8F1F8}"/>
                </a:ext>
              </a:extLst>
            </p:cNvPr>
            <p:cNvCxnSpPr>
              <a:cxnSpLocks/>
            </p:cNvCxnSpPr>
            <p:nvPr/>
          </p:nvCxnSpPr>
          <p:spPr>
            <a:xfrm>
              <a:off x="5291999" y="148999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3" name="直線接點 722">
              <a:extLst>
                <a:ext uri="{FF2B5EF4-FFF2-40B4-BE49-F238E27FC236}">
                  <a16:creationId xmlns:a16="http://schemas.microsoft.com/office/drawing/2014/main" id="{15AC74CE-2E8C-4BCE-B03D-239C36908B17}"/>
                </a:ext>
              </a:extLst>
            </p:cNvPr>
            <p:cNvCxnSpPr>
              <a:cxnSpLocks/>
            </p:cNvCxnSpPr>
            <p:nvPr/>
          </p:nvCxnSpPr>
          <p:spPr>
            <a:xfrm>
              <a:off x="5291999" y="166480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4" name="直線接點 723">
              <a:extLst>
                <a:ext uri="{FF2B5EF4-FFF2-40B4-BE49-F238E27FC236}">
                  <a16:creationId xmlns:a16="http://schemas.microsoft.com/office/drawing/2014/main" id="{C7C96E9D-F1F5-4D51-98E4-CAB4B44611BC}"/>
                </a:ext>
              </a:extLst>
            </p:cNvPr>
            <p:cNvCxnSpPr>
              <a:cxnSpLocks/>
            </p:cNvCxnSpPr>
            <p:nvPr/>
          </p:nvCxnSpPr>
          <p:spPr>
            <a:xfrm>
              <a:off x="5493262" y="140258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5" name="直線接點 724">
              <a:extLst>
                <a:ext uri="{FF2B5EF4-FFF2-40B4-BE49-F238E27FC236}">
                  <a16:creationId xmlns:a16="http://schemas.microsoft.com/office/drawing/2014/main" id="{B6A109F3-CC44-49CD-A7C4-0FED2412EBB9}"/>
                </a:ext>
              </a:extLst>
            </p:cNvPr>
            <p:cNvCxnSpPr>
              <a:cxnSpLocks/>
            </p:cNvCxnSpPr>
            <p:nvPr/>
          </p:nvCxnSpPr>
          <p:spPr>
            <a:xfrm>
              <a:off x="5493262" y="148999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6" name="直線接點 725">
              <a:extLst>
                <a:ext uri="{FF2B5EF4-FFF2-40B4-BE49-F238E27FC236}">
                  <a16:creationId xmlns:a16="http://schemas.microsoft.com/office/drawing/2014/main" id="{5A5A7D1C-98E1-422C-9861-200F7F092816}"/>
                </a:ext>
              </a:extLst>
            </p:cNvPr>
            <p:cNvCxnSpPr>
              <a:cxnSpLocks/>
            </p:cNvCxnSpPr>
            <p:nvPr/>
          </p:nvCxnSpPr>
          <p:spPr>
            <a:xfrm>
              <a:off x="5493262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7" name="直線接點 726">
              <a:extLst>
                <a:ext uri="{FF2B5EF4-FFF2-40B4-BE49-F238E27FC236}">
                  <a16:creationId xmlns:a16="http://schemas.microsoft.com/office/drawing/2014/main" id="{62E126E7-CD11-4ADF-83E9-CDB0D6C925A2}"/>
                </a:ext>
              </a:extLst>
            </p:cNvPr>
            <p:cNvCxnSpPr>
              <a:cxnSpLocks/>
            </p:cNvCxnSpPr>
            <p:nvPr/>
          </p:nvCxnSpPr>
          <p:spPr>
            <a:xfrm>
              <a:off x="5462526" y="157740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8" name="直線接點 727">
              <a:extLst>
                <a:ext uri="{FF2B5EF4-FFF2-40B4-BE49-F238E27FC236}">
                  <a16:creationId xmlns:a16="http://schemas.microsoft.com/office/drawing/2014/main" id="{71D6690D-F9AD-4148-A90B-72D47DA5F266}"/>
                </a:ext>
              </a:extLst>
            </p:cNvPr>
            <p:cNvCxnSpPr>
              <a:cxnSpLocks/>
            </p:cNvCxnSpPr>
            <p:nvPr/>
          </p:nvCxnSpPr>
          <p:spPr>
            <a:xfrm>
              <a:off x="5645918" y="157740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9" name="直線接點 728">
              <a:extLst>
                <a:ext uri="{FF2B5EF4-FFF2-40B4-BE49-F238E27FC236}">
                  <a16:creationId xmlns:a16="http://schemas.microsoft.com/office/drawing/2014/main" id="{CA39058C-D97D-4761-8FCB-06666662DAA7}"/>
                </a:ext>
              </a:extLst>
            </p:cNvPr>
            <p:cNvCxnSpPr>
              <a:cxnSpLocks/>
            </p:cNvCxnSpPr>
            <p:nvPr/>
          </p:nvCxnSpPr>
          <p:spPr>
            <a:xfrm>
              <a:off x="5645918" y="166480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0" name="直線接點 729">
              <a:extLst>
                <a:ext uri="{FF2B5EF4-FFF2-40B4-BE49-F238E27FC236}">
                  <a16:creationId xmlns:a16="http://schemas.microsoft.com/office/drawing/2014/main" id="{FFB49469-4A30-4841-A18F-A6097A7906ED}"/>
                </a:ext>
              </a:extLst>
            </p:cNvPr>
            <p:cNvCxnSpPr>
              <a:cxnSpLocks/>
            </p:cNvCxnSpPr>
            <p:nvPr/>
          </p:nvCxnSpPr>
          <p:spPr>
            <a:xfrm>
              <a:off x="5567122" y="140258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1" name="直線接點 730">
              <a:extLst>
                <a:ext uri="{FF2B5EF4-FFF2-40B4-BE49-F238E27FC236}">
                  <a16:creationId xmlns:a16="http://schemas.microsoft.com/office/drawing/2014/main" id="{0330F746-FBD8-45F1-94FF-ECE99C74E13E}"/>
                </a:ext>
              </a:extLst>
            </p:cNvPr>
            <p:cNvCxnSpPr>
              <a:cxnSpLocks/>
            </p:cNvCxnSpPr>
            <p:nvPr/>
          </p:nvCxnSpPr>
          <p:spPr>
            <a:xfrm>
              <a:off x="5567122" y="148999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2" name="直線接點 731">
              <a:extLst>
                <a:ext uri="{FF2B5EF4-FFF2-40B4-BE49-F238E27FC236}">
                  <a16:creationId xmlns:a16="http://schemas.microsoft.com/office/drawing/2014/main" id="{2D21DF58-B6A6-4ACC-8A37-B7E5A281D20A}"/>
                </a:ext>
              </a:extLst>
            </p:cNvPr>
            <p:cNvCxnSpPr>
              <a:cxnSpLocks/>
            </p:cNvCxnSpPr>
            <p:nvPr/>
          </p:nvCxnSpPr>
          <p:spPr>
            <a:xfrm>
              <a:off x="5567122" y="166480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3" name="直線接點 732">
              <a:extLst>
                <a:ext uri="{FF2B5EF4-FFF2-40B4-BE49-F238E27FC236}">
                  <a16:creationId xmlns:a16="http://schemas.microsoft.com/office/drawing/2014/main" id="{EF23FF31-92B7-4560-8041-BD20F9A73C61}"/>
                </a:ext>
              </a:extLst>
            </p:cNvPr>
            <p:cNvCxnSpPr>
              <a:cxnSpLocks/>
            </p:cNvCxnSpPr>
            <p:nvPr/>
          </p:nvCxnSpPr>
          <p:spPr>
            <a:xfrm>
              <a:off x="6582432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4" name="直線接點 733">
              <a:extLst>
                <a:ext uri="{FF2B5EF4-FFF2-40B4-BE49-F238E27FC236}">
                  <a16:creationId xmlns:a16="http://schemas.microsoft.com/office/drawing/2014/main" id="{8CBE19AD-11D4-4DDD-AE72-6EE1283D60DB}"/>
                </a:ext>
              </a:extLst>
            </p:cNvPr>
            <p:cNvCxnSpPr>
              <a:cxnSpLocks/>
            </p:cNvCxnSpPr>
            <p:nvPr/>
          </p:nvCxnSpPr>
          <p:spPr>
            <a:xfrm>
              <a:off x="6600716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5" name="直線接點 734">
              <a:extLst>
                <a:ext uri="{FF2B5EF4-FFF2-40B4-BE49-F238E27FC236}">
                  <a16:creationId xmlns:a16="http://schemas.microsoft.com/office/drawing/2014/main" id="{3B24598D-011B-4DC4-8F3F-D02ADE38F7D6}"/>
                </a:ext>
              </a:extLst>
            </p:cNvPr>
            <p:cNvCxnSpPr>
              <a:cxnSpLocks/>
            </p:cNvCxnSpPr>
            <p:nvPr/>
          </p:nvCxnSpPr>
          <p:spPr>
            <a:xfrm>
              <a:off x="6563426" y="166480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6" name="直線接點 735">
              <a:extLst>
                <a:ext uri="{FF2B5EF4-FFF2-40B4-BE49-F238E27FC236}">
                  <a16:creationId xmlns:a16="http://schemas.microsoft.com/office/drawing/2014/main" id="{666BA7D0-DCFF-4B5E-85B1-1EE5E8FB07F7}"/>
                </a:ext>
              </a:extLst>
            </p:cNvPr>
            <p:cNvCxnSpPr>
              <a:cxnSpLocks/>
            </p:cNvCxnSpPr>
            <p:nvPr/>
          </p:nvCxnSpPr>
          <p:spPr>
            <a:xfrm>
              <a:off x="6622750" y="157740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7" name="直線接點 736">
              <a:extLst>
                <a:ext uri="{FF2B5EF4-FFF2-40B4-BE49-F238E27FC236}">
                  <a16:creationId xmlns:a16="http://schemas.microsoft.com/office/drawing/2014/main" id="{8DB60CC4-429B-4306-8CDE-D75943221530}"/>
                </a:ext>
              </a:extLst>
            </p:cNvPr>
            <p:cNvCxnSpPr>
              <a:cxnSpLocks/>
            </p:cNvCxnSpPr>
            <p:nvPr/>
          </p:nvCxnSpPr>
          <p:spPr>
            <a:xfrm>
              <a:off x="6622750" y="166480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8" name="直線接點 737">
              <a:extLst>
                <a:ext uri="{FF2B5EF4-FFF2-40B4-BE49-F238E27FC236}">
                  <a16:creationId xmlns:a16="http://schemas.microsoft.com/office/drawing/2014/main" id="{40972B5D-9531-4BA0-9612-A3F1C7D46B1A}"/>
                </a:ext>
              </a:extLst>
            </p:cNvPr>
            <p:cNvCxnSpPr>
              <a:cxnSpLocks/>
            </p:cNvCxnSpPr>
            <p:nvPr/>
          </p:nvCxnSpPr>
          <p:spPr>
            <a:xfrm>
              <a:off x="7056493" y="157740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39" name="直線接點 738">
              <a:extLst>
                <a:ext uri="{FF2B5EF4-FFF2-40B4-BE49-F238E27FC236}">
                  <a16:creationId xmlns:a16="http://schemas.microsoft.com/office/drawing/2014/main" id="{C291FD85-5EC8-4B23-AEDD-D8309E50ADC8}"/>
                </a:ext>
              </a:extLst>
            </p:cNvPr>
            <p:cNvCxnSpPr>
              <a:cxnSpLocks/>
            </p:cNvCxnSpPr>
            <p:nvPr/>
          </p:nvCxnSpPr>
          <p:spPr>
            <a:xfrm>
              <a:off x="7056493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0" name="直線接點 739">
              <a:extLst>
                <a:ext uri="{FF2B5EF4-FFF2-40B4-BE49-F238E27FC236}">
                  <a16:creationId xmlns:a16="http://schemas.microsoft.com/office/drawing/2014/main" id="{34B78D75-59E4-462E-A204-370E53CE31C8}"/>
                </a:ext>
              </a:extLst>
            </p:cNvPr>
            <p:cNvCxnSpPr>
              <a:cxnSpLocks/>
            </p:cNvCxnSpPr>
            <p:nvPr/>
          </p:nvCxnSpPr>
          <p:spPr>
            <a:xfrm>
              <a:off x="7074776" y="157740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1" name="直線接點 740">
              <a:extLst>
                <a:ext uri="{FF2B5EF4-FFF2-40B4-BE49-F238E27FC236}">
                  <a16:creationId xmlns:a16="http://schemas.microsoft.com/office/drawing/2014/main" id="{EE5D9652-172F-4E83-8F92-315F5DD47B0F}"/>
                </a:ext>
              </a:extLst>
            </p:cNvPr>
            <p:cNvCxnSpPr>
              <a:cxnSpLocks/>
            </p:cNvCxnSpPr>
            <p:nvPr/>
          </p:nvCxnSpPr>
          <p:spPr>
            <a:xfrm>
              <a:off x="7074776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2" name="直線接點 741">
              <a:extLst>
                <a:ext uri="{FF2B5EF4-FFF2-40B4-BE49-F238E27FC236}">
                  <a16:creationId xmlns:a16="http://schemas.microsoft.com/office/drawing/2014/main" id="{C32184BF-BCA7-4F72-86D8-393498DA1B5A}"/>
                </a:ext>
              </a:extLst>
            </p:cNvPr>
            <p:cNvCxnSpPr>
              <a:cxnSpLocks/>
            </p:cNvCxnSpPr>
            <p:nvPr/>
          </p:nvCxnSpPr>
          <p:spPr>
            <a:xfrm>
              <a:off x="7037486" y="148999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3" name="直線接點 742">
              <a:extLst>
                <a:ext uri="{FF2B5EF4-FFF2-40B4-BE49-F238E27FC236}">
                  <a16:creationId xmlns:a16="http://schemas.microsoft.com/office/drawing/2014/main" id="{20411924-D5DB-4407-A70A-A0C3756013F7}"/>
                </a:ext>
              </a:extLst>
            </p:cNvPr>
            <p:cNvCxnSpPr>
              <a:cxnSpLocks/>
            </p:cNvCxnSpPr>
            <p:nvPr/>
          </p:nvCxnSpPr>
          <p:spPr>
            <a:xfrm>
              <a:off x="7037486" y="157740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4" name="直線接點 743">
              <a:extLst>
                <a:ext uri="{FF2B5EF4-FFF2-40B4-BE49-F238E27FC236}">
                  <a16:creationId xmlns:a16="http://schemas.microsoft.com/office/drawing/2014/main" id="{24265E5F-6EC1-49A4-8901-E3195E752797}"/>
                </a:ext>
              </a:extLst>
            </p:cNvPr>
            <p:cNvCxnSpPr>
              <a:cxnSpLocks/>
            </p:cNvCxnSpPr>
            <p:nvPr/>
          </p:nvCxnSpPr>
          <p:spPr>
            <a:xfrm>
              <a:off x="7037486" y="166480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5" name="直線接點 744">
              <a:extLst>
                <a:ext uri="{FF2B5EF4-FFF2-40B4-BE49-F238E27FC236}">
                  <a16:creationId xmlns:a16="http://schemas.microsoft.com/office/drawing/2014/main" id="{EC4DED9C-BBC7-4DE6-B0D1-380653BFDB5F}"/>
                </a:ext>
              </a:extLst>
            </p:cNvPr>
            <p:cNvCxnSpPr>
              <a:cxnSpLocks/>
            </p:cNvCxnSpPr>
            <p:nvPr/>
          </p:nvCxnSpPr>
          <p:spPr>
            <a:xfrm>
              <a:off x="7096810" y="157740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6" name="直線接點 745">
              <a:extLst>
                <a:ext uri="{FF2B5EF4-FFF2-40B4-BE49-F238E27FC236}">
                  <a16:creationId xmlns:a16="http://schemas.microsoft.com/office/drawing/2014/main" id="{8D3126D9-68CE-491B-9487-0638BCCAFA62}"/>
                </a:ext>
              </a:extLst>
            </p:cNvPr>
            <p:cNvCxnSpPr>
              <a:cxnSpLocks/>
            </p:cNvCxnSpPr>
            <p:nvPr/>
          </p:nvCxnSpPr>
          <p:spPr>
            <a:xfrm>
              <a:off x="7096810" y="166480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7" name="直線接點 746">
              <a:extLst>
                <a:ext uri="{FF2B5EF4-FFF2-40B4-BE49-F238E27FC236}">
                  <a16:creationId xmlns:a16="http://schemas.microsoft.com/office/drawing/2014/main" id="{F6124283-7EFD-4D42-BB0D-38AD9C820D44}"/>
                </a:ext>
              </a:extLst>
            </p:cNvPr>
            <p:cNvCxnSpPr>
              <a:cxnSpLocks/>
            </p:cNvCxnSpPr>
            <p:nvPr/>
          </p:nvCxnSpPr>
          <p:spPr>
            <a:xfrm>
              <a:off x="7143361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8" name="直線接點 747">
              <a:extLst>
                <a:ext uri="{FF2B5EF4-FFF2-40B4-BE49-F238E27FC236}">
                  <a16:creationId xmlns:a16="http://schemas.microsoft.com/office/drawing/2014/main" id="{773B2CFF-2946-42D4-B4F6-3411CA91D47F}"/>
                </a:ext>
              </a:extLst>
            </p:cNvPr>
            <p:cNvCxnSpPr>
              <a:cxnSpLocks/>
            </p:cNvCxnSpPr>
            <p:nvPr/>
          </p:nvCxnSpPr>
          <p:spPr>
            <a:xfrm>
              <a:off x="7161645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9" name="直線接點 748">
              <a:extLst>
                <a:ext uri="{FF2B5EF4-FFF2-40B4-BE49-F238E27FC236}">
                  <a16:creationId xmlns:a16="http://schemas.microsoft.com/office/drawing/2014/main" id="{1F20273E-6084-4804-AF70-BFBBB6A67CA6}"/>
                </a:ext>
              </a:extLst>
            </p:cNvPr>
            <p:cNvCxnSpPr>
              <a:cxnSpLocks/>
            </p:cNvCxnSpPr>
            <p:nvPr/>
          </p:nvCxnSpPr>
          <p:spPr>
            <a:xfrm>
              <a:off x="7124355" y="166480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0" name="直線接點 749">
              <a:extLst>
                <a:ext uri="{FF2B5EF4-FFF2-40B4-BE49-F238E27FC236}">
                  <a16:creationId xmlns:a16="http://schemas.microsoft.com/office/drawing/2014/main" id="{4CEAE069-71AA-472A-9163-4CE51EE85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131517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1" name="直線接點 750">
              <a:extLst>
                <a:ext uri="{FF2B5EF4-FFF2-40B4-BE49-F238E27FC236}">
                  <a16:creationId xmlns:a16="http://schemas.microsoft.com/office/drawing/2014/main" id="{8F0AB275-0F4D-4B85-8595-6C343D2FA8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140258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2" name="直線接點 751">
              <a:extLst>
                <a:ext uri="{FF2B5EF4-FFF2-40B4-BE49-F238E27FC236}">
                  <a16:creationId xmlns:a16="http://schemas.microsoft.com/office/drawing/2014/main" id="{2C19C78A-4C22-400E-AD0D-A72542973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148999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3" name="直線接點 752">
              <a:extLst>
                <a:ext uri="{FF2B5EF4-FFF2-40B4-BE49-F238E27FC236}">
                  <a16:creationId xmlns:a16="http://schemas.microsoft.com/office/drawing/2014/main" id="{5E7D747C-5D86-4884-B87E-3915F42F56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4" name="直線接點 753">
              <a:extLst>
                <a:ext uri="{FF2B5EF4-FFF2-40B4-BE49-F238E27FC236}">
                  <a16:creationId xmlns:a16="http://schemas.microsoft.com/office/drawing/2014/main" id="{90D5D1A9-F20D-44DF-8F8D-6CDDF8D465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131517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5" name="直線接點 754">
              <a:extLst>
                <a:ext uri="{FF2B5EF4-FFF2-40B4-BE49-F238E27FC236}">
                  <a16:creationId xmlns:a16="http://schemas.microsoft.com/office/drawing/2014/main" id="{8BA5E1FD-AEBC-4359-B339-D48454A22B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140258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6" name="直線接點 755">
              <a:extLst>
                <a:ext uri="{FF2B5EF4-FFF2-40B4-BE49-F238E27FC236}">
                  <a16:creationId xmlns:a16="http://schemas.microsoft.com/office/drawing/2014/main" id="{5E3E6165-8334-42B0-A463-B0BD86B3B0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157740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7" name="直線接點 756">
              <a:extLst>
                <a:ext uri="{FF2B5EF4-FFF2-40B4-BE49-F238E27FC236}">
                  <a16:creationId xmlns:a16="http://schemas.microsoft.com/office/drawing/2014/main" id="{333B7D38-90F9-4A41-BACE-58EB8E5784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166480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8" name="直線接點 757">
              <a:extLst>
                <a:ext uri="{FF2B5EF4-FFF2-40B4-BE49-F238E27FC236}">
                  <a16:creationId xmlns:a16="http://schemas.microsoft.com/office/drawing/2014/main" id="{1746D0D2-F651-428E-AECC-53FD492DB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131517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9" name="直線接點 758">
              <a:extLst>
                <a:ext uri="{FF2B5EF4-FFF2-40B4-BE49-F238E27FC236}">
                  <a16:creationId xmlns:a16="http://schemas.microsoft.com/office/drawing/2014/main" id="{94C1D5B1-2042-4413-8ADF-F7F50E9AD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140258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0" name="直線接點 759">
              <a:extLst>
                <a:ext uri="{FF2B5EF4-FFF2-40B4-BE49-F238E27FC236}">
                  <a16:creationId xmlns:a16="http://schemas.microsoft.com/office/drawing/2014/main" id="{EA7C5EA8-D4E1-4764-AAFC-4403739D0C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148999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1" name="直線接點 760">
              <a:extLst>
                <a:ext uri="{FF2B5EF4-FFF2-40B4-BE49-F238E27FC236}">
                  <a16:creationId xmlns:a16="http://schemas.microsoft.com/office/drawing/2014/main" id="{CAEF29F1-97AE-4B36-95FD-DCC1F06AF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166480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2" name="直線接點 761">
              <a:extLst>
                <a:ext uri="{FF2B5EF4-FFF2-40B4-BE49-F238E27FC236}">
                  <a16:creationId xmlns:a16="http://schemas.microsoft.com/office/drawing/2014/main" id="{D9D9D6F3-7449-4CA6-A2FE-5AB180BB3E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140258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3" name="直線接點 762">
              <a:extLst>
                <a:ext uri="{FF2B5EF4-FFF2-40B4-BE49-F238E27FC236}">
                  <a16:creationId xmlns:a16="http://schemas.microsoft.com/office/drawing/2014/main" id="{F73E01E1-891E-4082-ADE6-56C15EA18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148999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4" name="直線接點 763">
              <a:extLst>
                <a:ext uri="{FF2B5EF4-FFF2-40B4-BE49-F238E27FC236}">
                  <a16:creationId xmlns:a16="http://schemas.microsoft.com/office/drawing/2014/main" id="{AA48ADEF-8590-49B1-B5FD-CFF3EA141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157740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5" name="直線接點 764">
              <a:extLst>
                <a:ext uri="{FF2B5EF4-FFF2-40B4-BE49-F238E27FC236}">
                  <a16:creationId xmlns:a16="http://schemas.microsoft.com/office/drawing/2014/main" id="{747DBEEE-8E19-4C9F-B4A2-145C517E32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166480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6" name="直線接點 805">
              <a:extLst>
                <a:ext uri="{FF2B5EF4-FFF2-40B4-BE49-F238E27FC236}">
                  <a16:creationId xmlns:a16="http://schemas.microsoft.com/office/drawing/2014/main" id="{EBEFF611-D2B3-45C1-B0CC-51DA3FF39A9D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49458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7" name="直線接點 806">
              <a:extLst>
                <a:ext uri="{FF2B5EF4-FFF2-40B4-BE49-F238E27FC236}">
                  <a16:creationId xmlns:a16="http://schemas.microsoft.com/office/drawing/2014/main" id="{DB31D9F6-FFF8-49ED-BE1F-00D12B1EA6CD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58199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8" name="直線接點 807">
              <a:extLst>
                <a:ext uri="{FF2B5EF4-FFF2-40B4-BE49-F238E27FC236}">
                  <a16:creationId xmlns:a16="http://schemas.microsoft.com/office/drawing/2014/main" id="{3509B6ED-6BC9-41FE-916D-F216E5A37821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66940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9" name="直線接點 808">
              <a:extLst>
                <a:ext uri="{FF2B5EF4-FFF2-40B4-BE49-F238E27FC236}">
                  <a16:creationId xmlns:a16="http://schemas.microsoft.com/office/drawing/2014/main" id="{E169D99D-9B3C-4E5A-852D-8A9EB5E46B31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75680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0" name="直線接點 809">
              <a:extLst>
                <a:ext uri="{FF2B5EF4-FFF2-40B4-BE49-F238E27FC236}">
                  <a16:creationId xmlns:a16="http://schemas.microsoft.com/office/drawing/2014/main" id="{F2733336-C229-4E29-975E-FC5A57FF93AC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40717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1" name="直線接點 810">
              <a:extLst>
                <a:ext uri="{FF2B5EF4-FFF2-40B4-BE49-F238E27FC236}">
                  <a16:creationId xmlns:a16="http://schemas.microsoft.com/office/drawing/2014/main" id="{048A786E-0B25-478E-ACEA-26866EF8A7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8464" y="131517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6" name="直線接點 815">
              <a:extLst>
                <a:ext uri="{FF2B5EF4-FFF2-40B4-BE49-F238E27FC236}">
                  <a16:creationId xmlns:a16="http://schemas.microsoft.com/office/drawing/2014/main" id="{ECC6603C-D9F2-4424-AD51-69E0572FF314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40717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7" name="直線接點 816">
              <a:extLst>
                <a:ext uri="{FF2B5EF4-FFF2-40B4-BE49-F238E27FC236}">
                  <a16:creationId xmlns:a16="http://schemas.microsoft.com/office/drawing/2014/main" id="{08DBD057-03DF-4C07-B80E-22FFE1CDB84E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49458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8" name="直線接點 817">
              <a:extLst>
                <a:ext uri="{FF2B5EF4-FFF2-40B4-BE49-F238E27FC236}">
                  <a16:creationId xmlns:a16="http://schemas.microsoft.com/office/drawing/2014/main" id="{37F53335-286B-4DBF-850F-9D4518B9D77B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58199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9" name="直線接點 818">
              <a:extLst>
                <a:ext uri="{FF2B5EF4-FFF2-40B4-BE49-F238E27FC236}">
                  <a16:creationId xmlns:a16="http://schemas.microsoft.com/office/drawing/2014/main" id="{B1BAAB0D-F8C2-4752-A6A8-52894AEC6044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66940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0" name="直線接點 819">
              <a:extLst>
                <a:ext uri="{FF2B5EF4-FFF2-40B4-BE49-F238E27FC236}">
                  <a16:creationId xmlns:a16="http://schemas.microsoft.com/office/drawing/2014/main" id="{1C7A1878-707E-4948-A2CB-0189BB9D4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467" y="131326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5" name="直線接點 824">
              <a:extLst>
                <a:ext uri="{FF2B5EF4-FFF2-40B4-BE49-F238E27FC236}">
                  <a16:creationId xmlns:a16="http://schemas.microsoft.com/office/drawing/2014/main" id="{7E8B8FDA-EE3C-4EE1-ADE4-D972830CDFD7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40249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6" name="直線接點 825">
              <a:extLst>
                <a:ext uri="{FF2B5EF4-FFF2-40B4-BE49-F238E27FC236}">
                  <a16:creationId xmlns:a16="http://schemas.microsoft.com/office/drawing/2014/main" id="{94E90F18-632B-40CF-AAC6-E0160F588739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48990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7" name="直線接點 826">
              <a:extLst>
                <a:ext uri="{FF2B5EF4-FFF2-40B4-BE49-F238E27FC236}">
                  <a16:creationId xmlns:a16="http://schemas.microsoft.com/office/drawing/2014/main" id="{FE140F36-9E01-47D7-9BE6-39802AB76F31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5773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8" name="直線接點 827">
              <a:extLst>
                <a:ext uri="{FF2B5EF4-FFF2-40B4-BE49-F238E27FC236}">
                  <a16:creationId xmlns:a16="http://schemas.microsoft.com/office/drawing/2014/main" id="{78782ABF-2D11-4315-A80A-87F9C7C8A2F5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66472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1" name="直線接點 850">
              <a:extLst>
                <a:ext uri="{FF2B5EF4-FFF2-40B4-BE49-F238E27FC236}">
                  <a16:creationId xmlns:a16="http://schemas.microsoft.com/office/drawing/2014/main" id="{23F733B9-3C79-449A-BF33-5F7D96B7890A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40249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2" name="直線接點 851">
              <a:extLst>
                <a:ext uri="{FF2B5EF4-FFF2-40B4-BE49-F238E27FC236}">
                  <a16:creationId xmlns:a16="http://schemas.microsoft.com/office/drawing/2014/main" id="{FC092A9F-0CE4-4323-8D8E-50E3B53180C6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4899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3" name="直線接點 852">
              <a:extLst>
                <a:ext uri="{FF2B5EF4-FFF2-40B4-BE49-F238E27FC236}">
                  <a16:creationId xmlns:a16="http://schemas.microsoft.com/office/drawing/2014/main" id="{D431CE68-5FF8-43B1-A669-67023E694D49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57731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4" name="直線接點 853">
              <a:extLst>
                <a:ext uri="{FF2B5EF4-FFF2-40B4-BE49-F238E27FC236}">
                  <a16:creationId xmlns:a16="http://schemas.microsoft.com/office/drawing/2014/main" id="{37561134-F1D8-482E-9F9F-CE86FBC7C003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66472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98" name="箭號: 五邊形 497">
              <a:extLst>
                <a:ext uri="{FF2B5EF4-FFF2-40B4-BE49-F238E27FC236}">
                  <a16:creationId xmlns:a16="http://schemas.microsoft.com/office/drawing/2014/main" id="{A997486B-60C8-42A6-854B-5BEAACDD2628}"/>
                </a:ext>
              </a:extLst>
            </p:cNvPr>
            <p:cNvSpPr/>
            <p:nvPr/>
          </p:nvSpPr>
          <p:spPr>
            <a:xfrm>
              <a:off x="6114472" y="2027477"/>
              <a:ext cx="4953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499" name="箭號: 五邊形 498">
              <a:extLst>
                <a:ext uri="{FF2B5EF4-FFF2-40B4-BE49-F238E27FC236}">
                  <a16:creationId xmlns:a16="http://schemas.microsoft.com/office/drawing/2014/main" id="{2A0D4369-FDB3-40CB-BD88-E312FDFAAB1A}"/>
                </a:ext>
              </a:extLst>
            </p:cNvPr>
            <p:cNvSpPr/>
            <p:nvPr/>
          </p:nvSpPr>
          <p:spPr>
            <a:xfrm>
              <a:off x="6644240" y="2027477"/>
              <a:ext cx="62679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0" name="箭號: 五邊形 499">
              <a:extLst>
                <a:ext uri="{FF2B5EF4-FFF2-40B4-BE49-F238E27FC236}">
                  <a16:creationId xmlns:a16="http://schemas.microsoft.com/office/drawing/2014/main" id="{39BEF9C4-C9C4-43EF-9DFE-A917B18612CB}"/>
                </a:ext>
              </a:extLst>
            </p:cNvPr>
            <p:cNvSpPr/>
            <p:nvPr/>
          </p:nvSpPr>
          <p:spPr>
            <a:xfrm>
              <a:off x="8187481" y="2027477"/>
              <a:ext cx="3778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1" name="箭號: 五邊形 500">
              <a:extLst>
                <a:ext uri="{FF2B5EF4-FFF2-40B4-BE49-F238E27FC236}">
                  <a16:creationId xmlns:a16="http://schemas.microsoft.com/office/drawing/2014/main" id="{40796436-01EA-48D7-A848-90196A9D9DA5}"/>
                </a:ext>
              </a:extLst>
            </p:cNvPr>
            <p:cNvSpPr/>
            <p:nvPr/>
          </p:nvSpPr>
          <p:spPr>
            <a:xfrm>
              <a:off x="7770330" y="2027477"/>
              <a:ext cx="40293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2" name="箭號: 五邊形 501">
              <a:extLst>
                <a:ext uri="{FF2B5EF4-FFF2-40B4-BE49-F238E27FC236}">
                  <a16:creationId xmlns:a16="http://schemas.microsoft.com/office/drawing/2014/main" id="{0CC51491-FCD0-44C4-B6A5-D063863A0DFA}"/>
                </a:ext>
              </a:extLst>
            </p:cNvPr>
            <p:cNvSpPr/>
            <p:nvPr/>
          </p:nvSpPr>
          <p:spPr>
            <a:xfrm>
              <a:off x="7309298" y="2027477"/>
              <a:ext cx="4001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3" name="箭號: 五邊形 502">
              <a:extLst>
                <a:ext uri="{FF2B5EF4-FFF2-40B4-BE49-F238E27FC236}">
                  <a16:creationId xmlns:a16="http://schemas.microsoft.com/office/drawing/2014/main" id="{A55F81C1-6DF9-408D-9A6C-A0D0FBC4CCED}"/>
                </a:ext>
              </a:extLst>
            </p:cNvPr>
            <p:cNvSpPr/>
            <p:nvPr/>
          </p:nvSpPr>
          <p:spPr>
            <a:xfrm>
              <a:off x="8680516" y="2027477"/>
              <a:ext cx="3262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04" name="直線接點 503">
              <a:extLst>
                <a:ext uri="{FF2B5EF4-FFF2-40B4-BE49-F238E27FC236}">
                  <a16:creationId xmlns:a16="http://schemas.microsoft.com/office/drawing/2014/main" id="{5CED287F-9D63-4034-BB9C-116578AAD8DF}"/>
                </a:ext>
              </a:extLst>
            </p:cNvPr>
            <p:cNvCxnSpPr>
              <a:cxnSpLocks/>
            </p:cNvCxnSpPr>
            <p:nvPr/>
          </p:nvCxnSpPr>
          <p:spPr>
            <a:xfrm>
              <a:off x="7314588" y="2023961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線接點 504">
              <a:extLst>
                <a:ext uri="{FF2B5EF4-FFF2-40B4-BE49-F238E27FC236}">
                  <a16:creationId xmlns:a16="http://schemas.microsoft.com/office/drawing/2014/main" id="{B83F8F35-5C68-4BC5-8A9C-4800B7C7B4BE}"/>
                </a:ext>
              </a:extLst>
            </p:cNvPr>
            <p:cNvCxnSpPr>
              <a:cxnSpLocks/>
            </p:cNvCxnSpPr>
            <p:nvPr/>
          </p:nvCxnSpPr>
          <p:spPr>
            <a:xfrm>
              <a:off x="7773735" y="2023961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3" name="箭號: 五邊形 512">
              <a:extLst>
                <a:ext uri="{FF2B5EF4-FFF2-40B4-BE49-F238E27FC236}">
                  <a16:creationId xmlns:a16="http://schemas.microsoft.com/office/drawing/2014/main" id="{7A69FD1B-E1F6-41DA-8B4E-A00FDBAC0BB2}"/>
                </a:ext>
              </a:extLst>
            </p:cNvPr>
            <p:cNvSpPr/>
            <p:nvPr/>
          </p:nvSpPr>
          <p:spPr>
            <a:xfrm>
              <a:off x="3169604" y="2027477"/>
              <a:ext cx="4953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4" name="箭號: 五邊形 513">
              <a:extLst>
                <a:ext uri="{FF2B5EF4-FFF2-40B4-BE49-F238E27FC236}">
                  <a16:creationId xmlns:a16="http://schemas.microsoft.com/office/drawing/2014/main" id="{EAA7849F-1E7E-4727-B2DE-220B6AD87141}"/>
                </a:ext>
              </a:extLst>
            </p:cNvPr>
            <p:cNvSpPr/>
            <p:nvPr/>
          </p:nvSpPr>
          <p:spPr>
            <a:xfrm>
              <a:off x="3699372" y="2027477"/>
              <a:ext cx="49534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5" name="箭號: 五邊形 514">
              <a:extLst>
                <a:ext uri="{FF2B5EF4-FFF2-40B4-BE49-F238E27FC236}">
                  <a16:creationId xmlns:a16="http://schemas.microsoft.com/office/drawing/2014/main" id="{C5BBDB57-4CAD-4196-BDBA-0B4A088C39B8}"/>
                </a:ext>
              </a:extLst>
            </p:cNvPr>
            <p:cNvSpPr/>
            <p:nvPr/>
          </p:nvSpPr>
          <p:spPr>
            <a:xfrm>
              <a:off x="5242613" y="2027477"/>
              <a:ext cx="3778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6" name="箭號: 五邊形 515">
              <a:extLst>
                <a:ext uri="{FF2B5EF4-FFF2-40B4-BE49-F238E27FC236}">
                  <a16:creationId xmlns:a16="http://schemas.microsoft.com/office/drawing/2014/main" id="{04D7642F-6B83-46A3-AAB1-427AB168A168}"/>
                </a:ext>
              </a:extLst>
            </p:cNvPr>
            <p:cNvSpPr/>
            <p:nvPr/>
          </p:nvSpPr>
          <p:spPr>
            <a:xfrm>
              <a:off x="4828866" y="2027477"/>
              <a:ext cx="39952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7" name="箭號: 五邊形 516">
              <a:extLst>
                <a:ext uri="{FF2B5EF4-FFF2-40B4-BE49-F238E27FC236}">
                  <a16:creationId xmlns:a16="http://schemas.microsoft.com/office/drawing/2014/main" id="{850C90A3-8527-4EF4-90C4-D853EED12B70}"/>
                </a:ext>
              </a:extLst>
            </p:cNvPr>
            <p:cNvSpPr/>
            <p:nvPr/>
          </p:nvSpPr>
          <p:spPr>
            <a:xfrm>
              <a:off x="4373853" y="2027477"/>
              <a:ext cx="4334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18" name="箭號: 五邊形 517">
              <a:extLst>
                <a:ext uri="{FF2B5EF4-FFF2-40B4-BE49-F238E27FC236}">
                  <a16:creationId xmlns:a16="http://schemas.microsoft.com/office/drawing/2014/main" id="{1946CB91-1C71-482F-BA85-183317083336}"/>
                </a:ext>
              </a:extLst>
            </p:cNvPr>
            <p:cNvSpPr/>
            <p:nvPr/>
          </p:nvSpPr>
          <p:spPr>
            <a:xfrm>
              <a:off x="5666213" y="2027477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19" name="直線接點 518">
              <a:extLst>
                <a:ext uri="{FF2B5EF4-FFF2-40B4-BE49-F238E27FC236}">
                  <a16:creationId xmlns:a16="http://schemas.microsoft.com/office/drawing/2014/main" id="{24E9FC2D-342F-4899-8F0E-D900CBE20278}"/>
                </a:ext>
              </a:extLst>
            </p:cNvPr>
            <p:cNvCxnSpPr>
              <a:cxnSpLocks/>
            </p:cNvCxnSpPr>
            <p:nvPr/>
          </p:nvCxnSpPr>
          <p:spPr>
            <a:xfrm>
              <a:off x="4369721" y="2023961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直線接點 519">
              <a:extLst>
                <a:ext uri="{FF2B5EF4-FFF2-40B4-BE49-F238E27FC236}">
                  <a16:creationId xmlns:a16="http://schemas.microsoft.com/office/drawing/2014/main" id="{8FD322E4-199A-4DF7-BA16-54F2035DA532}"/>
                </a:ext>
              </a:extLst>
            </p:cNvPr>
            <p:cNvCxnSpPr>
              <a:cxnSpLocks/>
            </p:cNvCxnSpPr>
            <p:nvPr/>
          </p:nvCxnSpPr>
          <p:spPr>
            <a:xfrm>
              <a:off x="4828972" y="2023961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" name="箭號: 五邊形 521">
              <a:extLst>
                <a:ext uri="{FF2B5EF4-FFF2-40B4-BE49-F238E27FC236}">
                  <a16:creationId xmlns:a16="http://schemas.microsoft.com/office/drawing/2014/main" id="{A9FEB02B-7069-47C2-AF2F-9D696B252D2E}"/>
                </a:ext>
              </a:extLst>
            </p:cNvPr>
            <p:cNvSpPr/>
            <p:nvPr/>
          </p:nvSpPr>
          <p:spPr>
            <a:xfrm>
              <a:off x="6232786" y="1946734"/>
              <a:ext cx="6495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24" name="箭號: 五邊形 523">
              <a:extLst>
                <a:ext uri="{FF2B5EF4-FFF2-40B4-BE49-F238E27FC236}">
                  <a16:creationId xmlns:a16="http://schemas.microsoft.com/office/drawing/2014/main" id="{9DB29A25-1965-4F09-92A7-9A6ACDAE0BC0}"/>
                </a:ext>
              </a:extLst>
            </p:cNvPr>
            <p:cNvSpPr/>
            <p:nvPr/>
          </p:nvSpPr>
          <p:spPr>
            <a:xfrm>
              <a:off x="5878793" y="1946734"/>
              <a:ext cx="32442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26" name="箭號: 五邊形 525">
              <a:extLst>
                <a:ext uri="{FF2B5EF4-FFF2-40B4-BE49-F238E27FC236}">
                  <a16:creationId xmlns:a16="http://schemas.microsoft.com/office/drawing/2014/main" id="{B4B07A59-4DA4-4D49-9233-96363D74EF50}"/>
                </a:ext>
              </a:extLst>
            </p:cNvPr>
            <p:cNvSpPr/>
            <p:nvPr/>
          </p:nvSpPr>
          <p:spPr>
            <a:xfrm>
              <a:off x="6911921" y="1946734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27" name="箭號: 五邊形 526">
              <a:extLst>
                <a:ext uri="{FF2B5EF4-FFF2-40B4-BE49-F238E27FC236}">
                  <a16:creationId xmlns:a16="http://schemas.microsoft.com/office/drawing/2014/main" id="{D4AEFFD6-3120-42EC-92F2-C4DFA4991124}"/>
                </a:ext>
              </a:extLst>
            </p:cNvPr>
            <p:cNvSpPr/>
            <p:nvPr/>
          </p:nvSpPr>
          <p:spPr>
            <a:xfrm>
              <a:off x="8412252" y="1946734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29" name="箭號: 五邊形 528">
              <a:extLst>
                <a:ext uri="{FF2B5EF4-FFF2-40B4-BE49-F238E27FC236}">
                  <a16:creationId xmlns:a16="http://schemas.microsoft.com/office/drawing/2014/main" id="{9178622C-FC7B-4EAA-90DF-DBD086410AB4}"/>
                </a:ext>
              </a:extLst>
            </p:cNvPr>
            <p:cNvSpPr/>
            <p:nvPr/>
          </p:nvSpPr>
          <p:spPr>
            <a:xfrm>
              <a:off x="8030428" y="1946734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30" name="箭號: 五邊形 529">
              <a:extLst>
                <a:ext uri="{FF2B5EF4-FFF2-40B4-BE49-F238E27FC236}">
                  <a16:creationId xmlns:a16="http://schemas.microsoft.com/office/drawing/2014/main" id="{05926712-E28D-4E87-A7CF-943A5097D30C}"/>
                </a:ext>
              </a:extLst>
            </p:cNvPr>
            <p:cNvSpPr/>
            <p:nvPr/>
          </p:nvSpPr>
          <p:spPr>
            <a:xfrm>
              <a:off x="7349530" y="1946734"/>
              <a:ext cx="48054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31" name="箭號: 五邊形 530">
              <a:extLst>
                <a:ext uri="{FF2B5EF4-FFF2-40B4-BE49-F238E27FC236}">
                  <a16:creationId xmlns:a16="http://schemas.microsoft.com/office/drawing/2014/main" id="{62839459-10D9-44CB-AA4E-E7B4E0EB3262}"/>
                </a:ext>
              </a:extLst>
            </p:cNvPr>
            <p:cNvSpPr/>
            <p:nvPr/>
          </p:nvSpPr>
          <p:spPr>
            <a:xfrm>
              <a:off x="8789767" y="1946734"/>
              <a:ext cx="26039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33" name="直線接點 532">
              <a:extLst>
                <a:ext uri="{FF2B5EF4-FFF2-40B4-BE49-F238E27FC236}">
                  <a16:creationId xmlns:a16="http://schemas.microsoft.com/office/drawing/2014/main" id="{7D5CF38E-6DF0-4437-A42D-0958969148C5}"/>
                </a:ext>
              </a:extLst>
            </p:cNvPr>
            <p:cNvCxnSpPr>
              <a:cxnSpLocks/>
            </p:cNvCxnSpPr>
            <p:nvPr/>
          </p:nvCxnSpPr>
          <p:spPr>
            <a:xfrm>
              <a:off x="7347140" y="194321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4" name="手繪多邊形: 圖案 533">
              <a:extLst>
                <a:ext uri="{FF2B5EF4-FFF2-40B4-BE49-F238E27FC236}">
                  <a16:creationId xmlns:a16="http://schemas.microsoft.com/office/drawing/2014/main" id="{0E6EDFD0-7BC1-4725-9555-54B9C768B6D8}"/>
                </a:ext>
              </a:extLst>
            </p:cNvPr>
            <p:cNvSpPr/>
            <p:nvPr/>
          </p:nvSpPr>
          <p:spPr>
            <a:xfrm>
              <a:off x="6176763" y="193988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535" name="箭號: 五邊形 534">
              <a:extLst>
                <a:ext uri="{FF2B5EF4-FFF2-40B4-BE49-F238E27FC236}">
                  <a16:creationId xmlns:a16="http://schemas.microsoft.com/office/drawing/2014/main" id="{5A81C194-E295-42DB-AD1D-BB7E3A482E2C}"/>
                </a:ext>
              </a:extLst>
            </p:cNvPr>
            <p:cNvSpPr/>
            <p:nvPr/>
          </p:nvSpPr>
          <p:spPr>
            <a:xfrm>
              <a:off x="3453280" y="1946734"/>
              <a:ext cx="48420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38" name="箭號: 五邊形 537">
              <a:extLst>
                <a:ext uri="{FF2B5EF4-FFF2-40B4-BE49-F238E27FC236}">
                  <a16:creationId xmlns:a16="http://schemas.microsoft.com/office/drawing/2014/main" id="{9724A4CD-55FA-4348-80B9-908CEDD608A5}"/>
                </a:ext>
              </a:extLst>
            </p:cNvPr>
            <p:cNvSpPr/>
            <p:nvPr/>
          </p:nvSpPr>
          <p:spPr>
            <a:xfrm>
              <a:off x="2985832" y="1946734"/>
              <a:ext cx="27251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41" name="箭號: 五邊形 540">
              <a:extLst>
                <a:ext uri="{FF2B5EF4-FFF2-40B4-BE49-F238E27FC236}">
                  <a16:creationId xmlns:a16="http://schemas.microsoft.com/office/drawing/2014/main" id="{D33484B8-FE44-4442-8A3D-7D976F160E69}"/>
                </a:ext>
              </a:extLst>
            </p:cNvPr>
            <p:cNvSpPr/>
            <p:nvPr/>
          </p:nvSpPr>
          <p:spPr>
            <a:xfrm>
              <a:off x="3967053" y="1946734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43" name="箭號: 五邊形 542">
              <a:extLst>
                <a:ext uri="{FF2B5EF4-FFF2-40B4-BE49-F238E27FC236}">
                  <a16:creationId xmlns:a16="http://schemas.microsoft.com/office/drawing/2014/main" id="{28CB0160-DC98-448D-ADA2-A09F1D6D1A02}"/>
                </a:ext>
              </a:extLst>
            </p:cNvPr>
            <p:cNvSpPr/>
            <p:nvPr/>
          </p:nvSpPr>
          <p:spPr>
            <a:xfrm>
              <a:off x="5467384" y="1946734"/>
              <a:ext cx="3487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48" name="箭號: 五邊形 547">
              <a:extLst>
                <a:ext uri="{FF2B5EF4-FFF2-40B4-BE49-F238E27FC236}">
                  <a16:creationId xmlns:a16="http://schemas.microsoft.com/office/drawing/2014/main" id="{3056A8D4-3A20-4587-8CF0-E1B3159ACD43}"/>
                </a:ext>
              </a:extLst>
            </p:cNvPr>
            <p:cNvSpPr/>
            <p:nvPr/>
          </p:nvSpPr>
          <p:spPr>
            <a:xfrm>
              <a:off x="4985177" y="1946734"/>
              <a:ext cx="37783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49" name="箭號: 五邊形 548">
              <a:extLst>
                <a:ext uri="{FF2B5EF4-FFF2-40B4-BE49-F238E27FC236}">
                  <a16:creationId xmlns:a16="http://schemas.microsoft.com/office/drawing/2014/main" id="{10E15A35-0CFD-407D-9A01-5EBA13598A0B}"/>
                </a:ext>
              </a:extLst>
            </p:cNvPr>
            <p:cNvSpPr/>
            <p:nvPr/>
          </p:nvSpPr>
          <p:spPr>
            <a:xfrm>
              <a:off x="4404662" y="1946734"/>
              <a:ext cx="48054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552" name="直線接點 551">
              <a:extLst>
                <a:ext uri="{FF2B5EF4-FFF2-40B4-BE49-F238E27FC236}">
                  <a16:creationId xmlns:a16="http://schemas.microsoft.com/office/drawing/2014/main" id="{4EAE4021-70DF-4D2E-9058-4BF733CBC4C5}"/>
                </a:ext>
              </a:extLst>
            </p:cNvPr>
            <p:cNvCxnSpPr>
              <a:cxnSpLocks/>
            </p:cNvCxnSpPr>
            <p:nvPr/>
          </p:nvCxnSpPr>
          <p:spPr>
            <a:xfrm>
              <a:off x="4402272" y="194321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手繪多邊形: 圖案 552">
              <a:extLst>
                <a:ext uri="{FF2B5EF4-FFF2-40B4-BE49-F238E27FC236}">
                  <a16:creationId xmlns:a16="http://schemas.microsoft.com/office/drawing/2014/main" id="{AEC16D55-5925-4CEF-9034-0D581E4B8DF8}"/>
                </a:ext>
              </a:extLst>
            </p:cNvPr>
            <p:cNvSpPr/>
            <p:nvPr/>
          </p:nvSpPr>
          <p:spPr>
            <a:xfrm>
              <a:off x="3231885" y="1939886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29" name="箭號: 五邊形 628">
              <a:extLst>
                <a:ext uri="{FF2B5EF4-FFF2-40B4-BE49-F238E27FC236}">
                  <a16:creationId xmlns:a16="http://schemas.microsoft.com/office/drawing/2014/main" id="{62636F41-29E7-4909-9799-A84B779A3D32}"/>
                </a:ext>
              </a:extLst>
            </p:cNvPr>
            <p:cNvSpPr/>
            <p:nvPr/>
          </p:nvSpPr>
          <p:spPr>
            <a:xfrm>
              <a:off x="6046438" y="1859325"/>
              <a:ext cx="44344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0" name="箭號: 五邊形 629">
              <a:extLst>
                <a:ext uri="{FF2B5EF4-FFF2-40B4-BE49-F238E27FC236}">
                  <a16:creationId xmlns:a16="http://schemas.microsoft.com/office/drawing/2014/main" id="{C6A737E8-B530-413F-B3BF-72DCD0DEE8A5}"/>
                </a:ext>
              </a:extLst>
            </p:cNvPr>
            <p:cNvSpPr/>
            <p:nvPr/>
          </p:nvSpPr>
          <p:spPr>
            <a:xfrm>
              <a:off x="7043779" y="1859325"/>
              <a:ext cx="39956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1" name="箭號: 五邊形 630">
              <a:extLst>
                <a:ext uri="{FF2B5EF4-FFF2-40B4-BE49-F238E27FC236}">
                  <a16:creationId xmlns:a16="http://schemas.microsoft.com/office/drawing/2014/main" id="{7006DD69-063C-4E4F-B6F6-7E88B006561C}"/>
                </a:ext>
              </a:extLst>
            </p:cNvPr>
            <p:cNvSpPr/>
            <p:nvPr/>
          </p:nvSpPr>
          <p:spPr>
            <a:xfrm>
              <a:off x="6502859" y="1859325"/>
              <a:ext cx="50976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2" name="箭號: 五邊形 631">
              <a:extLst>
                <a:ext uri="{FF2B5EF4-FFF2-40B4-BE49-F238E27FC236}">
                  <a16:creationId xmlns:a16="http://schemas.microsoft.com/office/drawing/2014/main" id="{BE17579B-9AA1-4DF6-8F02-44540C104D06}"/>
                </a:ext>
              </a:extLst>
            </p:cNvPr>
            <p:cNvSpPr/>
            <p:nvPr/>
          </p:nvSpPr>
          <p:spPr>
            <a:xfrm>
              <a:off x="8121873" y="1859325"/>
              <a:ext cx="443445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3" name="箭號: 五邊形 632">
              <a:extLst>
                <a:ext uri="{FF2B5EF4-FFF2-40B4-BE49-F238E27FC236}">
                  <a16:creationId xmlns:a16="http://schemas.microsoft.com/office/drawing/2014/main" id="{473EAC49-CB4C-4608-B0DE-6AFF7ED87E9A}"/>
                </a:ext>
              </a:extLst>
            </p:cNvPr>
            <p:cNvSpPr/>
            <p:nvPr/>
          </p:nvSpPr>
          <p:spPr>
            <a:xfrm>
              <a:off x="7732681" y="1859325"/>
              <a:ext cx="36952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4" name="箭號: 五邊形 633">
              <a:extLst>
                <a:ext uri="{FF2B5EF4-FFF2-40B4-BE49-F238E27FC236}">
                  <a16:creationId xmlns:a16="http://schemas.microsoft.com/office/drawing/2014/main" id="{FA0F9379-1802-4CE9-A74E-7A7B2051068F}"/>
                </a:ext>
              </a:extLst>
            </p:cNvPr>
            <p:cNvSpPr/>
            <p:nvPr/>
          </p:nvSpPr>
          <p:spPr>
            <a:xfrm>
              <a:off x="7483579" y="1859325"/>
              <a:ext cx="22169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5" name="箭號: 五邊形 634">
              <a:extLst>
                <a:ext uri="{FF2B5EF4-FFF2-40B4-BE49-F238E27FC236}">
                  <a16:creationId xmlns:a16="http://schemas.microsoft.com/office/drawing/2014/main" id="{0A3C4E4F-2B9F-4921-B1EE-A7AAA4F7E8A1}"/>
                </a:ext>
              </a:extLst>
            </p:cNvPr>
            <p:cNvSpPr/>
            <p:nvPr/>
          </p:nvSpPr>
          <p:spPr>
            <a:xfrm>
              <a:off x="8584981" y="1859325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6" name="手繪多邊形: 圖案 635">
              <a:extLst>
                <a:ext uri="{FF2B5EF4-FFF2-40B4-BE49-F238E27FC236}">
                  <a16:creationId xmlns:a16="http://schemas.microsoft.com/office/drawing/2014/main" id="{8FFECCF2-D4DC-4407-8B94-57296A9400E3}"/>
                </a:ext>
              </a:extLst>
            </p:cNvPr>
            <p:cNvSpPr/>
            <p:nvPr/>
          </p:nvSpPr>
          <p:spPr>
            <a:xfrm>
              <a:off x="7677169" y="185247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37" name="箭號: 五邊形 636">
              <a:extLst>
                <a:ext uri="{FF2B5EF4-FFF2-40B4-BE49-F238E27FC236}">
                  <a16:creationId xmlns:a16="http://schemas.microsoft.com/office/drawing/2014/main" id="{D1784525-68DC-432F-BB7D-17E035AB90EA}"/>
                </a:ext>
              </a:extLst>
            </p:cNvPr>
            <p:cNvSpPr/>
            <p:nvPr/>
          </p:nvSpPr>
          <p:spPr>
            <a:xfrm>
              <a:off x="3198660" y="1859325"/>
              <a:ext cx="34635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8" name="箭號: 五邊形 637">
              <a:extLst>
                <a:ext uri="{FF2B5EF4-FFF2-40B4-BE49-F238E27FC236}">
                  <a16:creationId xmlns:a16="http://schemas.microsoft.com/office/drawing/2014/main" id="{9C7010F4-B641-4C30-BFF3-7C0C8F417CE7}"/>
                </a:ext>
              </a:extLst>
            </p:cNvPr>
            <p:cNvSpPr/>
            <p:nvPr/>
          </p:nvSpPr>
          <p:spPr>
            <a:xfrm>
              <a:off x="4099635" y="1859325"/>
              <a:ext cx="345101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39" name="箭號: 五邊形 638">
              <a:extLst>
                <a:ext uri="{FF2B5EF4-FFF2-40B4-BE49-F238E27FC236}">
                  <a16:creationId xmlns:a16="http://schemas.microsoft.com/office/drawing/2014/main" id="{45C5A372-F31C-487F-86CB-99A8976C1B96}"/>
                </a:ext>
              </a:extLst>
            </p:cNvPr>
            <p:cNvSpPr/>
            <p:nvPr/>
          </p:nvSpPr>
          <p:spPr>
            <a:xfrm>
              <a:off x="3557992" y="1859325"/>
              <a:ext cx="44766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0" name="箭號: 五邊形 639">
              <a:extLst>
                <a:ext uri="{FF2B5EF4-FFF2-40B4-BE49-F238E27FC236}">
                  <a16:creationId xmlns:a16="http://schemas.microsoft.com/office/drawing/2014/main" id="{8DE90A26-94BF-4CB9-B50D-D647B1325CC9}"/>
                </a:ext>
              </a:extLst>
            </p:cNvPr>
            <p:cNvSpPr/>
            <p:nvPr/>
          </p:nvSpPr>
          <p:spPr>
            <a:xfrm>
              <a:off x="5340628" y="1859325"/>
              <a:ext cx="27982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1" name="箭號: 五邊形 640">
              <a:extLst>
                <a:ext uri="{FF2B5EF4-FFF2-40B4-BE49-F238E27FC236}">
                  <a16:creationId xmlns:a16="http://schemas.microsoft.com/office/drawing/2014/main" id="{0C31A9D9-5D4E-4B6E-BCBC-24D50DED9B7A}"/>
                </a:ext>
              </a:extLst>
            </p:cNvPr>
            <p:cNvSpPr/>
            <p:nvPr/>
          </p:nvSpPr>
          <p:spPr>
            <a:xfrm>
              <a:off x="4787814" y="1859325"/>
              <a:ext cx="52165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2" name="箭號: 五邊形 641">
              <a:extLst>
                <a:ext uri="{FF2B5EF4-FFF2-40B4-BE49-F238E27FC236}">
                  <a16:creationId xmlns:a16="http://schemas.microsoft.com/office/drawing/2014/main" id="{7D64C6FC-1F2A-4382-8078-8945B22BC98E}"/>
                </a:ext>
              </a:extLst>
            </p:cNvPr>
            <p:cNvSpPr/>
            <p:nvPr/>
          </p:nvSpPr>
          <p:spPr>
            <a:xfrm>
              <a:off x="4538712" y="1859325"/>
              <a:ext cx="22169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3" name="箭號: 五邊形 642">
              <a:extLst>
                <a:ext uri="{FF2B5EF4-FFF2-40B4-BE49-F238E27FC236}">
                  <a16:creationId xmlns:a16="http://schemas.microsoft.com/office/drawing/2014/main" id="{4E99FF05-4DDE-4332-A839-9D817027B94A}"/>
                </a:ext>
              </a:extLst>
            </p:cNvPr>
            <p:cNvSpPr/>
            <p:nvPr/>
          </p:nvSpPr>
          <p:spPr>
            <a:xfrm>
              <a:off x="5640114" y="1859325"/>
              <a:ext cx="395702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4" name="手繪多邊形: 圖案 643">
              <a:extLst>
                <a:ext uri="{FF2B5EF4-FFF2-40B4-BE49-F238E27FC236}">
                  <a16:creationId xmlns:a16="http://schemas.microsoft.com/office/drawing/2014/main" id="{4E9A3060-5420-4669-85D7-F6AD834BF0AF}"/>
                </a:ext>
              </a:extLst>
            </p:cNvPr>
            <p:cNvSpPr/>
            <p:nvPr/>
          </p:nvSpPr>
          <p:spPr>
            <a:xfrm>
              <a:off x="4732281" y="185247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45" name="箭號: 五邊形 644">
              <a:extLst>
                <a:ext uri="{FF2B5EF4-FFF2-40B4-BE49-F238E27FC236}">
                  <a16:creationId xmlns:a16="http://schemas.microsoft.com/office/drawing/2014/main" id="{E930A7A1-46A3-40C1-A27C-74671DE883FA}"/>
                </a:ext>
              </a:extLst>
            </p:cNvPr>
            <p:cNvSpPr/>
            <p:nvPr/>
          </p:nvSpPr>
          <p:spPr>
            <a:xfrm>
              <a:off x="7309298" y="2202289"/>
              <a:ext cx="415333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6" name="箭號: 五邊形 645">
              <a:extLst>
                <a:ext uri="{FF2B5EF4-FFF2-40B4-BE49-F238E27FC236}">
                  <a16:creationId xmlns:a16="http://schemas.microsoft.com/office/drawing/2014/main" id="{5D1ACABF-3002-4CC0-8436-20966C51709F}"/>
                </a:ext>
              </a:extLst>
            </p:cNvPr>
            <p:cNvSpPr/>
            <p:nvPr/>
          </p:nvSpPr>
          <p:spPr>
            <a:xfrm>
              <a:off x="6623951" y="2202289"/>
              <a:ext cx="59797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7" name="箭號: 五邊形 646">
              <a:extLst>
                <a:ext uri="{FF2B5EF4-FFF2-40B4-BE49-F238E27FC236}">
                  <a16:creationId xmlns:a16="http://schemas.microsoft.com/office/drawing/2014/main" id="{290DAEA0-5E28-4C83-9500-5B4FC0A875EE}"/>
                </a:ext>
              </a:extLst>
            </p:cNvPr>
            <p:cNvSpPr/>
            <p:nvPr/>
          </p:nvSpPr>
          <p:spPr>
            <a:xfrm>
              <a:off x="6196111" y="2202289"/>
              <a:ext cx="359617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8" name="箭號: 五邊形 647">
              <a:extLst>
                <a:ext uri="{FF2B5EF4-FFF2-40B4-BE49-F238E27FC236}">
                  <a16:creationId xmlns:a16="http://schemas.microsoft.com/office/drawing/2014/main" id="{A7D2B537-4E4F-42FF-842B-070EAD9CC475}"/>
                </a:ext>
              </a:extLst>
            </p:cNvPr>
            <p:cNvSpPr/>
            <p:nvPr/>
          </p:nvSpPr>
          <p:spPr>
            <a:xfrm>
              <a:off x="7752907" y="2202289"/>
              <a:ext cx="39956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49" name="箭號: 五邊形 648">
              <a:extLst>
                <a:ext uri="{FF2B5EF4-FFF2-40B4-BE49-F238E27FC236}">
                  <a16:creationId xmlns:a16="http://schemas.microsoft.com/office/drawing/2014/main" id="{731F3743-C424-4EC2-B113-00A5A74D17CA}"/>
                </a:ext>
              </a:extLst>
            </p:cNvPr>
            <p:cNvSpPr/>
            <p:nvPr/>
          </p:nvSpPr>
          <p:spPr>
            <a:xfrm>
              <a:off x="8196966" y="2202289"/>
              <a:ext cx="460879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0" name="箭號: 五邊形 649">
              <a:extLst>
                <a:ext uri="{FF2B5EF4-FFF2-40B4-BE49-F238E27FC236}">
                  <a16:creationId xmlns:a16="http://schemas.microsoft.com/office/drawing/2014/main" id="{D98D75B0-6857-44B2-A7FD-B6B316E47796}"/>
                </a:ext>
              </a:extLst>
            </p:cNvPr>
            <p:cNvSpPr/>
            <p:nvPr/>
          </p:nvSpPr>
          <p:spPr>
            <a:xfrm>
              <a:off x="8682827" y="2202289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1" name="手繪多邊形: 圖案 650">
              <a:extLst>
                <a:ext uri="{FF2B5EF4-FFF2-40B4-BE49-F238E27FC236}">
                  <a16:creationId xmlns:a16="http://schemas.microsoft.com/office/drawing/2014/main" id="{52F40271-1877-4502-BA52-C6C4946F72C2}"/>
                </a:ext>
              </a:extLst>
            </p:cNvPr>
            <p:cNvSpPr/>
            <p:nvPr/>
          </p:nvSpPr>
          <p:spPr>
            <a:xfrm>
              <a:off x="7693307" y="2195441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52" name="箭號: 五邊形 651">
              <a:extLst>
                <a:ext uri="{FF2B5EF4-FFF2-40B4-BE49-F238E27FC236}">
                  <a16:creationId xmlns:a16="http://schemas.microsoft.com/office/drawing/2014/main" id="{91E9AA4E-8469-4198-9BF2-1884F90D9386}"/>
                </a:ext>
              </a:extLst>
            </p:cNvPr>
            <p:cNvSpPr/>
            <p:nvPr/>
          </p:nvSpPr>
          <p:spPr>
            <a:xfrm>
              <a:off x="4364429" y="2202289"/>
              <a:ext cx="415333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3" name="箭號: 五邊形 652">
              <a:extLst>
                <a:ext uri="{FF2B5EF4-FFF2-40B4-BE49-F238E27FC236}">
                  <a16:creationId xmlns:a16="http://schemas.microsoft.com/office/drawing/2014/main" id="{C45586DC-EA35-4BD0-A49A-F8AE900B26C4}"/>
                </a:ext>
              </a:extLst>
            </p:cNvPr>
            <p:cNvSpPr/>
            <p:nvPr/>
          </p:nvSpPr>
          <p:spPr>
            <a:xfrm>
              <a:off x="3679083" y="2202289"/>
              <a:ext cx="622897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4" name="箭號: 五邊形 653">
              <a:extLst>
                <a:ext uri="{FF2B5EF4-FFF2-40B4-BE49-F238E27FC236}">
                  <a16:creationId xmlns:a16="http://schemas.microsoft.com/office/drawing/2014/main" id="{673445FF-D66F-4CA1-8B8C-26CB4F7E01DA}"/>
                </a:ext>
              </a:extLst>
            </p:cNvPr>
            <p:cNvSpPr/>
            <p:nvPr/>
          </p:nvSpPr>
          <p:spPr>
            <a:xfrm>
              <a:off x="3149980" y="2202289"/>
              <a:ext cx="460879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5" name="箭號: 五邊形 654">
              <a:extLst>
                <a:ext uri="{FF2B5EF4-FFF2-40B4-BE49-F238E27FC236}">
                  <a16:creationId xmlns:a16="http://schemas.microsoft.com/office/drawing/2014/main" id="{0B1EE217-5E7A-44C0-BB9B-B25C361B13A5}"/>
                </a:ext>
              </a:extLst>
            </p:cNvPr>
            <p:cNvSpPr/>
            <p:nvPr/>
          </p:nvSpPr>
          <p:spPr>
            <a:xfrm>
              <a:off x="4808039" y="2202289"/>
              <a:ext cx="323550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6" name="箭號: 五邊形 655">
              <a:extLst>
                <a:ext uri="{FF2B5EF4-FFF2-40B4-BE49-F238E27FC236}">
                  <a16:creationId xmlns:a16="http://schemas.microsoft.com/office/drawing/2014/main" id="{6E4FC45A-45CE-40D2-9B46-187806C62FD5}"/>
                </a:ext>
              </a:extLst>
            </p:cNvPr>
            <p:cNvSpPr/>
            <p:nvPr/>
          </p:nvSpPr>
          <p:spPr>
            <a:xfrm>
              <a:off x="5252098" y="2202289"/>
              <a:ext cx="460879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7" name="箭號: 五邊形 656">
              <a:extLst>
                <a:ext uri="{FF2B5EF4-FFF2-40B4-BE49-F238E27FC236}">
                  <a16:creationId xmlns:a16="http://schemas.microsoft.com/office/drawing/2014/main" id="{E47C6020-58A8-43B8-B321-FB10621BE3B0}"/>
                </a:ext>
              </a:extLst>
            </p:cNvPr>
            <p:cNvSpPr/>
            <p:nvPr/>
          </p:nvSpPr>
          <p:spPr>
            <a:xfrm>
              <a:off x="5737957" y="2202289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8" name="手繪多邊形: 圖案 657">
              <a:extLst>
                <a:ext uri="{FF2B5EF4-FFF2-40B4-BE49-F238E27FC236}">
                  <a16:creationId xmlns:a16="http://schemas.microsoft.com/office/drawing/2014/main" id="{B5FF7879-CA25-41FB-B9F5-D71066665BB9}"/>
                </a:ext>
              </a:extLst>
            </p:cNvPr>
            <p:cNvSpPr/>
            <p:nvPr/>
          </p:nvSpPr>
          <p:spPr>
            <a:xfrm>
              <a:off x="4748417" y="2195441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59" name="箭號: 五邊形 658">
              <a:extLst>
                <a:ext uri="{FF2B5EF4-FFF2-40B4-BE49-F238E27FC236}">
                  <a16:creationId xmlns:a16="http://schemas.microsoft.com/office/drawing/2014/main" id="{C3B7A486-1D8F-49BE-B980-AA63DD3A5F17}"/>
                </a:ext>
              </a:extLst>
            </p:cNvPr>
            <p:cNvSpPr/>
            <p:nvPr/>
          </p:nvSpPr>
          <p:spPr>
            <a:xfrm>
              <a:off x="7658544" y="2114884"/>
              <a:ext cx="28108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0" name="箭號: 五邊形 659">
              <a:extLst>
                <a:ext uri="{FF2B5EF4-FFF2-40B4-BE49-F238E27FC236}">
                  <a16:creationId xmlns:a16="http://schemas.microsoft.com/office/drawing/2014/main" id="{55253023-E26F-42FA-AF99-0313E4FA252F}"/>
                </a:ext>
              </a:extLst>
            </p:cNvPr>
            <p:cNvSpPr/>
            <p:nvPr/>
          </p:nvSpPr>
          <p:spPr>
            <a:xfrm>
              <a:off x="6882353" y="2114884"/>
              <a:ext cx="2691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1" name="箭號: 五邊形 660">
              <a:extLst>
                <a:ext uri="{FF2B5EF4-FFF2-40B4-BE49-F238E27FC236}">
                  <a16:creationId xmlns:a16="http://schemas.microsoft.com/office/drawing/2014/main" id="{427DF1A9-1BD6-4D61-98FB-14517249B53D}"/>
                </a:ext>
              </a:extLst>
            </p:cNvPr>
            <p:cNvSpPr/>
            <p:nvPr/>
          </p:nvSpPr>
          <p:spPr>
            <a:xfrm>
              <a:off x="6495947" y="2114884"/>
              <a:ext cx="35683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2" name="箭號: 五邊形 661">
              <a:extLst>
                <a:ext uri="{FF2B5EF4-FFF2-40B4-BE49-F238E27FC236}">
                  <a16:creationId xmlns:a16="http://schemas.microsoft.com/office/drawing/2014/main" id="{1FC80052-0E02-43B0-9702-AC11B1B76BD9}"/>
                </a:ext>
              </a:extLst>
            </p:cNvPr>
            <p:cNvSpPr/>
            <p:nvPr/>
          </p:nvSpPr>
          <p:spPr>
            <a:xfrm>
              <a:off x="7963786" y="2114884"/>
              <a:ext cx="335011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3" name="箭號: 五邊形 662">
              <a:extLst>
                <a:ext uri="{FF2B5EF4-FFF2-40B4-BE49-F238E27FC236}">
                  <a16:creationId xmlns:a16="http://schemas.microsoft.com/office/drawing/2014/main" id="{135E40D2-2635-454C-B698-82835836331B}"/>
                </a:ext>
              </a:extLst>
            </p:cNvPr>
            <p:cNvSpPr/>
            <p:nvPr/>
          </p:nvSpPr>
          <p:spPr>
            <a:xfrm>
              <a:off x="8492210" y="2114884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4" name="箭號: 五邊形 663">
              <a:extLst>
                <a:ext uri="{FF2B5EF4-FFF2-40B4-BE49-F238E27FC236}">
                  <a16:creationId xmlns:a16="http://schemas.microsoft.com/office/drawing/2014/main" id="{C2485553-BBA7-4398-B35B-D588226E8239}"/>
                </a:ext>
              </a:extLst>
            </p:cNvPr>
            <p:cNvSpPr/>
            <p:nvPr/>
          </p:nvSpPr>
          <p:spPr>
            <a:xfrm>
              <a:off x="7213182" y="2114884"/>
              <a:ext cx="426678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5" name="箭號: 五邊形 664">
              <a:extLst>
                <a:ext uri="{FF2B5EF4-FFF2-40B4-BE49-F238E27FC236}">
                  <a16:creationId xmlns:a16="http://schemas.microsoft.com/office/drawing/2014/main" id="{21F11EFD-C090-4DCA-A3FB-B171A8F99BB0}"/>
                </a:ext>
              </a:extLst>
            </p:cNvPr>
            <p:cNvSpPr/>
            <p:nvPr/>
          </p:nvSpPr>
          <p:spPr>
            <a:xfrm>
              <a:off x="8804284" y="2114884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6" name="手繪多邊形: 圖案 665">
              <a:extLst>
                <a:ext uri="{FF2B5EF4-FFF2-40B4-BE49-F238E27FC236}">
                  <a16:creationId xmlns:a16="http://schemas.microsoft.com/office/drawing/2014/main" id="{35D89B9D-5E6E-4680-AF94-529E066F9F16}"/>
                </a:ext>
              </a:extLst>
            </p:cNvPr>
            <p:cNvSpPr/>
            <p:nvPr/>
          </p:nvSpPr>
          <p:spPr>
            <a:xfrm>
              <a:off x="7616998" y="2108036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67" name="手繪多邊形: 圖案 666">
              <a:extLst>
                <a:ext uri="{FF2B5EF4-FFF2-40B4-BE49-F238E27FC236}">
                  <a16:creationId xmlns:a16="http://schemas.microsoft.com/office/drawing/2014/main" id="{3FF155CF-062E-450E-BE09-52616B19F88F}"/>
                </a:ext>
              </a:extLst>
            </p:cNvPr>
            <p:cNvSpPr/>
            <p:nvPr/>
          </p:nvSpPr>
          <p:spPr>
            <a:xfrm>
              <a:off x="7913948" y="2108036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68" name="箭號: 五邊形 667">
              <a:extLst>
                <a:ext uri="{FF2B5EF4-FFF2-40B4-BE49-F238E27FC236}">
                  <a16:creationId xmlns:a16="http://schemas.microsoft.com/office/drawing/2014/main" id="{A3C2BF55-1EA9-4B58-8BA5-E3D6EE34EF9C}"/>
                </a:ext>
              </a:extLst>
            </p:cNvPr>
            <p:cNvSpPr/>
            <p:nvPr/>
          </p:nvSpPr>
          <p:spPr>
            <a:xfrm>
              <a:off x="4713676" y="2114884"/>
              <a:ext cx="28108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69" name="箭號: 五邊形 668">
              <a:extLst>
                <a:ext uri="{FF2B5EF4-FFF2-40B4-BE49-F238E27FC236}">
                  <a16:creationId xmlns:a16="http://schemas.microsoft.com/office/drawing/2014/main" id="{65106671-9828-457F-BAF4-9BE3C2BCECF7}"/>
                </a:ext>
              </a:extLst>
            </p:cNvPr>
            <p:cNvSpPr/>
            <p:nvPr/>
          </p:nvSpPr>
          <p:spPr>
            <a:xfrm>
              <a:off x="3937484" y="2114884"/>
              <a:ext cx="2691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0" name="箭號: 五邊形 669">
              <a:extLst>
                <a:ext uri="{FF2B5EF4-FFF2-40B4-BE49-F238E27FC236}">
                  <a16:creationId xmlns:a16="http://schemas.microsoft.com/office/drawing/2014/main" id="{2901D7D4-4266-41D3-8CBA-27239E610A20}"/>
                </a:ext>
              </a:extLst>
            </p:cNvPr>
            <p:cNvSpPr/>
            <p:nvPr/>
          </p:nvSpPr>
          <p:spPr>
            <a:xfrm>
              <a:off x="3638761" y="2114884"/>
              <a:ext cx="2691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1" name="箭號: 五邊形 670">
              <a:extLst>
                <a:ext uri="{FF2B5EF4-FFF2-40B4-BE49-F238E27FC236}">
                  <a16:creationId xmlns:a16="http://schemas.microsoft.com/office/drawing/2014/main" id="{C7205504-D5D1-4A40-B3E5-813722AFDCBF}"/>
                </a:ext>
              </a:extLst>
            </p:cNvPr>
            <p:cNvSpPr/>
            <p:nvPr/>
          </p:nvSpPr>
          <p:spPr>
            <a:xfrm>
              <a:off x="3066811" y="2114884"/>
              <a:ext cx="432901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2" name="箭號: 五邊形 671">
              <a:extLst>
                <a:ext uri="{FF2B5EF4-FFF2-40B4-BE49-F238E27FC236}">
                  <a16:creationId xmlns:a16="http://schemas.microsoft.com/office/drawing/2014/main" id="{63E2FF58-5BF7-4C5E-9145-4E7A5EC34DFA}"/>
                </a:ext>
              </a:extLst>
            </p:cNvPr>
            <p:cNvSpPr/>
            <p:nvPr/>
          </p:nvSpPr>
          <p:spPr>
            <a:xfrm>
              <a:off x="5018917" y="2114884"/>
              <a:ext cx="440288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3" name="箭號: 五邊形 672">
              <a:extLst>
                <a:ext uri="{FF2B5EF4-FFF2-40B4-BE49-F238E27FC236}">
                  <a16:creationId xmlns:a16="http://schemas.microsoft.com/office/drawing/2014/main" id="{C2DE63A1-48D4-4711-8BDA-8AC9533D491D}"/>
                </a:ext>
              </a:extLst>
            </p:cNvPr>
            <p:cNvSpPr/>
            <p:nvPr/>
          </p:nvSpPr>
          <p:spPr>
            <a:xfrm>
              <a:off x="5547341" y="2114884"/>
              <a:ext cx="283176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4" name="箭號: 五邊形 673">
              <a:extLst>
                <a:ext uri="{FF2B5EF4-FFF2-40B4-BE49-F238E27FC236}">
                  <a16:creationId xmlns:a16="http://schemas.microsoft.com/office/drawing/2014/main" id="{488ADBA0-E83E-4CB7-A2FD-B800720B5E03}"/>
                </a:ext>
              </a:extLst>
            </p:cNvPr>
            <p:cNvSpPr/>
            <p:nvPr/>
          </p:nvSpPr>
          <p:spPr>
            <a:xfrm>
              <a:off x="4239818" y="2114884"/>
              <a:ext cx="45517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5" name="箭號: 五邊形 674">
              <a:extLst>
                <a:ext uri="{FF2B5EF4-FFF2-40B4-BE49-F238E27FC236}">
                  <a16:creationId xmlns:a16="http://schemas.microsoft.com/office/drawing/2014/main" id="{0D2D6143-3704-4BD5-987A-687DDB116CFD}"/>
                </a:ext>
              </a:extLst>
            </p:cNvPr>
            <p:cNvSpPr/>
            <p:nvPr/>
          </p:nvSpPr>
          <p:spPr>
            <a:xfrm>
              <a:off x="5859415" y="2114884"/>
              <a:ext cx="395702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76" name="手繪多邊形: 圖案 675">
              <a:extLst>
                <a:ext uri="{FF2B5EF4-FFF2-40B4-BE49-F238E27FC236}">
                  <a16:creationId xmlns:a16="http://schemas.microsoft.com/office/drawing/2014/main" id="{CF2B6191-5F6D-4533-8ED5-2C2935236B5B}"/>
                </a:ext>
              </a:extLst>
            </p:cNvPr>
            <p:cNvSpPr/>
            <p:nvPr/>
          </p:nvSpPr>
          <p:spPr>
            <a:xfrm>
              <a:off x="4672126" y="2108036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678" name="手繪多邊形: 圖案 677">
              <a:extLst>
                <a:ext uri="{FF2B5EF4-FFF2-40B4-BE49-F238E27FC236}">
                  <a16:creationId xmlns:a16="http://schemas.microsoft.com/office/drawing/2014/main" id="{C5778461-387B-4104-B6E9-5289A04A1972}"/>
                </a:ext>
              </a:extLst>
            </p:cNvPr>
            <p:cNvSpPr/>
            <p:nvPr/>
          </p:nvSpPr>
          <p:spPr>
            <a:xfrm>
              <a:off x="4969053" y="2108036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grpSp>
          <p:nvGrpSpPr>
            <p:cNvPr id="696" name="群組 695">
              <a:extLst>
                <a:ext uri="{FF2B5EF4-FFF2-40B4-BE49-F238E27FC236}">
                  <a16:creationId xmlns:a16="http://schemas.microsoft.com/office/drawing/2014/main" id="{EBEE7DD3-5731-4DEF-94D1-25700AC47332}"/>
                </a:ext>
              </a:extLst>
            </p:cNvPr>
            <p:cNvGrpSpPr/>
            <p:nvPr/>
          </p:nvGrpSpPr>
          <p:grpSpPr>
            <a:xfrm>
              <a:off x="3312056" y="1850511"/>
              <a:ext cx="0" cy="423876"/>
              <a:chOff x="2650608" y="1587152"/>
              <a:chExt cx="0" cy="530380"/>
            </a:xfrm>
          </p:grpSpPr>
          <p:cxnSp>
            <p:nvCxnSpPr>
              <p:cNvPr id="869" name="直線接點 868">
                <a:extLst>
                  <a:ext uri="{FF2B5EF4-FFF2-40B4-BE49-F238E27FC236}">
                    <a16:creationId xmlns:a16="http://schemas.microsoft.com/office/drawing/2014/main" id="{1C87B23A-65EB-4683-9C90-31DA5A6E15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0" name="直線接點 869">
                <a:extLst>
                  <a:ext uri="{FF2B5EF4-FFF2-40B4-BE49-F238E27FC236}">
                    <a16:creationId xmlns:a16="http://schemas.microsoft.com/office/drawing/2014/main" id="{20BE46D3-47D2-4D73-B75B-4C5F2383A5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1" name="直線接點 870">
                <a:extLst>
                  <a:ext uri="{FF2B5EF4-FFF2-40B4-BE49-F238E27FC236}">
                    <a16:creationId xmlns:a16="http://schemas.microsoft.com/office/drawing/2014/main" id="{C6F5F19E-1F3A-499D-AE95-D839BBE245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2" name="直線接點 871">
                <a:extLst>
                  <a:ext uri="{FF2B5EF4-FFF2-40B4-BE49-F238E27FC236}">
                    <a16:creationId xmlns:a16="http://schemas.microsoft.com/office/drawing/2014/main" id="{50C57728-4ED2-4215-8320-1C6BE5429D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97" name="群組 696">
              <a:extLst>
                <a:ext uri="{FF2B5EF4-FFF2-40B4-BE49-F238E27FC236}">
                  <a16:creationId xmlns:a16="http://schemas.microsoft.com/office/drawing/2014/main" id="{151C49AA-AB0D-4387-AE18-140C5F24E9FB}"/>
                </a:ext>
              </a:extLst>
            </p:cNvPr>
            <p:cNvGrpSpPr/>
            <p:nvPr/>
          </p:nvGrpSpPr>
          <p:grpSpPr>
            <a:xfrm>
              <a:off x="3212388" y="1850512"/>
              <a:ext cx="0" cy="423877"/>
              <a:chOff x="2650608" y="1587152"/>
              <a:chExt cx="0" cy="530380"/>
            </a:xfrm>
          </p:grpSpPr>
          <p:cxnSp>
            <p:nvCxnSpPr>
              <p:cNvPr id="864" name="直線接點 863">
                <a:extLst>
                  <a:ext uri="{FF2B5EF4-FFF2-40B4-BE49-F238E27FC236}">
                    <a16:creationId xmlns:a16="http://schemas.microsoft.com/office/drawing/2014/main" id="{328E7C2A-5CE8-480D-A8B0-FD4F1EC05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5" name="直線接點 864">
                <a:extLst>
                  <a:ext uri="{FF2B5EF4-FFF2-40B4-BE49-F238E27FC236}">
                    <a16:creationId xmlns:a16="http://schemas.microsoft.com/office/drawing/2014/main" id="{1FC18083-62A5-460C-BB65-0630A96AC0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6" name="直線接點 865">
                <a:extLst>
                  <a:ext uri="{FF2B5EF4-FFF2-40B4-BE49-F238E27FC236}">
                    <a16:creationId xmlns:a16="http://schemas.microsoft.com/office/drawing/2014/main" id="{F9722E5C-9DCE-4964-819D-91A09CD97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7" name="直線接點 866">
                <a:extLst>
                  <a:ext uri="{FF2B5EF4-FFF2-40B4-BE49-F238E27FC236}">
                    <a16:creationId xmlns:a16="http://schemas.microsoft.com/office/drawing/2014/main" id="{529D1215-B713-463B-AE9B-4F165AE685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8" name="直線接點 867">
                <a:extLst>
                  <a:ext uri="{FF2B5EF4-FFF2-40B4-BE49-F238E27FC236}">
                    <a16:creationId xmlns:a16="http://schemas.microsoft.com/office/drawing/2014/main" id="{B5287C4A-6783-4648-B568-590260A5D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98" name="群組 697">
              <a:extLst>
                <a:ext uri="{FF2B5EF4-FFF2-40B4-BE49-F238E27FC236}">
                  <a16:creationId xmlns:a16="http://schemas.microsoft.com/office/drawing/2014/main" id="{242D0333-72CC-469A-9B38-75FFBE9B2BAE}"/>
                </a:ext>
              </a:extLst>
            </p:cNvPr>
            <p:cNvGrpSpPr/>
            <p:nvPr/>
          </p:nvGrpSpPr>
          <p:grpSpPr>
            <a:xfrm>
              <a:off x="3271741" y="1850513"/>
              <a:ext cx="0" cy="423877"/>
              <a:chOff x="2650608" y="1587152"/>
              <a:chExt cx="0" cy="530380"/>
            </a:xfrm>
          </p:grpSpPr>
          <p:cxnSp>
            <p:nvCxnSpPr>
              <p:cNvPr id="860" name="直線接點 859">
                <a:extLst>
                  <a:ext uri="{FF2B5EF4-FFF2-40B4-BE49-F238E27FC236}">
                    <a16:creationId xmlns:a16="http://schemas.microsoft.com/office/drawing/2014/main" id="{388637D4-2A9E-4F3F-822F-5008684D5E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1" name="直線接點 860">
                <a:extLst>
                  <a:ext uri="{FF2B5EF4-FFF2-40B4-BE49-F238E27FC236}">
                    <a16:creationId xmlns:a16="http://schemas.microsoft.com/office/drawing/2014/main" id="{53C923C9-C8A4-4CE9-B12A-74FC44C55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2" name="直線接點 861">
                <a:extLst>
                  <a:ext uri="{FF2B5EF4-FFF2-40B4-BE49-F238E27FC236}">
                    <a16:creationId xmlns:a16="http://schemas.microsoft.com/office/drawing/2014/main" id="{2B8EFD44-2388-4800-AD14-CF9CF372A2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3" name="直線接點 862">
                <a:extLst>
                  <a:ext uri="{FF2B5EF4-FFF2-40B4-BE49-F238E27FC236}">
                    <a16:creationId xmlns:a16="http://schemas.microsoft.com/office/drawing/2014/main" id="{24870115-8746-421B-9639-6449CCE49D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99" name="群組 698">
              <a:extLst>
                <a:ext uri="{FF2B5EF4-FFF2-40B4-BE49-F238E27FC236}">
                  <a16:creationId xmlns:a16="http://schemas.microsoft.com/office/drawing/2014/main" id="{3B3EB628-EE02-4495-8F81-14E3747DC8E0}"/>
                </a:ext>
              </a:extLst>
            </p:cNvPr>
            <p:cNvGrpSpPr/>
            <p:nvPr/>
          </p:nvGrpSpPr>
          <p:grpSpPr>
            <a:xfrm>
              <a:off x="3855077" y="1850513"/>
              <a:ext cx="0" cy="423877"/>
              <a:chOff x="2650608" y="1587152"/>
              <a:chExt cx="0" cy="530380"/>
            </a:xfrm>
          </p:grpSpPr>
          <p:cxnSp>
            <p:nvCxnSpPr>
              <p:cNvPr id="855" name="直線接點 854">
                <a:extLst>
                  <a:ext uri="{FF2B5EF4-FFF2-40B4-BE49-F238E27FC236}">
                    <a16:creationId xmlns:a16="http://schemas.microsoft.com/office/drawing/2014/main" id="{AE7D8F4A-4C1F-40AB-BB4E-68DCDFBDB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6" name="直線接點 855">
                <a:extLst>
                  <a:ext uri="{FF2B5EF4-FFF2-40B4-BE49-F238E27FC236}">
                    <a16:creationId xmlns:a16="http://schemas.microsoft.com/office/drawing/2014/main" id="{F3AF3C68-B5A7-45FC-B87A-D73124758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7" name="直線接點 856">
                <a:extLst>
                  <a:ext uri="{FF2B5EF4-FFF2-40B4-BE49-F238E27FC236}">
                    <a16:creationId xmlns:a16="http://schemas.microsoft.com/office/drawing/2014/main" id="{80C22254-5709-432E-A0B6-F7BED1FF67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8" name="直線接點 857">
                <a:extLst>
                  <a:ext uri="{FF2B5EF4-FFF2-40B4-BE49-F238E27FC236}">
                    <a16:creationId xmlns:a16="http://schemas.microsoft.com/office/drawing/2014/main" id="{35B06DF4-1500-4813-B00B-13A00996F2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9" name="直線接點 858">
                <a:extLst>
                  <a:ext uri="{FF2B5EF4-FFF2-40B4-BE49-F238E27FC236}">
                    <a16:creationId xmlns:a16="http://schemas.microsoft.com/office/drawing/2014/main" id="{3444DC48-0271-4F8F-B320-3E40381FD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700" name="直線接點 699">
              <a:extLst>
                <a:ext uri="{FF2B5EF4-FFF2-40B4-BE49-F238E27FC236}">
                  <a16:creationId xmlns:a16="http://schemas.microsoft.com/office/drawing/2014/main" id="{A774BF2A-AE0C-4FE0-89E0-A24B46A6FB81}"/>
                </a:ext>
              </a:extLst>
            </p:cNvPr>
            <p:cNvCxnSpPr>
              <a:cxnSpLocks/>
            </p:cNvCxnSpPr>
            <p:nvPr/>
          </p:nvCxnSpPr>
          <p:spPr>
            <a:xfrm>
              <a:off x="4253523" y="184384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1" name="直線接點 700">
              <a:extLst>
                <a:ext uri="{FF2B5EF4-FFF2-40B4-BE49-F238E27FC236}">
                  <a16:creationId xmlns:a16="http://schemas.microsoft.com/office/drawing/2014/main" id="{979DA424-6509-4C8D-BF90-C2BE4E4A643A}"/>
                </a:ext>
              </a:extLst>
            </p:cNvPr>
            <p:cNvCxnSpPr>
              <a:cxnSpLocks/>
            </p:cNvCxnSpPr>
            <p:nvPr/>
          </p:nvCxnSpPr>
          <p:spPr>
            <a:xfrm>
              <a:off x="4253523" y="193125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2" name="直線接點 701">
              <a:extLst>
                <a:ext uri="{FF2B5EF4-FFF2-40B4-BE49-F238E27FC236}">
                  <a16:creationId xmlns:a16="http://schemas.microsoft.com/office/drawing/2014/main" id="{DC247ADF-7DDB-4DE5-ACBE-C97C5ABC41F0}"/>
                </a:ext>
              </a:extLst>
            </p:cNvPr>
            <p:cNvCxnSpPr>
              <a:cxnSpLocks/>
            </p:cNvCxnSpPr>
            <p:nvPr/>
          </p:nvCxnSpPr>
          <p:spPr>
            <a:xfrm>
              <a:off x="4253523" y="210606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3" name="直線接點 702">
              <a:extLst>
                <a:ext uri="{FF2B5EF4-FFF2-40B4-BE49-F238E27FC236}">
                  <a16:creationId xmlns:a16="http://schemas.microsoft.com/office/drawing/2014/main" id="{F744839B-777A-4FFA-ABB6-E6A841F2C428}"/>
                </a:ext>
              </a:extLst>
            </p:cNvPr>
            <p:cNvCxnSpPr>
              <a:cxnSpLocks/>
            </p:cNvCxnSpPr>
            <p:nvPr/>
          </p:nvCxnSpPr>
          <p:spPr>
            <a:xfrm>
              <a:off x="4253523" y="219347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4" name="直線接點 703">
              <a:extLst>
                <a:ext uri="{FF2B5EF4-FFF2-40B4-BE49-F238E27FC236}">
                  <a16:creationId xmlns:a16="http://schemas.microsoft.com/office/drawing/2014/main" id="{F2B6E4A9-BAB9-409F-8D3D-81BB72E01647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8" y="184384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5" name="直線接點 704">
              <a:extLst>
                <a:ext uri="{FF2B5EF4-FFF2-40B4-BE49-F238E27FC236}">
                  <a16:creationId xmlns:a16="http://schemas.microsoft.com/office/drawing/2014/main" id="{87FA5B20-199E-49EC-B2B1-394EC92A4500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8" y="193125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6" name="直線接點 705">
              <a:extLst>
                <a:ext uri="{FF2B5EF4-FFF2-40B4-BE49-F238E27FC236}">
                  <a16:creationId xmlns:a16="http://schemas.microsoft.com/office/drawing/2014/main" id="{38A8E505-6A8E-438A-9B4E-F7F69D248EEE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8" y="201865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7" name="直線接點 706">
              <a:extLst>
                <a:ext uri="{FF2B5EF4-FFF2-40B4-BE49-F238E27FC236}">
                  <a16:creationId xmlns:a16="http://schemas.microsoft.com/office/drawing/2014/main" id="{0584DC45-1693-461B-B3FC-87D67335EAD1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8" y="210606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8" name="直線接點 707">
              <a:extLst>
                <a:ext uri="{FF2B5EF4-FFF2-40B4-BE49-F238E27FC236}">
                  <a16:creationId xmlns:a16="http://schemas.microsoft.com/office/drawing/2014/main" id="{7ECDFFC1-CEEE-40E0-B4C3-E144BA087951}"/>
                </a:ext>
              </a:extLst>
            </p:cNvPr>
            <p:cNvCxnSpPr>
              <a:cxnSpLocks/>
            </p:cNvCxnSpPr>
            <p:nvPr/>
          </p:nvCxnSpPr>
          <p:spPr>
            <a:xfrm>
              <a:off x="4608888" y="219347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9" name="直線接點 708">
              <a:extLst>
                <a:ext uri="{FF2B5EF4-FFF2-40B4-BE49-F238E27FC236}">
                  <a16:creationId xmlns:a16="http://schemas.microsoft.com/office/drawing/2014/main" id="{1615D7F0-6636-41B5-BA65-AB88D3089999}"/>
                </a:ext>
              </a:extLst>
            </p:cNvPr>
            <p:cNvCxnSpPr>
              <a:cxnSpLocks/>
            </p:cNvCxnSpPr>
            <p:nvPr/>
          </p:nvCxnSpPr>
          <p:spPr>
            <a:xfrm>
              <a:off x="4449193" y="193125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0" name="直線接點 709">
              <a:extLst>
                <a:ext uri="{FF2B5EF4-FFF2-40B4-BE49-F238E27FC236}">
                  <a16:creationId xmlns:a16="http://schemas.microsoft.com/office/drawing/2014/main" id="{8FF63073-1C93-4A81-BA29-78E763D54E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193" y="201865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1" name="直線接點 710">
              <a:extLst>
                <a:ext uri="{FF2B5EF4-FFF2-40B4-BE49-F238E27FC236}">
                  <a16:creationId xmlns:a16="http://schemas.microsoft.com/office/drawing/2014/main" id="{5A43107E-63C4-4683-8F00-1D46DF1CDABE}"/>
                </a:ext>
              </a:extLst>
            </p:cNvPr>
            <p:cNvCxnSpPr>
              <a:cxnSpLocks/>
            </p:cNvCxnSpPr>
            <p:nvPr/>
          </p:nvCxnSpPr>
          <p:spPr>
            <a:xfrm>
              <a:off x="4449193" y="210606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2" name="直線接點 711">
              <a:extLst>
                <a:ext uri="{FF2B5EF4-FFF2-40B4-BE49-F238E27FC236}">
                  <a16:creationId xmlns:a16="http://schemas.microsoft.com/office/drawing/2014/main" id="{0E6FA577-7288-496E-B02A-0E38B611E79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193" y="219347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6" name="直線接點 765">
              <a:extLst>
                <a:ext uri="{FF2B5EF4-FFF2-40B4-BE49-F238E27FC236}">
                  <a16:creationId xmlns:a16="http://schemas.microsoft.com/office/drawing/2014/main" id="{D33DEF5A-2F88-46C0-BAC4-3F72D2E88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1972" y="185051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7" name="直線接點 766">
              <a:extLst>
                <a:ext uri="{FF2B5EF4-FFF2-40B4-BE49-F238E27FC236}">
                  <a16:creationId xmlns:a16="http://schemas.microsoft.com/office/drawing/2014/main" id="{20DC2A3F-87A2-496E-9B39-6827331FB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1972" y="193791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8" name="直線接點 767">
              <a:extLst>
                <a:ext uri="{FF2B5EF4-FFF2-40B4-BE49-F238E27FC236}">
                  <a16:creationId xmlns:a16="http://schemas.microsoft.com/office/drawing/2014/main" id="{E0A3A4D1-0DD5-4719-96F1-CC77973F3D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1972" y="20186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69" name="直線接點 768">
              <a:extLst>
                <a:ext uri="{FF2B5EF4-FFF2-40B4-BE49-F238E27FC236}">
                  <a16:creationId xmlns:a16="http://schemas.microsoft.com/office/drawing/2014/main" id="{F0B54E90-B038-42B3-AB81-1EDD5DB9E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1972" y="210606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0" name="直線接點 769">
              <a:extLst>
                <a:ext uri="{FF2B5EF4-FFF2-40B4-BE49-F238E27FC236}">
                  <a16:creationId xmlns:a16="http://schemas.microsoft.com/office/drawing/2014/main" id="{9B49CBB2-CFDF-4D7E-94F5-894BA17129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1972" y="219347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1" name="直線接點 770">
              <a:extLst>
                <a:ext uri="{FF2B5EF4-FFF2-40B4-BE49-F238E27FC236}">
                  <a16:creationId xmlns:a16="http://schemas.microsoft.com/office/drawing/2014/main" id="{9E159E2D-DD77-44A7-8189-DBE0C9E55B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4222" y="210607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2" name="直線接點 771">
              <a:extLst>
                <a:ext uri="{FF2B5EF4-FFF2-40B4-BE49-F238E27FC236}">
                  <a16:creationId xmlns:a16="http://schemas.microsoft.com/office/drawing/2014/main" id="{65B8C726-BD95-42E0-BAFF-EE6C869EB9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4222" y="219347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3" name="直線接點 772">
              <a:extLst>
                <a:ext uri="{FF2B5EF4-FFF2-40B4-BE49-F238E27FC236}">
                  <a16:creationId xmlns:a16="http://schemas.microsoft.com/office/drawing/2014/main" id="{9AFEBBD7-21CA-457A-B867-114DE08725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357" y="185051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4" name="直線接點 773">
              <a:extLst>
                <a:ext uri="{FF2B5EF4-FFF2-40B4-BE49-F238E27FC236}">
                  <a16:creationId xmlns:a16="http://schemas.microsoft.com/office/drawing/2014/main" id="{904AFC36-04DF-4627-8CBC-7B0515CC7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357" y="201866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5" name="直線接點 774">
              <a:extLst>
                <a:ext uri="{FF2B5EF4-FFF2-40B4-BE49-F238E27FC236}">
                  <a16:creationId xmlns:a16="http://schemas.microsoft.com/office/drawing/2014/main" id="{3D8405B7-29F3-4087-BE65-FC41EF1D16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357" y="210607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6" name="直線接點 775">
              <a:extLst>
                <a:ext uri="{FF2B5EF4-FFF2-40B4-BE49-F238E27FC236}">
                  <a16:creationId xmlns:a16="http://schemas.microsoft.com/office/drawing/2014/main" id="{BD9FAA34-DBF1-4065-9CEB-921A809A5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357" y="219347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7" name="直線接點 776">
              <a:extLst>
                <a:ext uri="{FF2B5EF4-FFF2-40B4-BE49-F238E27FC236}">
                  <a16:creationId xmlns:a16="http://schemas.microsoft.com/office/drawing/2014/main" id="{67774CEF-096A-496F-AE44-71F8AE5EA6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2815" y="185241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8" name="直線接點 777">
              <a:extLst>
                <a:ext uri="{FF2B5EF4-FFF2-40B4-BE49-F238E27FC236}">
                  <a16:creationId xmlns:a16="http://schemas.microsoft.com/office/drawing/2014/main" id="{3767F03B-5600-44F0-B324-BC0CD153A3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2815" y="193982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9" name="直線接點 778">
              <a:extLst>
                <a:ext uri="{FF2B5EF4-FFF2-40B4-BE49-F238E27FC236}">
                  <a16:creationId xmlns:a16="http://schemas.microsoft.com/office/drawing/2014/main" id="{D73641EE-7768-4B5D-84C3-D96D0E6DE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2815" y="202056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0" name="直線接點 779">
              <a:extLst>
                <a:ext uri="{FF2B5EF4-FFF2-40B4-BE49-F238E27FC236}">
                  <a16:creationId xmlns:a16="http://schemas.microsoft.com/office/drawing/2014/main" id="{0248E227-C7B6-4E3D-873E-08D85ADCF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2815" y="210797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1" name="直線接點 780">
              <a:extLst>
                <a:ext uri="{FF2B5EF4-FFF2-40B4-BE49-F238E27FC236}">
                  <a16:creationId xmlns:a16="http://schemas.microsoft.com/office/drawing/2014/main" id="{80A05205-DE6D-4572-AD5E-794F30A62B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2815" y="219537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2" name="直線接點 781">
              <a:extLst>
                <a:ext uri="{FF2B5EF4-FFF2-40B4-BE49-F238E27FC236}">
                  <a16:creationId xmlns:a16="http://schemas.microsoft.com/office/drawing/2014/main" id="{A4EFC7D8-739F-44C1-A69B-E03DB10AEC8C}"/>
                </a:ext>
              </a:extLst>
            </p:cNvPr>
            <p:cNvCxnSpPr>
              <a:cxnSpLocks/>
            </p:cNvCxnSpPr>
            <p:nvPr/>
          </p:nvCxnSpPr>
          <p:spPr>
            <a:xfrm>
              <a:off x="6348953" y="184384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3" name="直線接點 782">
              <a:extLst>
                <a:ext uri="{FF2B5EF4-FFF2-40B4-BE49-F238E27FC236}">
                  <a16:creationId xmlns:a16="http://schemas.microsoft.com/office/drawing/2014/main" id="{B50C8AD1-5F2F-4FB3-B92C-9954007B2D62}"/>
                </a:ext>
              </a:extLst>
            </p:cNvPr>
            <p:cNvCxnSpPr>
              <a:cxnSpLocks/>
            </p:cNvCxnSpPr>
            <p:nvPr/>
          </p:nvCxnSpPr>
          <p:spPr>
            <a:xfrm>
              <a:off x="6348953" y="193125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4" name="直線接點 783">
              <a:extLst>
                <a:ext uri="{FF2B5EF4-FFF2-40B4-BE49-F238E27FC236}">
                  <a16:creationId xmlns:a16="http://schemas.microsoft.com/office/drawing/2014/main" id="{D5FA91E6-F985-4049-9298-943D6BA440E6}"/>
                </a:ext>
              </a:extLst>
            </p:cNvPr>
            <p:cNvCxnSpPr>
              <a:cxnSpLocks/>
            </p:cNvCxnSpPr>
            <p:nvPr/>
          </p:nvCxnSpPr>
          <p:spPr>
            <a:xfrm>
              <a:off x="6348953" y="201865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5" name="直線接點 784">
              <a:extLst>
                <a:ext uri="{FF2B5EF4-FFF2-40B4-BE49-F238E27FC236}">
                  <a16:creationId xmlns:a16="http://schemas.microsoft.com/office/drawing/2014/main" id="{C5AC5B16-F357-45A2-81EC-23170F4E8EB9}"/>
                </a:ext>
              </a:extLst>
            </p:cNvPr>
            <p:cNvCxnSpPr>
              <a:cxnSpLocks/>
            </p:cNvCxnSpPr>
            <p:nvPr/>
          </p:nvCxnSpPr>
          <p:spPr>
            <a:xfrm>
              <a:off x="6348953" y="219347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6" name="直線接點 785">
              <a:extLst>
                <a:ext uri="{FF2B5EF4-FFF2-40B4-BE49-F238E27FC236}">
                  <a16:creationId xmlns:a16="http://schemas.microsoft.com/office/drawing/2014/main" id="{2E7B9EAA-C6F6-4A9F-8430-C76D813B987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179" y="18476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7" name="直線接點 786">
              <a:extLst>
                <a:ext uri="{FF2B5EF4-FFF2-40B4-BE49-F238E27FC236}">
                  <a16:creationId xmlns:a16="http://schemas.microsoft.com/office/drawing/2014/main" id="{08769D7F-44D8-47D8-92C2-0FEA585D95D5}"/>
                </a:ext>
              </a:extLst>
            </p:cNvPr>
            <p:cNvCxnSpPr>
              <a:cxnSpLocks/>
            </p:cNvCxnSpPr>
            <p:nvPr/>
          </p:nvCxnSpPr>
          <p:spPr>
            <a:xfrm>
              <a:off x="5967179" y="193696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8" name="直線接點 787">
              <a:extLst>
                <a:ext uri="{FF2B5EF4-FFF2-40B4-BE49-F238E27FC236}">
                  <a16:creationId xmlns:a16="http://schemas.microsoft.com/office/drawing/2014/main" id="{D10D5F0B-4134-416D-A04C-EA7A0205A49B}"/>
                </a:ext>
              </a:extLst>
            </p:cNvPr>
            <p:cNvCxnSpPr>
              <a:cxnSpLocks/>
            </p:cNvCxnSpPr>
            <p:nvPr/>
          </p:nvCxnSpPr>
          <p:spPr>
            <a:xfrm>
              <a:off x="5967179" y="201865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9" name="直線接點 788">
              <a:extLst>
                <a:ext uri="{FF2B5EF4-FFF2-40B4-BE49-F238E27FC236}">
                  <a16:creationId xmlns:a16="http://schemas.microsoft.com/office/drawing/2014/main" id="{A22C434C-26A4-4611-BCE2-F4C9FA7161B2}"/>
                </a:ext>
              </a:extLst>
            </p:cNvPr>
            <p:cNvCxnSpPr>
              <a:cxnSpLocks/>
            </p:cNvCxnSpPr>
            <p:nvPr/>
          </p:nvCxnSpPr>
          <p:spPr>
            <a:xfrm>
              <a:off x="5967179" y="210606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0" name="直線接點 789">
              <a:extLst>
                <a:ext uri="{FF2B5EF4-FFF2-40B4-BE49-F238E27FC236}">
                  <a16:creationId xmlns:a16="http://schemas.microsoft.com/office/drawing/2014/main" id="{AEAEF939-2FF5-4194-AB90-D9E897B6A6EA}"/>
                </a:ext>
              </a:extLst>
            </p:cNvPr>
            <p:cNvCxnSpPr>
              <a:cxnSpLocks/>
            </p:cNvCxnSpPr>
            <p:nvPr/>
          </p:nvCxnSpPr>
          <p:spPr>
            <a:xfrm>
              <a:off x="5967179" y="219347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1" name="直線接點 790">
              <a:extLst>
                <a:ext uri="{FF2B5EF4-FFF2-40B4-BE49-F238E27FC236}">
                  <a16:creationId xmlns:a16="http://schemas.microsoft.com/office/drawing/2014/main" id="{02646A95-9334-481C-8146-B034EAD27140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84384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2" name="直線接點 791">
              <a:extLst>
                <a:ext uri="{FF2B5EF4-FFF2-40B4-BE49-F238E27FC236}">
                  <a16:creationId xmlns:a16="http://schemas.microsoft.com/office/drawing/2014/main" id="{72015C9C-66AF-441F-A271-C0D17EE132EF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193125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3" name="直線接點 792">
              <a:extLst>
                <a:ext uri="{FF2B5EF4-FFF2-40B4-BE49-F238E27FC236}">
                  <a16:creationId xmlns:a16="http://schemas.microsoft.com/office/drawing/2014/main" id="{121BD2BA-4223-444D-81C3-31E09E705857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201865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4" name="直線接點 793">
              <a:extLst>
                <a:ext uri="{FF2B5EF4-FFF2-40B4-BE49-F238E27FC236}">
                  <a16:creationId xmlns:a16="http://schemas.microsoft.com/office/drawing/2014/main" id="{CE2AAFF3-67B1-4D1F-AF00-88DD1278BA77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210606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5" name="直線接點 794">
              <a:extLst>
                <a:ext uri="{FF2B5EF4-FFF2-40B4-BE49-F238E27FC236}">
                  <a16:creationId xmlns:a16="http://schemas.microsoft.com/office/drawing/2014/main" id="{C38C8AC3-9C72-4943-9037-78A3BC1B3EC0}"/>
                </a:ext>
              </a:extLst>
            </p:cNvPr>
            <p:cNvCxnSpPr>
              <a:cxnSpLocks/>
            </p:cNvCxnSpPr>
            <p:nvPr/>
          </p:nvCxnSpPr>
          <p:spPr>
            <a:xfrm>
              <a:off x="6810906" y="219347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6" name="直線接點 795">
              <a:extLst>
                <a:ext uri="{FF2B5EF4-FFF2-40B4-BE49-F238E27FC236}">
                  <a16:creationId xmlns:a16="http://schemas.microsoft.com/office/drawing/2014/main" id="{3872B02F-C59E-46DB-B110-CA9D37E942EE}"/>
                </a:ext>
              </a:extLst>
            </p:cNvPr>
            <p:cNvCxnSpPr>
              <a:cxnSpLocks/>
            </p:cNvCxnSpPr>
            <p:nvPr/>
          </p:nvCxnSpPr>
          <p:spPr>
            <a:xfrm>
              <a:off x="7580564" y="184384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7" name="直線接點 796">
              <a:extLst>
                <a:ext uri="{FF2B5EF4-FFF2-40B4-BE49-F238E27FC236}">
                  <a16:creationId xmlns:a16="http://schemas.microsoft.com/office/drawing/2014/main" id="{FE2008C7-02F4-48E7-AF4E-2715466DBA9E}"/>
                </a:ext>
              </a:extLst>
            </p:cNvPr>
            <p:cNvCxnSpPr>
              <a:cxnSpLocks/>
            </p:cNvCxnSpPr>
            <p:nvPr/>
          </p:nvCxnSpPr>
          <p:spPr>
            <a:xfrm>
              <a:off x="7580564" y="193125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8" name="直線接點 797">
              <a:extLst>
                <a:ext uri="{FF2B5EF4-FFF2-40B4-BE49-F238E27FC236}">
                  <a16:creationId xmlns:a16="http://schemas.microsoft.com/office/drawing/2014/main" id="{1E9442E9-BE92-4472-ACA2-AC42437B8185}"/>
                </a:ext>
              </a:extLst>
            </p:cNvPr>
            <p:cNvCxnSpPr>
              <a:cxnSpLocks/>
            </p:cNvCxnSpPr>
            <p:nvPr/>
          </p:nvCxnSpPr>
          <p:spPr>
            <a:xfrm>
              <a:off x="7580564" y="201865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9" name="直線接點 798">
              <a:extLst>
                <a:ext uri="{FF2B5EF4-FFF2-40B4-BE49-F238E27FC236}">
                  <a16:creationId xmlns:a16="http://schemas.microsoft.com/office/drawing/2014/main" id="{5CBAAD6A-53D8-4E27-9B78-7114E18820D8}"/>
                </a:ext>
              </a:extLst>
            </p:cNvPr>
            <p:cNvCxnSpPr>
              <a:cxnSpLocks/>
            </p:cNvCxnSpPr>
            <p:nvPr/>
          </p:nvCxnSpPr>
          <p:spPr>
            <a:xfrm>
              <a:off x="7580564" y="210606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0" name="直線接點 799">
              <a:extLst>
                <a:ext uri="{FF2B5EF4-FFF2-40B4-BE49-F238E27FC236}">
                  <a16:creationId xmlns:a16="http://schemas.microsoft.com/office/drawing/2014/main" id="{86DFCDD9-86EF-4BE2-8C93-D676F46B4125}"/>
                </a:ext>
              </a:extLst>
            </p:cNvPr>
            <p:cNvCxnSpPr>
              <a:cxnSpLocks/>
            </p:cNvCxnSpPr>
            <p:nvPr/>
          </p:nvCxnSpPr>
          <p:spPr>
            <a:xfrm>
              <a:off x="7580564" y="2193475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1" name="直線接點 800">
              <a:extLst>
                <a:ext uri="{FF2B5EF4-FFF2-40B4-BE49-F238E27FC236}">
                  <a16:creationId xmlns:a16="http://schemas.microsoft.com/office/drawing/2014/main" id="{8D380698-3E23-441F-B8FF-132682ABA5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357" y="1936017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2" name="直線接點 801">
              <a:extLst>
                <a:ext uri="{FF2B5EF4-FFF2-40B4-BE49-F238E27FC236}">
                  <a16:creationId xmlns:a16="http://schemas.microsoft.com/office/drawing/2014/main" id="{1CACB1E8-7D3A-4E16-8C8A-F09CFCDCECD7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84574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3" name="直線接點 802">
              <a:extLst>
                <a:ext uri="{FF2B5EF4-FFF2-40B4-BE49-F238E27FC236}">
                  <a16:creationId xmlns:a16="http://schemas.microsoft.com/office/drawing/2014/main" id="{5BD7D2E8-3293-43E6-AB66-858385AF4EE8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193315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4" name="直線接點 803">
              <a:extLst>
                <a:ext uri="{FF2B5EF4-FFF2-40B4-BE49-F238E27FC236}">
                  <a16:creationId xmlns:a16="http://schemas.microsoft.com/office/drawing/2014/main" id="{2459BC55-EABF-4F51-807E-3B84415221F7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202056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5" name="直線接點 804">
              <a:extLst>
                <a:ext uri="{FF2B5EF4-FFF2-40B4-BE49-F238E27FC236}">
                  <a16:creationId xmlns:a16="http://schemas.microsoft.com/office/drawing/2014/main" id="{EC0B0CB9-A179-4991-BB9A-6DA9C4F55EA0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21953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2" name="直線接點 811">
              <a:extLst>
                <a:ext uri="{FF2B5EF4-FFF2-40B4-BE49-F238E27FC236}">
                  <a16:creationId xmlns:a16="http://schemas.microsoft.com/office/drawing/2014/main" id="{336BE196-219A-4B4D-B616-75DBAC26732C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84574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3" name="直線接點 812">
              <a:extLst>
                <a:ext uri="{FF2B5EF4-FFF2-40B4-BE49-F238E27FC236}">
                  <a16:creationId xmlns:a16="http://schemas.microsoft.com/office/drawing/2014/main" id="{74E54CE8-2E7F-4ABB-91EB-DC9E65117D1E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193315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4" name="直線接點 813">
              <a:extLst>
                <a:ext uri="{FF2B5EF4-FFF2-40B4-BE49-F238E27FC236}">
                  <a16:creationId xmlns:a16="http://schemas.microsoft.com/office/drawing/2014/main" id="{92E2D6E8-A5B7-4D3C-8964-A2900B003567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210797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5" name="直線接點 814">
              <a:extLst>
                <a:ext uri="{FF2B5EF4-FFF2-40B4-BE49-F238E27FC236}">
                  <a16:creationId xmlns:a16="http://schemas.microsoft.com/office/drawing/2014/main" id="{BEDB19DC-0B61-4C4E-A9CA-E9219B0073D1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2195377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1" name="直線接點 820">
              <a:extLst>
                <a:ext uri="{FF2B5EF4-FFF2-40B4-BE49-F238E27FC236}">
                  <a16:creationId xmlns:a16="http://schemas.microsoft.com/office/drawing/2014/main" id="{1D48F32B-78D1-4E4C-9AC1-092037AB622C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186096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2" name="直線接點 821">
              <a:extLst>
                <a:ext uri="{FF2B5EF4-FFF2-40B4-BE49-F238E27FC236}">
                  <a16:creationId xmlns:a16="http://schemas.microsoft.com/office/drawing/2014/main" id="{620E0E11-2637-4C7E-8409-5B7D6EB1F153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201865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3" name="直線接點 822">
              <a:extLst>
                <a:ext uri="{FF2B5EF4-FFF2-40B4-BE49-F238E27FC236}">
                  <a16:creationId xmlns:a16="http://schemas.microsoft.com/office/drawing/2014/main" id="{44D9322A-2353-43FE-BCD8-CAC92FCFDA7F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210606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4" name="直線接點 823">
              <a:extLst>
                <a:ext uri="{FF2B5EF4-FFF2-40B4-BE49-F238E27FC236}">
                  <a16:creationId xmlns:a16="http://schemas.microsoft.com/office/drawing/2014/main" id="{A53840F2-C18F-4A5E-B6F6-B501DCBBFBD3}"/>
                </a:ext>
              </a:extLst>
            </p:cNvPr>
            <p:cNvCxnSpPr>
              <a:cxnSpLocks/>
            </p:cNvCxnSpPr>
            <p:nvPr/>
          </p:nvCxnSpPr>
          <p:spPr>
            <a:xfrm>
              <a:off x="5357620" y="219347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9" name="直線接點 828">
              <a:extLst>
                <a:ext uri="{FF2B5EF4-FFF2-40B4-BE49-F238E27FC236}">
                  <a16:creationId xmlns:a16="http://schemas.microsoft.com/office/drawing/2014/main" id="{8203EDAF-A01F-4D02-A985-B0628F27CC70}"/>
                </a:ext>
              </a:extLst>
            </p:cNvPr>
            <p:cNvCxnSpPr>
              <a:cxnSpLocks/>
            </p:cNvCxnSpPr>
            <p:nvPr/>
          </p:nvCxnSpPr>
          <p:spPr>
            <a:xfrm>
              <a:off x="3805380" y="184574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0" name="直線接點 829">
              <a:extLst>
                <a:ext uri="{FF2B5EF4-FFF2-40B4-BE49-F238E27FC236}">
                  <a16:creationId xmlns:a16="http://schemas.microsoft.com/office/drawing/2014/main" id="{EB852545-B1A2-498C-AC97-AF2E95CBA710}"/>
                </a:ext>
              </a:extLst>
            </p:cNvPr>
            <p:cNvCxnSpPr>
              <a:cxnSpLocks/>
            </p:cNvCxnSpPr>
            <p:nvPr/>
          </p:nvCxnSpPr>
          <p:spPr>
            <a:xfrm>
              <a:off x="3805380" y="193595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1" name="直線接點 830">
              <a:extLst>
                <a:ext uri="{FF2B5EF4-FFF2-40B4-BE49-F238E27FC236}">
                  <a16:creationId xmlns:a16="http://schemas.microsoft.com/office/drawing/2014/main" id="{AD47EAB9-0DB7-4098-AE9E-57098D9A4766}"/>
                </a:ext>
              </a:extLst>
            </p:cNvPr>
            <p:cNvCxnSpPr>
              <a:cxnSpLocks/>
            </p:cNvCxnSpPr>
            <p:nvPr/>
          </p:nvCxnSpPr>
          <p:spPr>
            <a:xfrm>
              <a:off x="3805380" y="201866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2" name="直線接點 831">
              <a:extLst>
                <a:ext uri="{FF2B5EF4-FFF2-40B4-BE49-F238E27FC236}">
                  <a16:creationId xmlns:a16="http://schemas.microsoft.com/office/drawing/2014/main" id="{3845E31F-6770-4E18-B5B4-4F08E0AE046E}"/>
                </a:ext>
              </a:extLst>
            </p:cNvPr>
            <p:cNvCxnSpPr>
              <a:cxnSpLocks/>
            </p:cNvCxnSpPr>
            <p:nvPr/>
          </p:nvCxnSpPr>
          <p:spPr>
            <a:xfrm>
              <a:off x="3805380" y="210606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33" name="直線接點 832">
              <a:extLst>
                <a:ext uri="{FF2B5EF4-FFF2-40B4-BE49-F238E27FC236}">
                  <a16:creationId xmlns:a16="http://schemas.microsoft.com/office/drawing/2014/main" id="{C59F416C-1CFE-431C-8D54-D087CD512BF6}"/>
                </a:ext>
              </a:extLst>
            </p:cNvPr>
            <p:cNvCxnSpPr>
              <a:cxnSpLocks/>
            </p:cNvCxnSpPr>
            <p:nvPr/>
          </p:nvCxnSpPr>
          <p:spPr>
            <a:xfrm>
              <a:off x="3805380" y="219347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0" name="直線接點 839">
              <a:extLst>
                <a:ext uri="{FF2B5EF4-FFF2-40B4-BE49-F238E27FC236}">
                  <a16:creationId xmlns:a16="http://schemas.microsoft.com/office/drawing/2014/main" id="{C9B1EED6-B501-4620-8804-D2E81BFF13BD}"/>
                </a:ext>
              </a:extLst>
            </p:cNvPr>
            <p:cNvCxnSpPr>
              <a:cxnSpLocks/>
            </p:cNvCxnSpPr>
            <p:nvPr/>
          </p:nvCxnSpPr>
          <p:spPr>
            <a:xfrm>
              <a:off x="3271356" y="184812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1" name="直線接點 840">
              <a:extLst>
                <a:ext uri="{FF2B5EF4-FFF2-40B4-BE49-F238E27FC236}">
                  <a16:creationId xmlns:a16="http://schemas.microsoft.com/office/drawing/2014/main" id="{AEBE20B4-B1BD-4E92-A082-EFE9BB70FF17}"/>
                </a:ext>
              </a:extLst>
            </p:cNvPr>
            <p:cNvCxnSpPr>
              <a:cxnSpLocks/>
            </p:cNvCxnSpPr>
            <p:nvPr/>
          </p:nvCxnSpPr>
          <p:spPr>
            <a:xfrm>
              <a:off x="3271356" y="202294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2" name="直線接點 841">
              <a:extLst>
                <a:ext uri="{FF2B5EF4-FFF2-40B4-BE49-F238E27FC236}">
                  <a16:creationId xmlns:a16="http://schemas.microsoft.com/office/drawing/2014/main" id="{1AA2BBC0-059A-4F95-97A8-16F7BDA89E9F}"/>
                </a:ext>
              </a:extLst>
            </p:cNvPr>
            <p:cNvCxnSpPr>
              <a:cxnSpLocks/>
            </p:cNvCxnSpPr>
            <p:nvPr/>
          </p:nvCxnSpPr>
          <p:spPr>
            <a:xfrm>
              <a:off x="3271356" y="211035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43" name="直線接點 842">
              <a:extLst>
                <a:ext uri="{FF2B5EF4-FFF2-40B4-BE49-F238E27FC236}">
                  <a16:creationId xmlns:a16="http://schemas.microsoft.com/office/drawing/2014/main" id="{431D2534-1A9C-4762-8F8A-5C9C861C1802}"/>
                </a:ext>
              </a:extLst>
            </p:cNvPr>
            <p:cNvCxnSpPr>
              <a:cxnSpLocks/>
            </p:cNvCxnSpPr>
            <p:nvPr/>
          </p:nvCxnSpPr>
          <p:spPr>
            <a:xfrm>
              <a:off x="3271356" y="2197761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367" name="群組 366">
            <a:extLst>
              <a:ext uri="{FF2B5EF4-FFF2-40B4-BE49-F238E27FC236}">
                <a16:creationId xmlns:a16="http://schemas.microsoft.com/office/drawing/2014/main" id="{DE4CEE6B-EE12-4A52-8CBA-3AE088ACDF9D}"/>
              </a:ext>
            </a:extLst>
          </p:cNvPr>
          <p:cNvGrpSpPr/>
          <p:nvPr/>
        </p:nvGrpSpPr>
        <p:grpSpPr>
          <a:xfrm>
            <a:off x="2887364" y="3755758"/>
            <a:ext cx="7938880" cy="1320567"/>
            <a:chOff x="2887364" y="3355708"/>
            <a:chExt cx="7938880" cy="1320567"/>
          </a:xfrm>
        </p:grpSpPr>
        <p:sp>
          <p:nvSpPr>
            <p:cNvPr id="466" name="文字方塊 465">
              <a:extLst>
                <a:ext uri="{FF2B5EF4-FFF2-40B4-BE49-F238E27FC236}">
                  <a16:creationId xmlns:a16="http://schemas.microsoft.com/office/drawing/2014/main" id="{6F0E6C38-093B-4A4C-912B-9038A65BE144}"/>
                </a:ext>
              </a:extLst>
            </p:cNvPr>
            <p:cNvSpPr txBox="1"/>
            <p:nvPr/>
          </p:nvSpPr>
          <p:spPr>
            <a:xfrm>
              <a:off x="5952250" y="4368498"/>
              <a:ext cx="4716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W" altLang="zh-TW" sz="1400" dirty="0"/>
                <a:t>Loci</a:t>
              </a:r>
              <a:endParaRPr lang="zh-TW" altLang="en-US" sz="1400" dirty="0"/>
            </a:p>
          </p:txBody>
        </p:sp>
        <p:cxnSp>
          <p:nvCxnSpPr>
            <p:cNvPr id="468" name="Straight Connector 75">
              <a:extLst>
                <a:ext uri="{FF2B5EF4-FFF2-40B4-BE49-F238E27FC236}">
                  <a16:creationId xmlns:a16="http://schemas.microsoft.com/office/drawing/2014/main" id="{2E8F3AC6-0004-4AD5-B777-FE3A86086B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1356" y="4418508"/>
              <a:ext cx="6118896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2" name="群組 591">
              <a:extLst>
                <a:ext uri="{FF2B5EF4-FFF2-40B4-BE49-F238E27FC236}">
                  <a16:creationId xmlns:a16="http://schemas.microsoft.com/office/drawing/2014/main" id="{59342DFF-29EB-4151-B588-0B634E27591E}"/>
                </a:ext>
              </a:extLst>
            </p:cNvPr>
            <p:cNvGrpSpPr/>
            <p:nvPr/>
          </p:nvGrpSpPr>
          <p:grpSpPr>
            <a:xfrm>
              <a:off x="2887364" y="3355708"/>
              <a:ext cx="389745" cy="1231491"/>
              <a:chOff x="2593136" y="3355708"/>
              <a:chExt cx="389745" cy="1231491"/>
            </a:xfrm>
          </p:grpSpPr>
          <p:sp>
            <p:nvSpPr>
              <p:cNvPr id="467" name="文字方塊 466">
                <a:extLst>
                  <a:ext uri="{FF2B5EF4-FFF2-40B4-BE49-F238E27FC236}">
                    <a16:creationId xmlns:a16="http://schemas.microsoft.com/office/drawing/2014/main" id="{F40AB034-B377-49CB-897C-67E51272BD9F}"/>
                  </a:ext>
                </a:extLst>
              </p:cNvPr>
              <p:cNvSpPr txBox="1"/>
              <p:nvPr/>
            </p:nvSpPr>
            <p:spPr>
              <a:xfrm rot="16200000">
                <a:off x="2131279" y="3817565"/>
                <a:ext cx="123149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/>
                  <a:t>Clipping count</a:t>
                </a:r>
                <a:endParaRPr lang="en-TW" altLang="zh-TW" sz="1400" dirty="0"/>
              </a:p>
            </p:txBody>
          </p:sp>
          <p:cxnSp>
            <p:nvCxnSpPr>
              <p:cNvPr id="469" name="Straight Connector 71">
                <a:extLst>
                  <a:ext uri="{FF2B5EF4-FFF2-40B4-BE49-F238E27FC236}">
                    <a16:creationId xmlns:a16="http://schemas.microsoft.com/office/drawing/2014/main" id="{22F2CDF0-2CD7-4D7B-B617-33197A9D83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82881" y="3535136"/>
                <a:ext cx="0" cy="883371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6" name="群組 505">
              <a:extLst>
                <a:ext uri="{FF2B5EF4-FFF2-40B4-BE49-F238E27FC236}">
                  <a16:creationId xmlns:a16="http://schemas.microsoft.com/office/drawing/2014/main" id="{B80850DC-6F12-42DF-B77A-9BA2DA965C2D}"/>
                </a:ext>
              </a:extLst>
            </p:cNvPr>
            <p:cNvGrpSpPr/>
            <p:nvPr/>
          </p:nvGrpSpPr>
          <p:grpSpPr>
            <a:xfrm>
              <a:off x="9568232" y="3618664"/>
              <a:ext cx="1258012" cy="598884"/>
              <a:chOff x="8754612" y="2727052"/>
              <a:chExt cx="1258012" cy="598884"/>
            </a:xfrm>
          </p:grpSpPr>
          <p:grpSp>
            <p:nvGrpSpPr>
              <p:cNvPr id="507" name="群組 506">
                <a:extLst>
                  <a:ext uri="{FF2B5EF4-FFF2-40B4-BE49-F238E27FC236}">
                    <a16:creationId xmlns:a16="http://schemas.microsoft.com/office/drawing/2014/main" id="{6E1FF2ED-67E4-4458-8BAB-A38B4E1EB861}"/>
                  </a:ext>
                </a:extLst>
              </p:cNvPr>
              <p:cNvGrpSpPr/>
              <p:nvPr/>
            </p:nvGrpSpPr>
            <p:grpSpPr>
              <a:xfrm>
                <a:off x="8754613" y="2727052"/>
                <a:ext cx="1102521" cy="270000"/>
                <a:chOff x="8754613" y="2727052"/>
                <a:chExt cx="1102521" cy="270000"/>
              </a:xfrm>
            </p:grpSpPr>
            <p:sp>
              <p:nvSpPr>
                <p:cNvPr id="511" name="文字方塊 510">
                  <a:extLst>
                    <a:ext uri="{FF2B5EF4-FFF2-40B4-BE49-F238E27FC236}">
                      <a16:creationId xmlns:a16="http://schemas.microsoft.com/office/drawing/2014/main" id="{DA519E94-B412-4C67-BE7D-08386CC11482}"/>
                    </a:ext>
                  </a:extLst>
                </p:cNvPr>
                <p:cNvSpPr txBox="1"/>
                <p:nvPr/>
              </p:nvSpPr>
              <p:spPr>
                <a:xfrm>
                  <a:off x="9090577" y="2738941"/>
                  <a:ext cx="76655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Up clipping</a:t>
                  </a:r>
                  <a:endParaRPr lang="zh-TW" altLang="en-US" sz="1000" dirty="0"/>
                </a:p>
              </p:txBody>
            </p:sp>
            <p:sp>
              <p:nvSpPr>
                <p:cNvPr id="512" name="箭號: 向右 511">
                  <a:extLst>
                    <a:ext uri="{FF2B5EF4-FFF2-40B4-BE49-F238E27FC236}">
                      <a16:creationId xmlns:a16="http://schemas.microsoft.com/office/drawing/2014/main" id="{DD3EB4F0-098C-4D63-8D05-5CCD2A441EBE}"/>
                    </a:ext>
                  </a:extLst>
                </p:cNvPr>
                <p:cNvSpPr/>
                <p:nvPr/>
              </p:nvSpPr>
              <p:spPr>
                <a:xfrm rot="16200000">
                  <a:off x="8754526" y="2727139"/>
                  <a:ext cx="270000" cy="269825"/>
                </a:xfrm>
                <a:prstGeom prst="rightArrow">
                  <a:avLst/>
                </a:pr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508" name="群組 507">
                <a:extLst>
                  <a:ext uri="{FF2B5EF4-FFF2-40B4-BE49-F238E27FC236}">
                    <a16:creationId xmlns:a16="http://schemas.microsoft.com/office/drawing/2014/main" id="{2429CB96-CC91-4468-985E-41BBDF9103CC}"/>
                  </a:ext>
                </a:extLst>
              </p:cNvPr>
              <p:cNvGrpSpPr/>
              <p:nvPr/>
            </p:nvGrpSpPr>
            <p:grpSpPr>
              <a:xfrm>
                <a:off x="8754612" y="3055936"/>
                <a:ext cx="1258012" cy="270000"/>
                <a:chOff x="8754612" y="3055936"/>
                <a:chExt cx="1258012" cy="270000"/>
              </a:xfrm>
            </p:grpSpPr>
            <p:sp>
              <p:nvSpPr>
                <p:cNvPr id="509" name="文字方塊 508">
                  <a:extLst>
                    <a:ext uri="{FF2B5EF4-FFF2-40B4-BE49-F238E27FC236}">
                      <a16:creationId xmlns:a16="http://schemas.microsoft.com/office/drawing/2014/main" id="{CFC408F1-D580-4D2C-AF92-FDCC70344282}"/>
                    </a:ext>
                  </a:extLst>
                </p:cNvPr>
                <p:cNvSpPr txBox="1"/>
                <p:nvPr/>
              </p:nvSpPr>
              <p:spPr>
                <a:xfrm>
                  <a:off x="9090577" y="3067826"/>
                  <a:ext cx="92204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Down clipping</a:t>
                  </a:r>
                  <a:endParaRPr lang="zh-TW" altLang="en-US" sz="1000" dirty="0"/>
                </a:p>
              </p:txBody>
            </p:sp>
            <p:sp>
              <p:nvSpPr>
                <p:cNvPr id="510" name="箭號: 向右 509">
                  <a:extLst>
                    <a:ext uri="{FF2B5EF4-FFF2-40B4-BE49-F238E27FC236}">
                      <a16:creationId xmlns:a16="http://schemas.microsoft.com/office/drawing/2014/main" id="{A7C58D7B-5FE8-4B68-8DCA-2DBCC45E3C48}"/>
                    </a:ext>
                  </a:extLst>
                </p:cNvPr>
                <p:cNvSpPr/>
                <p:nvPr/>
              </p:nvSpPr>
              <p:spPr>
                <a:xfrm rot="5400000">
                  <a:off x="8754612" y="3055936"/>
                  <a:ext cx="270000" cy="270000"/>
                </a:xfrm>
                <a:prstGeom prst="rightArrow">
                  <a:avLst/>
                </a:prstGeom>
                <a:noFill/>
                <a:ln w="28575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544" name="群組 543">
              <a:extLst>
                <a:ext uri="{FF2B5EF4-FFF2-40B4-BE49-F238E27FC236}">
                  <a16:creationId xmlns:a16="http://schemas.microsoft.com/office/drawing/2014/main" id="{C270A0A5-9D3F-474B-AFA4-3A0436017BE7}"/>
                </a:ext>
              </a:extLst>
            </p:cNvPr>
            <p:cNvGrpSpPr/>
            <p:nvPr/>
          </p:nvGrpSpPr>
          <p:grpSpPr>
            <a:xfrm>
              <a:off x="3369253" y="3611456"/>
              <a:ext cx="5754153" cy="517270"/>
              <a:chOff x="3369253" y="710103"/>
              <a:chExt cx="5754153" cy="517270"/>
            </a:xfrm>
          </p:grpSpPr>
          <p:cxnSp>
            <p:nvCxnSpPr>
              <p:cNvPr id="521" name="直線接點 520">
                <a:extLst>
                  <a:ext uri="{FF2B5EF4-FFF2-40B4-BE49-F238E27FC236}">
                    <a16:creationId xmlns:a16="http://schemas.microsoft.com/office/drawing/2014/main" id="{C8285E55-846D-4541-A448-CDE0BB60BB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369253" y="1214657"/>
                <a:ext cx="1809104" cy="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3" name="直線接點 522">
                <a:extLst>
                  <a:ext uri="{FF2B5EF4-FFF2-40B4-BE49-F238E27FC236}">
                    <a16:creationId xmlns:a16="http://schemas.microsoft.com/office/drawing/2014/main" id="{95A1733B-7DED-446E-8B28-DCBA3384544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97898" y="1214657"/>
                <a:ext cx="756000" cy="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5" name="直線接點 524">
                <a:extLst>
                  <a:ext uri="{FF2B5EF4-FFF2-40B4-BE49-F238E27FC236}">
                    <a16:creationId xmlns:a16="http://schemas.microsoft.com/office/drawing/2014/main" id="{A889F5B7-09EE-4BBB-B646-31ED099366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48293" y="1214657"/>
                <a:ext cx="972000" cy="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28" name="直線接點 527">
                <a:extLst>
                  <a:ext uri="{FF2B5EF4-FFF2-40B4-BE49-F238E27FC236}">
                    <a16:creationId xmlns:a16="http://schemas.microsoft.com/office/drawing/2014/main" id="{E29EEEF0-9065-47C0-B5B5-913016A9BC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58548" y="784111"/>
                <a:ext cx="563535" cy="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2" name="直線接點 531">
                <a:extLst>
                  <a:ext uri="{FF2B5EF4-FFF2-40B4-BE49-F238E27FC236}">
                    <a16:creationId xmlns:a16="http://schemas.microsoft.com/office/drawing/2014/main" id="{87BDCBF3-65C7-465B-9525-7599211C39B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74423" y="784111"/>
                <a:ext cx="0" cy="44326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6" name="直線接點 535">
                <a:extLst>
                  <a:ext uri="{FF2B5EF4-FFF2-40B4-BE49-F238E27FC236}">
                    <a16:creationId xmlns:a16="http://schemas.microsoft.com/office/drawing/2014/main" id="{417C5C2F-3A2B-4652-B4B6-377767D4C0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08975" y="784111"/>
                <a:ext cx="0" cy="44326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7" name="直線接點 536">
                <a:extLst>
                  <a:ext uri="{FF2B5EF4-FFF2-40B4-BE49-F238E27FC236}">
                    <a16:creationId xmlns:a16="http://schemas.microsoft.com/office/drawing/2014/main" id="{3CEC4913-D6AB-4D66-8C36-B57AAC64D50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40473" y="731585"/>
                <a:ext cx="410589" cy="491162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9" name="直線接點 538">
                <a:extLst>
                  <a:ext uri="{FF2B5EF4-FFF2-40B4-BE49-F238E27FC236}">
                    <a16:creationId xmlns:a16="http://schemas.microsoft.com/office/drawing/2014/main" id="{DC1B2500-761C-4280-8A85-62C81CDDE60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850237" y="716199"/>
                <a:ext cx="396205" cy="506548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0" name="直線接點 539">
                <a:extLst>
                  <a:ext uri="{FF2B5EF4-FFF2-40B4-BE49-F238E27FC236}">
                    <a16:creationId xmlns:a16="http://schemas.microsoft.com/office/drawing/2014/main" id="{9AB1C485-C2D8-4A47-8E99-21889161DB8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19030" y="710103"/>
                <a:ext cx="0" cy="51727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2" name="直線接點 541">
                <a:extLst>
                  <a:ext uri="{FF2B5EF4-FFF2-40B4-BE49-F238E27FC236}">
                    <a16:creationId xmlns:a16="http://schemas.microsoft.com/office/drawing/2014/main" id="{3B595362-4D00-4631-802A-3000D0BC15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0443" y="717311"/>
                <a:ext cx="912963" cy="0"/>
              </a:xfrm>
              <a:prstGeom prst="line">
                <a:avLst/>
              </a:prstGeom>
              <a:noFill/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45" name="箭號: 向右 544">
              <a:extLst>
                <a:ext uri="{FF2B5EF4-FFF2-40B4-BE49-F238E27FC236}">
                  <a16:creationId xmlns:a16="http://schemas.microsoft.com/office/drawing/2014/main" id="{EEFAB2A5-CDF2-4191-A1C1-A6BC623EED90}"/>
                </a:ext>
              </a:extLst>
            </p:cNvPr>
            <p:cNvSpPr/>
            <p:nvPr/>
          </p:nvSpPr>
          <p:spPr>
            <a:xfrm rot="16200000">
              <a:off x="4835082" y="3776248"/>
              <a:ext cx="441548" cy="140400"/>
            </a:xfrm>
            <a:prstGeom prst="rightArrow">
              <a:avLst/>
            </a:pr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6" name="箭號: 向右 545">
              <a:extLst>
                <a:ext uri="{FF2B5EF4-FFF2-40B4-BE49-F238E27FC236}">
                  <a16:creationId xmlns:a16="http://schemas.microsoft.com/office/drawing/2014/main" id="{13037DFF-E53D-4A03-B4E9-F71CCCC1814E}"/>
                </a:ext>
              </a:extLst>
            </p:cNvPr>
            <p:cNvSpPr/>
            <p:nvPr/>
          </p:nvSpPr>
          <p:spPr>
            <a:xfrm rot="5400000">
              <a:off x="5591857" y="3778630"/>
              <a:ext cx="431183" cy="140400"/>
            </a:xfrm>
            <a:prstGeom prst="rightArrow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7" name="箭號: 向右 546">
              <a:extLst>
                <a:ext uri="{FF2B5EF4-FFF2-40B4-BE49-F238E27FC236}">
                  <a16:creationId xmlns:a16="http://schemas.microsoft.com/office/drawing/2014/main" id="{453BF376-6FE7-4A81-8139-525398F7EB5A}"/>
                </a:ext>
              </a:extLst>
            </p:cNvPr>
            <p:cNvSpPr/>
            <p:nvPr/>
          </p:nvSpPr>
          <p:spPr>
            <a:xfrm rot="18524234">
              <a:off x="6249501" y="3764757"/>
              <a:ext cx="548407" cy="140400"/>
            </a:xfrm>
            <a:prstGeom prst="rightArrow">
              <a:avLst/>
            </a:pr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0" name="箭號: 向右 549">
              <a:extLst>
                <a:ext uri="{FF2B5EF4-FFF2-40B4-BE49-F238E27FC236}">
                  <a16:creationId xmlns:a16="http://schemas.microsoft.com/office/drawing/2014/main" id="{4D75CDD5-2587-46C3-BB7A-C09CBBAC4A59}"/>
                </a:ext>
              </a:extLst>
            </p:cNvPr>
            <p:cNvSpPr/>
            <p:nvPr/>
          </p:nvSpPr>
          <p:spPr>
            <a:xfrm rot="3075505">
              <a:off x="6869157" y="3751487"/>
              <a:ext cx="548407" cy="140400"/>
            </a:xfrm>
            <a:prstGeom prst="rightArrow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1" name="箭號: 向右 550">
              <a:extLst>
                <a:ext uri="{FF2B5EF4-FFF2-40B4-BE49-F238E27FC236}">
                  <a16:creationId xmlns:a16="http://schemas.microsoft.com/office/drawing/2014/main" id="{5FFED72E-2E79-4172-A6F0-333ED24A0BF9}"/>
                </a:ext>
              </a:extLst>
            </p:cNvPr>
            <p:cNvSpPr/>
            <p:nvPr/>
          </p:nvSpPr>
          <p:spPr>
            <a:xfrm rot="16200000">
              <a:off x="7882286" y="3776248"/>
              <a:ext cx="441548" cy="140400"/>
            </a:xfrm>
            <a:prstGeom prst="rightArrow">
              <a:avLst/>
            </a:pr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54" name="文字方塊 553">
              <a:extLst>
                <a:ext uri="{FF2B5EF4-FFF2-40B4-BE49-F238E27FC236}">
                  <a16:creationId xmlns:a16="http://schemas.microsoft.com/office/drawing/2014/main" id="{1682D72F-DC7F-4ABE-BA3A-6BAA9E7FA7A4}"/>
                </a:ext>
              </a:extLst>
            </p:cNvPr>
            <p:cNvSpPr txBox="1"/>
            <p:nvPr/>
          </p:nvSpPr>
          <p:spPr>
            <a:xfrm>
              <a:off x="3343075" y="3867266"/>
              <a:ext cx="7216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00" dirty="0">
                  <a:solidFill>
                    <a:srgbClr val="BFBFBF"/>
                  </a:solidFill>
                </a:rPr>
                <a:t>Coverage</a:t>
              </a:r>
              <a:endParaRPr lang="zh-TW" altLang="en-US" sz="1100" dirty="0">
                <a:solidFill>
                  <a:srgbClr val="BFBFBF"/>
                </a:solidFill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08ACE3C5-78DE-4DD9-922F-9C97993B4E2B}"/>
                </a:ext>
              </a:extLst>
            </p:cNvPr>
            <p:cNvSpPr txBox="1"/>
            <p:nvPr/>
          </p:nvSpPr>
          <p:spPr>
            <a:xfrm>
              <a:off x="5131589" y="3786403"/>
              <a:ext cx="5886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CNV</a:t>
              </a:r>
              <a:endParaRPr lang="zh-TW" altLang="en-US" dirty="0"/>
            </a:p>
          </p:txBody>
        </p:sp>
        <p:sp>
          <p:nvSpPr>
            <p:cNvPr id="677" name="文字方塊 676">
              <a:extLst>
                <a:ext uri="{FF2B5EF4-FFF2-40B4-BE49-F238E27FC236}">
                  <a16:creationId xmlns:a16="http://schemas.microsoft.com/office/drawing/2014/main" id="{E748AD38-8CAF-494D-8665-0DE9C1B695C4}"/>
                </a:ext>
              </a:extLst>
            </p:cNvPr>
            <p:cNvSpPr txBox="1"/>
            <p:nvPr/>
          </p:nvSpPr>
          <p:spPr>
            <a:xfrm>
              <a:off x="6595536" y="3786403"/>
              <a:ext cx="540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BFB</a:t>
              </a:r>
              <a:endParaRPr lang="zh-TW" altLang="en-US" dirty="0"/>
            </a:p>
          </p:txBody>
        </p:sp>
      </p:grpSp>
      <p:grpSp>
        <p:nvGrpSpPr>
          <p:cNvPr id="371" name="群組 370">
            <a:extLst>
              <a:ext uri="{FF2B5EF4-FFF2-40B4-BE49-F238E27FC236}">
                <a16:creationId xmlns:a16="http://schemas.microsoft.com/office/drawing/2014/main" id="{1B1D73B8-D06C-4704-B51D-0D58EB4523AA}"/>
              </a:ext>
            </a:extLst>
          </p:cNvPr>
          <p:cNvGrpSpPr/>
          <p:nvPr/>
        </p:nvGrpSpPr>
        <p:grpSpPr>
          <a:xfrm>
            <a:off x="2166976" y="2441504"/>
            <a:ext cx="7899891" cy="1146387"/>
            <a:chOff x="2166976" y="2535952"/>
            <a:chExt cx="7899891" cy="1146387"/>
          </a:xfrm>
        </p:grpSpPr>
        <p:grpSp>
          <p:nvGrpSpPr>
            <p:cNvPr id="369" name="群組 368">
              <a:extLst>
                <a:ext uri="{FF2B5EF4-FFF2-40B4-BE49-F238E27FC236}">
                  <a16:creationId xmlns:a16="http://schemas.microsoft.com/office/drawing/2014/main" id="{31DD3B31-A25F-44F5-A4C5-722D8C3DE9D5}"/>
                </a:ext>
              </a:extLst>
            </p:cNvPr>
            <p:cNvGrpSpPr/>
            <p:nvPr/>
          </p:nvGrpSpPr>
          <p:grpSpPr>
            <a:xfrm>
              <a:off x="3074465" y="2535952"/>
              <a:ext cx="5120210" cy="532551"/>
              <a:chOff x="3122090" y="731202"/>
              <a:chExt cx="5120210" cy="532551"/>
            </a:xfrm>
          </p:grpSpPr>
          <p:sp>
            <p:nvSpPr>
              <p:cNvPr id="898" name="文字方塊 897">
                <a:extLst>
                  <a:ext uri="{FF2B5EF4-FFF2-40B4-BE49-F238E27FC236}">
                    <a16:creationId xmlns:a16="http://schemas.microsoft.com/office/drawing/2014/main" id="{3DB18322-E4BF-4908-A7C7-F6CA63B40E04}"/>
                  </a:ext>
                </a:extLst>
              </p:cNvPr>
              <p:cNvSpPr txBox="1"/>
              <p:nvPr/>
            </p:nvSpPr>
            <p:spPr>
              <a:xfrm>
                <a:off x="4673795" y="731202"/>
                <a:ext cx="26281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LOH (Chromosomal-Scale)</a:t>
                </a:r>
              </a:p>
            </p:txBody>
          </p:sp>
          <p:cxnSp>
            <p:nvCxnSpPr>
              <p:cNvPr id="358" name="直線接點 357">
                <a:extLst>
                  <a:ext uri="{FF2B5EF4-FFF2-40B4-BE49-F238E27FC236}">
                    <a16:creationId xmlns:a16="http://schemas.microsoft.com/office/drawing/2014/main" id="{A79D1D25-DC04-49D7-999C-A210F7A7DCB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40128" y="932277"/>
                <a:ext cx="2172" cy="331476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9" name="直線接點 898">
                <a:extLst>
                  <a:ext uri="{FF2B5EF4-FFF2-40B4-BE49-F238E27FC236}">
                    <a16:creationId xmlns:a16="http://schemas.microsoft.com/office/drawing/2014/main" id="{601D1693-4004-4D5A-BDDC-BE8978D6F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2090" y="1081022"/>
                <a:ext cx="5115599" cy="4319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05" name="箭號: 五邊形 904">
              <a:extLst>
                <a:ext uri="{FF2B5EF4-FFF2-40B4-BE49-F238E27FC236}">
                  <a16:creationId xmlns:a16="http://schemas.microsoft.com/office/drawing/2014/main" id="{EB501430-69E5-4E8C-A3B4-342DB39EAD62}"/>
                </a:ext>
              </a:extLst>
            </p:cNvPr>
            <p:cNvSpPr/>
            <p:nvPr/>
          </p:nvSpPr>
          <p:spPr>
            <a:xfrm>
              <a:off x="8240128" y="3136119"/>
              <a:ext cx="31956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06" name="直線接點 905">
              <a:extLst>
                <a:ext uri="{FF2B5EF4-FFF2-40B4-BE49-F238E27FC236}">
                  <a16:creationId xmlns:a16="http://schemas.microsoft.com/office/drawing/2014/main" id="{4DF27B42-A545-4042-BE3D-974A6EDAA3B3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3132603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7" name="箭號: 五邊形 906">
              <a:extLst>
                <a:ext uri="{FF2B5EF4-FFF2-40B4-BE49-F238E27FC236}">
                  <a16:creationId xmlns:a16="http://schemas.microsoft.com/office/drawing/2014/main" id="{067C7FDD-868F-4723-8BF7-6AEACB54678A}"/>
                </a:ext>
              </a:extLst>
            </p:cNvPr>
            <p:cNvSpPr/>
            <p:nvPr/>
          </p:nvSpPr>
          <p:spPr>
            <a:xfrm>
              <a:off x="8682827" y="3136119"/>
              <a:ext cx="395702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30" name="直線接點 929">
              <a:extLst>
                <a:ext uri="{FF2B5EF4-FFF2-40B4-BE49-F238E27FC236}">
                  <a16:creationId xmlns:a16="http://schemas.microsoft.com/office/drawing/2014/main" id="{92F7D41D-EB96-40FD-BF1E-0EE0EA59D4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312730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1" name="直線接點 930">
              <a:extLst>
                <a:ext uri="{FF2B5EF4-FFF2-40B4-BE49-F238E27FC236}">
                  <a16:creationId xmlns:a16="http://schemas.microsoft.com/office/drawing/2014/main" id="{A4E2BEC4-E0D9-48A8-ACE3-3B991292D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8" y="312730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2" name="直線接點 931">
              <a:extLst>
                <a:ext uri="{FF2B5EF4-FFF2-40B4-BE49-F238E27FC236}">
                  <a16:creationId xmlns:a16="http://schemas.microsoft.com/office/drawing/2014/main" id="{43A0373C-9C25-486A-ABA4-02AE06534E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312730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38" name="箭號: 五邊形 937">
              <a:extLst>
                <a:ext uri="{FF2B5EF4-FFF2-40B4-BE49-F238E27FC236}">
                  <a16:creationId xmlns:a16="http://schemas.microsoft.com/office/drawing/2014/main" id="{E69D116E-986E-464E-A17E-40177A87B252}"/>
                </a:ext>
              </a:extLst>
            </p:cNvPr>
            <p:cNvSpPr/>
            <p:nvPr/>
          </p:nvSpPr>
          <p:spPr>
            <a:xfrm>
              <a:off x="8240128" y="2699078"/>
              <a:ext cx="31956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39" name="直線接點 938">
              <a:extLst>
                <a:ext uri="{FF2B5EF4-FFF2-40B4-BE49-F238E27FC236}">
                  <a16:creationId xmlns:a16="http://schemas.microsoft.com/office/drawing/2014/main" id="{F466F4F4-E55F-41F7-B747-85BE9E188BB0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2695563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0" name="箭號: 五邊形 939">
              <a:extLst>
                <a:ext uri="{FF2B5EF4-FFF2-40B4-BE49-F238E27FC236}">
                  <a16:creationId xmlns:a16="http://schemas.microsoft.com/office/drawing/2014/main" id="{2DD2EEB1-59E7-4DB4-B7E8-37F69C25C904}"/>
                </a:ext>
              </a:extLst>
            </p:cNvPr>
            <p:cNvSpPr/>
            <p:nvPr/>
          </p:nvSpPr>
          <p:spPr>
            <a:xfrm>
              <a:off x="8582296" y="2699078"/>
              <a:ext cx="373906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44" name="箭號: 五邊形 943">
              <a:extLst>
                <a:ext uri="{FF2B5EF4-FFF2-40B4-BE49-F238E27FC236}">
                  <a16:creationId xmlns:a16="http://schemas.microsoft.com/office/drawing/2014/main" id="{C786B1E3-FF97-4064-A5BC-1E3D773F626E}"/>
                </a:ext>
              </a:extLst>
            </p:cNvPr>
            <p:cNvSpPr/>
            <p:nvPr/>
          </p:nvSpPr>
          <p:spPr>
            <a:xfrm>
              <a:off x="8879612" y="2873894"/>
              <a:ext cx="243794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45" name="箭號: 五邊形 944">
              <a:extLst>
                <a:ext uri="{FF2B5EF4-FFF2-40B4-BE49-F238E27FC236}">
                  <a16:creationId xmlns:a16="http://schemas.microsoft.com/office/drawing/2014/main" id="{5EB528C1-6569-43E3-84CA-B711ED7CADE3}"/>
                </a:ext>
              </a:extLst>
            </p:cNvPr>
            <p:cNvSpPr/>
            <p:nvPr/>
          </p:nvSpPr>
          <p:spPr>
            <a:xfrm>
              <a:off x="8237689" y="2873894"/>
              <a:ext cx="46982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46" name="直線接點 945">
              <a:extLst>
                <a:ext uri="{FF2B5EF4-FFF2-40B4-BE49-F238E27FC236}">
                  <a16:creationId xmlns:a16="http://schemas.microsoft.com/office/drawing/2014/main" id="{0947F198-757F-436C-B788-DA71B00FF94C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2870379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5" name="箭號: 五邊形 954">
              <a:extLst>
                <a:ext uri="{FF2B5EF4-FFF2-40B4-BE49-F238E27FC236}">
                  <a16:creationId xmlns:a16="http://schemas.microsoft.com/office/drawing/2014/main" id="{A7F3C464-0F4B-4F9B-8153-1EFB0F8B4B1C}"/>
                </a:ext>
              </a:extLst>
            </p:cNvPr>
            <p:cNvSpPr/>
            <p:nvPr/>
          </p:nvSpPr>
          <p:spPr>
            <a:xfrm>
              <a:off x="8423877" y="2961303"/>
              <a:ext cx="49534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56" name="箭號: 五邊形 955">
              <a:extLst>
                <a:ext uri="{FF2B5EF4-FFF2-40B4-BE49-F238E27FC236}">
                  <a16:creationId xmlns:a16="http://schemas.microsoft.com/office/drawing/2014/main" id="{3AED0CCB-9C66-43EC-BDA2-3E22AFA445C5}"/>
                </a:ext>
              </a:extLst>
            </p:cNvPr>
            <p:cNvSpPr/>
            <p:nvPr/>
          </p:nvSpPr>
          <p:spPr>
            <a:xfrm>
              <a:off x="8237689" y="2961303"/>
              <a:ext cx="1564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57" name="直線接點 956">
              <a:extLst>
                <a:ext uri="{FF2B5EF4-FFF2-40B4-BE49-F238E27FC236}">
                  <a16:creationId xmlns:a16="http://schemas.microsoft.com/office/drawing/2014/main" id="{16A19616-6B6A-4B1F-80F6-87E6E84CD027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8" y="2957788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箭號: 五邊形 957">
              <a:extLst>
                <a:ext uri="{FF2B5EF4-FFF2-40B4-BE49-F238E27FC236}">
                  <a16:creationId xmlns:a16="http://schemas.microsoft.com/office/drawing/2014/main" id="{51D83F11-9D12-45B0-AC74-0C425CD77EDF}"/>
                </a:ext>
              </a:extLst>
            </p:cNvPr>
            <p:cNvSpPr/>
            <p:nvPr/>
          </p:nvSpPr>
          <p:spPr>
            <a:xfrm>
              <a:off x="8940264" y="2961303"/>
              <a:ext cx="258590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68" name="箭號: 五邊形 967">
              <a:extLst>
                <a:ext uri="{FF2B5EF4-FFF2-40B4-BE49-F238E27FC236}">
                  <a16:creationId xmlns:a16="http://schemas.microsoft.com/office/drawing/2014/main" id="{E67E4E50-FB7D-44EA-87FB-004BEA96BF50}"/>
                </a:ext>
              </a:extLst>
            </p:cNvPr>
            <p:cNvSpPr/>
            <p:nvPr/>
          </p:nvSpPr>
          <p:spPr>
            <a:xfrm>
              <a:off x="8240128" y="3048711"/>
              <a:ext cx="442716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69" name="箭號: 五邊形 968">
              <a:extLst>
                <a:ext uri="{FF2B5EF4-FFF2-40B4-BE49-F238E27FC236}">
                  <a16:creationId xmlns:a16="http://schemas.microsoft.com/office/drawing/2014/main" id="{AAFC5C54-6822-4276-9883-B65848D9589F}"/>
                </a:ext>
              </a:extLst>
            </p:cNvPr>
            <p:cNvSpPr/>
            <p:nvPr/>
          </p:nvSpPr>
          <p:spPr>
            <a:xfrm>
              <a:off x="8820763" y="3048711"/>
              <a:ext cx="2831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70" name="直線接點 969">
              <a:extLst>
                <a:ext uri="{FF2B5EF4-FFF2-40B4-BE49-F238E27FC236}">
                  <a16:creationId xmlns:a16="http://schemas.microsoft.com/office/drawing/2014/main" id="{1CD0B96A-D56E-4766-9155-3F5FAEC77FCA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7" y="3045196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8" name="箭號: 五邊形 977">
              <a:extLst>
                <a:ext uri="{FF2B5EF4-FFF2-40B4-BE49-F238E27FC236}">
                  <a16:creationId xmlns:a16="http://schemas.microsoft.com/office/drawing/2014/main" id="{2016F675-D894-4798-A41F-3EB6CA67C2D1}"/>
                </a:ext>
              </a:extLst>
            </p:cNvPr>
            <p:cNvSpPr/>
            <p:nvPr/>
          </p:nvSpPr>
          <p:spPr>
            <a:xfrm>
              <a:off x="8778683" y="2786709"/>
              <a:ext cx="386793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979" name="箭號: 五邊形 978">
              <a:extLst>
                <a:ext uri="{FF2B5EF4-FFF2-40B4-BE49-F238E27FC236}">
                  <a16:creationId xmlns:a16="http://schemas.microsoft.com/office/drawing/2014/main" id="{DDB790E7-4317-404B-BFB2-6229DA1CD67F}"/>
                </a:ext>
              </a:extLst>
            </p:cNvPr>
            <p:cNvSpPr/>
            <p:nvPr/>
          </p:nvSpPr>
          <p:spPr>
            <a:xfrm>
              <a:off x="8237688" y="2786709"/>
              <a:ext cx="512941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980" name="直線接點 979">
              <a:extLst>
                <a:ext uri="{FF2B5EF4-FFF2-40B4-BE49-F238E27FC236}">
                  <a16:creationId xmlns:a16="http://schemas.microsoft.com/office/drawing/2014/main" id="{3321EC49-811C-43B1-83AA-272FF2FEC84B}"/>
                </a:ext>
              </a:extLst>
            </p:cNvPr>
            <p:cNvCxnSpPr>
              <a:cxnSpLocks/>
            </p:cNvCxnSpPr>
            <p:nvPr/>
          </p:nvCxnSpPr>
          <p:spPr>
            <a:xfrm>
              <a:off x="8240417" y="2783194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直線接點 1021">
              <a:extLst>
                <a:ext uri="{FF2B5EF4-FFF2-40B4-BE49-F238E27FC236}">
                  <a16:creationId xmlns:a16="http://schemas.microsoft.com/office/drawing/2014/main" id="{F81EB0C8-B7E5-4C06-828F-488769F93C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269026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3" name="直線接點 1022">
              <a:extLst>
                <a:ext uri="{FF2B5EF4-FFF2-40B4-BE49-F238E27FC236}">
                  <a16:creationId xmlns:a16="http://schemas.microsoft.com/office/drawing/2014/main" id="{D8A30B2D-07E4-46CE-A4BF-7C8EB36603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277767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4" name="直線接點 1023">
              <a:extLst>
                <a:ext uri="{FF2B5EF4-FFF2-40B4-BE49-F238E27FC236}">
                  <a16:creationId xmlns:a16="http://schemas.microsoft.com/office/drawing/2014/main" id="{FEAE50B0-9CC0-490D-898E-83EC707BF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286508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5" name="直線接點 1024">
              <a:extLst>
                <a:ext uri="{FF2B5EF4-FFF2-40B4-BE49-F238E27FC236}">
                  <a16:creationId xmlns:a16="http://schemas.microsoft.com/office/drawing/2014/main" id="{DC9767DF-8A79-4D2C-93BB-2BC7B0E70D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0926" y="303989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6" name="直線接點 1025">
              <a:extLst>
                <a:ext uri="{FF2B5EF4-FFF2-40B4-BE49-F238E27FC236}">
                  <a16:creationId xmlns:a16="http://schemas.microsoft.com/office/drawing/2014/main" id="{B0647616-8F14-49AA-BF40-9A6229D985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269026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7" name="直線接點 1026">
              <a:extLst>
                <a:ext uri="{FF2B5EF4-FFF2-40B4-BE49-F238E27FC236}">
                  <a16:creationId xmlns:a16="http://schemas.microsoft.com/office/drawing/2014/main" id="{121EE960-BBD3-4342-ACD9-FCCF856BF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27776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8" name="直線接點 1027">
              <a:extLst>
                <a:ext uri="{FF2B5EF4-FFF2-40B4-BE49-F238E27FC236}">
                  <a16:creationId xmlns:a16="http://schemas.microsoft.com/office/drawing/2014/main" id="{26C53821-5995-4384-BD7F-34A36DE54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295248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29" name="直線接點 1028">
              <a:extLst>
                <a:ext uri="{FF2B5EF4-FFF2-40B4-BE49-F238E27FC236}">
                  <a16:creationId xmlns:a16="http://schemas.microsoft.com/office/drawing/2014/main" id="{CB75CD2F-1A1C-404F-8B31-5FEDC0B713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6899" y="3039897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0" name="直線接點 1029">
              <a:extLst>
                <a:ext uri="{FF2B5EF4-FFF2-40B4-BE49-F238E27FC236}">
                  <a16:creationId xmlns:a16="http://schemas.microsoft.com/office/drawing/2014/main" id="{085897B7-F46C-4955-9872-233D6978A7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269026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1" name="直線接點 1030">
              <a:extLst>
                <a:ext uri="{FF2B5EF4-FFF2-40B4-BE49-F238E27FC236}">
                  <a16:creationId xmlns:a16="http://schemas.microsoft.com/office/drawing/2014/main" id="{7EAC13E4-85CC-41F1-B39E-F93384EE76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277767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2" name="直線接點 1031">
              <a:extLst>
                <a:ext uri="{FF2B5EF4-FFF2-40B4-BE49-F238E27FC236}">
                  <a16:creationId xmlns:a16="http://schemas.microsoft.com/office/drawing/2014/main" id="{4A24162C-08CC-469F-A0C3-3ED218E48A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286508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3" name="直線接點 1032">
              <a:extLst>
                <a:ext uri="{FF2B5EF4-FFF2-40B4-BE49-F238E27FC236}">
                  <a16:creationId xmlns:a16="http://schemas.microsoft.com/office/drawing/2014/main" id="{90E339CD-1260-4697-87A2-F5EA749E53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1533" y="303989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4" name="直線接點 1033">
              <a:extLst>
                <a:ext uri="{FF2B5EF4-FFF2-40B4-BE49-F238E27FC236}">
                  <a16:creationId xmlns:a16="http://schemas.microsoft.com/office/drawing/2014/main" id="{A0123F53-DE25-4DE5-894A-7035DF9F9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277767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5" name="直線接點 1034">
              <a:extLst>
                <a:ext uri="{FF2B5EF4-FFF2-40B4-BE49-F238E27FC236}">
                  <a16:creationId xmlns:a16="http://schemas.microsoft.com/office/drawing/2014/main" id="{0CAA8CFE-330A-41F0-BAE1-655760D659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286508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6" name="直線接點 1035">
              <a:extLst>
                <a:ext uri="{FF2B5EF4-FFF2-40B4-BE49-F238E27FC236}">
                  <a16:creationId xmlns:a16="http://schemas.microsoft.com/office/drawing/2014/main" id="{49FD8C1B-C5E6-41A0-AC47-355A90AF1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295248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7" name="直線接點 1036">
              <a:extLst>
                <a:ext uri="{FF2B5EF4-FFF2-40B4-BE49-F238E27FC236}">
                  <a16:creationId xmlns:a16="http://schemas.microsoft.com/office/drawing/2014/main" id="{A33AF4B7-7D61-4CEE-9460-71FC3BF2E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228" y="3039897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8" name="直線接點 1037">
              <a:extLst>
                <a:ext uri="{FF2B5EF4-FFF2-40B4-BE49-F238E27FC236}">
                  <a16:creationId xmlns:a16="http://schemas.microsoft.com/office/drawing/2014/main" id="{86E45458-C2EE-45D7-976E-5F5421D4D170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286967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9" name="直線接點 1038">
              <a:extLst>
                <a:ext uri="{FF2B5EF4-FFF2-40B4-BE49-F238E27FC236}">
                  <a16:creationId xmlns:a16="http://schemas.microsoft.com/office/drawing/2014/main" id="{9DD98287-4826-4F49-859A-86A2FA939536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295708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0" name="直線接點 1039">
              <a:extLst>
                <a:ext uri="{FF2B5EF4-FFF2-40B4-BE49-F238E27FC236}">
                  <a16:creationId xmlns:a16="http://schemas.microsoft.com/office/drawing/2014/main" id="{393AB4BB-F687-4673-B469-4F8CB92090EC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304449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1" name="直線接點 1040">
              <a:extLst>
                <a:ext uri="{FF2B5EF4-FFF2-40B4-BE49-F238E27FC236}">
                  <a16:creationId xmlns:a16="http://schemas.microsoft.com/office/drawing/2014/main" id="{0B731805-9218-43DB-8D52-20DDBC57D595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313189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2" name="直線接點 1041">
              <a:extLst>
                <a:ext uri="{FF2B5EF4-FFF2-40B4-BE49-F238E27FC236}">
                  <a16:creationId xmlns:a16="http://schemas.microsoft.com/office/drawing/2014/main" id="{2604A79E-9F18-460C-B139-E166D9FF96E6}"/>
                </a:ext>
              </a:extLst>
            </p:cNvPr>
            <p:cNvCxnSpPr>
              <a:cxnSpLocks/>
            </p:cNvCxnSpPr>
            <p:nvPr/>
          </p:nvCxnSpPr>
          <p:spPr>
            <a:xfrm>
              <a:off x="8318464" y="27822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3" name="直線接點 1042">
              <a:extLst>
                <a:ext uri="{FF2B5EF4-FFF2-40B4-BE49-F238E27FC236}">
                  <a16:creationId xmlns:a16="http://schemas.microsoft.com/office/drawing/2014/main" id="{1CBB7F74-4563-405A-8A03-82AAC1AAB0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8464" y="269026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4" name="直線接點 1043">
              <a:extLst>
                <a:ext uri="{FF2B5EF4-FFF2-40B4-BE49-F238E27FC236}">
                  <a16:creationId xmlns:a16="http://schemas.microsoft.com/office/drawing/2014/main" id="{FBC17F64-C9C1-4889-ABF7-8AEB92196EEF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278226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5" name="直線接點 1044">
              <a:extLst>
                <a:ext uri="{FF2B5EF4-FFF2-40B4-BE49-F238E27FC236}">
                  <a16:creationId xmlns:a16="http://schemas.microsoft.com/office/drawing/2014/main" id="{36959FC9-CC06-4CF2-A0AB-900627641CE4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286967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6" name="直線接點 1045">
              <a:extLst>
                <a:ext uri="{FF2B5EF4-FFF2-40B4-BE49-F238E27FC236}">
                  <a16:creationId xmlns:a16="http://schemas.microsoft.com/office/drawing/2014/main" id="{E82BAB57-7052-42EC-8420-EF64EAFBA660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295708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7" name="直線接點 1046">
              <a:extLst>
                <a:ext uri="{FF2B5EF4-FFF2-40B4-BE49-F238E27FC236}">
                  <a16:creationId xmlns:a16="http://schemas.microsoft.com/office/drawing/2014/main" id="{8814ACC9-8681-4539-980E-99A4B3E291FF}"/>
                </a:ext>
              </a:extLst>
            </p:cNvPr>
            <p:cNvCxnSpPr>
              <a:cxnSpLocks/>
            </p:cNvCxnSpPr>
            <p:nvPr/>
          </p:nvCxnSpPr>
          <p:spPr>
            <a:xfrm>
              <a:off x="8624467" y="304449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48" name="直線接點 1047">
              <a:extLst>
                <a:ext uri="{FF2B5EF4-FFF2-40B4-BE49-F238E27FC236}">
                  <a16:creationId xmlns:a16="http://schemas.microsoft.com/office/drawing/2014/main" id="{16412FAE-C748-40D5-9857-F7D3E3BAE1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4467" y="268835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pic>
          <p:nvPicPr>
            <p:cNvPr id="1057" name="圖形 1056" descr="女性形象 以實心填滿">
              <a:extLst>
                <a:ext uri="{FF2B5EF4-FFF2-40B4-BE49-F238E27FC236}">
                  <a16:creationId xmlns:a16="http://schemas.microsoft.com/office/drawing/2014/main" id="{D68F84FE-89B0-45D3-91BB-C6FFEBF74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77920" y="2768943"/>
              <a:ext cx="325637" cy="325637"/>
            </a:xfrm>
            <a:prstGeom prst="rect">
              <a:avLst/>
            </a:prstGeom>
          </p:spPr>
        </p:pic>
        <p:grpSp>
          <p:nvGrpSpPr>
            <p:cNvPr id="1058" name="群組 1057">
              <a:extLst>
                <a:ext uri="{FF2B5EF4-FFF2-40B4-BE49-F238E27FC236}">
                  <a16:creationId xmlns:a16="http://schemas.microsoft.com/office/drawing/2014/main" id="{B5854F14-9872-4C00-B654-E805764EE0F3}"/>
                </a:ext>
              </a:extLst>
            </p:cNvPr>
            <p:cNvGrpSpPr/>
            <p:nvPr/>
          </p:nvGrpSpPr>
          <p:grpSpPr>
            <a:xfrm>
              <a:off x="2377921" y="3247507"/>
              <a:ext cx="6709539" cy="434832"/>
              <a:chOff x="2377921" y="1940424"/>
              <a:chExt cx="6709539" cy="434832"/>
            </a:xfrm>
          </p:grpSpPr>
          <p:sp>
            <p:nvSpPr>
              <p:cNvPr id="1059" name="箭號: 五邊形 1058">
                <a:extLst>
                  <a:ext uri="{FF2B5EF4-FFF2-40B4-BE49-F238E27FC236}">
                    <a16:creationId xmlns:a16="http://schemas.microsoft.com/office/drawing/2014/main" id="{3C067013-7BEA-408E-BB46-24BFC421668F}"/>
                  </a:ext>
                </a:extLst>
              </p:cNvPr>
              <p:cNvSpPr/>
              <p:nvPr/>
            </p:nvSpPr>
            <p:spPr>
              <a:xfrm>
                <a:off x="6114472" y="2124058"/>
                <a:ext cx="49534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0" name="箭號: 五邊形 1059">
                <a:extLst>
                  <a:ext uri="{FF2B5EF4-FFF2-40B4-BE49-F238E27FC236}">
                    <a16:creationId xmlns:a16="http://schemas.microsoft.com/office/drawing/2014/main" id="{090B86EC-8238-4B51-B4E0-25B190BE67B7}"/>
                  </a:ext>
                </a:extLst>
              </p:cNvPr>
              <p:cNvSpPr/>
              <p:nvPr/>
            </p:nvSpPr>
            <p:spPr>
              <a:xfrm>
                <a:off x="6644240" y="2124058"/>
                <a:ext cx="626798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1" name="箭號: 五邊形 1060">
                <a:extLst>
                  <a:ext uri="{FF2B5EF4-FFF2-40B4-BE49-F238E27FC236}">
                    <a16:creationId xmlns:a16="http://schemas.microsoft.com/office/drawing/2014/main" id="{845385DB-088C-4946-B786-DB1FD5D5402F}"/>
                  </a:ext>
                </a:extLst>
              </p:cNvPr>
              <p:cNvSpPr/>
              <p:nvPr/>
            </p:nvSpPr>
            <p:spPr>
              <a:xfrm>
                <a:off x="8187481" y="2124058"/>
                <a:ext cx="377838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2" name="箭號: 五邊形 1061">
                <a:extLst>
                  <a:ext uri="{FF2B5EF4-FFF2-40B4-BE49-F238E27FC236}">
                    <a16:creationId xmlns:a16="http://schemas.microsoft.com/office/drawing/2014/main" id="{DD0EFB1B-4194-4D28-8C4C-284A4B0A6C71}"/>
                  </a:ext>
                </a:extLst>
              </p:cNvPr>
              <p:cNvSpPr/>
              <p:nvPr/>
            </p:nvSpPr>
            <p:spPr>
              <a:xfrm>
                <a:off x="7770330" y="2124058"/>
                <a:ext cx="402930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3" name="箭號: 五邊形 1062">
                <a:extLst>
                  <a:ext uri="{FF2B5EF4-FFF2-40B4-BE49-F238E27FC236}">
                    <a16:creationId xmlns:a16="http://schemas.microsoft.com/office/drawing/2014/main" id="{7F667340-C703-476A-B0EC-3565476FED6E}"/>
                  </a:ext>
                </a:extLst>
              </p:cNvPr>
              <p:cNvSpPr/>
              <p:nvPr/>
            </p:nvSpPr>
            <p:spPr>
              <a:xfrm>
                <a:off x="7309298" y="2124058"/>
                <a:ext cx="40014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4" name="箭號: 五邊形 1063">
                <a:extLst>
                  <a:ext uri="{FF2B5EF4-FFF2-40B4-BE49-F238E27FC236}">
                    <a16:creationId xmlns:a16="http://schemas.microsoft.com/office/drawing/2014/main" id="{382D98E5-ED8F-4C9E-ACF7-0785C0D6F58A}"/>
                  </a:ext>
                </a:extLst>
              </p:cNvPr>
              <p:cNvSpPr/>
              <p:nvPr/>
            </p:nvSpPr>
            <p:spPr>
              <a:xfrm>
                <a:off x="8680516" y="2124058"/>
                <a:ext cx="32626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065" name="直線接點 1064">
                <a:extLst>
                  <a:ext uri="{FF2B5EF4-FFF2-40B4-BE49-F238E27FC236}">
                    <a16:creationId xmlns:a16="http://schemas.microsoft.com/office/drawing/2014/main" id="{BC3CB95D-3413-447F-9D9A-81A43FE915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14588" y="2120542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6" name="直線接點 1065">
                <a:extLst>
                  <a:ext uri="{FF2B5EF4-FFF2-40B4-BE49-F238E27FC236}">
                    <a16:creationId xmlns:a16="http://schemas.microsoft.com/office/drawing/2014/main" id="{30762904-3B38-44CC-AC9B-A5CF7EBB4C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3735" y="2120542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7" name="箭號: 五邊形 1066">
                <a:extLst>
                  <a:ext uri="{FF2B5EF4-FFF2-40B4-BE49-F238E27FC236}">
                    <a16:creationId xmlns:a16="http://schemas.microsoft.com/office/drawing/2014/main" id="{1C4BC553-0C37-487C-8B98-AF02E35EBEF4}"/>
                  </a:ext>
                </a:extLst>
              </p:cNvPr>
              <p:cNvSpPr/>
              <p:nvPr/>
            </p:nvSpPr>
            <p:spPr>
              <a:xfrm>
                <a:off x="3169604" y="2124058"/>
                <a:ext cx="49534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8" name="箭號: 五邊形 1067">
                <a:extLst>
                  <a:ext uri="{FF2B5EF4-FFF2-40B4-BE49-F238E27FC236}">
                    <a16:creationId xmlns:a16="http://schemas.microsoft.com/office/drawing/2014/main" id="{7ED44E6C-5474-49D9-9AFA-2CF3E655B47D}"/>
                  </a:ext>
                </a:extLst>
              </p:cNvPr>
              <p:cNvSpPr/>
              <p:nvPr/>
            </p:nvSpPr>
            <p:spPr>
              <a:xfrm>
                <a:off x="3699372" y="2124058"/>
                <a:ext cx="49534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69" name="箭號: 五邊形 1068">
                <a:extLst>
                  <a:ext uri="{FF2B5EF4-FFF2-40B4-BE49-F238E27FC236}">
                    <a16:creationId xmlns:a16="http://schemas.microsoft.com/office/drawing/2014/main" id="{054D4FDB-541C-4391-BD92-DFABDA6BEBFB}"/>
                  </a:ext>
                </a:extLst>
              </p:cNvPr>
              <p:cNvSpPr/>
              <p:nvPr/>
            </p:nvSpPr>
            <p:spPr>
              <a:xfrm>
                <a:off x="5242613" y="2124058"/>
                <a:ext cx="377838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0" name="箭號: 五邊形 1069">
                <a:extLst>
                  <a:ext uri="{FF2B5EF4-FFF2-40B4-BE49-F238E27FC236}">
                    <a16:creationId xmlns:a16="http://schemas.microsoft.com/office/drawing/2014/main" id="{99EDE970-034D-4FF4-B9C5-85E789829043}"/>
                  </a:ext>
                </a:extLst>
              </p:cNvPr>
              <p:cNvSpPr/>
              <p:nvPr/>
            </p:nvSpPr>
            <p:spPr>
              <a:xfrm>
                <a:off x="4828866" y="2124058"/>
                <a:ext cx="399525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1" name="箭號: 五邊形 1070">
                <a:extLst>
                  <a:ext uri="{FF2B5EF4-FFF2-40B4-BE49-F238E27FC236}">
                    <a16:creationId xmlns:a16="http://schemas.microsoft.com/office/drawing/2014/main" id="{D8C8D060-FFD5-43DA-A38F-47968601ECEE}"/>
                  </a:ext>
                </a:extLst>
              </p:cNvPr>
              <p:cNvSpPr/>
              <p:nvPr/>
            </p:nvSpPr>
            <p:spPr>
              <a:xfrm>
                <a:off x="4373853" y="2124058"/>
                <a:ext cx="43345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2" name="箭號: 五邊形 1071">
                <a:extLst>
                  <a:ext uri="{FF2B5EF4-FFF2-40B4-BE49-F238E27FC236}">
                    <a16:creationId xmlns:a16="http://schemas.microsoft.com/office/drawing/2014/main" id="{0A0D54E5-52D2-4F1D-A67A-E8457F22D5BA}"/>
                  </a:ext>
                </a:extLst>
              </p:cNvPr>
              <p:cNvSpPr/>
              <p:nvPr/>
            </p:nvSpPr>
            <p:spPr>
              <a:xfrm>
                <a:off x="5666213" y="2124058"/>
                <a:ext cx="395702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073" name="直線接點 1072">
                <a:extLst>
                  <a:ext uri="{FF2B5EF4-FFF2-40B4-BE49-F238E27FC236}">
                    <a16:creationId xmlns:a16="http://schemas.microsoft.com/office/drawing/2014/main" id="{521C05C3-CBCE-401C-9B05-193F1AB06F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9721" y="2120542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4" name="直線接點 1073">
                <a:extLst>
                  <a:ext uri="{FF2B5EF4-FFF2-40B4-BE49-F238E27FC236}">
                    <a16:creationId xmlns:a16="http://schemas.microsoft.com/office/drawing/2014/main" id="{3B549F2B-95F4-42B7-B765-4FC63C96B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8972" y="2120542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5" name="箭號: 五邊形 1074">
                <a:extLst>
                  <a:ext uri="{FF2B5EF4-FFF2-40B4-BE49-F238E27FC236}">
                    <a16:creationId xmlns:a16="http://schemas.microsoft.com/office/drawing/2014/main" id="{F897BCC0-C56C-4994-9D82-27940EE65C1D}"/>
                  </a:ext>
                </a:extLst>
              </p:cNvPr>
              <p:cNvSpPr/>
              <p:nvPr/>
            </p:nvSpPr>
            <p:spPr>
              <a:xfrm>
                <a:off x="6232786" y="2043315"/>
                <a:ext cx="64956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6" name="箭號: 五邊形 1075">
                <a:extLst>
                  <a:ext uri="{FF2B5EF4-FFF2-40B4-BE49-F238E27FC236}">
                    <a16:creationId xmlns:a16="http://schemas.microsoft.com/office/drawing/2014/main" id="{87A1DD62-60D7-4BB0-B14D-8A849672C9E0}"/>
                  </a:ext>
                </a:extLst>
              </p:cNvPr>
              <p:cNvSpPr/>
              <p:nvPr/>
            </p:nvSpPr>
            <p:spPr>
              <a:xfrm>
                <a:off x="5878793" y="2043315"/>
                <a:ext cx="32442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7" name="箭號: 五邊形 1076">
                <a:extLst>
                  <a:ext uri="{FF2B5EF4-FFF2-40B4-BE49-F238E27FC236}">
                    <a16:creationId xmlns:a16="http://schemas.microsoft.com/office/drawing/2014/main" id="{4B1995C2-78E9-44E0-9FDF-17B01084E030}"/>
                  </a:ext>
                </a:extLst>
              </p:cNvPr>
              <p:cNvSpPr/>
              <p:nvPr/>
            </p:nvSpPr>
            <p:spPr>
              <a:xfrm>
                <a:off x="6911921" y="2043315"/>
                <a:ext cx="39956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8" name="箭號: 五邊形 1077">
                <a:extLst>
                  <a:ext uri="{FF2B5EF4-FFF2-40B4-BE49-F238E27FC236}">
                    <a16:creationId xmlns:a16="http://schemas.microsoft.com/office/drawing/2014/main" id="{4C76ED32-F226-4E3C-B9D2-64967AD59F03}"/>
                  </a:ext>
                </a:extLst>
              </p:cNvPr>
              <p:cNvSpPr/>
              <p:nvPr/>
            </p:nvSpPr>
            <p:spPr>
              <a:xfrm>
                <a:off x="8412252" y="2043315"/>
                <a:ext cx="348706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79" name="箭號: 五邊形 1078">
                <a:extLst>
                  <a:ext uri="{FF2B5EF4-FFF2-40B4-BE49-F238E27FC236}">
                    <a16:creationId xmlns:a16="http://schemas.microsoft.com/office/drawing/2014/main" id="{C21A592E-97D2-4016-9CE1-99AC235296A2}"/>
                  </a:ext>
                </a:extLst>
              </p:cNvPr>
              <p:cNvSpPr/>
              <p:nvPr/>
            </p:nvSpPr>
            <p:spPr>
              <a:xfrm>
                <a:off x="8030428" y="2043315"/>
                <a:ext cx="348706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0" name="箭號: 五邊形 1079">
                <a:extLst>
                  <a:ext uri="{FF2B5EF4-FFF2-40B4-BE49-F238E27FC236}">
                    <a16:creationId xmlns:a16="http://schemas.microsoft.com/office/drawing/2014/main" id="{FCE27D8C-104C-42ED-841D-39C235630D46}"/>
                  </a:ext>
                </a:extLst>
              </p:cNvPr>
              <p:cNvSpPr/>
              <p:nvPr/>
            </p:nvSpPr>
            <p:spPr>
              <a:xfrm>
                <a:off x="7349530" y="2043315"/>
                <a:ext cx="480546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1" name="箭號: 五邊形 1080">
                <a:extLst>
                  <a:ext uri="{FF2B5EF4-FFF2-40B4-BE49-F238E27FC236}">
                    <a16:creationId xmlns:a16="http://schemas.microsoft.com/office/drawing/2014/main" id="{1B24C206-8E5E-4831-AA58-0A9DC5763FCD}"/>
                  </a:ext>
                </a:extLst>
              </p:cNvPr>
              <p:cNvSpPr/>
              <p:nvPr/>
            </p:nvSpPr>
            <p:spPr>
              <a:xfrm>
                <a:off x="8789767" y="2043315"/>
                <a:ext cx="260395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082" name="直線接點 1081">
                <a:extLst>
                  <a:ext uri="{FF2B5EF4-FFF2-40B4-BE49-F238E27FC236}">
                    <a16:creationId xmlns:a16="http://schemas.microsoft.com/office/drawing/2014/main" id="{64043A6E-F7AB-47D3-AB1B-625275C328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7140" y="2039800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3" name="手繪多邊形: 圖案 1082">
                <a:extLst>
                  <a:ext uri="{FF2B5EF4-FFF2-40B4-BE49-F238E27FC236}">
                    <a16:creationId xmlns:a16="http://schemas.microsoft.com/office/drawing/2014/main" id="{4B3575AB-A05D-43DB-920D-1FD04B798BE8}"/>
                  </a:ext>
                </a:extLst>
              </p:cNvPr>
              <p:cNvSpPr/>
              <p:nvPr/>
            </p:nvSpPr>
            <p:spPr>
              <a:xfrm>
                <a:off x="6176763" y="2036467"/>
                <a:ext cx="32276" cy="76982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4" name="箭號: 五邊形 1083">
                <a:extLst>
                  <a:ext uri="{FF2B5EF4-FFF2-40B4-BE49-F238E27FC236}">
                    <a16:creationId xmlns:a16="http://schemas.microsoft.com/office/drawing/2014/main" id="{9CAA199B-5CC1-4D0F-A0F9-796FAF1F62AD}"/>
                  </a:ext>
                </a:extLst>
              </p:cNvPr>
              <p:cNvSpPr/>
              <p:nvPr/>
            </p:nvSpPr>
            <p:spPr>
              <a:xfrm>
                <a:off x="3453280" y="2043315"/>
                <a:ext cx="48420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5" name="箭號: 五邊形 1084">
                <a:extLst>
                  <a:ext uri="{FF2B5EF4-FFF2-40B4-BE49-F238E27FC236}">
                    <a16:creationId xmlns:a16="http://schemas.microsoft.com/office/drawing/2014/main" id="{7E1D9828-225F-44DD-BD47-4A4766E2FAD5}"/>
                  </a:ext>
                </a:extLst>
              </p:cNvPr>
              <p:cNvSpPr/>
              <p:nvPr/>
            </p:nvSpPr>
            <p:spPr>
              <a:xfrm>
                <a:off x="2985832" y="2043315"/>
                <a:ext cx="27251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6" name="箭號: 五邊形 1085">
                <a:extLst>
                  <a:ext uri="{FF2B5EF4-FFF2-40B4-BE49-F238E27FC236}">
                    <a16:creationId xmlns:a16="http://schemas.microsoft.com/office/drawing/2014/main" id="{9D83CA03-AE48-4C56-8E52-AC536D730C3A}"/>
                  </a:ext>
                </a:extLst>
              </p:cNvPr>
              <p:cNvSpPr/>
              <p:nvPr/>
            </p:nvSpPr>
            <p:spPr>
              <a:xfrm>
                <a:off x="3967053" y="2043315"/>
                <a:ext cx="39956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7" name="箭號: 五邊形 1086">
                <a:extLst>
                  <a:ext uri="{FF2B5EF4-FFF2-40B4-BE49-F238E27FC236}">
                    <a16:creationId xmlns:a16="http://schemas.microsoft.com/office/drawing/2014/main" id="{45081EE5-8F39-4F4F-80D6-ADA7025D9AE6}"/>
                  </a:ext>
                </a:extLst>
              </p:cNvPr>
              <p:cNvSpPr/>
              <p:nvPr/>
            </p:nvSpPr>
            <p:spPr>
              <a:xfrm>
                <a:off x="5467384" y="2043315"/>
                <a:ext cx="348706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8" name="箭號: 五邊形 1087">
                <a:extLst>
                  <a:ext uri="{FF2B5EF4-FFF2-40B4-BE49-F238E27FC236}">
                    <a16:creationId xmlns:a16="http://schemas.microsoft.com/office/drawing/2014/main" id="{305C1F68-60CA-44CF-97D7-93D5151BE52B}"/>
                  </a:ext>
                </a:extLst>
              </p:cNvPr>
              <p:cNvSpPr/>
              <p:nvPr/>
            </p:nvSpPr>
            <p:spPr>
              <a:xfrm>
                <a:off x="4985177" y="2043315"/>
                <a:ext cx="377837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89" name="箭號: 五邊形 1088">
                <a:extLst>
                  <a:ext uri="{FF2B5EF4-FFF2-40B4-BE49-F238E27FC236}">
                    <a16:creationId xmlns:a16="http://schemas.microsoft.com/office/drawing/2014/main" id="{5DE12E7E-9D7D-44DA-BF2E-E195063409E8}"/>
                  </a:ext>
                </a:extLst>
              </p:cNvPr>
              <p:cNvSpPr/>
              <p:nvPr/>
            </p:nvSpPr>
            <p:spPr>
              <a:xfrm>
                <a:off x="4404662" y="2043315"/>
                <a:ext cx="480546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090" name="直線接點 1089">
                <a:extLst>
                  <a:ext uri="{FF2B5EF4-FFF2-40B4-BE49-F238E27FC236}">
                    <a16:creationId xmlns:a16="http://schemas.microsoft.com/office/drawing/2014/main" id="{D900A516-F101-4CAE-ABF9-1432AEC138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02272" y="2039800"/>
                <a:ext cx="729" cy="70317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1" name="手繪多邊形: 圖案 1090">
                <a:extLst>
                  <a:ext uri="{FF2B5EF4-FFF2-40B4-BE49-F238E27FC236}">
                    <a16:creationId xmlns:a16="http://schemas.microsoft.com/office/drawing/2014/main" id="{2D91E40D-51F6-4288-BFAE-35BCE7616443}"/>
                  </a:ext>
                </a:extLst>
              </p:cNvPr>
              <p:cNvSpPr/>
              <p:nvPr/>
            </p:nvSpPr>
            <p:spPr>
              <a:xfrm>
                <a:off x="3231885" y="2036467"/>
                <a:ext cx="32276" cy="76982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2" name="箭號: 五邊形 1091">
                <a:extLst>
                  <a:ext uri="{FF2B5EF4-FFF2-40B4-BE49-F238E27FC236}">
                    <a16:creationId xmlns:a16="http://schemas.microsoft.com/office/drawing/2014/main" id="{B332A188-7CB8-4FF7-BE7F-A31FC192AA94}"/>
                  </a:ext>
                </a:extLst>
              </p:cNvPr>
              <p:cNvSpPr/>
              <p:nvPr/>
            </p:nvSpPr>
            <p:spPr>
              <a:xfrm>
                <a:off x="6046438" y="1955906"/>
                <a:ext cx="443445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3" name="箭號: 五邊形 1092">
                <a:extLst>
                  <a:ext uri="{FF2B5EF4-FFF2-40B4-BE49-F238E27FC236}">
                    <a16:creationId xmlns:a16="http://schemas.microsoft.com/office/drawing/2014/main" id="{8258BD4A-6C2F-4AC3-93EF-CC3FC84E0592}"/>
                  </a:ext>
                </a:extLst>
              </p:cNvPr>
              <p:cNvSpPr/>
              <p:nvPr/>
            </p:nvSpPr>
            <p:spPr>
              <a:xfrm>
                <a:off x="7043779" y="1955906"/>
                <a:ext cx="39956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4" name="箭號: 五邊形 1093">
                <a:extLst>
                  <a:ext uri="{FF2B5EF4-FFF2-40B4-BE49-F238E27FC236}">
                    <a16:creationId xmlns:a16="http://schemas.microsoft.com/office/drawing/2014/main" id="{AD8B777B-5A93-45FA-BE74-771AE4BA6102}"/>
                  </a:ext>
                </a:extLst>
              </p:cNvPr>
              <p:cNvSpPr/>
              <p:nvPr/>
            </p:nvSpPr>
            <p:spPr>
              <a:xfrm>
                <a:off x="6502859" y="1955906"/>
                <a:ext cx="509765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5" name="箭號: 五邊形 1094">
                <a:extLst>
                  <a:ext uri="{FF2B5EF4-FFF2-40B4-BE49-F238E27FC236}">
                    <a16:creationId xmlns:a16="http://schemas.microsoft.com/office/drawing/2014/main" id="{DC36BC94-392D-4183-A165-58A9B2F5CBD6}"/>
                  </a:ext>
                </a:extLst>
              </p:cNvPr>
              <p:cNvSpPr/>
              <p:nvPr/>
            </p:nvSpPr>
            <p:spPr>
              <a:xfrm>
                <a:off x="8121873" y="1955906"/>
                <a:ext cx="443445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6" name="箭號: 五邊形 1095">
                <a:extLst>
                  <a:ext uri="{FF2B5EF4-FFF2-40B4-BE49-F238E27FC236}">
                    <a16:creationId xmlns:a16="http://schemas.microsoft.com/office/drawing/2014/main" id="{D36B29F4-512A-4FC0-B88A-46B926BF6F13}"/>
                  </a:ext>
                </a:extLst>
              </p:cNvPr>
              <p:cNvSpPr/>
              <p:nvPr/>
            </p:nvSpPr>
            <p:spPr>
              <a:xfrm>
                <a:off x="7732681" y="1955906"/>
                <a:ext cx="369528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7" name="箭號: 五邊形 1096">
                <a:extLst>
                  <a:ext uri="{FF2B5EF4-FFF2-40B4-BE49-F238E27FC236}">
                    <a16:creationId xmlns:a16="http://schemas.microsoft.com/office/drawing/2014/main" id="{224F9E3D-BF3F-4F9D-A378-E46418941026}"/>
                  </a:ext>
                </a:extLst>
              </p:cNvPr>
              <p:cNvSpPr/>
              <p:nvPr/>
            </p:nvSpPr>
            <p:spPr>
              <a:xfrm>
                <a:off x="7483579" y="1955906"/>
                <a:ext cx="22169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8" name="箭號: 五邊形 1097">
                <a:extLst>
                  <a:ext uri="{FF2B5EF4-FFF2-40B4-BE49-F238E27FC236}">
                    <a16:creationId xmlns:a16="http://schemas.microsoft.com/office/drawing/2014/main" id="{7D304F47-5CBE-4D46-9C96-BC0BA0E48D6B}"/>
                  </a:ext>
                </a:extLst>
              </p:cNvPr>
              <p:cNvSpPr/>
              <p:nvPr/>
            </p:nvSpPr>
            <p:spPr>
              <a:xfrm>
                <a:off x="8584981" y="1955906"/>
                <a:ext cx="395702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099" name="手繪多邊形: 圖案 1098">
                <a:extLst>
                  <a:ext uri="{FF2B5EF4-FFF2-40B4-BE49-F238E27FC236}">
                    <a16:creationId xmlns:a16="http://schemas.microsoft.com/office/drawing/2014/main" id="{3D903999-CDE2-4E4B-BA43-4875F3FE28B8}"/>
                  </a:ext>
                </a:extLst>
              </p:cNvPr>
              <p:cNvSpPr/>
              <p:nvPr/>
            </p:nvSpPr>
            <p:spPr>
              <a:xfrm>
                <a:off x="7677169" y="1949058"/>
                <a:ext cx="32276" cy="76982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0" name="箭號: 五邊形 1099">
                <a:extLst>
                  <a:ext uri="{FF2B5EF4-FFF2-40B4-BE49-F238E27FC236}">
                    <a16:creationId xmlns:a16="http://schemas.microsoft.com/office/drawing/2014/main" id="{C3034E2A-5EFF-49B5-9082-FA762F954456}"/>
                  </a:ext>
                </a:extLst>
              </p:cNvPr>
              <p:cNvSpPr/>
              <p:nvPr/>
            </p:nvSpPr>
            <p:spPr>
              <a:xfrm>
                <a:off x="3198660" y="1955906"/>
                <a:ext cx="34635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1" name="箭號: 五邊形 1100">
                <a:extLst>
                  <a:ext uri="{FF2B5EF4-FFF2-40B4-BE49-F238E27FC236}">
                    <a16:creationId xmlns:a16="http://schemas.microsoft.com/office/drawing/2014/main" id="{9BE2A691-712B-4837-B8CA-A60B626944A8}"/>
                  </a:ext>
                </a:extLst>
              </p:cNvPr>
              <p:cNvSpPr/>
              <p:nvPr/>
            </p:nvSpPr>
            <p:spPr>
              <a:xfrm>
                <a:off x="4099635" y="1955906"/>
                <a:ext cx="345101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2" name="箭號: 五邊形 1101">
                <a:extLst>
                  <a:ext uri="{FF2B5EF4-FFF2-40B4-BE49-F238E27FC236}">
                    <a16:creationId xmlns:a16="http://schemas.microsoft.com/office/drawing/2014/main" id="{AC7BBBD1-FD8E-4180-88C6-ACE20C65CE82}"/>
                  </a:ext>
                </a:extLst>
              </p:cNvPr>
              <p:cNvSpPr/>
              <p:nvPr/>
            </p:nvSpPr>
            <p:spPr>
              <a:xfrm>
                <a:off x="3557992" y="1955906"/>
                <a:ext cx="447669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3" name="箭號: 五邊形 1102">
                <a:extLst>
                  <a:ext uri="{FF2B5EF4-FFF2-40B4-BE49-F238E27FC236}">
                    <a16:creationId xmlns:a16="http://schemas.microsoft.com/office/drawing/2014/main" id="{283AB165-6052-45FC-A97F-83358E5D957B}"/>
                  </a:ext>
                </a:extLst>
              </p:cNvPr>
              <p:cNvSpPr/>
              <p:nvPr/>
            </p:nvSpPr>
            <p:spPr>
              <a:xfrm>
                <a:off x="5340628" y="1955906"/>
                <a:ext cx="279822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4" name="箭號: 五邊形 1103">
                <a:extLst>
                  <a:ext uri="{FF2B5EF4-FFF2-40B4-BE49-F238E27FC236}">
                    <a16:creationId xmlns:a16="http://schemas.microsoft.com/office/drawing/2014/main" id="{E37F157A-2A02-4F6F-B558-C536CB6326A1}"/>
                  </a:ext>
                </a:extLst>
              </p:cNvPr>
              <p:cNvSpPr/>
              <p:nvPr/>
            </p:nvSpPr>
            <p:spPr>
              <a:xfrm>
                <a:off x="4787814" y="1955906"/>
                <a:ext cx="521659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5" name="箭號: 五邊形 1104">
                <a:extLst>
                  <a:ext uri="{FF2B5EF4-FFF2-40B4-BE49-F238E27FC236}">
                    <a16:creationId xmlns:a16="http://schemas.microsoft.com/office/drawing/2014/main" id="{65801937-9657-4B64-9BB2-A4B72491E3F2}"/>
                  </a:ext>
                </a:extLst>
              </p:cNvPr>
              <p:cNvSpPr/>
              <p:nvPr/>
            </p:nvSpPr>
            <p:spPr>
              <a:xfrm>
                <a:off x="4538712" y="1955906"/>
                <a:ext cx="221694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6" name="箭號: 五邊形 1105">
                <a:extLst>
                  <a:ext uri="{FF2B5EF4-FFF2-40B4-BE49-F238E27FC236}">
                    <a16:creationId xmlns:a16="http://schemas.microsoft.com/office/drawing/2014/main" id="{1E19A26D-223C-4A53-BD25-1B990078D3E8}"/>
                  </a:ext>
                </a:extLst>
              </p:cNvPr>
              <p:cNvSpPr/>
              <p:nvPr/>
            </p:nvSpPr>
            <p:spPr>
              <a:xfrm>
                <a:off x="5640114" y="1955906"/>
                <a:ext cx="395702" cy="63285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7" name="手繪多邊形: 圖案 1106">
                <a:extLst>
                  <a:ext uri="{FF2B5EF4-FFF2-40B4-BE49-F238E27FC236}">
                    <a16:creationId xmlns:a16="http://schemas.microsoft.com/office/drawing/2014/main" id="{A165CC30-2CF3-4C8C-B421-4E6C4CE33103}"/>
                  </a:ext>
                </a:extLst>
              </p:cNvPr>
              <p:cNvSpPr/>
              <p:nvPr/>
            </p:nvSpPr>
            <p:spPr>
              <a:xfrm>
                <a:off x="4732281" y="1949058"/>
                <a:ext cx="32276" cy="76982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8" name="箭號: 五邊形 1107">
                <a:extLst>
                  <a:ext uri="{FF2B5EF4-FFF2-40B4-BE49-F238E27FC236}">
                    <a16:creationId xmlns:a16="http://schemas.microsoft.com/office/drawing/2014/main" id="{F2146492-55BA-45DA-933B-68AFAC94A90A}"/>
                  </a:ext>
                </a:extLst>
              </p:cNvPr>
              <p:cNvSpPr/>
              <p:nvPr/>
            </p:nvSpPr>
            <p:spPr>
              <a:xfrm>
                <a:off x="7309298" y="2298870"/>
                <a:ext cx="415333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09" name="箭號: 五邊形 1108">
                <a:extLst>
                  <a:ext uri="{FF2B5EF4-FFF2-40B4-BE49-F238E27FC236}">
                    <a16:creationId xmlns:a16="http://schemas.microsoft.com/office/drawing/2014/main" id="{CB4D1981-1187-4FDA-B831-D7991017529D}"/>
                  </a:ext>
                </a:extLst>
              </p:cNvPr>
              <p:cNvSpPr/>
              <p:nvPr/>
            </p:nvSpPr>
            <p:spPr>
              <a:xfrm>
                <a:off x="6623951" y="2298870"/>
                <a:ext cx="597972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0" name="箭號: 五邊形 1109">
                <a:extLst>
                  <a:ext uri="{FF2B5EF4-FFF2-40B4-BE49-F238E27FC236}">
                    <a16:creationId xmlns:a16="http://schemas.microsoft.com/office/drawing/2014/main" id="{063C7EA2-34CB-4292-8439-7534271BEA97}"/>
                  </a:ext>
                </a:extLst>
              </p:cNvPr>
              <p:cNvSpPr/>
              <p:nvPr/>
            </p:nvSpPr>
            <p:spPr>
              <a:xfrm>
                <a:off x="6196111" y="2298870"/>
                <a:ext cx="359617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1" name="箭號: 五邊形 1110">
                <a:extLst>
                  <a:ext uri="{FF2B5EF4-FFF2-40B4-BE49-F238E27FC236}">
                    <a16:creationId xmlns:a16="http://schemas.microsoft.com/office/drawing/2014/main" id="{5E2E36E1-BA1C-47E5-940D-985B99BE99AB}"/>
                  </a:ext>
                </a:extLst>
              </p:cNvPr>
              <p:cNvSpPr/>
              <p:nvPr/>
            </p:nvSpPr>
            <p:spPr>
              <a:xfrm>
                <a:off x="7752907" y="2298870"/>
                <a:ext cx="39956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2" name="箭號: 五邊形 1111">
                <a:extLst>
                  <a:ext uri="{FF2B5EF4-FFF2-40B4-BE49-F238E27FC236}">
                    <a16:creationId xmlns:a16="http://schemas.microsoft.com/office/drawing/2014/main" id="{7F4C3447-DC53-4E97-AC5E-C195C07BE088}"/>
                  </a:ext>
                </a:extLst>
              </p:cNvPr>
              <p:cNvSpPr/>
              <p:nvPr/>
            </p:nvSpPr>
            <p:spPr>
              <a:xfrm>
                <a:off x="8196966" y="2298870"/>
                <a:ext cx="460879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3" name="箭號: 五邊形 1112">
                <a:extLst>
                  <a:ext uri="{FF2B5EF4-FFF2-40B4-BE49-F238E27FC236}">
                    <a16:creationId xmlns:a16="http://schemas.microsoft.com/office/drawing/2014/main" id="{F1ED838E-ED2B-4E46-94D6-0A2FF4DAA013}"/>
                  </a:ext>
                </a:extLst>
              </p:cNvPr>
              <p:cNvSpPr/>
              <p:nvPr/>
            </p:nvSpPr>
            <p:spPr>
              <a:xfrm>
                <a:off x="8682827" y="2298870"/>
                <a:ext cx="395702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4" name="手繪多邊形: 圖案 1113">
                <a:extLst>
                  <a:ext uri="{FF2B5EF4-FFF2-40B4-BE49-F238E27FC236}">
                    <a16:creationId xmlns:a16="http://schemas.microsoft.com/office/drawing/2014/main" id="{C491F3A4-A9FD-42FF-B5EA-B9D07D697004}"/>
                  </a:ext>
                </a:extLst>
              </p:cNvPr>
              <p:cNvSpPr/>
              <p:nvPr/>
            </p:nvSpPr>
            <p:spPr>
              <a:xfrm>
                <a:off x="7693307" y="2292022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5" name="箭號: 五邊形 1114">
                <a:extLst>
                  <a:ext uri="{FF2B5EF4-FFF2-40B4-BE49-F238E27FC236}">
                    <a16:creationId xmlns:a16="http://schemas.microsoft.com/office/drawing/2014/main" id="{56D17D7C-793A-4551-9304-80B5707895E0}"/>
                  </a:ext>
                </a:extLst>
              </p:cNvPr>
              <p:cNvSpPr/>
              <p:nvPr/>
            </p:nvSpPr>
            <p:spPr>
              <a:xfrm>
                <a:off x="4364429" y="2298870"/>
                <a:ext cx="415333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6" name="箭號: 五邊形 1115">
                <a:extLst>
                  <a:ext uri="{FF2B5EF4-FFF2-40B4-BE49-F238E27FC236}">
                    <a16:creationId xmlns:a16="http://schemas.microsoft.com/office/drawing/2014/main" id="{D2BB7AE3-7B63-4088-945A-41E393472CD3}"/>
                  </a:ext>
                </a:extLst>
              </p:cNvPr>
              <p:cNvSpPr/>
              <p:nvPr/>
            </p:nvSpPr>
            <p:spPr>
              <a:xfrm>
                <a:off x="3679083" y="2298870"/>
                <a:ext cx="622897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7" name="箭號: 五邊形 1116">
                <a:extLst>
                  <a:ext uri="{FF2B5EF4-FFF2-40B4-BE49-F238E27FC236}">
                    <a16:creationId xmlns:a16="http://schemas.microsoft.com/office/drawing/2014/main" id="{4EDA0897-2988-4D6D-87C4-0983816D9AC7}"/>
                  </a:ext>
                </a:extLst>
              </p:cNvPr>
              <p:cNvSpPr/>
              <p:nvPr/>
            </p:nvSpPr>
            <p:spPr>
              <a:xfrm>
                <a:off x="3149980" y="2298870"/>
                <a:ext cx="460879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8" name="箭號: 五邊形 1117">
                <a:extLst>
                  <a:ext uri="{FF2B5EF4-FFF2-40B4-BE49-F238E27FC236}">
                    <a16:creationId xmlns:a16="http://schemas.microsoft.com/office/drawing/2014/main" id="{CEFB6141-8E3D-4122-9CEE-B6753C112E07}"/>
                  </a:ext>
                </a:extLst>
              </p:cNvPr>
              <p:cNvSpPr/>
              <p:nvPr/>
            </p:nvSpPr>
            <p:spPr>
              <a:xfrm>
                <a:off x="4808039" y="2298870"/>
                <a:ext cx="323550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19" name="箭號: 五邊形 1118">
                <a:extLst>
                  <a:ext uri="{FF2B5EF4-FFF2-40B4-BE49-F238E27FC236}">
                    <a16:creationId xmlns:a16="http://schemas.microsoft.com/office/drawing/2014/main" id="{D7FDA3ED-F1BA-4205-BB3C-5043961D7E0E}"/>
                  </a:ext>
                </a:extLst>
              </p:cNvPr>
              <p:cNvSpPr/>
              <p:nvPr/>
            </p:nvSpPr>
            <p:spPr>
              <a:xfrm>
                <a:off x="5252098" y="2298870"/>
                <a:ext cx="460879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0" name="箭號: 五邊形 1119">
                <a:extLst>
                  <a:ext uri="{FF2B5EF4-FFF2-40B4-BE49-F238E27FC236}">
                    <a16:creationId xmlns:a16="http://schemas.microsoft.com/office/drawing/2014/main" id="{21A1A54E-CD2B-4AD4-9EBF-FADBCDB29EB4}"/>
                  </a:ext>
                </a:extLst>
              </p:cNvPr>
              <p:cNvSpPr/>
              <p:nvPr/>
            </p:nvSpPr>
            <p:spPr>
              <a:xfrm>
                <a:off x="5737957" y="2298870"/>
                <a:ext cx="395702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1" name="手繪多邊形: 圖案 1120">
                <a:extLst>
                  <a:ext uri="{FF2B5EF4-FFF2-40B4-BE49-F238E27FC236}">
                    <a16:creationId xmlns:a16="http://schemas.microsoft.com/office/drawing/2014/main" id="{7BBF0696-861C-492C-A231-C2C902B412E2}"/>
                  </a:ext>
                </a:extLst>
              </p:cNvPr>
              <p:cNvSpPr/>
              <p:nvPr/>
            </p:nvSpPr>
            <p:spPr>
              <a:xfrm>
                <a:off x="4748417" y="2292022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2" name="箭號: 五邊形 1121">
                <a:extLst>
                  <a:ext uri="{FF2B5EF4-FFF2-40B4-BE49-F238E27FC236}">
                    <a16:creationId xmlns:a16="http://schemas.microsoft.com/office/drawing/2014/main" id="{A4BFA173-2DAB-4F57-8962-B377BD6951E0}"/>
                  </a:ext>
                </a:extLst>
              </p:cNvPr>
              <p:cNvSpPr/>
              <p:nvPr/>
            </p:nvSpPr>
            <p:spPr>
              <a:xfrm>
                <a:off x="7658544" y="2211465"/>
                <a:ext cx="28108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3" name="箭號: 五邊形 1122">
                <a:extLst>
                  <a:ext uri="{FF2B5EF4-FFF2-40B4-BE49-F238E27FC236}">
                    <a16:creationId xmlns:a16="http://schemas.microsoft.com/office/drawing/2014/main" id="{562C1B40-9992-4DFB-A530-DF3C972CE720}"/>
                  </a:ext>
                </a:extLst>
              </p:cNvPr>
              <p:cNvSpPr/>
              <p:nvPr/>
            </p:nvSpPr>
            <p:spPr>
              <a:xfrm>
                <a:off x="6882353" y="2211465"/>
                <a:ext cx="26915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4" name="箭號: 五邊形 1123">
                <a:extLst>
                  <a:ext uri="{FF2B5EF4-FFF2-40B4-BE49-F238E27FC236}">
                    <a16:creationId xmlns:a16="http://schemas.microsoft.com/office/drawing/2014/main" id="{B42F4B6C-7E2D-4531-B81C-BDC953CDFB72}"/>
                  </a:ext>
                </a:extLst>
              </p:cNvPr>
              <p:cNvSpPr/>
              <p:nvPr/>
            </p:nvSpPr>
            <p:spPr>
              <a:xfrm>
                <a:off x="6495947" y="2211465"/>
                <a:ext cx="356836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5" name="箭號: 五邊形 1124">
                <a:extLst>
                  <a:ext uri="{FF2B5EF4-FFF2-40B4-BE49-F238E27FC236}">
                    <a16:creationId xmlns:a16="http://schemas.microsoft.com/office/drawing/2014/main" id="{F288648A-45B5-47E7-9902-49BDAD3D5B50}"/>
                  </a:ext>
                </a:extLst>
              </p:cNvPr>
              <p:cNvSpPr/>
              <p:nvPr/>
            </p:nvSpPr>
            <p:spPr>
              <a:xfrm>
                <a:off x="7963786" y="2211465"/>
                <a:ext cx="335011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6" name="箭號: 五邊形 1125">
                <a:extLst>
                  <a:ext uri="{FF2B5EF4-FFF2-40B4-BE49-F238E27FC236}">
                    <a16:creationId xmlns:a16="http://schemas.microsoft.com/office/drawing/2014/main" id="{E9D1E18C-0EAE-44C9-AA94-D705F7DA0680}"/>
                  </a:ext>
                </a:extLst>
              </p:cNvPr>
              <p:cNvSpPr/>
              <p:nvPr/>
            </p:nvSpPr>
            <p:spPr>
              <a:xfrm>
                <a:off x="8492210" y="2211465"/>
                <a:ext cx="283176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7" name="箭號: 五邊形 1126">
                <a:extLst>
                  <a:ext uri="{FF2B5EF4-FFF2-40B4-BE49-F238E27FC236}">
                    <a16:creationId xmlns:a16="http://schemas.microsoft.com/office/drawing/2014/main" id="{E6F3AF3F-524E-4944-A7A1-004E9F456DF2}"/>
                  </a:ext>
                </a:extLst>
              </p:cNvPr>
              <p:cNvSpPr/>
              <p:nvPr/>
            </p:nvSpPr>
            <p:spPr>
              <a:xfrm>
                <a:off x="7213182" y="2211465"/>
                <a:ext cx="426678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8" name="箭號: 五邊形 1127">
                <a:extLst>
                  <a:ext uri="{FF2B5EF4-FFF2-40B4-BE49-F238E27FC236}">
                    <a16:creationId xmlns:a16="http://schemas.microsoft.com/office/drawing/2014/main" id="{80703068-2E0F-43E1-B12C-69F59F23D8B5}"/>
                  </a:ext>
                </a:extLst>
              </p:cNvPr>
              <p:cNvSpPr/>
              <p:nvPr/>
            </p:nvSpPr>
            <p:spPr>
              <a:xfrm>
                <a:off x="8804284" y="2211465"/>
                <a:ext cx="283176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29" name="手繪多邊形: 圖案 1128">
                <a:extLst>
                  <a:ext uri="{FF2B5EF4-FFF2-40B4-BE49-F238E27FC236}">
                    <a16:creationId xmlns:a16="http://schemas.microsoft.com/office/drawing/2014/main" id="{E6C89005-C5EB-4BD7-A3C0-43B037072017}"/>
                  </a:ext>
                </a:extLst>
              </p:cNvPr>
              <p:cNvSpPr/>
              <p:nvPr/>
            </p:nvSpPr>
            <p:spPr>
              <a:xfrm>
                <a:off x="7616998" y="2204617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0" name="手繪多邊形: 圖案 1129">
                <a:extLst>
                  <a:ext uri="{FF2B5EF4-FFF2-40B4-BE49-F238E27FC236}">
                    <a16:creationId xmlns:a16="http://schemas.microsoft.com/office/drawing/2014/main" id="{949B475C-03FA-4AE0-84C0-C40D5A0D421C}"/>
                  </a:ext>
                </a:extLst>
              </p:cNvPr>
              <p:cNvSpPr/>
              <p:nvPr/>
            </p:nvSpPr>
            <p:spPr>
              <a:xfrm>
                <a:off x="7913948" y="2204617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1" name="箭號: 五邊形 1130">
                <a:extLst>
                  <a:ext uri="{FF2B5EF4-FFF2-40B4-BE49-F238E27FC236}">
                    <a16:creationId xmlns:a16="http://schemas.microsoft.com/office/drawing/2014/main" id="{083D6E89-CEEE-4C87-BEB0-220D314049D3}"/>
                  </a:ext>
                </a:extLst>
              </p:cNvPr>
              <p:cNvSpPr/>
              <p:nvPr/>
            </p:nvSpPr>
            <p:spPr>
              <a:xfrm>
                <a:off x="4713676" y="2211465"/>
                <a:ext cx="28108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2" name="箭號: 五邊形 1131">
                <a:extLst>
                  <a:ext uri="{FF2B5EF4-FFF2-40B4-BE49-F238E27FC236}">
                    <a16:creationId xmlns:a16="http://schemas.microsoft.com/office/drawing/2014/main" id="{C6B8CFFB-EA84-4CF2-9478-08D43466B1C5}"/>
                  </a:ext>
                </a:extLst>
              </p:cNvPr>
              <p:cNvSpPr/>
              <p:nvPr/>
            </p:nvSpPr>
            <p:spPr>
              <a:xfrm>
                <a:off x="3937484" y="2211465"/>
                <a:ext cx="26915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3" name="箭號: 五邊形 1132">
                <a:extLst>
                  <a:ext uri="{FF2B5EF4-FFF2-40B4-BE49-F238E27FC236}">
                    <a16:creationId xmlns:a16="http://schemas.microsoft.com/office/drawing/2014/main" id="{91EEA844-C7BC-42E9-AF44-5647DCD87DDB}"/>
                  </a:ext>
                </a:extLst>
              </p:cNvPr>
              <p:cNvSpPr/>
              <p:nvPr/>
            </p:nvSpPr>
            <p:spPr>
              <a:xfrm>
                <a:off x="3638761" y="2211465"/>
                <a:ext cx="26915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4" name="箭號: 五邊形 1133">
                <a:extLst>
                  <a:ext uri="{FF2B5EF4-FFF2-40B4-BE49-F238E27FC236}">
                    <a16:creationId xmlns:a16="http://schemas.microsoft.com/office/drawing/2014/main" id="{74BFBC93-55D4-4DFF-B74C-BD863166ED01}"/>
                  </a:ext>
                </a:extLst>
              </p:cNvPr>
              <p:cNvSpPr/>
              <p:nvPr/>
            </p:nvSpPr>
            <p:spPr>
              <a:xfrm>
                <a:off x="3066811" y="2211465"/>
                <a:ext cx="432901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5" name="箭號: 五邊形 1134">
                <a:extLst>
                  <a:ext uri="{FF2B5EF4-FFF2-40B4-BE49-F238E27FC236}">
                    <a16:creationId xmlns:a16="http://schemas.microsoft.com/office/drawing/2014/main" id="{6CE26A7D-56BB-4E55-8EA3-4F8C602F9AB4}"/>
                  </a:ext>
                </a:extLst>
              </p:cNvPr>
              <p:cNvSpPr/>
              <p:nvPr/>
            </p:nvSpPr>
            <p:spPr>
              <a:xfrm>
                <a:off x="5018917" y="2211465"/>
                <a:ext cx="440288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6" name="箭號: 五邊形 1135">
                <a:extLst>
                  <a:ext uri="{FF2B5EF4-FFF2-40B4-BE49-F238E27FC236}">
                    <a16:creationId xmlns:a16="http://schemas.microsoft.com/office/drawing/2014/main" id="{C2C8C99C-2BDF-4DB6-AC78-2DFFD459A956}"/>
                  </a:ext>
                </a:extLst>
              </p:cNvPr>
              <p:cNvSpPr/>
              <p:nvPr/>
            </p:nvSpPr>
            <p:spPr>
              <a:xfrm>
                <a:off x="5547341" y="2211465"/>
                <a:ext cx="283176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7" name="箭號: 五邊形 1136">
                <a:extLst>
                  <a:ext uri="{FF2B5EF4-FFF2-40B4-BE49-F238E27FC236}">
                    <a16:creationId xmlns:a16="http://schemas.microsoft.com/office/drawing/2014/main" id="{59A8FE59-5307-4EE1-A571-CDB6BA971218}"/>
                  </a:ext>
                </a:extLst>
              </p:cNvPr>
              <p:cNvSpPr/>
              <p:nvPr/>
            </p:nvSpPr>
            <p:spPr>
              <a:xfrm>
                <a:off x="4239818" y="2211465"/>
                <a:ext cx="455174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8" name="箭號: 五邊形 1137">
                <a:extLst>
                  <a:ext uri="{FF2B5EF4-FFF2-40B4-BE49-F238E27FC236}">
                    <a16:creationId xmlns:a16="http://schemas.microsoft.com/office/drawing/2014/main" id="{DC7D6A2B-F021-4B81-94C6-612EC6048A0B}"/>
                  </a:ext>
                </a:extLst>
              </p:cNvPr>
              <p:cNvSpPr/>
              <p:nvPr/>
            </p:nvSpPr>
            <p:spPr>
              <a:xfrm>
                <a:off x="5859415" y="2211465"/>
                <a:ext cx="395702" cy="63284"/>
              </a:xfrm>
              <a:prstGeom prst="homePlate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139" name="手繪多邊形: 圖案 1138">
                <a:extLst>
                  <a:ext uri="{FF2B5EF4-FFF2-40B4-BE49-F238E27FC236}">
                    <a16:creationId xmlns:a16="http://schemas.microsoft.com/office/drawing/2014/main" id="{4F37C599-ED2B-4569-B0C9-5A9EAE0DF5E6}"/>
                  </a:ext>
                </a:extLst>
              </p:cNvPr>
              <p:cNvSpPr/>
              <p:nvPr/>
            </p:nvSpPr>
            <p:spPr>
              <a:xfrm>
                <a:off x="4672126" y="2204617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40" name="手繪多邊形: 圖案 1139">
                <a:extLst>
                  <a:ext uri="{FF2B5EF4-FFF2-40B4-BE49-F238E27FC236}">
                    <a16:creationId xmlns:a16="http://schemas.microsoft.com/office/drawing/2014/main" id="{C08B1784-4D97-47CF-9288-910EC6F4E861}"/>
                  </a:ext>
                </a:extLst>
              </p:cNvPr>
              <p:cNvSpPr/>
              <p:nvPr/>
            </p:nvSpPr>
            <p:spPr>
              <a:xfrm>
                <a:off x="4969053" y="2204617"/>
                <a:ext cx="32276" cy="76981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141" name="群組 1140">
                <a:extLst>
                  <a:ext uri="{FF2B5EF4-FFF2-40B4-BE49-F238E27FC236}">
                    <a16:creationId xmlns:a16="http://schemas.microsoft.com/office/drawing/2014/main" id="{57D2642C-FFEC-4E0E-9C75-8E418588CD00}"/>
                  </a:ext>
                </a:extLst>
              </p:cNvPr>
              <p:cNvGrpSpPr/>
              <p:nvPr/>
            </p:nvGrpSpPr>
            <p:grpSpPr>
              <a:xfrm>
                <a:off x="3312056" y="1947092"/>
                <a:ext cx="0" cy="423876"/>
                <a:chOff x="2650608" y="1587152"/>
                <a:chExt cx="0" cy="530380"/>
              </a:xfrm>
            </p:grpSpPr>
            <p:cxnSp>
              <p:nvCxnSpPr>
                <p:cNvPr id="1230" name="直線接點 1229">
                  <a:extLst>
                    <a:ext uri="{FF2B5EF4-FFF2-40B4-BE49-F238E27FC236}">
                      <a16:creationId xmlns:a16="http://schemas.microsoft.com/office/drawing/2014/main" id="{EBDDAF19-8B38-4B7F-BC68-92E45FBA5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5871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31" name="直線接點 1230">
                  <a:extLst>
                    <a:ext uri="{FF2B5EF4-FFF2-40B4-BE49-F238E27FC236}">
                      <a16:creationId xmlns:a16="http://schemas.microsoft.com/office/drawing/2014/main" id="{2EB64ED8-6B02-4B1D-9408-8C5065E2BA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7975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32" name="直線接點 1231">
                  <a:extLst>
                    <a:ext uri="{FF2B5EF4-FFF2-40B4-BE49-F238E27FC236}">
                      <a16:creationId xmlns:a16="http://schemas.microsoft.com/office/drawing/2014/main" id="{03F0852D-47CA-455C-A103-67FF2CF09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906921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33" name="直線接點 1232">
                  <a:extLst>
                    <a:ext uri="{FF2B5EF4-FFF2-40B4-BE49-F238E27FC236}">
                      <a16:creationId xmlns:a16="http://schemas.microsoft.com/office/drawing/2014/main" id="{9D863228-A59A-41C5-84DE-F50A18A35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2016288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142" name="群組 1141">
                <a:extLst>
                  <a:ext uri="{FF2B5EF4-FFF2-40B4-BE49-F238E27FC236}">
                    <a16:creationId xmlns:a16="http://schemas.microsoft.com/office/drawing/2014/main" id="{9D46D054-E6C8-411D-9D2A-3847D1FDF87A}"/>
                  </a:ext>
                </a:extLst>
              </p:cNvPr>
              <p:cNvGrpSpPr/>
              <p:nvPr/>
            </p:nvGrpSpPr>
            <p:grpSpPr>
              <a:xfrm>
                <a:off x="3212388" y="1947093"/>
                <a:ext cx="0" cy="423877"/>
                <a:chOff x="2650608" y="1587152"/>
                <a:chExt cx="0" cy="530380"/>
              </a:xfrm>
            </p:grpSpPr>
            <p:cxnSp>
              <p:nvCxnSpPr>
                <p:cNvPr id="1225" name="直線接點 1224">
                  <a:extLst>
                    <a:ext uri="{FF2B5EF4-FFF2-40B4-BE49-F238E27FC236}">
                      <a16:creationId xmlns:a16="http://schemas.microsoft.com/office/drawing/2014/main" id="{908D9401-C4A8-4B4C-8471-A4628B24A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5871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6" name="直線接點 1225">
                  <a:extLst>
                    <a:ext uri="{FF2B5EF4-FFF2-40B4-BE49-F238E27FC236}">
                      <a16:creationId xmlns:a16="http://schemas.microsoft.com/office/drawing/2014/main" id="{27AAC053-E4F1-48CB-B925-E9D109CF5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69652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7" name="直線接點 1226">
                  <a:extLst>
                    <a:ext uri="{FF2B5EF4-FFF2-40B4-BE49-F238E27FC236}">
                      <a16:creationId xmlns:a16="http://schemas.microsoft.com/office/drawing/2014/main" id="{44CB26C3-43CA-487C-B673-92C0C0606E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7975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8" name="直線接點 1227">
                  <a:extLst>
                    <a:ext uri="{FF2B5EF4-FFF2-40B4-BE49-F238E27FC236}">
                      <a16:creationId xmlns:a16="http://schemas.microsoft.com/office/drawing/2014/main" id="{5E9A01BB-6329-4FAD-AB72-1677D3A163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906921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9" name="直線接點 1228">
                  <a:extLst>
                    <a:ext uri="{FF2B5EF4-FFF2-40B4-BE49-F238E27FC236}">
                      <a16:creationId xmlns:a16="http://schemas.microsoft.com/office/drawing/2014/main" id="{2F16BA87-2FFC-4B04-B5AF-0C68428DB4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2016288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143" name="群組 1142">
                <a:extLst>
                  <a:ext uri="{FF2B5EF4-FFF2-40B4-BE49-F238E27FC236}">
                    <a16:creationId xmlns:a16="http://schemas.microsoft.com/office/drawing/2014/main" id="{0D2530E8-65A6-415D-B734-1B7F78E09D61}"/>
                  </a:ext>
                </a:extLst>
              </p:cNvPr>
              <p:cNvGrpSpPr/>
              <p:nvPr/>
            </p:nvGrpSpPr>
            <p:grpSpPr>
              <a:xfrm>
                <a:off x="3271741" y="1947094"/>
                <a:ext cx="0" cy="423877"/>
                <a:chOff x="2650608" y="1587152"/>
                <a:chExt cx="0" cy="530380"/>
              </a:xfrm>
            </p:grpSpPr>
            <p:cxnSp>
              <p:nvCxnSpPr>
                <p:cNvPr id="1221" name="直線接點 1220">
                  <a:extLst>
                    <a:ext uri="{FF2B5EF4-FFF2-40B4-BE49-F238E27FC236}">
                      <a16:creationId xmlns:a16="http://schemas.microsoft.com/office/drawing/2014/main" id="{41FA1ABC-9C42-48B9-B73D-907054D894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5871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2" name="直線接點 1221">
                  <a:extLst>
                    <a:ext uri="{FF2B5EF4-FFF2-40B4-BE49-F238E27FC236}">
                      <a16:creationId xmlns:a16="http://schemas.microsoft.com/office/drawing/2014/main" id="{9769ED45-2117-49AE-A4BB-591DC8F5BF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7975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3" name="直線接點 1222">
                  <a:extLst>
                    <a:ext uri="{FF2B5EF4-FFF2-40B4-BE49-F238E27FC236}">
                      <a16:creationId xmlns:a16="http://schemas.microsoft.com/office/drawing/2014/main" id="{FB5288C5-B025-40FB-8819-EB07CC7D3F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906921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4" name="直線接點 1223">
                  <a:extLst>
                    <a:ext uri="{FF2B5EF4-FFF2-40B4-BE49-F238E27FC236}">
                      <a16:creationId xmlns:a16="http://schemas.microsoft.com/office/drawing/2014/main" id="{0365E89E-A778-4D02-B81A-FF991D0DF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2016288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1144" name="群組 1143">
                <a:extLst>
                  <a:ext uri="{FF2B5EF4-FFF2-40B4-BE49-F238E27FC236}">
                    <a16:creationId xmlns:a16="http://schemas.microsoft.com/office/drawing/2014/main" id="{E4FC91B3-02ED-42E7-9EB6-B5D441160E1B}"/>
                  </a:ext>
                </a:extLst>
              </p:cNvPr>
              <p:cNvGrpSpPr/>
              <p:nvPr/>
            </p:nvGrpSpPr>
            <p:grpSpPr>
              <a:xfrm>
                <a:off x="3855077" y="1947094"/>
                <a:ext cx="0" cy="423877"/>
                <a:chOff x="2650608" y="1587152"/>
                <a:chExt cx="0" cy="530380"/>
              </a:xfrm>
            </p:grpSpPr>
            <p:cxnSp>
              <p:nvCxnSpPr>
                <p:cNvPr id="1216" name="直線接點 1215">
                  <a:extLst>
                    <a:ext uri="{FF2B5EF4-FFF2-40B4-BE49-F238E27FC236}">
                      <a16:creationId xmlns:a16="http://schemas.microsoft.com/office/drawing/2014/main" id="{49F6EB37-E95A-49B4-8B37-70B44EF665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5871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7" name="直線接點 1216">
                  <a:extLst>
                    <a:ext uri="{FF2B5EF4-FFF2-40B4-BE49-F238E27FC236}">
                      <a16:creationId xmlns:a16="http://schemas.microsoft.com/office/drawing/2014/main" id="{8C0B2D96-3B07-4323-8C54-93D7D96361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69652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8" name="直線接點 1217">
                  <a:extLst>
                    <a:ext uri="{FF2B5EF4-FFF2-40B4-BE49-F238E27FC236}">
                      <a16:creationId xmlns:a16="http://schemas.microsoft.com/office/drawing/2014/main" id="{11E4E001-1505-441E-A31F-1715D3C5AC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797552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9" name="直線接點 1218">
                  <a:extLst>
                    <a:ext uri="{FF2B5EF4-FFF2-40B4-BE49-F238E27FC236}">
                      <a16:creationId xmlns:a16="http://schemas.microsoft.com/office/drawing/2014/main" id="{2F505CB1-36C1-4281-9F39-16A794DB2F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1906921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0" name="直線接點 1219">
                  <a:extLst>
                    <a:ext uri="{FF2B5EF4-FFF2-40B4-BE49-F238E27FC236}">
                      <a16:creationId xmlns:a16="http://schemas.microsoft.com/office/drawing/2014/main" id="{D97D6847-303D-4B7A-8444-ADEECFD7E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50608" y="2016288"/>
                  <a:ext cx="0" cy="101244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1145" name="直線接點 1144">
                <a:extLst>
                  <a:ext uri="{FF2B5EF4-FFF2-40B4-BE49-F238E27FC236}">
                    <a16:creationId xmlns:a16="http://schemas.microsoft.com/office/drawing/2014/main" id="{64E12804-8EE6-406D-AC69-B58306AE0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3523" y="1940424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6" name="直線接點 1145">
                <a:extLst>
                  <a:ext uri="{FF2B5EF4-FFF2-40B4-BE49-F238E27FC236}">
                    <a16:creationId xmlns:a16="http://schemas.microsoft.com/office/drawing/2014/main" id="{51FE893E-7A8F-4554-B5C2-E9FBB07574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3523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7" name="直線接點 1146">
                <a:extLst>
                  <a:ext uri="{FF2B5EF4-FFF2-40B4-BE49-F238E27FC236}">
                    <a16:creationId xmlns:a16="http://schemas.microsoft.com/office/drawing/2014/main" id="{0AC7A8EA-7E3B-4EA2-BBBC-2EFD08E705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3523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8" name="直線接點 1147">
                <a:extLst>
                  <a:ext uri="{FF2B5EF4-FFF2-40B4-BE49-F238E27FC236}">
                    <a16:creationId xmlns:a16="http://schemas.microsoft.com/office/drawing/2014/main" id="{8EE8A0E4-7548-492D-A6D4-8A4998AE5D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3523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9" name="直線接點 1148">
                <a:extLst>
                  <a:ext uri="{FF2B5EF4-FFF2-40B4-BE49-F238E27FC236}">
                    <a16:creationId xmlns:a16="http://schemas.microsoft.com/office/drawing/2014/main" id="{EABDE006-85B6-493D-BD71-E61A080DB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8" y="1940424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0" name="直線接點 1149">
                <a:extLst>
                  <a:ext uri="{FF2B5EF4-FFF2-40B4-BE49-F238E27FC236}">
                    <a16:creationId xmlns:a16="http://schemas.microsoft.com/office/drawing/2014/main" id="{F2062363-0396-47C9-887F-E95983883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8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1" name="直線接點 1150">
                <a:extLst>
                  <a:ext uri="{FF2B5EF4-FFF2-40B4-BE49-F238E27FC236}">
                    <a16:creationId xmlns:a16="http://schemas.microsoft.com/office/drawing/2014/main" id="{026B83A5-9947-4053-87B9-2F9FFFEFA9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8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2" name="直線接點 1151">
                <a:extLst>
                  <a:ext uri="{FF2B5EF4-FFF2-40B4-BE49-F238E27FC236}">
                    <a16:creationId xmlns:a16="http://schemas.microsoft.com/office/drawing/2014/main" id="{B8AEB8A1-54F9-4A52-B9D1-CC81DEF51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8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3" name="直線接點 1152">
                <a:extLst>
                  <a:ext uri="{FF2B5EF4-FFF2-40B4-BE49-F238E27FC236}">
                    <a16:creationId xmlns:a16="http://schemas.microsoft.com/office/drawing/2014/main" id="{E2C25103-E97C-4E06-A36F-CE96BB6DB8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888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4" name="直線接點 1153">
                <a:extLst>
                  <a:ext uri="{FF2B5EF4-FFF2-40B4-BE49-F238E27FC236}">
                    <a16:creationId xmlns:a16="http://schemas.microsoft.com/office/drawing/2014/main" id="{E01CDC2E-F07C-4D0E-BA34-39875E4768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9193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5" name="直線接點 1154">
                <a:extLst>
                  <a:ext uri="{FF2B5EF4-FFF2-40B4-BE49-F238E27FC236}">
                    <a16:creationId xmlns:a16="http://schemas.microsoft.com/office/drawing/2014/main" id="{A5D041E8-8CEF-46E3-B7F2-5226B1EA53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9193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6" name="直線接點 1155">
                <a:extLst>
                  <a:ext uri="{FF2B5EF4-FFF2-40B4-BE49-F238E27FC236}">
                    <a16:creationId xmlns:a16="http://schemas.microsoft.com/office/drawing/2014/main" id="{9550340A-490C-4277-8A45-AE17339F86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9193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7" name="直線接點 1156">
                <a:extLst>
                  <a:ext uri="{FF2B5EF4-FFF2-40B4-BE49-F238E27FC236}">
                    <a16:creationId xmlns:a16="http://schemas.microsoft.com/office/drawing/2014/main" id="{2572581C-4516-495F-9F49-D884A1675D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9193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8" name="直線接點 1157">
                <a:extLst>
                  <a:ext uri="{FF2B5EF4-FFF2-40B4-BE49-F238E27FC236}">
                    <a16:creationId xmlns:a16="http://schemas.microsoft.com/office/drawing/2014/main" id="{8167EFA8-DAE1-4C20-B69C-04842E12BC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972" y="1947092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9" name="直線接點 1158">
                <a:extLst>
                  <a:ext uri="{FF2B5EF4-FFF2-40B4-BE49-F238E27FC236}">
                    <a16:creationId xmlns:a16="http://schemas.microsoft.com/office/drawing/2014/main" id="{CF5A54B6-E9C4-44DB-85DC-D14B4F0764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972" y="2034500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0" name="直線接點 1159">
                <a:extLst>
                  <a:ext uri="{FF2B5EF4-FFF2-40B4-BE49-F238E27FC236}">
                    <a16:creationId xmlns:a16="http://schemas.microsoft.com/office/drawing/2014/main" id="{57A5C670-1E2B-4002-B39A-4610B152F29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972" y="2115243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1" name="直線接點 1160">
                <a:extLst>
                  <a:ext uri="{FF2B5EF4-FFF2-40B4-BE49-F238E27FC236}">
                    <a16:creationId xmlns:a16="http://schemas.microsoft.com/office/drawing/2014/main" id="{2263D9D5-6D56-4D1D-B319-42640E6CAF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972" y="2202647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2" name="直線接點 1161">
                <a:extLst>
                  <a:ext uri="{FF2B5EF4-FFF2-40B4-BE49-F238E27FC236}">
                    <a16:creationId xmlns:a16="http://schemas.microsoft.com/office/drawing/2014/main" id="{309BD0A5-D6B2-4D93-83C9-0ED45E5C7C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711972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3" name="直線接點 1162">
                <a:extLst>
                  <a:ext uri="{FF2B5EF4-FFF2-40B4-BE49-F238E27FC236}">
                    <a16:creationId xmlns:a16="http://schemas.microsoft.com/office/drawing/2014/main" id="{8198B1CC-7F72-4992-BA35-81CECF432D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24222" y="220265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4" name="直線接點 1163">
                <a:extLst>
                  <a:ext uri="{FF2B5EF4-FFF2-40B4-BE49-F238E27FC236}">
                    <a16:creationId xmlns:a16="http://schemas.microsoft.com/office/drawing/2014/main" id="{321ACF37-D8CC-402C-BB93-D1EAC7CA1E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24222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5" name="直線接點 1164">
                <a:extLst>
                  <a:ext uri="{FF2B5EF4-FFF2-40B4-BE49-F238E27FC236}">
                    <a16:creationId xmlns:a16="http://schemas.microsoft.com/office/drawing/2014/main" id="{8BD9F3F9-633E-4127-BCFD-87B1DEAA6D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357" y="1947092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6" name="直線接點 1165">
                <a:extLst>
                  <a:ext uri="{FF2B5EF4-FFF2-40B4-BE49-F238E27FC236}">
                    <a16:creationId xmlns:a16="http://schemas.microsoft.com/office/drawing/2014/main" id="{7FAF6AB4-07FB-447A-805B-9210B2ED65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357" y="2115243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7" name="直線接點 1166">
                <a:extLst>
                  <a:ext uri="{FF2B5EF4-FFF2-40B4-BE49-F238E27FC236}">
                    <a16:creationId xmlns:a16="http://schemas.microsoft.com/office/drawing/2014/main" id="{F70664DC-3496-439B-8A7E-796F65E29F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357" y="220265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8" name="直線接點 1167">
                <a:extLst>
                  <a:ext uri="{FF2B5EF4-FFF2-40B4-BE49-F238E27FC236}">
                    <a16:creationId xmlns:a16="http://schemas.microsoft.com/office/drawing/2014/main" id="{7C39B4AA-779F-4EBB-A664-6D9886DD4C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357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9" name="直線接點 1168">
                <a:extLst>
                  <a:ext uri="{FF2B5EF4-FFF2-40B4-BE49-F238E27FC236}">
                    <a16:creationId xmlns:a16="http://schemas.microsoft.com/office/drawing/2014/main" id="{B2696987-00DD-4E6A-AD54-774B7FE475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2815" y="194899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0" name="直線接點 1169">
                <a:extLst>
                  <a:ext uri="{FF2B5EF4-FFF2-40B4-BE49-F238E27FC236}">
                    <a16:creationId xmlns:a16="http://schemas.microsoft.com/office/drawing/2014/main" id="{DDE1046B-89BF-49A3-BF55-9E2DAA01E42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2815" y="2036404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1" name="直線接點 1170">
                <a:extLst>
                  <a:ext uri="{FF2B5EF4-FFF2-40B4-BE49-F238E27FC236}">
                    <a16:creationId xmlns:a16="http://schemas.microsoft.com/office/drawing/2014/main" id="{BFE825B0-3A5C-49D9-A540-7FA6FA87B8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2815" y="2117147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2" name="直線接點 1171">
                <a:extLst>
                  <a:ext uri="{FF2B5EF4-FFF2-40B4-BE49-F238E27FC236}">
                    <a16:creationId xmlns:a16="http://schemas.microsoft.com/office/drawing/2014/main" id="{156AB3B8-AE0B-4893-897D-1AA5EEF0847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2815" y="220455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3" name="直線接點 1172">
                <a:extLst>
                  <a:ext uri="{FF2B5EF4-FFF2-40B4-BE49-F238E27FC236}">
                    <a16:creationId xmlns:a16="http://schemas.microsoft.com/office/drawing/2014/main" id="{241192D6-FF13-4669-86B8-F27E72D618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502815" y="229196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4" name="直線接點 1173">
                <a:extLst>
                  <a:ext uri="{FF2B5EF4-FFF2-40B4-BE49-F238E27FC236}">
                    <a16:creationId xmlns:a16="http://schemas.microsoft.com/office/drawing/2014/main" id="{B6DCDBC5-A0F1-4ABE-A6E9-431EB774ED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953" y="1940424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5" name="直線接點 1174">
                <a:extLst>
                  <a:ext uri="{FF2B5EF4-FFF2-40B4-BE49-F238E27FC236}">
                    <a16:creationId xmlns:a16="http://schemas.microsoft.com/office/drawing/2014/main" id="{57A5BB00-164A-48F0-B0E8-0B1699903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953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6" name="直線接點 1175">
                <a:extLst>
                  <a:ext uri="{FF2B5EF4-FFF2-40B4-BE49-F238E27FC236}">
                    <a16:creationId xmlns:a16="http://schemas.microsoft.com/office/drawing/2014/main" id="{AEC2A423-5ECE-4567-A246-271D3CD717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953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7" name="直線接點 1176">
                <a:extLst>
                  <a:ext uri="{FF2B5EF4-FFF2-40B4-BE49-F238E27FC236}">
                    <a16:creationId xmlns:a16="http://schemas.microsoft.com/office/drawing/2014/main" id="{5AE038D0-CE5A-49C4-A7FD-7BFB4A8187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953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8" name="直線接點 1177">
                <a:extLst>
                  <a:ext uri="{FF2B5EF4-FFF2-40B4-BE49-F238E27FC236}">
                    <a16:creationId xmlns:a16="http://schemas.microsoft.com/office/drawing/2014/main" id="{4522C483-63AF-4CE5-B1F9-D3C8BBE875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179" y="194422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9" name="直線接點 1178">
                <a:extLst>
                  <a:ext uri="{FF2B5EF4-FFF2-40B4-BE49-F238E27FC236}">
                    <a16:creationId xmlns:a16="http://schemas.microsoft.com/office/drawing/2014/main" id="{F85C47FD-CDB8-427D-8660-350CD9D55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179" y="203354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0" name="直線接點 1179">
                <a:extLst>
                  <a:ext uri="{FF2B5EF4-FFF2-40B4-BE49-F238E27FC236}">
                    <a16:creationId xmlns:a16="http://schemas.microsoft.com/office/drawing/2014/main" id="{DAD7B801-7B30-4D6E-8B15-BD2ABDAB16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179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1" name="直線接點 1180">
                <a:extLst>
                  <a:ext uri="{FF2B5EF4-FFF2-40B4-BE49-F238E27FC236}">
                    <a16:creationId xmlns:a16="http://schemas.microsoft.com/office/drawing/2014/main" id="{27EF8495-6338-4B0B-9CEA-DC674BC5C3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179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2" name="直線接點 1181">
                <a:extLst>
                  <a:ext uri="{FF2B5EF4-FFF2-40B4-BE49-F238E27FC236}">
                    <a16:creationId xmlns:a16="http://schemas.microsoft.com/office/drawing/2014/main" id="{C002580D-0ADB-4A18-A588-829C7CF699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7179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3" name="直線接點 1182">
                <a:extLst>
                  <a:ext uri="{FF2B5EF4-FFF2-40B4-BE49-F238E27FC236}">
                    <a16:creationId xmlns:a16="http://schemas.microsoft.com/office/drawing/2014/main" id="{77FB70AB-E23D-4D1B-9D87-82FB049FD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906" y="1940424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4" name="直線接點 1183">
                <a:extLst>
                  <a:ext uri="{FF2B5EF4-FFF2-40B4-BE49-F238E27FC236}">
                    <a16:creationId xmlns:a16="http://schemas.microsoft.com/office/drawing/2014/main" id="{DCA0BC89-9D55-4517-A5F6-316EA94327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906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5" name="直線接點 1184">
                <a:extLst>
                  <a:ext uri="{FF2B5EF4-FFF2-40B4-BE49-F238E27FC236}">
                    <a16:creationId xmlns:a16="http://schemas.microsoft.com/office/drawing/2014/main" id="{6E0702F1-4ACA-4FFA-8EF7-BDA7424266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906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6" name="直線接點 1185">
                <a:extLst>
                  <a:ext uri="{FF2B5EF4-FFF2-40B4-BE49-F238E27FC236}">
                    <a16:creationId xmlns:a16="http://schemas.microsoft.com/office/drawing/2014/main" id="{651D2758-B4CB-43CB-9DCD-001321DE82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906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7" name="直線接點 1186">
                <a:extLst>
                  <a:ext uri="{FF2B5EF4-FFF2-40B4-BE49-F238E27FC236}">
                    <a16:creationId xmlns:a16="http://schemas.microsoft.com/office/drawing/2014/main" id="{24ED64BD-5686-48E6-AB7D-4B45C19973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0906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8" name="直線接點 1187">
                <a:extLst>
                  <a:ext uri="{FF2B5EF4-FFF2-40B4-BE49-F238E27FC236}">
                    <a16:creationId xmlns:a16="http://schemas.microsoft.com/office/drawing/2014/main" id="{7EF14B47-08EC-4266-8747-DADAD61FC1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0564" y="1940424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9" name="直線接點 1188">
                <a:extLst>
                  <a:ext uri="{FF2B5EF4-FFF2-40B4-BE49-F238E27FC236}">
                    <a16:creationId xmlns:a16="http://schemas.microsoft.com/office/drawing/2014/main" id="{98208191-226C-44CF-A2F1-B776E03150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0564" y="2027832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0" name="直線接點 1189">
                <a:extLst>
                  <a:ext uri="{FF2B5EF4-FFF2-40B4-BE49-F238E27FC236}">
                    <a16:creationId xmlns:a16="http://schemas.microsoft.com/office/drawing/2014/main" id="{A3A9C494-D1A4-4BCD-BB12-E22D5D9717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0564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1" name="直線接點 1190">
                <a:extLst>
                  <a:ext uri="{FF2B5EF4-FFF2-40B4-BE49-F238E27FC236}">
                    <a16:creationId xmlns:a16="http://schemas.microsoft.com/office/drawing/2014/main" id="{12E23E07-F3D1-4ED7-A06E-56D24259E9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0564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2" name="直線接點 1191">
                <a:extLst>
                  <a:ext uri="{FF2B5EF4-FFF2-40B4-BE49-F238E27FC236}">
                    <a16:creationId xmlns:a16="http://schemas.microsoft.com/office/drawing/2014/main" id="{B9B80397-658C-42FA-9AE1-CED8EF6AD7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0564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3" name="直線接點 1192">
                <a:extLst>
                  <a:ext uri="{FF2B5EF4-FFF2-40B4-BE49-F238E27FC236}">
                    <a16:creationId xmlns:a16="http://schemas.microsoft.com/office/drawing/2014/main" id="{C8AF8570-DBB5-467F-A84B-8A87980A86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67357" y="2032598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4" name="直線接點 1193">
                <a:extLst>
                  <a:ext uri="{FF2B5EF4-FFF2-40B4-BE49-F238E27FC236}">
                    <a16:creationId xmlns:a16="http://schemas.microsoft.com/office/drawing/2014/main" id="{1C081D7A-7802-499B-BFAB-B08F5F0870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464" y="194232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5" name="直線接點 1194">
                <a:extLst>
                  <a:ext uri="{FF2B5EF4-FFF2-40B4-BE49-F238E27FC236}">
                    <a16:creationId xmlns:a16="http://schemas.microsoft.com/office/drawing/2014/main" id="{22CC1490-E45D-4E19-96CE-1ED2E7A28B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464" y="2029733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6" name="直線接點 1195">
                <a:extLst>
                  <a:ext uri="{FF2B5EF4-FFF2-40B4-BE49-F238E27FC236}">
                    <a16:creationId xmlns:a16="http://schemas.microsoft.com/office/drawing/2014/main" id="{3BD1DFF8-4037-40FD-A5DD-0410823DE9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464" y="2117143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7" name="直線接點 1196">
                <a:extLst>
                  <a:ext uri="{FF2B5EF4-FFF2-40B4-BE49-F238E27FC236}">
                    <a16:creationId xmlns:a16="http://schemas.microsoft.com/office/drawing/2014/main" id="{E263000E-2C33-4A2D-BB80-149FFD9E43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18464" y="229195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8" name="直線接點 1197">
                <a:extLst>
                  <a:ext uri="{FF2B5EF4-FFF2-40B4-BE49-F238E27FC236}">
                    <a16:creationId xmlns:a16="http://schemas.microsoft.com/office/drawing/2014/main" id="{1229B744-F778-4EB3-8F04-01E9046905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467" y="194232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99" name="直線接點 1198">
                <a:extLst>
                  <a:ext uri="{FF2B5EF4-FFF2-40B4-BE49-F238E27FC236}">
                    <a16:creationId xmlns:a16="http://schemas.microsoft.com/office/drawing/2014/main" id="{83226076-6ED5-4FBD-A687-A3240D6D7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467" y="2029734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0" name="直線接點 1199">
                <a:extLst>
                  <a:ext uri="{FF2B5EF4-FFF2-40B4-BE49-F238E27FC236}">
                    <a16:creationId xmlns:a16="http://schemas.microsoft.com/office/drawing/2014/main" id="{40A162D0-E873-428D-80BD-7A91F0AD1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467" y="220455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1" name="直線接點 1200">
                <a:extLst>
                  <a:ext uri="{FF2B5EF4-FFF2-40B4-BE49-F238E27FC236}">
                    <a16:creationId xmlns:a16="http://schemas.microsoft.com/office/drawing/2014/main" id="{EB1368E2-BB38-4F65-8C63-9233A8EF6F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24467" y="2291958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2" name="直線接點 1201">
                <a:extLst>
                  <a:ext uri="{FF2B5EF4-FFF2-40B4-BE49-F238E27FC236}">
                    <a16:creationId xmlns:a16="http://schemas.microsoft.com/office/drawing/2014/main" id="{8C106886-097C-4010-A854-A10EA7673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620" y="195755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3" name="直線接點 1202">
                <a:extLst>
                  <a:ext uri="{FF2B5EF4-FFF2-40B4-BE49-F238E27FC236}">
                    <a16:creationId xmlns:a16="http://schemas.microsoft.com/office/drawing/2014/main" id="{0DFF547F-5C3A-4058-822D-EAF061B7D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620" y="2115240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4" name="直線接點 1203">
                <a:extLst>
                  <a:ext uri="{FF2B5EF4-FFF2-40B4-BE49-F238E27FC236}">
                    <a16:creationId xmlns:a16="http://schemas.microsoft.com/office/drawing/2014/main" id="{5635CA85-0D13-4CCA-8178-2F74F3AED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620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5" name="直線接點 1204">
                <a:extLst>
                  <a:ext uri="{FF2B5EF4-FFF2-40B4-BE49-F238E27FC236}">
                    <a16:creationId xmlns:a16="http://schemas.microsoft.com/office/drawing/2014/main" id="{B34E56BD-B9F3-4B8B-ACD1-4DAF81E4CC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620" y="229005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6" name="直線接點 1205">
                <a:extLst>
                  <a:ext uri="{FF2B5EF4-FFF2-40B4-BE49-F238E27FC236}">
                    <a16:creationId xmlns:a16="http://schemas.microsoft.com/office/drawing/2014/main" id="{0E122030-323F-4961-A327-A0C95BC5A5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380" y="1942326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7" name="直線接點 1206">
                <a:extLst>
                  <a:ext uri="{FF2B5EF4-FFF2-40B4-BE49-F238E27FC236}">
                    <a16:creationId xmlns:a16="http://schemas.microsoft.com/office/drawing/2014/main" id="{B8351B36-7AED-461C-96CD-A1EE015764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380" y="2032535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8" name="直線接點 1207">
                <a:extLst>
                  <a:ext uri="{FF2B5EF4-FFF2-40B4-BE49-F238E27FC236}">
                    <a16:creationId xmlns:a16="http://schemas.microsoft.com/office/drawing/2014/main" id="{06C8B5D8-7A65-4404-946B-5BEDCCAE66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380" y="2115241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09" name="直線接點 1208">
                <a:extLst>
                  <a:ext uri="{FF2B5EF4-FFF2-40B4-BE49-F238E27FC236}">
                    <a16:creationId xmlns:a16="http://schemas.microsoft.com/office/drawing/2014/main" id="{52926D2E-D3F2-435C-AE04-FF400D7BC1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380" y="2202649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0" name="直線接點 1209">
                <a:extLst>
                  <a:ext uri="{FF2B5EF4-FFF2-40B4-BE49-F238E27FC236}">
                    <a16:creationId xmlns:a16="http://schemas.microsoft.com/office/drawing/2014/main" id="{8EB230AB-44EC-4784-B841-FF1FC0A7C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5380" y="2290057"/>
                <a:ext cx="0" cy="8091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1" name="直線接點 1210">
                <a:extLst>
                  <a:ext uri="{FF2B5EF4-FFF2-40B4-BE49-F238E27FC236}">
                    <a16:creationId xmlns:a16="http://schemas.microsoft.com/office/drawing/2014/main" id="{EE8C071F-35AB-47CB-A854-48008F283D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1356" y="1944709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2" name="直線接點 1211">
                <a:extLst>
                  <a:ext uri="{FF2B5EF4-FFF2-40B4-BE49-F238E27FC236}">
                    <a16:creationId xmlns:a16="http://schemas.microsoft.com/office/drawing/2014/main" id="{7B5A84DE-06FF-43F1-9F2B-13F487A39C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1356" y="2119525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3" name="直線接點 1212">
                <a:extLst>
                  <a:ext uri="{FF2B5EF4-FFF2-40B4-BE49-F238E27FC236}">
                    <a16:creationId xmlns:a16="http://schemas.microsoft.com/office/drawing/2014/main" id="{FE78FF22-CFD3-427F-95C9-B0FE6B7C42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1356" y="2206934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14" name="直線接點 1213">
                <a:extLst>
                  <a:ext uri="{FF2B5EF4-FFF2-40B4-BE49-F238E27FC236}">
                    <a16:creationId xmlns:a16="http://schemas.microsoft.com/office/drawing/2014/main" id="{FD328953-F54F-417C-A757-B0ED13DDA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1356" y="2294342"/>
                <a:ext cx="0" cy="8091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pic>
            <p:nvPicPr>
              <p:cNvPr id="1215" name="圖形 1214" descr="男性形象 以實心填滿">
                <a:extLst>
                  <a:ext uri="{FF2B5EF4-FFF2-40B4-BE49-F238E27FC236}">
                    <a16:creationId xmlns:a16="http://schemas.microsoft.com/office/drawing/2014/main" id="{3AEEA57E-B425-46AE-ABC5-263BE189D2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77921" y="2014573"/>
                <a:ext cx="325637" cy="325637"/>
              </a:xfrm>
              <a:prstGeom prst="rect">
                <a:avLst/>
              </a:prstGeom>
            </p:spPr>
          </p:pic>
        </p:grpSp>
        <p:cxnSp>
          <p:nvCxnSpPr>
            <p:cNvPr id="1234" name="直線接點 1233">
              <a:extLst>
                <a:ext uri="{FF2B5EF4-FFF2-40B4-BE49-F238E27FC236}">
                  <a16:creationId xmlns:a16="http://schemas.microsoft.com/office/drawing/2014/main" id="{528D01CA-32B8-42C1-B710-BD3B28D6F0C0}"/>
                </a:ext>
              </a:extLst>
            </p:cNvPr>
            <p:cNvCxnSpPr>
              <a:cxnSpLocks/>
            </p:cNvCxnSpPr>
            <p:nvPr/>
          </p:nvCxnSpPr>
          <p:spPr>
            <a:xfrm>
              <a:off x="2166976" y="3230160"/>
              <a:ext cx="7899891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5" name="箭號: 向右 1234">
            <a:extLst>
              <a:ext uri="{FF2B5EF4-FFF2-40B4-BE49-F238E27FC236}">
                <a16:creationId xmlns:a16="http://schemas.microsoft.com/office/drawing/2014/main" id="{2E775F63-A3B8-4C02-99A1-5BCD7375A51A}"/>
              </a:ext>
            </a:extLst>
          </p:cNvPr>
          <p:cNvSpPr/>
          <p:nvPr/>
        </p:nvSpPr>
        <p:spPr>
          <a:xfrm rot="5400000">
            <a:off x="6007390" y="2187680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64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4EA11-1273-4506-8CDA-7C9EA84D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CNV/BFB Interval Calling</a:t>
            </a:r>
            <a:endParaRPr lang="zh-TW" altLang="en-US" dirty="0"/>
          </a:p>
        </p:txBody>
      </p:sp>
      <p:sp>
        <p:nvSpPr>
          <p:cNvPr id="477" name="文字方塊 476">
            <a:extLst>
              <a:ext uri="{FF2B5EF4-FFF2-40B4-BE49-F238E27FC236}">
                <a16:creationId xmlns:a16="http://schemas.microsoft.com/office/drawing/2014/main" id="{0300CC45-6176-479B-953E-B892A03F23EB}"/>
              </a:ext>
            </a:extLst>
          </p:cNvPr>
          <p:cNvSpPr txBox="1"/>
          <p:nvPr/>
        </p:nvSpPr>
        <p:spPr>
          <a:xfrm>
            <a:off x="194190" y="1432134"/>
            <a:ext cx="166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Parsing </a:t>
            </a:r>
            <a:r>
              <a:rPr lang="en-US" altLang="zh-TW" dirty="0"/>
              <a:t>Clipping</a:t>
            </a:r>
            <a:endParaRPr lang="zh-TW" altLang="en-US" dirty="0"/>
          </a:p>
        </p:txBody>
      </p:sp>
      <p:sp>
        <p:nvSpPr>
          <p:cNvPr id="942" name="文字方塊 941">
            <a:extLst>
              <a:ext uri="{FF2B5EF4-FFF2-40B4-BE49-F238E27FC236}">
                <a16:creationId xmlns:a16="http://schemas.microsoft.com/office/drawing/2014/main" id="{7903A1ED-CD6C-4848-A6C1-583879C1D973}"/>
              </a:ext>
            </a:extLst>
          </p:cNvPr>
          <p:cNvSpPr txBox="1"/>
          <p:nvPr/>
        </p:nvSpPr>
        <p:spPr>
          <a:xfrm>
            <a:off x="194190" y="2809783"/>
            <a:ext cx="15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Clipping Count</a:t>
            </a:r>
            <a:endParaRPr lang="zh-TW" altLang="en-US" dirty="0"/>
          </a:p>
        </p:txBody>
      </p:sp>
      <p:grpSp>
        <p:nvGrpSpPr>
          <p:cNvPr id="238" name="群組 237">
            <a:extLst>
              <a:ext uri="{FF2B5EF4-FFF2-40B4-BE49-F238E27FC236}">
                <a16:creationId xmlns:a16="http://schemas.microsoft.com/office/drawing/2014/main" id="{11180427-FD9F-4AE5-9AF5-118ECF595E74}"/>
              </a:ext>
            </a:extLst>
          </p:cNvPr>
          <p:cNvGrpSpPr/>
          <p:nvPr/>
        </p:nvGrpSpPr>
        <p:grpSpPr>
          <a:xfrm>
            <a:off x="1862192" y="1714784"/>
            <a:ext cx="9997434" cy="1181681"/>
            <a:chOff x="1862192" y="796076"/>
            <a:chExt cx="9997434" cy="1181681"/>
          </a:xfrm>
        </p:grpSpPr>
        <p:grpSp>
          <p:nvGrpSpPr>
            <p:cNvPr id="352" name="群組 351">
              <a:extLst>
                <a:ext uri="{FF2B5EF4-FFF2-40B4-BE49-F238E27FC236}">
                  <a16:creationId xmlns:a16="http://schemas.microsoft.com/office/drawing/2014/main" id="{E4532673-F905-45E1-B2DF-78821FD92A2D}"/>
                </a:ext>
              </a:extLst>
            </p:cNvPr>
            <p:cNvGrpSpPr/>
            <p:nvPr/>
          </p:nvGrpSpPr>
          <p:grpSpPr>
            <a:xfrm>
              <a:off x="2157900" y="1671036"/>
              <a:ext cx="9392661" cy="87985"/>
              <a:chOff x="2157900" y="2388326"/>
              <a:chExt cx="9392661" cy="87985"/>
            </a:xfrm>
          </p:grpSpPr>
          <p:sp>
            <p:nvSpPr>
              <p:cNvPr id="162" name="箭號: 五邊形 161">
                <a:extLst>
                  <a:ext uri="{FF2B5EF4-FFF2-40B4-BE49-F238E27FC236}">
                    <a16:creationId xmlns:a16="http://schemas.microsoft.com/office/drawing/2014/main" id="{36D0A1EA-5B94-4022-AF6D-295DE5D4441F}"/>
                  </a:ext>
                </a:extLst>
              </p:cNvPr>
              <p:cNvSpPr/>
              <p:nvPr/>
            </p:nvSpPr>
            <p:spPr>
              <a:xfrm>
                <a:off x="6896516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4" name="箭號: 五邊形 163">
                <a:extLst>
                  <a:ext uri="{FF2B5EF4-FFF2-40B4-BE49-F238E27FC236}">
                    <a16:creationId xmlns:a16="http://schemas.microsoft.com/office/drawing/2014/main" id="{9720195B-C377-4232-8489-5634D167CBD3}"/>
                  </a:ext>
                </a:extLst>
              </p:cNvPr>
              <p:cNvSpPr/>
              <p:nvPr/>
            </p:nvSpPr>
            <p:spPr>
              <a:xfrm>
                <a:off x="7748971" y="2392725"/>
                <a:ext cx="10085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6" name="箭號: 五邊形 175">
                <a:extLst>
                  <a:ext uri="{FF2B5EF4-FFF2-40B4-BE49-F238E27FC236}">
                    <a16:creationId xmlns:a16="http://schemas.microsoft.com/office/drawing/2014/main" id="{3D31C952-404E-4760-A08C-7CDCA0810D4C}"/>
                  </a:ext>
                </a:extLst>
              </p:cNvPr>
              <p:cNvSpPr/>
              <p:nvPr/>
            </p:nvSpPr>
            <p:spPr>
              <a:xfrm>
                <a:off x="10232214" y="2392725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7" name="箭號: 五邊形 176">
                <a:extLst>
                  <a:ext uri="{FF2B5EF4-FFF2-40B4-BE49-F238E27FC236}">
                    <a16:creationId xmlns:a16="http://schemas.microsoft.com/office/drawing/2014/main" id="{9B3BCA7E-337C-45E5-BB4C-DF095FF7EB7F}"/>
                  </a:ext>
                </a:extLst>
              </p:cNvPr>
              <p:cNvSpPr/>
              <p:nvPr/>
            </p:nvSpPr>
            <p:spPr>
              <a:xfrm>
                <a:off x="9560972" y="2392725"/>
                <a:ext cx="64835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5" name="箭號: 五邊形 204">
                <a:extLst>
                  <a:ext uri="{FF2B5EF4-FFF2-40B4-BE49-F238E27FC236}">
                    <a16:creationId xmlns:a16="http://schemas.microsoft.com/office/drawing/2014/main" id="{51D4B83F-27F6-45E0-8ECD-E663ACE43698}"/>
                  </a:ext>
                </a:extLst>
              </p:cNvPr>
              <p:cNvSpPr/>
              <p:nvPr/>
            </p:nvSpPr>
            <p:spPr>
              <a:xfrm>
                <a:off x="8819122" y="2392725"/>
                <a:ext cx="64388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8" name="箭號: 五邊形 207">
                <a:extLst>
                  <a:ext uri="{FF2B5EF4-FFF2-40B4-BE49-F238E27FC236}">
                    <a16:creationId xmlns:a16="http://schemas.microsoft.com/office/drawing/2014/main" id="{81533568-1B36-49F3-A296-1CEF226C6B17}"/>
                  </a:ext>
                </a:extLst>
              </p:cNvPr>
              <p:cNvSpPr/>
              <p:nvPr/>
            </p:nvSpPr>
            <p:spPr>
              <a:xfrm>
                <a:off x="11025561" y="2392725"/>
                <a:ext cx="52500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14" name="直線接點 213">
                <a:extLst>
                  <a:ext uri="{FF2B5EF4-FFF2-40B4-BE49-F238E27FC236}">
                    <a16:creationId xmlns:a16="http://schemas.microsoft.com/office/drawing/2014/main" id="{7BA9B8B3-6D5A-4FD7-A7BC-3C3C00622C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7633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接點 215">
                <a:extLst>
                  <a:ext uri="{FF2B5EF4-FFF2-40B4-BE49-F238E27FC236}">
                    <a16:creationId xmlns:a16="http://schemas.microsoft.com/office/drawing/2014/main" id="{365063EE-C9B2-4218-A3F5-5FDE050B25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6451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箭號: 五邊形 244">
                <a:extLst>
                  <a:ext uri="{FF2B5EF4-FFF2-40B4-BE49-F238E27FC236}">
                    <a16:creationId xmlns:a16="http://schemas.microsoft.com/office/drawing/2014/main" id="{716683B1-7112-442C-BA6B-20BA6DA90885}"/>
                  </a:ext>
                </a:extLst>
              </p:cNvPr>
              <p:cNvSpPr/>
              <p:nvPr/>
            </p:nvSpPr>
            <p:spPr>
              <a:xfrm>
                <a:off x="2157900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7" name="箭號: 五邊形 246">
                <a:extLst>
                  <a:ext uri="{FF2B5EF4-FFF2-40B4-BE49-F238E27FC236}">
                    <a16:creationId xmlns:a16="http://schemas.microsoft.com/office/drawing/2014/main" id="{22ADB349-3A36-4D21-A268-F7DDF5CD29DE}"/>
                  </a:ext>
                </a:extLst>
              </p:cNvPr>
              <p:cNvSpPr/>
              <p:nvPr/>
            </p:nvSpPr>
            <p:spPr>
              <a:xfrm>
                <a:off x="3010355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9" name="箭號: 五邊形 258">
                <a:extLst>
                  <a:ext uri="{FF2B5EF4-FFF2-40B4-BE49-F238E27FC236}">
                    <a16:creationId xmlns:a16="http://schemas.microsoft.com/office/drawing/2014/main" id="{6184F1F2-B96C-4736-BF82-6359C6CF0650}"/>
                  </a:ext>
                </a:extLst>
              </p:cNvPr>
              <p:cNvSpPr/>
              <p:nvPr/>
            </p:nvSpPr>
            <p:spPr>
              <a:xfrm>
                <a:off x="5493598" y="2392725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0" name="箭號: 五邊形 259">
                <a:extLst>
                  <a:ext uri="{FF2B5EF4-FFF2-40B4-BE49-F238E27FC236}">
                    <a16:creationId xmlns:a16="http://schemas.microsoft.com/office/drawing/2014/main" id="{1C43328A-D7FD-4D5A-BA47-CBE4C61C3086}"/>
                  </a:ext>
                </a:extLst>
              </p:cNvPr>
              <p:cNvSpPr/>
              <p:nvPr/>
            </p:nvSpPr>
            <p:spPr>
              <a:xfrm>
                <a:off x="4827834" y="2392725"/>
                <a:ext cx="64287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8" name="箭號: 五邊形 287">
                <a:extLst>
                  <a:ext uri="{FF2B5EF4-FFF2-40B4-BE49-F238E27FC236}">
                    <a16:creationId xmlns:a16="http://schemas.microsoft.com/office/drawing/2014/main" id="{29FB0E38-035F-4BAE-A59E-415767E1AD66}"/>
                  </a:ext>
                </a:extLst>
              </p:cNvPr>
              <p:cNvSpPr/>
              <p:nvPr/>
            </p:nvSpPr>
            <p:spPr>
              <a:xfrm>
                <a:off x="4095669" y="2392725"/>
                <a:ext cx="69748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1" name="箭號: 五邊形 290">
                <a:extLst>
                  <a:ext uri="{FF2B5EF4-FFF2-40B4-BE49-F238E27FC236}">
                    <a16:creationId xmlns:a16="http://schemas.microsoft.com/office/drawing/2014/main" id="{29DE310D-AC9E-496D-9529-A153165B1EB3}"/>
                  </a:ext>
                </a:extLst>
              </p:cNvPr>
              <p:cNvSpPr/>
              <p:nvPr/>
            </p:nvSpPr>
            <p:spPr>
              <a:xfrm>
                <a:off x="6175217" y="239272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97" name="直線接點 296">
                <a:extLst>
                  <a:ext uri="{FF2B5EF4-FFF2-40B4-BE49-F238E27FC236}">
                    <a16:creationId xmlns:a16="http://schemas.microsoft.com/office/drawing/2014/main" id="{EDFDB733-EFB1-44D9-9B86-0E2773ACA6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9017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線接點 298">
                <a:extLst>
                  <a:ext uri="{FF2B5EF4-FFF2-40B4-BE49-F238E27FC236}">
                    <a16:creationId xmlns:a16="http://schemas.microsoft.com/office/drawing/2014/main" id="{D0264EB0-6AE4-4887-926A-B5E8EEB9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7835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3" name="群組 352">
              <a:extLst>
                <a:ext uri="{FF2B5EF4-FFF2-40B4-BE49-F238E27FC236}">
                  <a16:creationId xmlns:a16="http://schemas.microsoft.com/office/drawing/2014/main" id="{C5A970A8-5126-4732-BAA0-B8DEC38FE805}"/>
                </a:ext>
              </a:extLst>
            </p:cNvPr>
            <p:cNvGrpSpPr/>
            <p:nvPr/>
          </p:nvGrpSpPr>
          <p:grpSpPr>
            <a:xfrm>
              <a:off x="1862192" y="1561666"/>
              <a:ext cx="9758173" cy="96325"/>
              <a:chOff x="1862192" y="2286019"/>
              <a:chExt cx="9758173" cy="96325"/>
            </a:xfrm>
          </p:grpSpPr>
          <p:sp>
            <p:nvSpPr>
              <p:cNvPr id="165" name="箭號: 五邊形 164">
                <a:extLst>
                  <a:ext uri="{FF2B5EF4-FFF2-40B4-BE49-F238E27FC236}">
                    <a16:creationId xmlns:a16="http://schemas.microsoft.com/office/drawing/2014/main" id="{E2C1BA22-090C-437E-9784-D05B00D7E837}"/>
                  </a:ext>
                </a:extLst>
              </p:cNvPr>
              <p:cNvSpPr/>
              <p:nvPr/>
            </p:nvSpPr>
            <p:spPr>
              <a:xfrm>
                <a:off x="7086897" y="2294588"/>
                <a:ext cx="104522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6" name="箭號: 五邊形 165">
                <a:extLst>
                  <a:ext uri="{FF2B5EF4-FFF2-40B4-BE49-F238E27FC236}">
                    <a16:creationId xmlns:a16="http://schemas.microsoft.com/office/drawing/2014/main" id="{16F2498F-9797-4ECC-89C0-CFBDEF2EB915}"/>
                  </a:ext>
                </a:extLst>
              </p:cNvPr>
              <p:cNvSpPr/>
              <p:nvPr/>
            </p:nvSpPr>
            <p:spPr>
              <a:xfrm>
                <a:off x="6517284" y="2294588"/>
                <a:ext cx="52203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7" name="箭號: 五邊形 166">
                <a:extLst>
                  <a:ext uri="{FF2B5EF4-FFF2-40B4-BE49-F238E27FC236}">
                    <a16:creationId xmlns:a16="http://schemas.microsoft.com/office/drawing/2014/main" id="{FE18B25B-32DF-476B-9C67-5AEBF519B8D6}"/>
                  </a:ext>
                </a:extLst>
              </p:cNvPr>
              <p:cNvSpPr/>
              <p:nvPr/>
            </p:nvSpPr>
            <p:spPr>
              <a:xfrm>
                <a:off x="8179700" y="2294588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8" name="箭號: 五邊形 177">
                <a:extLst>
                  <a:ext uri="{FF2B5EF4-FFF2-40B4-BE49-F238E27FC236}">
                    <a16:creationId xmlns:a16="http://schemas.microsoft.com/office/drawing/2014/main" id="{82FC73D0-FD27-4072-87F4-A5CAF23FE28B}"/>
                  </a:ext>
                </a:extLst>
              </p:cNvPr>
              <p:cNvSpPr/>
              <p:nvPr/>
            </p:nvSpPr>
            <p:spPr>
              <a:xfrm>
                <a:off x="10593898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9" name="箭號: 五邊形 178">
                <a:extLst>
                  <a:ext uri="{FF2B5EF4-FFF2-40B4-BE49-F238E27FC236}">
                    <a16:creationId xmlns:a16="http://schemas.microsoft.com/office/drawing/2014/main" id="{D7D588F2-6D91-426B-95D2-FD7D6D9977B5}"/>
                  </a:ext>
                </a:extLst>
              </p:cNvPr>
              <p:cNvSpPr/>
              <p:nvPr/>
            </p:nvSpPr>
            <p:spPr>
              <a:xfrm>
                <a:off x="9979501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2" name="箭號: 五邊形 201">
                <a:extLst>
                  <a:ext uri="{FF2B5EF4-FFF2-40B4-BE49-F238E27FC236}">
                    <a16:creationId xmlns:a16="http://schemas.microsoft.com/office/drawing/2014/main" id="{BD1B220E-4A95-4F3E-96AD-7AE20A203DBC}"/>
                  </a:ext>
                </a:extLst>
              </p:cNvPr>
              <p:cNvSpPr/>
              <p:nvPr/>
            </p:nvSpPr>
            <p:spPr>
              <a:xfrm>
                <a:off x="8883861" y="2294588"/>
                <a:ext cx="7732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9" name="箭號: 五邊形 208">
                <a:extLst>
                  <a:ext uri="{FF2B5EF4-FFF2-40B4-BE49-F238E27FC236}">
                    <a16:creationId xmlns:a16="http://schemas.microsoft.com/office/drawing/2014/main" id="{A0067739-FDE6-4350-B1CD-719D36A01733}"/>
                  </a:ext>
                </a:extLst>
              </p:cNvPr>
              <p:cNvSpPr/>
              <p:nvPr/>
            </p:nvSpPr>
            <p:spPr>
              <a:xfrm>
                <a:off x="11201361" y="2294588"/>
                <a:ext cx="41900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13" name="直線接點 212">
                <a:extLst>
                  <a:ext uri="{FF2B5EF4-FFF2-40B4-BE49-F238E27FC236}">
                    <a16:creationId xmlns:a16="http://schemas.microsoft.com/office/drawing/2014/main" id="{7A099583-EB6F-441C-B94D-4951319C0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0016" y="2290189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手繪多邊形: 圖案 217">
                <a:extLst>
                  <a:ext uri="{FF2B5EF4-FFF2-40B4-BE49-F238E27FC236}">
                    <a16:creationId xmlns:a16="http://schemas.microsoft.com/office/drawing/2014/main" id="{BFF55C28-85B5-41DD-97F4-D9D6C70B64F8}"/>
                  </a:ext>
                </a:extLst>
              </p:cNvPr>
              <p:cNvSpPr/>
              <p:nvPr/>
            </p:nvSpPr>
            <p:spPr>
              <a:xfrm>
                <a:off x="6996750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48" name="箭號: 五邊形 247">
                <a:extLst>
                  <a:ext uri="{FF2B5EF4-FFF2-40B4-BE49-F238E27FC236}">
                    <a16:creationId xmlns:a16="http://schemas.microsoft.com/office/drawing/2014/main" id="{1211CEA6-2E8C-4DDC-AC80-DE5007E9D992}"/>
                  </a:ext>
                </a:extLst>
              </p:cNvPr>
              <p:cNvSpPr/>
              <p:nvPr/>
            </p:nvSpPr>
            <p:spPr>
              <a:xfrm>
                <a:off x="2614367" y="2294588"/>
                <a:ext cx="77913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9" name="箭號: 五邊形 248">
                <a:extLst>
                  <a:ext uri="{FF2B5EF4-FFF2-40B4-BE49-F238E27FC236}">
                    <a16:creationId xmlns:a16="http://schemas.microsoft.com/office/drawing/2014/main" id="{76352802-E919-40F4-BE7A-1CF9A18D4551}"/>
                  </a:ext>
                </a:extLst>
              </p:cNvPr>
              <p:cNvSpPr/>
              <p:nvPr/>
            </p:nvSpPr>
            <p:spPr>
              <a:xfrm>
                <a:off x="1862192" y="2294588"/>
                <a:ext cx="43850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0" name="箭號: 五邊形 249">
                <a:extLst>
                  <a:ext uri="{FF2B5EF4-FFF2-40B4-BE49-F238E27FC236}">
                    <a16:creationId xmlns:a16="http://schemas.microsoft.com/office/drawing/2014/main" id="{B0AE88CE-9181-45B7-8CC4-C998DC9B81B9}"/>
                  </a:ext>
                </a:extLst>
              </p:cNvPr>
              <p:cNvSpPr/>
              <p:nvPr/>
            </p:nvSpPr>
            <p:spPr>
              <a:xfrm>
                <a:off x="3441084" y="2294588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1" name="箭號: 五邊形 260">
                <a:extLst>
                  <a:ext uri="{FF2B5EF4-FFF2-40B4-BE49-F238E27FC236}">
                    <a16:creationId xmlns:a16="http://schemas.microsoft.com/office/drawing/2014/main" id="{BF64A9F3-1E3C-4E4F-8E30-99A722C730F0}"/>
                  </a:ext>
                </a:extLst>
              </p:cNvPr>
              <p:cNvSpPr/>
              <p:nvPr/>
            </p:nvSpPr>
            <p:spPr>
              <a:xfrm>
                <a:off x="5855282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2" name="箭號: 五邊形 261">
                <a:extLst>
                  <a:ext uri="{FF2B5EF4-FFF2-40B4-BE49-F238E27FC236}">
                    <a16:creationId xmlns:a16="http://schemas.microsoft.com/office/drawing/2014/main" id="{250CBEEF-6252-4A60-92A5-0FAE85AE2EF3}"/>
                  </a:ext>
                </a:extLst>
              </p:cNvPr>
              <p:cNvSpPr/>
              <p:nvPr/>
            </p:nvSpPr>
            <p:spPr>
              <a:xfrm>
                <a:off x="5079358" y="2294588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5" name="箭號: 五邊形 284">
                <a:extLst>
                  <a:ext uri="{FF2B5EF4-FFF2-40B4-BE49-F238E27FC236}">
                    <a16:creationId xmlns:a16="http://schemas.microsoft.com/office/drawing/2014/main" id="{27698D28-F354-40F2-99B8-17C9BAB1BBFB}"/>
                  </a:ext>
                </a:extLst>
              </p:cNvPr>
              <p:cNvSpPr/>
              <p:nvPr/>
            </p:nvSpPr>
            <p:spPr>
              <a:xfrm>
                <a:off x="4145245" y="2294588"/>
                <a:ext cx="7732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96" name="直線接點 295">
                <a:extLst>
                  <a:ext uri="{FF2B5EF4-FFF2-40B4-BE49-F238E27FC236}">
                    <a16:creationId xmlns:a16="http://schemas.microsoft.com/office/drawing/2014/main" id="{46D10E47-D94F-4E69-9959-9E963C075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1400" y="2290189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51380BA6-85F8-4906-8899-713AE8FBA450}"/>
                  </a:ext>
                </a:extLst>
              </p:cNvPr>
              <p:cNvSpPr/>
              <p:nvPr/>
            </p:nvSpPr>
            <p:spPr>
              <a:xfrm>
                <a:off x="2258134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74" name="群組 473">
              <a:extLst>
                <a:ext uri="{FF2B5EF4-FFF2-40B4-BE49-F238E27FC236}">
                  <a16:creationId xmlns:a16="http://schemas.microsoft.com/office/drawing/2014/main" id="{2B8D5D97-0E1C-4D3B-9FE0-DB12653B1BC0}"/>
                </a:ext>
              </a:extLst>
            </p:cNvPr>
            <p:cNvGrpSpPr/>
            <p:nvPr/>
          </p:nvGrpSpPr>
          <p:grpSpPr>
            <a:xfrm>
              <a:off x="2182398" y="796076"/>
              <a:ext cx="9286774" cy="96325"/>
              <a:chOff x="2182398" y="1085334"/>
              <a:chExt cx="9286774" cy="96325"/>
            </a:xfrm>
          </p:grpSpPr>
          <p:sp>
            <p:nvSpPr>
              <p:cNvPr id="156" name="箭號: 五邊形 155">
                <a:extLst>
                  <a:ext uri="{FF2B5EF4-FFF2-40B4-BE49-F238E27FC236}">
                    <a16:creationId xmlns:a16="http://schemas.microsoft.com/office/drawing/2014/main" id="{55643661-A9E3-4356-9EF3-18B9B0A276F7}"/>
                  </a:ext>
                </a:extLst>
              </p:cNvPr>
              <p:cNvSpPr/>
              <p:nvPr/>
            </p:nvSpPr>
            <p:spPr>
              <a:xfrm>
                <a:off x="7939279" y="1093903"/>
                <a:ext cx="31209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57" name="直線接點 156">
                <a:extLst>
                  <a:ext uri="{FF2B5EF4-FFF2-40B4-BE49-F238E27FC236}">
                    <a16:creationId xmlns:a16="http://schemas.microsoft.com/office/drawing/2014/main" id="{20AFB1BC-50D3-472F-81CE-69243FD785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35354" y="108950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手繪多邊形: 圖案 157">
                <a:extLst>
                  <a:ext uri="{FF2B5EF4-FFF2-40B4-BE49-F238E27FC236}">
                    <a16:creationId xmlns:a16="http://schemas.microsoft.com/office/drawing/2014/main" id="{07EC5FDD-5190-4CE4-AA68-AED08917A665}"/>
                  </a:ext>
                </a:extLst>
              </p:cNvPr>
              <p:cNvSpPr/>
              <p:nvPr/>
            </p:nvSpPr>
            <p:spPr>
              <a:xfrm>
                <a:off x="8199441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95" name="箭號: 五邊形 194">
                <a:extLst>
                  <a:ext uri="{FF2B5EF4-FFF2-40B4-BE49-F238E27FC236}">
                    <a16:creationId xmlns:a16="http://schemas.microsoft.com/office/drawing/2014/main" id="{6ACCA00F-3195-4A2E-B427-5096F6780126}"/>
                  </a:ext>
                </a:extLst>
              </p:cNvPr>
              <p:cNvSpPr/>
              <p:nvPr/>
            </p:nvSpPr>
            <p:spPr>
              <a:xfrm>
                <a:off x="10316931" y="1093903"/>
                <a:ext cx="51421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96" name="直線接點 195">
                <a:extLst>
                  <a:ext uri="{FF2B5EF4-FFF2-40B4-BE49-F238E27FC236}">
                    <a16:creationId xmlns:a16="http://schemas.microsoft.com/office/drawing/2014/main" id="{E4859FE3-1866-4736-B8ED-6CB4053F90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08950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箭號: 五邊形 196">
                <a:extLst>
                  <a:ext uri="{FF2B5EF4-FFF2-40B4-BE49-F238E27FC236}">
                    <a16:creationId xmlns:a16="http://schemas.microsoft.com/office/drawing/2014/main" id="{6F68AD66-F8F8-4D41-9D5E-63E47DB7FBC0}"/>
                  </a:ext>
                </a:extLst>
              </p:cNvPr>
              <p:cNvSpPr/>
              <p:nvPr/>
            </p:nvSpPr>
            <p:spPr>
              <a:xfrm>
                <a:off x="10867516" y="1093903"/>
                <a:ext cx="60165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8" name="箭號: 五邊形 277">
                <a:extLst>
                  <a:ext uri="{FF2B5EF4-FFF2-40B4-BE49-F238E27FC236}">
                    <a16:creationId xmlns:a16="http://schemas.microsoft.com/office/drawing/2014/main" id="{9305E86B-7F70-44EE-92A7-47BFF44E4FCA}"/>
                  </a:ext>
                </a:extLst>
              </p:cNvPr>
              <p:cNvSpPr/>
              <p:nvPr/>
            </p:nvSpPr>
            <p:spPr>
              <a:xfrm>
                <a:off x="2182398" y="1093903"/>
                <a:ext cx="3858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0" name="箭號: 五邊形 279">
                <a:extLst>
                  <a:ext uri="{FF2B5EF4-FFF2-40B4-BE49-F238E27FC236}">
                    <a16:creationId xmlns:a16="http://schemas.microsoft.com/office/drawing/2014/main" id="{A8121B28-3D7B-4EF9-94F7-2E2BE4D0A46F}"/>
                  </a:ext>
                </a:extLst>
              </p:cNvPr>
              <p:cNvSpPr/>
              <p:nvPr/>
            </p:nvSpPr>
            <p:spPr>
              <a:xfrm>
                <a:off x="2604650" y="1093903"/>
                <a:ext cx="83409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4" name="手繪多邊形: 圖案 303">
                <a:extLst>
                  <a:ext uri="{FF2B5EF4-FFF2-40B4-BE49-F238E27FC236}">
                    <a16:creationId xmlns:a16="http://schemas.microsoft.com/office/drawing/2014/main" id="{E763B9F0-F6CA-4D14-9332-AE69CB10A759}"/>
                  </a:ext>
                </a:extLst>
              </p:cNvPr>
              <p:cNvSpPr/>
              <p:nvPr/>
            </p:nvSpPr>
            <p:spPr>
              <a:xfrm>
                <a:off x="3386804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59" name="群組 358">
              <a:extLst>
                <a:ext uri="{FF2B5EF4-FFF2-40B4-BE49-F238E27FC236}">
                  <a16:creationId xmlns:a16="http://schemas.microsoft.com/office/drawing/2014/main" id="{CDEC24C1-B700-4D8D-AD13-9E2276A674FD}"/>
                </a:ext>
              </a:extLst>
            </p:cNvPr>
            <p:cNvGrpSpPr/>
            <p:nvPr/>
          </p:nvGrpSpPr>
          <p:grpSpPr>
            <a:xfrm>
              <a:off x="2252074" y="1014816"/>
              <a:ext cx="9486148" cy="96325"/>
              <a:chOff x="2252074" y="1771386"/>
              <a:chExt cx="9486148" cy="96325"/>
            </a:xfrm>
          </p:grpSpPr>
          <p:sp>
            <p:nvSpPr>
              <p:cNvPr id="150" name="箭號: 五邊形 149">
                <a:extLst>
                  <a:ext uri="{FF2B5EF4-FFF2-40B4-BE49-F238E27FC236}">
                    <a16:creationId xmlns:a16="http://schemas.microsoft.com/office/drawing/2014/main" id="{4F854577-443F-4039-8307-FF66353640D9}"/>
                  </a:ext>
                </a:extLst>
              </p:cNvPr>
              <p:cNvSpPr/>
              <p:nvPr/>
            </p:nvSpPr>
            <p:spPr>
              <a:xfrm>
                <a:off x="7769656" y="1779955"/>
                <a:ext cx="66520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66AC3714-2B0A-4637-A608-C03B6C5CF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5731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手繪多邊形: 圖案 151">
                <a:extLst>
                  <a:ext uri="{FF2B5EF4-FFF2-40B4-BE49-F238E27FC236}">
                    <a16:creationId xmlns:a16="http://schemas.microsoft.com/office/drawing/2014/main" id="{56333795-58E4-48E6-BDC8-9929BE7000BC}"/>
                  </a:ext>
                </a:extLst>
              </p:cNvPr>
              <p:cNvSpPr/>
              <p:nvPr/>
            </p:nvSpPr>
            <p:spPr>
              <a:xfrm>
                <a:off x="8382922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91" name="箭號: 五邊形 190">
                <a:extLst>
                  <a:ext uri="{FF2B5EF4-FFF2-40B4-BE49-F238E27FC236}">
                    <a16:creationId xmlns:a16="http://schemas.microsoft.com/office/drawing/2014/main" id="{9A9B8206-BB77-455F-BC53-9C51DCDAE432}"/>
                  </a:ext>
                </a:extLst>
              </p:cNvPr>
              <p:cNvSpPr/>
              <p:nvPr/>
            </p:nvSpPr>
            <p:spPr>
              <a:xfrm>
                <a:off x="11345931" y="1779955"/>
                <a:ext cx="39229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2" name="箭號: 五邊形 191">
                <a:extLst>
                  <a:ext uri="{FF2B5EF4-FFF2-40B4-BE49-F238E27FC236}">
                    <a16:creationId xmlns:a16="http://schemas.microsoft.com/office/drawing/2014/main" id="{84178467-DE3A-42E9-B229-D6173F458BB0}"/>
                  </a:ext>
                </a:extLst>
              </p:cNvPr>
              <p:cNvSpPr/>
              <p:nvPr/>
            </p:nvSpPr>
            <p:spPr>
              <a:xfrm>
                <a:off x="10313006" y="1779955"/>
                <a:ext cx="75599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99" name="直線接點 198">
                <a:extLst>
                  <a:ext uri="{FF2B5EF4-FFF2-40B4-BE49-F238E27FC236}">
                    <a16:creationId xmlns:a16="http://schemas.microsoft.com/office/drawing/2014/main" id="{AA3EB3D5-27EA-4B7D-82F0-48331C3F30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4" name="箭號: 五邊形 273">
                <a:extLst>
                  <a:ext uri="{FF2B5EF4-FFF2-40B4-BE49-F238E27FC236}">
                    <a16:creationId xmlns:a16="http://schemas.microsoft.com/office/drawing/2014/main" id="{0A69504A-C1AE-46D2-ADC1-16682B9E3413}"/>
                  </a:ext>
                </a:extLst>
              </p:cNvPr>
              <p:cNvSpPr/>
              <p:nvPr/>
            </p:nvSpPr>
            <p:spPr>
              <a:xfrm>
                <a:off x="3083066" y="1779955"/>
                <a:ext cx="35567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5" name="箭號: 五邊形 274">
                <a:extLst>
                  <a:ext uri="{FF2B5EF4-FFF2-40B4-BE49-F238E27FC236}">
                    <a16:creationId xmlns:a16="http://schemas.microsoft.com/office/drawing/2014/main" id="{29AA828C-F0CB-4B7E-ACAB-2A6F041DA79B}"/>
                  </a:ext>
                </a:extLst>
              </p:cNvPr>
              <p:cNvSpPr/>
              <p:nvPr/>
            </p:nvSpPr>
            <p:spPr>
              <a:xfrm>
                <a:off x="2252074" y="177995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6" name="手繪多邊形: 圖案 305">
                <a:extLst>
                  <a:ext uri="{FF2B5EF4-FFF2-40B4-BE49-F238E27FC236}">
                    <a16:creationId xmlns:a16="http://schemas.microsoft.com/office/drawing/2014/main" id="{D349531E-5FA9-42D0-9A5B-8A169C662726}"/>
                  </a:ext>
                </a:extLst>
              </p:cNvPr>
              <p:cNvSpPr/>
              <p:nvPr/>
            </p:nvSpPr>
            <p:spPr>
              <a:xfrm>
                <a:off x="338680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箭號: 五邊形 325">
                <a:extLst>
                  <a:ext uri="{FF2B5EF4-FFF2-40B4-BE49-F238E27FC236}">
                    <a16:creationId xmlns:a16="http://schemas.microsoft.com/office/drawing/2014/main" id="{BAAC5EB4-A788-4713-92C0-087B42BD9442}"/>
                  </a:ext>
                </a:extLst>
              </p:cNvPr>
              <p:cNvSpPr/>
              <p:nvPr/>
            </p:nvSpPr>
            <p:spPr>
              <a:xfrm>
                <a:off x="5390205" y="1779955"/>
                <a:ext cx="6994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332" name="直線接點 331">
                <a:extLst>
                  <a:ext uri="{FF2B5EF4-FFF2-40B4-BE49-F238E27FC236}">
                    <a16:creationId xmlns:a16="http://schemas.microsoft.com/office/drawing/2014/main" id="{15352FDB-1366-4F37-98C9-D9AFAC5D1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8" name="箭號: 五邊形 337">
                <a:extLst>
                  <a:ext uri="{FF2B5EF4-FFF2-40B4-BE49-F238E27FC236}">
                    <a16:creationId xmlns:a16="http://schemas.microsoft.com/office/drawing/2014/main" id="{2C77D81C-A1D0-4D40-A742-8E7E6714CACA}"/>
                  </a:ext>
                </a:extLst>
              </p:cNvPr>
              <p:cNvSpPr/>
              <p:nvPr/>
            </p:nvSpPr>
            <p:spPr>
              <a:xfrm>
                <a:off x="6129731" y="1779955"/>
                <a:ext cx="8456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44" name="手繪多邊形: 圖案 343">
                <a:extLst>
                  <a:ext uri="{FF2B5EF4-FFF2-40B4-BE49-F238E27FC236}">
                    <a16:creationId xmlns:a16="http://schemas.microsoft.com/office/drawing/2014/main" id="{D01029DF-346D-49B1-BB4F-62018CEDC615}"/>
                  </a:ext>
                </a:extLst>
              </p:cNvPr>
              <p:cNvSpPr/>
              <p:nvPr/>
            </p:nvSpPr>
            <p:spPr>
              <a:xfrm>
                <a:off x="616951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76" name="群組 475">
              <a:extLst>
                <a:ext uri="{FF2B5EF4-FFF2-40B4-BE49-F238E27FC236}">
                  <a16:creationId xmlns:a16="http://schemas.microsoft.com/office/drawing/2014/main" id="{477900C1-914B-49FE-803A-DCEC14ECA7DC}"/>
                </a:ext>
              </a:extLst>
            </p:cNvPr>
            <p:cNvGrpSpPr/>
            <p:nvPr/>
          </p:nvGrpSpPr>
          <p:grpSpPr>
            <a:xfrm>
              <a:off x="2050140" y="1124186"/>
              <a:ext cx="9809486" cy="96325"/>
              <a:chOff x="2050140" y="1413444"/>
              <a:chExt cx="9809486" cy="96325"/>
            </a:xfrm>
          </p:grpSpPr>
          <p:sp>
            <p:nvSpPr>
              <p:cNvPr id="475" name="箭號: 五邊形 474">
                <a:extLst>
                  <a:ext uri="{FF2B5EF4-FFF2-40B4-BE49-F238E27FC236}">
                    <a16:creationId xmlns:a16="http://schemas.microsoft.com/office/drawing/2014/main" id="{17196119-E89C-4F2F-A468-4A70374F4EE2}"/>
                  </a:ext>
                </a:extLst>
              </p:cNvPr>
              <p:cNvSpPr/>
              <p:nvPr/>
            </p:nvSpPr>
            <p:spPr>
              <a:xfrm>
                <a:off x="8253678" y="1421684"/>
                <a:ext cx="27956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7" name="箭號: 五邊形 146">
                <a:extLst>
                  <a:ext uri="{FF2B5EF4-FFF2-40B4-BE49-F238E27FC236}">
                    <a16:creationId xmlns:a16="http://schemas.microsoft.com/office/drawing/2014/main" id="{A0F072B4-EDD7-45EC-8725-F8C16ADBBD4B}"/>
                  </a:ext>
                </a:extLst>
              </p:cNvPr>
              <p:cNvSpPr/>
              <p:nvPr/>
            </p:nvSpPr>
            <p:spPr>
              <a:xfrm>
                <a:off x="7686607" y="1422013"/>
                <a:ext cx="5519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48" name="直線接點 147">
                <a:extLst>
                  <a:ext uri="{FF2B5EF4-FFF2-40B4-BE49-F238E27FC236}">
                    <a16:creationId xmlns:a16="http://schemas.microsoft.com/office/drawing/2014/main" id="{C5F7709D-7BCC-4911-805D-5C69F410AD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2681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37F63BED-7378-411A-AC75-B924031FCAF7}"/>
                  </a:ext>
                </a:extLst>
              </p:cNvPr>
              <p:cNvSpPr/>
              <p:nvPr/>
            </p:nvSpPr>
            <p:spPr>
              <a:xfrm>
                <a:off x="8484818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89" name="箭號: 五邊形 188">
                <a:extLst>
                  <a:ext uri="{FF2B5EF4-FFF2-40B4-BE49-F238E27FC236}">
                    <a16:creationId xmlns:a16="http://schemas.microsoft.com/office/drawing/2014/main" id="{17AA8AB8-03FE-48DD-824C-872ED6CBA70B}"/>
                  </a:ext>
                </a:extLst>
              </p:cNvPr>
              <p:cNvSpPr/>
              <p:nvPr/>
            </p:nvSpPr>
            <p:spPr>
              <a:xfrm>
                <a:off x="10612603" y="1422013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0" name="箭號: 五邊形 189">
                <a:extLst>
                  <a:ext uri="{FF2B5EF4-FFF2-40B4-BE49-F238E27FC236}">
                    <a16:creationId xmlns:a16="http://schemas.microsoft.com/office/drawing/2014/main" id="{99B59B29-0FF0-4EE5-8EB3-6B436E90307D}"/>
                  </a:ext>
                </a:extLst>
              </p:cNvPr>
              <p:cNvSpPr/>
              <p:nvPr/>
            </p:nvSpPr>
            <p:spPr>
              <a:xfrm>
                <a:off x="10313006" y="1422013"/>
                <a:ext cx="2517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00" name="直線接點 199">
                <a:extLst>
                  <a:ext uri="{FF2B5EF4-FFF2-40B4-BE49-F238E27FC236}">
                    <a16:creationId xmlns:a16="http://schemas.microsoft.com/office/drawing/2014/main" id="{309157B1-75BC-491C-A401-B3E24A9346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箭號: 五邊形 210">
                <a:extLst>
                  <a:ext uri="{FF2B5EF4-FFF2-40B4-BE49-F238E27FC236}">
                    <a16:creationId xmlns:a16="http://schemas.microsoft.com/office/drawing/2014/main" id="{1A24156F-0702-4F3C-83AF-D4AA20BB7519}"/>
                  </a:ext>
                </a:extLst>
              </p:cNvPr>
              <p:cNvSpPr/>
              <p:nvPr/>
            </p:nvSpPr>
            <p:spPr>
              <a:xfrm>
                <a:off x="11443526" y="1422013"/>
                <a:ext cx="41610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2" name="箭號: 五邊形 271">
                <a:extLst>
                  <a:ext uri="{FF2B5EF4-FFF2-40B4-BE49-F238E27FC236}">
                    <a16:creationId xmlns:a16="http://schemas.microsoft.com/office/drawing/2014/main" id="{FE178C27-B05F-4C05-972C-5AD0E5B02F0A}"/>
                  </a:ext>
                </a:extLst>
              </p:cNvPr>
              <p:cNvSpPr/>
              <p:nvPr/>
            </p:nvSpPr>
            <p:spPr>
              <a:xfrm>
                <a:off x="2349737" y="1422013"/>
                <a:ext cx="49468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3" name="箭號: 五邊形 272">
                <a:extLst>
                  <a:ext uri="{FF2B5EF4-FFF2-40B4-BE49-F238E27FC236}">
                    <a16:creationId xmlns:a16="http://schemas.microsoft.com/office/drawing/2014/main" id="{F5517182-ECAD-4AC7-B5A1-0EC1CA3C1401}"/>
                  </a:ext>
                </a:extLst>
              </p:cNvPr>
              <p:cNvSpPr/>
              <p:nvPr/>
            </p:nvSpPr>
            <p:spPr>
              <a:xfrm>
                <a:off x="2050140" y="1422013"/>
                <a:ext cx="2517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4" name="箭號: 五邊形 293">
                <a:extLst>
                  <a:ext uri="{FF2B5EF4-FFF2-40B4-BE49-F238E27FC236}">
                    <a16:creationId xmlns:a16="http://schemas.microsoft.com/office/drawing/2014/main" id="{0F50642A-1854-454C-932D-286DC031C905}"/>
                  </a:ext>
                </a:extLst>
              </p:cNvPr>
              <p:cNvSpPr/>
              <p:nvPr/>
            </p:nvSpPr>
            <p:spPr>
              <a:xfrm>
                <a:off x="2920660" y="1422013"/>
                <a:ext cx="5192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7" name="手繪多邊形: 圖案 306">
                <a:extLst>
                  <a:ext uri="{FF2B5EF4-FFF2-40B4-BE49-F238E27FC236}">
                    <a16:creationId xmlns:a16="http://schemas.microsoft.com/office/drawing/2014/main" id="{50640CAB-AB0D-45E0-9B4E-E3548F06913A}"/>
                  </a:ext>
                </a:extLst>
              </p:cNvPr>
              <p:cNvSpPr/>
              <p:nvPr/>
            </p:nvSpPr>
            <p:spPr>
              <a:xfrm>
                <a:off x="338680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箭號: 五邊形 323">
                <a:extLst>
                  <a:ext uri="{FF2B5EF4-FFF2-40B4-BE49-F238E27FC236}">
                    <a16:creationId xmlns:a16="http://schemas.microsoft.com/office/drawing/2014/main" id="{4F1EB031-82B2-4212-8448-9546704F8AA0}"/>
                  </a:ext>
                </a:extLst>
              </p:cNvPr>
              <p:cNvSpPr/>
              <p:nvPr/>
            </p:nvSpPr>
            <p:spPr>
              <a:xfrm>
                <a:off x="5608752" y="1422013"/>
                <a:ext cx="30723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25" name="箭號: 五邊形 324">
                <a:extLst>
                  <a:ext uri="{FF2B5EF4-FFF2-40B4-BE49-F238E27FC236}">
                    <a16:creationId xmlns:a16="http://schemas.microsoft.com/office/drawing/2014/main" id="{A43F6629-ABBD-4482-9100-639F791A2BD1}"/>
                  </a:ext>
                </a:extLst>
              </p:cNvPr>
              <p:cNvSpPr/>
              <p:nvPr/>
            </p:nvSpPr>
            <p:spPr>
              <a:xfrm>
                <a:off x="5390205" y="1422013"/>
                <a:ext cx="2065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333" name="直線接點 332">
                <a:extLst>
                  <a:ext uri="{FF2B5EF4-FFF2-40B4-BE49-F238E27FC236}">
                    <a16:creationId xmlns:a16="http://schemas.microsoft.com/office/drawing/2014/main" id="{70EF0C84-6D59-4791-8C08-75DF2B4EC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1" name="箭號: 五邊形 340">
                <a:extLst>
                  <a:ext uri="{FF2B5EF4-FFF2-40B4-BE49-F238E27FC236}">
                    <a16:creationId xmlns:a16="http://schemas.microsoft.com/office/drawing/2014/main" id="{B0564D70-8072-4EDA-AA10-B64720409EF9}"/>
                  </a:ext>
                </a:extLst>
              </p:cNvPr>
              <p:cNvSpPr/>
              <p:nvPr/>
            </p:nvSpPr>
            <p:spPr>
              <a:xfrm>
                <a:off x="5967326" y="1422013"/>
                <a:ext cx="25529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45" name="手繪多邊形: 圖案 344">
                <a:extLst>
                  <a:ext uri="{FF2B5EF4-FFF2-40B4-BE49-F238E27FC236}">
                    <a16:creationId xmlns:a16="http://schemas.microsoft.com/office/drawing/2014/main" id="{F833A10E-F7BF-466A-A9BF-DEE72C184296}"/>
                  </a:ext>
                </a:extLst>
              </p:cNvPr>
              <p:cNvSpPr/>
              <p:nvPr/>
            </p:nvSpPr>
            <p:spPr>
              <a:xfrm>
                <a:off x="616951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57" name="群組 356">
              <a:extLst>
                <a:ext uri="{FF2B5EF4-FFF2-40B4-BE49-F238E27FC236}">
                  <a16:creationId xmlns:a16="http://schemas.microsoft.com/office/drawing/2014/main" id="{D46EAB0A-6C30-4CC1-A705-46811C99D88B}"/>
                </a:ext>
              </a:extLst>
            </p:cNvPr>
            <p:cNvGrpSpPr/>
            <p:nvPr/>
          </p:nvGrpSpPr>
          <p:grpSpPr>
            <a:xfrm>
              <a:off x="2096567" y="1233556"/>
              <a:ext cx="9610333" cy="96325"/>
              <a:chOff x="2096567" y="1984708"/>
              <a:chExt cx="9610333" cy="96325"/>
            </a:xfrm>
          </p:grpSpPr>
          <p:sp>
            <p:nvSpPr>
              <p:cNvPr id="143" name="箭號: 五邊形 142">
                <a:extLst>
                  <a:ext uri="{FF2B5EF4-FFF2-40B4-BE49-F238E27FC236}">
                    <a16:creationId xmlns:a16="http://schemas.microsoft.com/office/drawing/2014/main" id="{F3F285A1-49C2-4EA6-A081-DBC788E375CA}"/>
                  </a:ext>
                </a:extLst>
              </p:cNvPr>
              <p:cNvSpPr/>
              <p:nvPr/>
            </p:nvSpPr>
            <p:spPr>
              <a:xfrm>
                <a:off x="8251670" y="1993277"/>
                <a:ext cx="38298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4" name="箭號: 五邊形 143">
                <a:extLst>
                  <a:ext uri="{FF2B5EF4-FFF2-40B4-BE49-F238E27FC236}">
                    <a16:creationId xmlns:a16="http://schemas.microsoft.com/office/drawing/2014/main" id="{648512A9-119A-4D9D-ADE8-3E2865598D59}"/>
                  </a:ext>
                </a:extLst>
              </p:cNvPr>
              <p:cNvSpPr/>
              <p:nvPr/>
            </p:nvSpPr>
            <p:spPr>
              <a:xfrm>
                <a:off x="7606754" y="1993277"/>
                <a:ext cx="5089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45" name="直線接點 144">
                <a:extLst>
                  <a:ext uri="{FF2B5EF4-FFF2-40B4-BE49-F238E27FC236}">
                    <a16:creationId xmlns:a16="http://schemas.microsoft.com/office/drawing/2014/main" id="{07B7008E-E0A7-4775-A8FA-BC1A34C13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2829" y="1988878"/>
                <a:ext cx="1173" cy="87984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A11A8FF1-279C-4302-8294-0A060401376B}"/>
                  </a:ext>
                </a:extLst>
              </p:cNvPr>
              <p:cNvSpPr/>
              <p:nvPr/>
            </p:nvSpPr>
            <p:spPr>
              <a:xfrm>
                <a:off x="8583893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箭號: 五邊形 192">
                <a:extLst>
                  <a:ext uri="{FF2B5EF4-FFF2-40B4-BE49-F238E27FC236}">
                    <a16:creationId xmlns:a16="http://schemas.microsoft.com/office/drawing/2014/main" id="{5C7CF9D6-3C5E-43B9-8E9F-13509FB40735}"/>
                  </a:ext>
                </a:extLst>
              </p:cNvPr>
              <p:cNvSpPr/>
              <p:nvPr/>
            </p:nvSpPr>
            <p:spPr>
              <a:xfrm>
                <a:off x="10316931" y="1993277"/>
                <a:ext cx="712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4" name="箭號: 五邊形 193">
                <a:extLst>
                  <a:ext uri="{FF2B5EF4-FFF2-40B4-BE49-F238E27FC236}">
                    <a16:creationId xmlns:a16="http://schemas.microsoft.com/office/drawing/2014/main" id="{56B61D04-3A81-4960-B2EF-14BA26DDBD8D}"/>
                  </a:ext>
                </a:extLst>
              </p:cNvPr>
              <p:cNvSpPr/>
              <p:nvPr/>
            </p:nvSpPr>
            <p:spPr>
              <a:xfrm>
                <a:off x="11251237" y="1993277"/>
                <a:ext cx="45566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01" name="直線接點 200">
                <a:extLst>
                  <a:ext uri="{FF2B5EF4-FFF2-40B4-BE49-F238E27FC236}">
                    <a16:creationId xmlns:a16="http://schemas.microsoft.com/office/drawing/2014/main" id="{F2A54D0D-FA6B-4D36-8562-917CC8FB53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988878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6" name="箭號: 五邊形 275">
                <a:extLst>
                  <a:ext uri="{FF2B5EF4-FFF2-40B4-BE49-F238E27FC236}">
                    <a16:creationId xmlns:a16="http://schemas.microsoft.com/office/drawing/2014/main" id="{8A1E9CB4-CBB6-4455-B6CF-FD30B5529F7A}"/>
                  </a:ext>
                </a:extLst>
              </p:cNvPr>
              <p:cNvSpPr/>
              <p:nvPr/>
            </p:nvSpPr>
            <p:spPr>
              <a:xfrm>
                <a:off x="2096567" y="1993277"/>
                <a:ext cx="66987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7" name="箭號: 五邊形 276">
                <a:extLst>
                  <a:ext uri="{FF2B5EF4-FFF2-40B4-BE49-F238E27FC236}">
                    <a16:creationId xmlns:a16="http://schemas.microsoft.com/office/drawing/2014/main" id="{95CD259B-9AE2-4374-98A9-E6FB63B6C091}"/>
                  </a:ext>
                </a:extLst>
              </p:cNvPr>
              <p:cNvSpPr/>
              <p:nvPr/>
            </p:nvSpPr>
            <p:spPr>
              <a:xfrm>
                <a:off x="2977709" y="1993277"/>
                <a:ext cx="46632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8" name="手繪多邊形: 圖案 307">
                <a:extLst>
                  <a:ext uri="{FF2B5EF4-FFF2-40B4-BE49-F238E27FC236}">
                    <a16:creationId xmlns:a16="http://schemas.microsoft.com/office/drawing/2014/main" id="{CACC6513-2C14-495A-BCA0-5C78896EC98B}"/>
                  </a:ext>
                </a:extLst>
              </p:cNvPr>
              <p:cNvSpPr/>
              <p:nvPr/>
            </p:nvSpPr>
            <p:spPr>
              <a:xfrm>
                <a:off x="338680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箭號: 五邊形 326">
                <a:extLst>
                  <a:ext uri="{FF2B5EF4-FFF2-40B4-BE49-F238E27FC236}">
                    <a16:creationId xmlns:a16="http://schemas.microsoft.com/office/drawing/2014/main" id="{AF9E61E7-7BA3-45F3-A8D6-DAC188D27BD2}"/>
                  </a:ext>
                </a:extLst>
              </p:cNvPr>
              <p:cNvSpPr/>
              <p:nvPr/>
            </p:nvSpPr>
            <p:spPr>
              <a:xfrm>
                <a:off x="5390203" y="1993277"/>
                <a:ext cx="4167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334" name="直線接點 333">
                <a:extLst>
                  <a:ext uri="{FF2B5EF4-FFF2-40B4-BE49-F238E27FC236}">
                    <a16:creationId xmlns:a16="http://schemas.microsoft.com/office/drawing/2014/main" id="{EF8718B3-B302-4EFC-A133-C7946B980F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988878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箭號: 五邊形 338">
                <a:extLst>
                  <a:ext uri="{FF2B5EF4-FFF2-40B4-BE49-F238E27FC236}">
                    <a16:creationId xmlns:a16="http://schemas.microsoft.com/office/drawing/2014/main" id="{3AD10D24-F8A2-4391-BED7-7E2797C5520D}"/>
                  </a:ext>
                </a:extLst>
              </p:cNvPr>
              <p:cNvSpPr/>
              <p:nvPr/>
            </p:nvSpPr>
            <p:spPr>
              <a:xfrm>
                <a:off x="5853972" y="1993277"/>
                <a:ext cx="36747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46" name="手繪多邊形: 圖案 345">
                <a:extLst>
                  <a:ext uri="{FF2B5EF4-FFF2-40B4-BE49-F238E27FC236}">
                    <a16:creationId xmlns:a16="http://schemas.microsoft.com/office/drawing/2014/main" id="{765E1629-1FE2-4F00-A07E-D184558EFC3E}"/>
                  </a:ext>
                </a:extLst>
              </p:cNvPr>
              <p:cNvSpPr/>
              <p:nvPr/>
            </p:nvSpPr>
            <p:spPr>
              <a:xfrm>
                <a:off x="616951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72" name="群組 471">
              <a:extLst>
                <a:ext uri="{FF2B5EF4-FFF2-40B4-BE49-F238E27FC236}">
                  <a16:creationId xmlns:a16="http://schemas.microsoft.com/office/drawing/2014/main" id="{007B5637-0E9A-478F-B093-F4E555858AB9}"/>
                </a:ext>
              </a:extLst>
            </p:cNvPr>
            <p:cNvGrpSpPr/>
            <p:nvPr/>
          </p:nvGrpSpPr>
          <p:grpSpPr>
            <a:xfrm>
              <a:off x="1962117" y="1342926"/>
              <a:ext cx="9703893" cy="96325"/>
              <a:chOff x="1962117" y="1632181"/>
              <a:chExt cx="9703893" cy="96325"/>
            </a:xfrm>
          </p:grpSpPr>
          <p:sp>
            <p:nvSpPr>
              <p:cNvPr id="139" name="箭號: 五邊形 138">
                <a:extLst>
                  <a:ext uri="{FF2B5EF4-FFF2-40B4-BE49-F238E27FC236}">
                    <a16:creationId xmlns:a16="http://schemas.microsoft.com/office/drawing/2014/main" id="{8C0B4F3C-2AFC-49E1-8EA6-2DC9E8D1FB60}"/>
                  </a:ext>
                </a:extLst>
              </p:cNvPr>
              <p:cNvSpPr/>
              <p:nvPr/>
            </p:nvSpPr>
            <p:spPr>
              <a:xfrm>
                <a:off x="7769656" y="1640750"/>
                <a:ext cx="94439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0" name="箭號: 五邊形 139">
                <a:extLst>
                  <a:ext uri="{FF2B5EF4-FFF2-40B4-BE49-F238E27FC236}">
                    <a16:creationId xmlns:a16="http://schemas.microsoft.com/office/drawing/2014/main" id="{F455B552-91F5-4571-A056-F9E1DE312B33}"/>
                  </a:ext>
                </a:extLst>
              </p:cNvPr>
              <p:cNvSpPr/>
              <p:nvPr/>
            </p:nvSpPr>
            <p:spPr>
              <a:xfrm>
                <a:off x="7435735" y="1640750"/>
                <a:ext cx="3125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99845397-372D-4F7F-91BE-CD040C2E2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1810" y="1636351"/>
                <a:ext cx="1173" cy="87984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786468D3-7009-46B1-9DFB-10B5E0FAA462}"/>
                  </a:ext>
                </a:extLst>
              </p:cNvPr>
              <p:cNvSpPr/>
              <p:nvPr/>
            </p:nvSpPr>
            <p:spPr>
              <a:xfrm>
                <a:off x="8664461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84" name="箭號: 五邊形 183">
                <a:extLst>
                  <a:ext uri="{FF2B5EF4-FFF2-40B4-BE49-F238E27FC236}">
                    <a16:creationId xmlns:a16="http://schemas.microsoft.com/office/drawing/2014/main" id="{AD8C1D66-10DB-4693-AEB4-9F2D36A3BB11}"/>
                  </a:ext>
                </a:extLst>
              </p:cNvPr>
              <p:cNvSpPr/>
              <p:nvPr/>
            </p:nvSpPr>
            <p:spPr>
              <a:xfrm>
                <a:off x="10316931" y="1640750"/>
                <a:ext cx="51421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33C57163-8EF0-4B23-A3F0-6574484C0A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636351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箭號: 五邊形 185">
                <a:extLst>
                  <a:ext uri="{FF2B5EF4-FFF2-40B4-BE49-F238E27FC236}">
                    <a16:creationId xmlns:a16="http://schemas.microsoft.com/office/drawing/2014/main" id="{27FBB72B-7DA4-408B-A01B-412FE7949B8A}"/>
                  </a:ext>
                </a:extLst>
              </p:cNvPr>
              <p:cNvSpPr/>
              <p:nvPr/>
            </p:nvSpPr>
            <p:spPr>
              <a:xfrm>
                <a:off x="11029282" y="1640750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7" name="箭號: 五邊形 266">
                <a:extLst>
                  <a:ext uri="{FF2B5EF4-FFF2-40B4-BE49-F238E27FC236}">
                    <a16:creationId xmlns:a16="http://schemas.microsoft.com/office/drawing/2014/main" id="{1E41B3D8-4398-4509-880A-9C168581170A}"/>
                  </a:ext>
                </a:extLst>
              </p:cNvPr>
              <p:cNvSpPr/>
              <p:nvPr/>
            </p:nvSpPr>
            <p:spPr>
              <a:xfrm>
                <a:off x="1962117" y="1640750"/>
                <a:ext cx="6061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9" name="箭號: 五邊形 268">
                <a:extLst>
                  <a:ext uri="{FF2B5EF4-FFF2-40B4-BE49-F238E27FC236}">
                    <a16:creationId xmlns:a16="http://schemas.microsoft.com/office/drawing/2014/main" id="{7B9C85FD-BE37-4DC9-A2A0-AC5E61477660}"/>
                  </a:ext>
                </a:extLst>
              </p:cNvPr>
              <p:cNvSpPr/>
              <p:nvPr/>
            </p:nvSpPr>
            <p:spPr>
              <a:xfrm>
                <a:off x="2604650" y="1640750"/>
                <a:ext cx="8352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9" name="手繪多邊形: 圖案 308">
                <a:extLst>
                  <a:ext uri="{FF2B5EF4-FFF2-40B4-BE49-F238E27FC236}">
                    <a16:creationId xmlns:a16="http://schemas.microsoft.com/office/drawing/2014/main" id="{DA612A0F-A437-4E19-B4C2-8DB824522996}"/>
                  </a:ext>
                </a:extLst>
              </p:cNvPr>
              <p:cNvSpPr/>
              <p:nvPr/>
            </p:nvSpPr>
            <p:spPr>
              <a:xfrm>
                <a:off x="338680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箭號: 五邊形 320">
                <a:extLst>
                  <a:ext uri="{FF2B5EF4-FFF2-40B4-BE49-F238E27FC236}">
                    <a16:creationId xmlns:a16="http://schemas.microsoft.com/office/drawing/2014/main" id="{D64FD94B-7A0E-43B0-A693-8C5A01674078}"/>
                  </a:ext>
                </a:extLst>
              </p:cNvPr>
              <p:cNvSpPr/>
              <p:nvPr/>
            </p:nvSpPr>
            <p:spPr>
              <a:xfrm>
                <a:off x="5390203" y="1640750"/>
                <a:ext cx="21854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322" name="直線接點 321">
                <a:extLst>
                  <a:ext uri="{FF2B5EF4-FFF2-40B4-BE49-F238E27FC236}">
                    <a16:creationId xmlns:a16="http://schemas.microsoft.com/office/drawing/2014/main" id="{EAB8493D-4CA8-4895-BB7F-EBCDD91BB6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636351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箭號: 五邊形 334">
                <a:extLst>
                  <a:ext uri="{FF2B5EF4-FFF2-40B4-BE49-F238E27FC236}">
                    <a16:creationId xmlns:a16="http://schemas.microsoft.com/office/drawing/2014/main" id="{CACFF38C-40ED-486B-81C3-1253BDE75B64}"/>
                  </a:ext>
                </a:extLst>
              </p:cNvPr>
              <p:cNvSpPr/>
              <p:nvPr/>
            </p:nvSpPr>
            <p:spPr>
              <a:xfrm>
                <a:off x="5651315" y="1640750"/>
                <a:ext cx="57013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47" name="手繪多邊形: 圖案 346">
                <a:extLst>
                  <a:ext uri="{FF2B5EF4-FFF2-40B4-BE49-F238E27FC236}">
                    <a16:creationId xmlns:a16="http://schemas.microsoft.com/office/drawing/2014/main" id="{EF75FA87-269B-4328-A99E-249C19A20183}"/>
                  </a:ext>
                </a:extLst>
              </p:cNvPr>
              <p:cNvSpPr/>
              <p:nvPr/>
            </p:nvSpPr>
            <p:spPr>
              <a:xfrm>
                <a:off x="616951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6EE894EA-AC46-4ECE-A5E8-CB3C11457738}"/>
                </a:ext>
              </a:extLst>
            </p:cNvPr>
            <p:cNvGrpSpPr/>
            <p:nvPr/>
          </p:nvGrpSpPr>
          <p:grpSpPr>
            <a:xfrm>
              <a:off x="2204656" y="1452296"/>
              <a:ext cx="9303909" cy="96325"/>
              <a:chOff x="2204656" y="1452296"/>
              <a:chExt cx="9303909" cy="96325"/>
            </a:xfrm>
          </p:grpSpPr>
          <p:sp>
            <p:nvSpPr>
              <p:cNvPr id="159" name="箭號: 五邊形 158">
                <a:extLst>
                  <a:ext uri="{FF2B5EF4-FFF2-40B4-BE49-F238E27FC236}">
                    <a16:creationId xmlns:a16="http://schemas.microsoft.com/office/drawing/2014/main" id="{0F782322-346B-454E-8432-5A30CB68B38B}"/>
                  </a:ext>
                </a:extLst>
              </p:cNvPr>
              <p:cNvSpPr/>
              <p:nvPr/>
            </p:nvSpPr>
            <p:spPr>
              <a:xfrm>
                <a:off x="6787043" y="1460865"/>
                <a:ext cx="7135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0" name="箭號: 五邊形 159">
                <a:extLst>
                  <a:ext uri="{FF2B5EF4-FFF2-40B4-BE49-F238E27FC236}">
                    <a16:creationId xmlns:a16="http://schemas.microsoft.com/office/drawing/2014/main" id="{B2A01F59-6743-41FB-B7E0-55346422A95B}"/>
                  </a:ext>
                </a:extLst>
              </p:cNvPr>
              <p:cNvSpPr/>
              <p:nvPr/>
            </p:nvSpPr>
            <p:spPr>
              <a:xfrm>
                <a:off x="8391874" y="1460865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1" name="箭號: 五邊形 160">
                <a:extLst>
                  <a:ext uri="{FF2B5EF4-FFF2-40B4-BE49-F238E27FC236}">
                    <a16:creationId xmlns:a16="http://schemas.microsoft.com/office/drawing/2014/main" id="{7EF56E0C-A208-441D-8C79-FD92E7341D72}"/>
                  </a:ext>
                </a:extLst>
              </p:cNvPr>
              <p:cNvSpPr/>
              <p:nvPr/>
            </p:nvSpPr>
            <p:spPr>
              <a:xfrm>
                <a:off x="7521475" y="1460865"/>
                <a:ext cx="82026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4" name="箭號: 五邊形 173">
                <a:extLst>
                  <a:ext uri="{FF2B5EF4-FFF2-40B4-BE49-F238E27FC236}">
                    <a16:creationId xmlns:a16="http://schemas.microsoft.com/office/drawing/2014/main" id="{1C11B11B-E67D-4A4D-8146-28195FED8093}"/>
                  </a:ext>
                </a:extLst>
              </p:cNvPr>
              <p:cNvSpPr/>
              <p:nvPr/>
            </p:nvSpPr>
            <p:spPr>
              <a:xfrm>
                <a:off x="10126645" y="1460865"/>
                <a:ext cx="7135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5" name="箭號: 五邊形 174">
                <a:extLst>
                  <a:ext uri="{FF2B5EF4-FFF2-40B4-BE49-F238E27FC236}">
                    <a16:creationId xmlns:a16="http://schemas.microsoft.com/office/drawing/2014/main" id="{B142B880-F463-4511-989C-2DA4E18338AA}"/>
                  </a:ext>
                </a:extLst>
              </p:cNvPr>
              <p:cNvSpPr/>
              <p:nvPr/>
            </p:nvSpPr>
            <p:spPr>
              <a:xfrm>
                <a:off x="9500393" y="1460865"/>
                <a:ext cx="59461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4" name="箭號: 五邊形 203">
                <a:extLst>
                  <a:ext uri="{FF2B5EF4-FFF2-40B4-BE49-F238E27FC236}">
                    <a16:creationId xmlns:a16="http://schemas.microsoft.com/office/drawing/2014/main" id="{65391EFF-AAD1-4374-9F52-C53DE3DE80F7}"/>
                  </a:ext>
                </a:extLst>
              </p:cNvPr>
              <p:cNvSpPr/>
              <p:nvPr/>
            </p:nvSpPr>
            <p:spPr>
              <a:xfrm>
                <a:off x="9099561" y="1460865"/>
                <a:ext cx="35673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6" name="箭號: 五邊形 205">
                <a:extLst>
                  <a:ext uri="{FF2B5EF4-FFF2-40B4-BE49-F238E27FC236}">
                    <a16:creationId xmlns:a16="http://schemas.microsoft.com/office/drawing/2014/main" id="{A982F7EA-E0D7-4E8F-8359-698474DF534E}"/>
                  </a:ext>
                </a:extLst>
              </p:cNvPr>
              <p:cNvSpPr/>
              <p:nvPr/>
            </p:nvSpPr>
            <p:spPr>
              <a:xfrm>
                <a:off x="10871837" y="146086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5" name="手繪多邊形: 圖案 214">
                <a:extLst>
                  <a:ext uri="{FF2B5EF4-FFF2-40B4-BE49-F238E27FC236}">
                    <a16:creationId xmlns:a16="http://schemas.microsoft.com/office/drawing/2014/main" id="{6F3801CE-B1B4-4A77-B69A-084E905C1159}"/>
                  </a:ext>
                </a:extLst>
              </p:cNvPr>
              <p:cNvSpPr/>
              <p:nvPr/>
            </p:nvSpPr>
            <p:spPr>
              <a:xfrm>
                <a:off x="9411068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42" name="箭號: 五邊形 241">
                <a:extLst>
                  <a:ext uri="{FF2B5EF4-FFF2-40B4-BE49-F238E27FC236}">
                    <a16:creationId xmlns:a16="http://schemas.microsoft.com/office/drawing/2014/main" id="{F0F7FBAC-158C-42FE-A846-A33152E5A73C}"/>
                  </a:ext>
                </a:extLst>
              </p:cNvPr>
              <p:cNvSpPr/>
              <p:nvPr/>
            </p:nvSpPr>
            <p:spPr>
              <a:xfrm>
                <a:off x="2204656" y="1460865"/>
                <a:ext cx="55732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3" name="箭號: 五邊形 242">
                <a:extLst>
                  <a:ext uri="{FF2B5EF4-FFF2-40B4-BE49-F238E27FC236}">
                    <a16:creationId xmlns:a16="http://schemas.microsoft.com/office/drawing/2014/main" id="{09E5DB0A-8350-4FF1-B026-B568D3B5A4A3}"/>
                  </a:ext>
                </a:extLst>
              </p:cNvPr>
              <p:cNvSpPr/>
              <p:nvPr/>
            </p:nvSpPr>
            <p:spPr>
              <a:xfrm>
                <a:off x="3654424" y="1460865"/>
                <a:ext cx="5553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4" name="箭號: 五邊形 243">
                <a:extLst>
                  <a:ext uri="{FF2B5EF4-FFF2-40B4-BE49-F238E27FC236}">
                    <a16:creationId xmlns:a16="http://schemas.microsoft.com/office/drawing/2014/main" id="{15908363-A913-40F3-8431-3E77B928C24E}"/>
                  </a:ext>
                </a:extLst>
              </p:cNvPr>
              <p:cNvSpPr/>
              <p:nvPr/>
            </p:nvSpPr>
            <p:spPr>
              <a:xfrm>
                <a:off x="2782859" y="1460865"/>
                <a:ext cx="72034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7" name="箭號: 五邊形 256">
                <a:extLst>
                  <a:ext uri="{FF2B5EF4-FFF2-40B4-BE49-F238E27FC236}">
                    <a16:creationId xmlns:a16="http://schemas.microsoft.com/office/drawing/2014/main" id="{09E250C6-502F-436E-B65E-73A3ADA4F19D}"/>
                  </a:ext>
                </a:extLst>
              </p:cNvPr>
              <p:cNvSpPr/>
              <p:nvPr/>
            </p:nvSpPr>
            <p:spPr>
              <a:xfrm>
                <a:off x="5651315" y="1460865"/>
                <a:ext cx="45026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8" name="箭號: 五邊形 257">
                <a:extLst>
                  <a:ext uri="{FF2B5EF4-FFF2-40B4-BE49-F238E27FC236}">
                    <a16:creationId xmlns:a16="http://schemas.microsoft.com/office/drawing/2014/main" id="{3882D55E-7E82-4787-A16D-024A49D0046B}"/>
                  </a:ext>
                </a:extLst>
              </p:cNvPr>
              <p:cNvSpPr/>
              <p:nvPr/>
            </p:nvSpPr>
            <p:spPr>
              <a:xfrm>
                <a:off x="4761777" y="1460865"/>
                <a:ext cx="83940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7" name="箭號: 五邊形 286">
                <a:extLst>
                  <a:ext uri="{FF2B5EF4-FFF2-40B4-BE49-F238E27FC236}">
                    <a16:creationId xmlns:a16="http://schemas.microsoft.com/office/drawing/2014/main" id="{56CE7FA9-60EC-4EED-90DC-16F4B27E89CE}"/>
                  </a:ext>
                </a:extLst>
              </p:cNvPr>
              <p:cNvSpPr/>
              <p:nvPr/>
            </p:nvSpPr>
            <p:spPr>
              <a:xfrm>
                <a:off x="4360945" y="1460865"/>
                <a:ext cx="35673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9" name="箭號: 五邊形 288">
                <a:extLst>
                  <a:ext uri="{FF2B5EF4-FFF2-40B4-BE49-F238E27FC236}">
                    <a16:creationId xmlns:a16="http://schemas.microsoft.com/office/drawing/2014/main" id="{746A61A1-577A-4928-A8C6-B534DE179E83}"/>
                  </a:ext>
                </a:extLst>
              </p:cNvPr>
              <p:cNvSpPr/>
              <p:nvPr/>
            </p:nvSpPr>
            <p:spPr>
              <a:xfrm>
                <a:off x="6133221" y="146086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8" name="手繪多邊形: 圖案 297">
                <a:extLst>
                  <a:ext uri="{FF2B5EF4-FFF2-40B4-BE49-F238E27FC236}">
                    <a16:creationId xmlns:a16="http://schemas.microsoft.com/office/drawing/2014/main" id="{5FD0DDFB-80E7-4C3E-974E-192557A69466}"/>
                  </a:ext>
                </a:extLst>
              </p:cNvPr>
              <p:cNvSpPr/>
              <p:nvPr/>
            </p:nvSpPr>
            <p:spPr>
              <a:xfrm>
                <a:off x="4672452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51" name="群組 350">
              <a:extLst>
                <a:ext uri="{FF2B5EF4-FFF2-40B4-BE49-F238E27FC236}">
                  <a16:creationId xmlns:a16="http://schemas.microsoft.com/office/drawing/2014/main" id="{818DE429-6034-4BD8-B596-12F1E16B9E13}"/>
                </a:ext>
              </a:extLst>
            </p:cNvPr>
            <p:cNvGrpSpPr/>
            <p:nvPr/>
          </p:nvGrpSpPr>
          <p:grpSpPr>
            <a:xfrm>
              <a:off x="2126325" y="1881433"/>
              <a:ext cx="9539685" cy="96324"/>
              <a:chOff x="2126325" y="2584497"/>
              <a:chExt cx="9539685" cy="96325"/>
            </a:xfrm>
          </p:grpSpPr>
          <p:sp>
            <p:nvSpPr>
              <p:cNvPr id="168" name="箭號: 五邊形 167">
                <a:extLst>
                  <a:ext uri="{FF2B5EF4-FFF2-40B4-BE49-F238E27FC236}">
                    <a16:creationId xmlns:a16="http://schemas.microsoft.com/office/drawing/2014/main" id="{EA7DDB89-F9F6-49AF-9472-36130987DC8D}"/>
                  </a:ext>
                </a:extLst>
              </p:cNvPr>
              <p:cNvSpPr/>
              <p:nvPr/>
            </p:nvSpPr>
            <p:spPr>
              <a:xfrm>
                <a:off x="8819123" y="2593066"/>
                <a:ext cx="66831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9" name="箭號: 五邊形 168">
                <a:extLst>
                  <a:ext uri="{FF2B5EF4-FFF2-40B4-BE49-F238E27FC236}">
                    <a16:creationId xmlns:a16="http://schemas.microsoft.com/office/drawing/2014/main" id="{8D195386-188F-46D1-9B4B-6D14796DF4F6}"/>
                  </a:ext>
                </a:extLst>
              </p:cNvPr>
              <p:cNvSpPr/>
              <p:nvPr/>
            </p:nvSpPr>
            <p:spPr>
              <a:xfrm>
                <a:off x="7716325" y="2593066"/>
                <a:ext cx="96220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0" name="箭號: 五邊形 169">
                <a:extLst>
                  <a:ext uri="{FF2B5EF4-FFF2-40B4-BE49-F238E27FC236}">
                    <a16:creationId xmlns:a16="http://schemas.microsoft.com/office/drawing/2014/main" id="{3CC48C77-E87E-4D33-88EB-2D4F29D2095D}"/>
                  </a:ext>
                </a:extLst>
              </p:cNvPr>
              <p:cNvSpPr/>
              <p:nvPr/>
            </p:nvSpPr>
            <p:spPr>
              <a:xfrm>
                <a:off x="7027883" y="2593066"/>
                <a:ext cx="57866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0" name="箭號: 五邊形 179">
                <a:extLst>
                  <a:ext uri="{FF2B5EF4-FFF2-40B4-BE49-F238E27FC236}">
                    <a16:creationId xmlns:a16="http://schemas.microsoft.com/office/drawing/2014/main" id="{C13A0AAD-13DE-4FCB-A126-A776C6000EE6}"/>
                  </a:ext>
                </a:extLst>
              </p:cNvPr>
              <p:cNvSpPr/>
              <p:nvPr/>
            </p:nvSpPr>
            <p:spPr>
              <a:xfrm>
                <a:off x="9532939" y="2593066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1" name="箭號: 五邊形 180">
                <a:extLst>
                  <a:ext uri="{FF2B5EF4-FFF2-40B4-BE49-F238E27FC236}">
                    <a16:creationId xmlns:a16="http://schemas.microsoft.com/office/drawing/2014/main" id="{B1E3E331-5E54-4891-96B9-2F6370A2434C}"/>
                  </a:ext>
                </a:extLst>
              </p:cNvPr>
              <p:cNvSpPr/>
              <p:nvPr/>
            </p:nvSpPr>
            <p:spPr>
              <a:xfrm>
                <a:off x="10247479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7" name="箭號: 五邊形 206">
                <a:extLst>
                  <a:ext uri="{FF2B5EF4-FFF2-40B4-BE49-F238E27FC236}">
                    <a16:creationId xmlns:a16="http://schemas.microsoft.com/office/drawing/2014/main" id="{5AB9DB97-D519-486B-9C94-D8A3850D0C97}"/>
                  </a:ext>
                </a:extLst>
              </p:cNvPr>
              <p:cNvSpPr/>
              <p:nvPr/>
            </p:nvSpPr>
            <p:spPr>
              <a:xfrm>
                <a:off x="11029282" y="2593066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2" name="手繪多邊形: 圖案 211">
                <a:extLst>
                  <a:ext uri="{FF2B5EF4-FFF2-40B4-BE49-F238E27FC236}">
                    <a16:creationId xmlns:a16="http://schemas.microsoft.com/office/drawing/2014/main" id="{41340604-BF9E-4C1F-842A-43E669DCBE8D}"/>
                  </a:ext>
                </a:extLst>
              </p:cNvPr>
              <p:cNvSpPr/>
              <p:nvPr/>
            </p:nvSpPr>
            <p:spPr>
              <a:xfrm>
                <a:off x="9437036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51" name="箭號: 五邊形 250">
                <a:extLst>
                  <a:ext uri="{FF2B5EF4-FFF2-40B4-BE49-F238E27FC236}">
                    <a16:creationId xmlns:a16="http://schemas.microsoft.com/office/drawing/2014/main" id="{A1CB9A5A-7907-4475-A68B-FEA348D65D9B}"/>
                  </a:ext>
                </a:extLst>
              </p:cNvPr>
              <p:cNvSpPr/>
              <p:nvPr/>
            </p:nvSpPr>
            <p:spPr>
              <a:xfrm>
                <a:off x="4080507" y="2593066"/>
                <a:ext cx="66831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2" name="箭號: 五邊形 251">
                <a:extLst>
                  <a:ext uri="{FF2B5EF4-FFF2-40B4-BE49-F238E27FC236}">
                    <a16:creationId xmlns:a16="http://schemas.microsoft.com/office/drawing/2014/main" id="{C7BAC698-B660-479E-A6CB-8CC5C213712D}"/>
                  </a:ext>
                </a:extLst>
              </p:cNvPr>
              <p:cNvSpPr/>
              <p:nvPr/>
            </p:nvSpPr>
            <p:spPr>
              <a:xfrm>
                <a:off x="2977709" y="2593066"/>
                <a:ext cx="100230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3" name="箭號: 五邊形 252">
                <a:extLst>
                  <a:ext uri="{FF2B5EF4-FFF2-40B4-BE49-F238E27FC236}">
                    <a16:creationId xmlns:a16="http://schemas.microsoft.com/office/drawing/2014/main" id="{9791965A-29FD-47DD-A4F8-1BDEB26A8141}"/>
                  </a:ext>
                </a:extLst>
              </p:cNvPr>
              <p:cNvSpPr/>
              <p:nvPr/>
            </p:nvSpPr>
            <p:spPr>
              <a:xfrm>
                <a:off x="2126325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3" name="箭號: 五邊形 262">
                <a:extLst>
                  <a:ext uri="{FF2B5EF4-FFF2-40B4-BE49-F238E27FC236}">
                    <a16:creationId xmlns:a16="http://schemas.microsoft.com/office/drawing/2014/main" id="{DE9FB916-A0BF-48A4-9AEF-C0A702D77329}"/>
                  </a:ext>
                </a:extLst>
              </p:cNvPr>
              <p:cNvSpPr/>
              <p:nvPr/>
            </p:nvSpPr>
            <p:spPr>
              <a:xfrm>
                <a:off x="4794323" y="2593066"/>
                <a:ext cx="52062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4" name="箭號: 五邊形 263">
                <a:extLst>
                  <a:ext uri="{FF2B5EF4-FFF2-40B4-BE49-F238E27FC236}">
                    <a16:creationId xmlns:a16="http://schemas.microsoft.com/office/drawing/2014/main" id="{0EA14B36-6941-40B6-86CC-ED3AEA32B828}"/>
                  </a:ext>
                </a:extLst>
              </p:cNvPr>
              <p:cNvSpPr/>
              <p:nvPr/>
            </p:nvSpPr>
            <p:spPr>
              <a:xfrm>
                <a:off x="5508863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0" name="箭號: 五邊形 289">
                <a:extLst>
                  <a:ext uri="{FF2B5EF4-FFF2-40B4-BE49-F238E27FC236}">
                    <a16:creationId xmlns:a16="http://schemas.microsoft.com/office/drawing/2014/main" id="{6EB6177B-0DA2-422E-A42D-42E470F23F12}"/>
                  </a:ext>
                </a:extLst>
              </p:cNvPr>
              <p:cNvSpPr/>
              <p:nvPr/>
            </p:nvSpPr>
            <p:spPr>
              <a:xfrm>
                <a:off x="6290666" y="2593066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5" name="手繪多邊形: 圖案 294">
                <a:extLst>
                  <a:ext uri="{FF2B5EF4-FFF2-40B4-BE49-F238E27FC236}">
                    <a16:creationId xmlns:a16="http://schemas.microsoft.com/office/drawing/2014/main" id="{B37662C3-1E12-4065-82B6-72350DEAD83E}"/>
                  </a:ext>
                </a:extLst>
              </p:cNvPr>
              <p:cNvSpPr/>
              <p:nvPr/>
            </p:nvSpPr>
            <p:spPr>
              <a:xfrm>
                <a:off x="4698420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62" name="群組 361">
              <a:extLst>
                <a:ext uri="{FF2B5EF4-FFF2-40B4-BE49-F238E27FC236}">
                  <a16:creationId xmlns:a16="http://schemas.microsoft.com/office/drawing/2014/main" id="{74D66636-9F91-4F33-A2B1-B164AA3AF787}"/>
                </a:ext>
              </a:extLst>
            </p:cNvPr>
            <p:cNvGrpSpPr/>
            <p:nvPr/>
          </p:nvGrpSpPr>
          <p:grpSpPr>
            <a:xfrm>
              <a:off x="1992496" y="1772066"/>
              <a:ext cx="9687884" cy="96324"/>
              <a:chOff x="1992496" y="2494109"/>
              <a:chExt cx="9687884" cy="96325"/>
            </a:xfrm>
          </p:grpSpPr>
          <p:sp>
            <p:nvSpPr>
              <p:cNvPr id="163" name="箭號: 五邊形 162">
                <a:extLst>
                  <a:ext uri="{FF2B5EF4-FFF2-40B4-BE49-F238E27FC236}">
                    <a16:creationId xmlns:a16="http://schemas.microsoft.com/office/drawing/2014/main" id="{97F562B2-EBE5-4E82-ABB7-F0069C468673}"/>
                  </a:ext>
                </a:extLst>
              </p:cNvPr>
              <p:cNvSpPr/>
              <p:nvPr/>
            </p:nvSpPr>
            <p:spPr>
              <a:xfrm>
                <a:off x="9381098" y="2502678"/>
                <a:ext cx="45229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1" name="箭號: 五邊形 170">
                <a:extLst>
                  <a:ext uri="{FF2B5EF4-FFF2-40B4-BE49-F238E27FC236}">
                    <a16:creationId xmlns:a16="http://schemas.microsoft.com/office/drawing/2014/main" id="{852A0077-8743-4C57-91D6-50A04533DC40}"/>
                  </a:ext>
                </a:extLst>
              </p:cNvPr>
              <p:cNvSpPr/>
              <p:nvPr/>
            </p:nvSpPr>
            <p:spPr>
              <a:xfrm>
                <a:off x="8132121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2" name="箭號: 五邊形 171">
                <a:extLst>
                  <a:ext uri="{FF2B5EF4-FFF2-40B4-BE49-F238E27FC236}">
                    <a16:creationId xmlns:a16="http://schemas.microsoft.com/office/drawing/2014/main" id="{1CF3AA7B-ECE9-4193-948F-A41CB2651227}"/>
                  </a:ext>
                </a:extLst>
              </p:cNvPr>
              <p:cNvSpPr/>
              <p:nvPr/>
            </p:nvSpPr>
            <p:spPr>
              <a:xfrm>
                <a:off x="7510352" y="2502678"/>
                <a:ext cx="5741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2" name="箭號: 五邊形 181">
                <a:extLst>
                  <a:ext uri="{FF2B5EF4-FFF2-40B4-BE49-F238E27FC236}">
                    <a16:creationId xmlns:a16="http://schemas.microsoft.com/office/drawing/2014/main" id="{9677DE83-3875-4A6F-B3EE-F7665B0DBF31}"/>
                  </a:ext>
                </a:extLst>
              </p:cNvPr>
              <p:cNvSpPr/>
              <p:nvPr/>
            </p:nvSpPr>
            <p:spPr>
              <a:xfrm>
                <a:off x="9872265" y="2502678"/>
                <a:ext cx="53907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3" name="箭號: 五邊形 182">
                <a:extLst>
                  <a:ext uri="{FF2B5EF4-FFF2-40B4-BE49-F238E27FC236}">
                    <a16:creationId xmlns:a16="http://schemas.microsoft.com/office/drawing/2014/main" id="{668E1B21-E6FC-424F-B998-C0C8F66D8A5D}"/>
                  </a:ext>
                </a:extLst>
              </p:cNvPr>
              <p:cNvSpPr/>
              <p:nvPr/>
            </p:nvSpPr>
            <p:spPr>
              <a:xfrm>
                <a:off x="10722557" y="2502678"/>
                <a:ext cx="4556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3" name="箭號: 五邊形 202">
                <a:extLst>
                  <a:ext uri="{FF2B5EF4-FFF2-40B4-BE49-F238E27FC236}">
                    <a16:creationId xmlns:a16="http://schemas.microsoft.com/office/drawing/2014/main" id="{DC0275CD-B69C-4DA8-B8F4-B43360B118CE}"/>
                  </a:ext>
                </a:extLst>
              </p:cNvPr>
              <p:cNvSpPr/>
              <p:nvPr/>
            </p:nvSpPr>
            <p:spPr>
              <a:xfrm>
                <a:off x="8664461" y="2502678"/>
                <a:ext cx="6865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0" name="箭號: 五邊形 209">
                <a:extLst>
                  <a:ext uri="{FF2B5EF4-FFF2-40B4-BE49-F238E27FC236}">
                    <a16:creationId xmlns:a16="http://schemas.microsoft.com/office/drawing/2014/main" id="{3D271271-DC54-4E3C-BA77-33FC8D71FBC0}"/>
                  </a:ext>
                </a:extLst>
              </p:cNvPr>
              <p:cNvSpPr/>
              <p:nvPr/>
            </p:nvSpPr>
            <p:spPr>
              <a:xfrm>
                <a:off x="11224718" y="2502678"/>
                <a:ext cx="45566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7" name="手繪多邊形: 圖案 216">
                <a:extLst>
                  <a:ext uri="{FF2B5EF4-FFF2-40B4-BE49-F238E27FC236}">
                    <a16:creationId xmlns:a16="http://schemas.microsoft.com/office/drawing/2014/main" id="{08D08F68-57AA-4F8F-84ED-5108A0697D6A}"/>
                  </a:ext>
                </a:extLst>
              </p:cNvPr>
              <p:cNvSpPr/>
              <p:nvPr/>
            </p:nvSpPr>
            <p:spPr>
              <a:xfrm>
                <a:off x="9314245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762E9806-9792-4CA6-B0A2-E0C0B6BFC572}"/>
                  </a:ext>
                </a:extLst>
              </p:cNvPr>
              <p:cNvSpPr/>
              <p:nvPr/>
            </p:nvSpPr>
            <p:spPr>
              <a:xfrm>
                <a:off x="9792070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46" name="箭號: 五邊形 245">
                <a:extLst>
                  <a:ext uri="{FF2B5EF4-FFF2-40B4-BE49-F238E27FC236}">
                    <a16:creationId xmlns:a16="http://schemas.microsoft.com/office/drawing/2014/main" id="{3A2D5735-E1C8-4955-9CD3-07AD044B6A97}"/>
                  </a:ext>
                </a:extLst>
              </p:cNvPr>
              <p:cNvSpPr/>
              <p:nvPr/>
            </p:nvSpPr>
            <p:spPr>
              <a:xfrm>
                <a:off x="4642482" y="2502678"/>
                <a:ext cx="45229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4" name="箭號: 五邊形 253">
                <a:extLst>
                  <a:ext uri="{FF2B5EF4-FFF2-40B4-BE49-F238E27FC236}">
                    <a16:creationId xmlns:a16="http://schemas.microsoft.com/office/drawing/2014/main" id="{0144FFA8-D35A-44F8-B3B0-9C84F19E2C99}"/>
                  </a:ext>
                </a:extLst>
              </p:cNvPr>
              <p:cNvSpPr/>
              <p:nvPr/>
            </p:nvSpPr>
            <p:spPr>
              <a:xfrm>
                <a:off x="3393505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5" name="箭號: 五邊形 254">
                <a:extLst>
                  <a:ext uri="{FF2B5EF4-FFF2-40B4-BE49-F238E27FC236}">
                    <a16:creationId xmlns:a16="http://schemas.microsoft.com/office/drawing/2014/main" id="{E3E87009-96C2-4CEB-92FF-7C00D09F459E}"/>
                  </a:ext>
                </a:extLst>
              </p:cNvPr>
              <p:cNvSpPr/>
              <p:nvPr/>
            </p:nvSpPr>
            <p:spPr>
              <a:xfrm>
                <a:off x="2912826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6" name="箭號: 五邊形 255">
                <a:extLst>
                  <a:ext uri="{FF2B5EF4-FFF2-40B4-BE49-F238E27FC236}">
                    <a16:creationId xmlns:a16="http://schemas.microsoft.com/office/drawing/2014/main" id="{DCBD2161-9993-44A9-8928-B9CD489655B6}"/>
                  </a:ext>
                </a:extLst>
              </p:cNvPr>
              <p:cNvSpPr/>
              <p:nvPr/>
            </p:nvSpPr>
            <p:spPr>
              <a:xfrm>
                <a:off x="1992496" y="2502678"/>
                <a:ext cx="69658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5" name="箭號: 五邊形 264">
                <a:extLst>
                  <a:ext uri="{FF2B5EF4-FFF2-40B4-BE49-F238E27FC236}">
                    <a16:creationId xmlns:a16="http://schemas.microsoft.com/office/drawing/2014/main" id="{C0A9B37F-8670-46B2-9614-DA66CA5A3F9D}"/>
                  </a:ext>
                </a:extLst>
              </p:cNvPr>
              <p:cNvSpPr/>
              <p:nvPr/>
            </p:nvSpPr>
            <p:spPr>
              <a:xfrm>
                <a:off x="5133649" y="2502678"/>
                <a:ext cx="7084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6" name="箭號: 五邊形 265">
                <a:extLst>
                  <a:ext uri="{FF2B5EF4-FFF2-40B4-BE49-F238E27FC236}">
                    <a16:creationId xmlns:a16="http://schemas.microsoft.com/office/drawing/2014/main" id="{373254DD-5BEE-43D6-A3A3-6A56974E8388}"/>
                  </a:ext>
                </a:extLst>
              </p:cNvPr>
              <p:cNvSpPr/>
              <p:nvPr/>
            </p:nvSpPr>
            <p:spPr>
              <a:xfrm>
                <a:off x="5983941" y="2502678"/>
                <a:ext cx="4556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6" name="箭號: 五邊形 285">
                <a:extLst>
                  <a:ext uri="{FF2B5EF4-FFF2-40B4-BE49-F238E27FC236}">
                    <a16:creationId xmlns:a16="http://schemas.microsoft.com/office/drawing/2014/main" id="{EAF94E76-2D39-43D7-8F1B-8F4071DD406A}"/>
                  </a:ext>
                </a:extLst>
              </p:cNvPr>
              <p:cNvSpPr/>
              <p:nvPr/>
            </p:nvSpPr>
            <p:spPr>
              <a:xfrm>
                <a:off x="3879992" y="2502678"/>
                <a:ext cx="73242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93" name="箭號: 五邊形 292">
                <a:extLst>
                  <a:ext uri="{FF2B5EF4-FFF2-40B4-BE49-F238E27FC236}">
                    <a16:creationId xmlns:a16="http://schemas.microsoft.com/office/drawing/2014/main" id="{17C9F34F-762C-4EC0-B1A8-7ACDA4DF2967}"/>
                  </a:ext>
                </a:extLst>
              </p:cNvPr>
              <p:cNvSpPr/>
              <p:nvPr/>
            </p:nvSpPr>
            <p:spPr>
              <a:xfrm>
                <a:off x="6486102" y="2502678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84B1593C-7DD3-44A9-A4A0-75B1173EC591}"/>
                  </a:ext>
                </a:extLst>
              </p:cNvPr>
              <p:cNvSpPr/>
              <p:nvPr/>
            </p:nvSpPr>
            <p:spPr>
              <a:xfrm>
                <a:off x="4575629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521787CE-A810-4993-9206-6ADCC146821A}"/>
                  </a:ext>
                </a:extLst>
              </p:cNvPr>
              <p:cNvSpPr/>
              <p:nvPr/>
            </p:nvSpPr>
            <p:spPr>
              <a:xfrm>
                <a:off x="5053454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6BE0861B-CA98-4DDD-9BA2-79B27898B778}"/>
                </a:ext>
              </a:extLst>
            </p:cNvPr>
            <p:cNvGrpSpPr/>
            <p:nvPr/>
          </p:nvGrpSpPr>
          <p:grpSpPr>
            <a:xfrm>
              <a:off x="2050140" y="904894"/>
              <a:ext cx="9755778" cy="96877"/>
              <a:chOff x="2050140" y="904894"/>
              <a:chExt cx="9755778" cy="96877"/>
            </a:xfrm>
          </p:grpSpPr>
          <p:sp>
            <p:nvSpPr>
              <p:cNvPr id="153" name="箭號: 五邊形 152">
                <a:extLst>
                  <a:ext uri="{FF2B5EF4-FFF2-40B4-BE49-F238E27FC236}">
                    <a16:creationId xmlns:a16="http://schemas.microsoft.com/office/drawing/2014/main" id="{F637934F-22C7-4C17-A12C-93FAE02D0FD3}"/>
                  </a:ext>
                </a:extLst>
              </p:cNvPr>
              <p:cNvSpPr/>
              <p:nvPr/>
            </p:nvSpPr>
            <p:spPr>
              <a:xfrm>
                <a:off x="7851245" y="914015"/>
                <a:ext cx="5018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54" name="直線接點 153">
                <a:extLst>
                  <a:ext uri="{FF2B5EF4-FFF2-40B4-BE49-F238E27FC236}">
                    <a16:creationId xmlns:a16="http://schemas.microsoft.com/office/drawing/2014/main" id="{BFB15C1C-E307-4603-896E-3697395EA6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320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手繪多邊形: 圖案 154">
                <a:extLst>
                  <a:ext uri="{FF2B5EF4-FFF2-40B4-BE49-F238E27FC236}">
                    <a16:creationId xmlns:a16="http://schemas.microsoft.com/office/drawing/2014/main" id="{7351225B-6569-41BA-BB43-167D298BC33A}"/>
                  </a:ext>
                </a:extLst>
              </p:cNvPr>
              <p:cNvSpPr/>
              <p:nvPr/>
            </p:nvSpPr>
            <p:spPr>
              <a:xfrm>
                <a:off x="8301116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87" name="箭號: 五邊形 186">
                <a:extLst>
                  <a:ext uri="{FF2B5EF4-FFF2-40B4-BE49-F238E27FC236}">
                    <a16:creationId xmlns:a16="http://schemas.microsoft.com/office/drawing/2014/main" id="{B07A5EBE-B20F-4EFF-9D66-EFE8C9E8F01A}"/>
                  </a:ext>
                </a:extLst>
              </p:cNvPr>
              <p:cNvSpPr/>
              <p:nvPr/>
            </p:nvSpPr>
            <p:spPr>
              <a:xfrm>
                <a:off x="11183526" y="914015"/>
                <a:ext cx="62239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8" name="箭號: 五邊形 187">
                <a:extLst>
                  <a:ext uri="{FF2B5EF4-FFF2-40B4-BE49-F238E27FC236}">
                    <a16:creationId xmlns:a16="http://schemas.microsoft.com/office/drawing/2014/main" id="{61140241-4C05-4DDA-A642-0D17865B2C7F}"/>
                  </a:ext>
                </a:extLst>
              </p:cNvPr>
              <p:cNvSpPr/>
              <p:nvPr/>
            </p:nvSpPr>
            <p:spPr>
              <a:xfrm>
                <a:off x="10313006" y="914015"/>
                <a:ext cx="825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98" name="直線接點 197">
                <a:extLst>
                  <a:ext uri="{FF2B5EF4-FFF2-40B4-BE49-F238E27FC236}">
                    <a16:creationId xmlns:a16="http://schemas.microsoft.com/office/drawing/2014/main" id="{A8805B01-2BD5-46D4-9667-AB42003B0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0" name="箭號: 五邊形 269">
                <a:extLst>
                  <a:ext uri="{FF2B5EF4-FFF2-40B4-BE49-F238E27FC236}">
                    <a16:creationId xmlns:a16="http://schemas.microsoft.com/office/drawing/2014/main" id="{B136857D-D9EF-4298-8F36-4AC7B0229B9B}"/>
                  </a:ext>
                </a:extLst>
              </p:cNvPr>
              <p:cNvSpPr/>
              <p:nvPr/>
            </p:nvSpPr>
            <p:spPr>
              <a:xfrm>
                <a:off x="2920660" y="914015"/>
                <a:ext cx="51808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1" name="箭號: 五邊形 270">
                <a:extLst>
                  <a:ext uri="{FF2B5EF4-FFF2-40B4-BE49-F238E27FC236}">
                    <a16:creationId xmlns:a16="http://schemas.microsoft.com/office/drawing/2014/main" id="{9D38BF40-C208-401E-A702-F68ACDE52835}"/>
                  </a:ext>
                </a:extLst>
              </p:cNvPr>
              <p:cNvSpPr/>
              <p:nvPr/>
            </p:nvSpPr>
            <p:spPr>
              <a:xfrm>
                <a:off x="2050140" y="914015"/>
                <a:ext cx="825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618AECD7-DF1E-43F3-BAA3-BFA3D83B126E}"/>
                  </a:ext>
                </a:extLst>
              </p:cNvPr>
              <p:cNvSpPr/>
              <p:nvPr/>
            </p:nvSpPr>
            <p:spPr>
              <a:xfrm>
                <a:off x="3386804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23" name="箭號: 五邊形 322">
                <a:extLst>
                  <a:ext uri="{FF2B5EF4-FFF2-40B4-BE49-F238E27FC236}">
                    <a16:creationId xmlns:a16="http://schemas.microsoft.com/office/drawing/2014/main" id="{F7BFD436-8965-4BE7-9105-5626FBA2E95E}"/>
                  </a:ext>
                </a:extLst>
              </p:cNvPr>
              <p:cNvSpPr/>
              <p:nvPr/>
            </p:nvSpPr>
            <p:spPr>
              <a:xfrm>
                <a:off x="5390204" y="914015"/>
                <a:ext cx="52578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331" name="直線接點 330">
                <a:extLst>
                  <a:ext uri="{FF2B5EF4-FFF2-40B4-BE49-F238E27FC236}">
                    <a16:creationId xmlns:a16="http://schemas.microsoft.com/office/drawing/2014/main" id="{25FFA311-AFF8-4526-ADC3-246C20AE3A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箭號: 五邊形 335">
                <a:extLst>
                  <a:ext uri="{FF2B5EF4-FFF2-40B4-BE49-F238E27FC236}">
                    <a16:creationId xmlns:a16="http://schemas.microsoft.com/office/drawing/2014/main" id="{EF5F9A4B-70B1-47A1-B6AA-C66AD9FDA2C2}"/>
                  </a:ext>
                </a:extLst>
              </p:cNvPr>
              <p:cNvSpPr/>
              <p:nvPr/>
            </p:nvSpPr>
            <p:spPr>
              <a:xfrm>
                <a:off x="5967325" y="914015"/>
                <a:ext cx="2529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969" name="手繪多邊形: 圖案 968">
                <a:extLst>
                  <a:ext uri="{FF2B5EF4-FFF2-40B4-BE49-F238E27FC236}">
                    <a16:creationId xmlns:a16="http://schemas.microsoft.com/office/drawing/2014/main" id="{6297B257-3298-42BA-8414-332F6B357C53}"/>
                  </a:ext>
                </a:extLst>
              </p:cNvPr>
              <p:cNvSpPr/>
              <p:nvPr/>
            </p:nvSpPr>
            <p:spPr>
              <a:xfrm>
                <a:off x="6178929" y="90489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</p:grpSp>
      <p:cxnSp>
        <p:nvCxnSpPr>
          <p:cNvPr id="851" name="直線接點 352">
            <a:extLst>
              <a:ext uri="{FF2B5EF4-FFF2-40B4-BE49-F238E27FC236}">
                <a16:creationId xmlns:a16="http://schemas.microsoft.com/office/drawing/2014/main" id="{D61E5E90-2EE6-4006-9EAF-65CE1591D4C7}"/>
              </a:ext>
            </a:extLst>
          </p:cNvPr>
          <p:cNvCxnSpPr>
            <a:cxnSpLocks/>
          </p:cNvCxnSpPr>
          <p:nvPr/>
        </p:nvCxnSpPr>
        <p:spPr>
          <a:xfrm>
            <a:off x="1999236" y="4264665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0" name="直線接點 352">
            <a:extLst>
              <a:ext uri="{FF2B5EF4-FFF2-40B4-BE49-F238E27FC236}">
                <a16:creationId xmlns:a16="http://schemas.microsoft.com/office/drawing/2014/main" id="{7A7DF180-1C64-4580-AC3A-F955EB7AEA1C}"/>
              </a:ext>
            </a:extLst>
          </p:cNvPr>
          <p:cNvCxnSpPr>
            <a:cxnSpLocks/>
          </p:cNvCxnSpPr>
          <p:nvPr/>
        </p:nvCxnSpPr>
        <p:spPr>
          <a:xfrm>
            <a:off x="1999236" y="3207849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1" name="直線接點 352">
            <a:extLst>
              <a:ext uri="{FF2B5EF4-FFF2-40B4-BE49-F238E27FC236}">
                <a16:creationId xmlns:a16="http://schemas.microsoft.com/office/drawing/2014/main" id="{2E21A7FA-C8DE-456B-9CBE-99DBDDF446B7}"/>
              </a:ext>
            </a:extLst>
          </p:cNvPr>
          <p:cNvCxnSpPr>
            <a:cxnSpLocks/>
          </p:cNvCxnSpPr>
          <p:nvPr/>
        </p:nvCxnSpPr>
        <p:spPr>
          <a:xfrm>
            <a:off x="1999236" y="3388777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直線接點 352">
            <a:extLst>
              <a:ext uri="{FF2B5EF4-FFF2-40B4-BE49-F238E27FC236}">
                <a16:creationId xmlns:a16="http://schemas.microsoft.com/office/drawing/2014/main" id="{F7BD632A-E4FB-4228-AB2C-E067037D1A91}"/>
              </a:ext>
            </a:extLst>
          </p:cNvPr>
          <p:cNvCxnSpPr>
            <a:cxnSpLocks/>
          </p:cNvCxnSpPr>
          <p:nvPr/>
        </p:nvCxnSpPr>
        <p:spPr>
          <a:xfrm>
            <a:off x="1999236" y="3569706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直線接點 352">
            <a:extLst>
              <a:ext uri="{FF2B5EF4-FFF2-40B4-BE49-F238E27FC236}">
                <a16:creationId xmlns:a16="http://schemas.microsoft.com/office/drawing/2014/main" id="{B14B563E-7D73-4249-9A04-7468AF992046}"/>
              </a:ext>
            </a:extLst>
          </p:cNvPr>
          <p:cNvCxnSpPr>
            <a:cxnSpLocks/>
          </p:cNvCxnSpPr>
          <p:nvPr/>
        </p:nvCxnSpPr>
        <p:spPr>
          <a:xfrm>
            <a:off x="1999236" y="3931563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直線接點 352">
            <a:extLst>
              <a:ext uri="{FF2B5EF4-FFF2-40B4-BE49-F238E27FC236}">
                <a16:creationId xmlns:a16="http://schemas.microsoft.com/office/drawing/2014/main" id="{ED166BBD-B98F-469A-A3EF-3A3415387782}"/>
              </a:ext>
            </a:extLst>
          </p:cNvPr>
          <p:cNvCxnSpPr>
            <a:cxnSpLocks/>
          </p:cNvCxnSpPr>
          <p:nvPr/>
        </p:nvCxnSpPr>
        <p:spPr>
          <a:xfrm>
            <a:off x="1999236" y="4112491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4" name="文字方塊 753">
            <a:extLst>
              <a:ext uri="{FF2B5EF4-FFF2-40B4-BE49-F238E27FC236}">
                <a16:creationId xmlns:a16="http://schemas.microsoft.com/office/drawing/2014/main" id="{E291FE56-6442-4938-B09C-4FAB79FF85B1}"/>
              </a:ext>
            </a:extLst>
          </p:cNvPr>
          <p:cNvSpPr txBox="1"/>
          <p:nvPr/>
        </p:nvSpPr>
        <p:spPr>
          <a:xfrm>
            <a:off x="1756321" y="3092433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6</a:t>
            </a:r>
            <a:endParaRPr lang="zh-TW" altLang="en-US" sz="900" dirty="0"/>
          </a:p>
        </p:txBody>
      </p:sp>
      <p:sp>
        <p:nvSpPr>
          <p:cNvPr id="755" name="文字方塊 754">
            <a:extLst>
              <a:ext uri="{FF2B5EF4-FFF2-40B4-BE49-F238E27FC236}">
                <a16:creationId xmlns:a16="http://schemas.microsoft.com/office/drawing/2014/main" id="{6E8661AC-5617-43BE-86FD-ECA473D9E453}"/>
              </a:ext>
            </a:extLst>
          </p:cNvPr>
          <p:cNvSpPr txBox="1"/>
          <p:nvPr/>
        </p:nvSpPr>
        <p:spPr>
          <a:xfrm>
            <a:off x="1756321" y="3273362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4</a:t>
            </a:r>
            <a:endParaRPr lang="zh-TW" altLang="en-US" sz="900" dirty="0"/>
          </a:p>
        </p:txBody>
      </p:sp>
      <p:sp>
        <p:nvSpPr>
          <p:cNvPr id="756" name="文字方塊 755">
            <a:extLst>
              <a:ext uri="{FF2B5EF4-FFF2-40B4-BE49-F238E27FC236}">
                <a16:creationId xmlns:a16="http://schemas.microsoft.com/office/drawing/2014/main" id="{395F175E-A8F9-4C89-86AC-87D34DB86574}"/>
              </a:ext>
            </a:extLst>
          </p:cNvPr>
          <p:cNvSpPr txBox="1"/>
          <p:nvPr/>
        </p:nvSpPr>
        <p:spPr>
          <a:xfrm>
            <a:off x="1756321" y="3454291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endParaRPr lang="zh-TW" altLang="en-US" sz="900" dirty="0"/>
          </a:p>
        </p:txBody>
      </p:sp>
      <p:sp>
        <p:nvSpPr>
          <p:cNvPr id="757" name="文字方塊 756">
            <a:extLst>
              <a:ext uri="{FF2B5EF4-FFF2-40B4-BE49-F238E27FC236}">
                <a16:creationId xmlns:a16="http://schemas.microsoft.com/office/drawing/2014/main" id="{BC05E32D-31F1-4120-A518-E405224FF0CE}"/>
              </a:ext>
            </a:extLst>
          </p:cNvPr>
          <p:cNvSpPr txBox="1"/>
          <p:nvPr/>
        </p:nvSpPr>
        <p:spPr>
          <a:xfrm>
            <a:off x="1756321" y="363521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0</a:t>
            </a:r>
            <a:endParaRPr lang="zh-TW" altLang="en-US" sz="900" dirty="0"/>
          </a:p>
        </p:txBody>
      </p:sp>
      <p:sp>
        <p:nvSpPr>
          <p:cNvPr id="758" name="文字方塊 757">
            <a:extLst>
              <a:ext uri="{FF2B5EF4-FFF2-40B4-BE49-F238E27FC236}">
                <a16:creationId xmlns:a16="http://schemas.microsoft.com/office/drawing/2014/main" id="{CBCA1125-3B79-445C-91E7-A726B27C908A}"/>
              </a:ext>
            </a:extLst>
          </p:cNvPr>
          <p:cNvSpPr txBox="1"/>
          <p:nvPr/>
        </p:nvSpPr>
        <p:spPr>
          <a:xfrm>
            <a:off x="1721055" y="3816147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-2</a:t>
            </a:r>
            <a:endParaRPr lang="zh-TW" altLang="en-US" sz="900" dirty="0"/>
          </a:p>
        </p:txBody>
      </p:sp>
      <p:sp>
        <p:nvSpPr>
          <p:cNvPr id="759" name="文字方塊 758">
            <a:extLst>
              <a:ext uri="{FF2B5EF4-FFF2-40B4-BE49-F238E27FC236}">
                <a16:creationId xmlns:a16="http://schemas.microsoft.com/office/drawing/2014/main" id="{17AF6252-744E-441A-8FEE-39B1FC3E3A90}"/>
              </a:ext>
            </a:extLst>
          </p:cNvPr>
          <p:cNvSpPr txBox="1"/>
          <p:nvPr/>
        </p:nvSpPr>
        <p:spPr>
          <a:xfrm>
            <a:off x="1721055" y="3997075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-4</a:t>
            </a:r>
            <a:endParaRPr lang="zh-TW" altLang="en-US" sz="900" dirty="0"/>
          </a:p>
        </p:txBody>
      </p:sp>
      <p:sp>
        <p:nvSpPr>
          <p:cNvPr id="768" name="橢圓 767">
            <a:extLst>
              <a:ext uri="{FF2B5EF4-FFF2-40B4-BE49-F238E27FC236}">
                <a16:creationId xmlns:a16="http://schemas.microsoft.com/office/drawing/2014/main" id="{F83ED6E0-C2AF-4EA4-8BE6-013E88E30AC2}"/>
              </a:ext>
            </a:extLst>
          </p:cNvPr>
          <p:cNvSpPr/>
          <p:nvPr/>
        </p:nvSpPr>
        <p:spPr>
          <a:xfrm>
            <a:off x="2247025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9" name="橢圓 768">
            <a:extLst>
              <a:ext uri="{FF2B5EF4-FFF2-40B4-BE49-F238E27FC236}">
                <a16:creationId xmlns:a16="http://schemas.microsoft.com/office/drawing/2014/main" id="{ABFCDDE2-EA93-4020-ADDD-F744866411CF}"/>
              </a:ext>
            </a:extLst>
          </p:cNvPr>
          <p:cNvSpPr/>
          <p:nvPr/>
        </p:nvSpPr>
        <p:spPr>
          <a:xfrm>
            <a:off x="3369734" y="422125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3" name="橢圓 772">
            <a:extLst>
              <a:ext uri="{FF2B5EF4-FFF2-40B4-BE49-F238E27FC236}">
                <a16:creationId xmlns:a16="http://schemas.microsoft.com/office/drawing/2014/main" id="{7B135721-D12B-451A-85C1-A44C07018D86}"/>
              </a:ext>
            </a:extLst>
          </p:cNvPr>
          <p:cNvSpPr/>
          <p:nvPr/>
        </p:nvSpPr>
        <p:spPr>
          <a:xfrm>
            <a:off x="4001460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4" name="橢圓 773">
            <a:extLst>
              <a:ext uri="{FF2B5EF4-FFF2-40B4-BE49-F238E27FC236}">
                <a16:creationId xmlns:a16="http://schemas.microsoft.com/office/drawing/2014/main" id="{AEE7BF8D-FB26-481C-A442-8B4125929CDA}"/>
              </a:ext>
            </a:extLst>
          </p:cNvPr>
          <p:cNvSpPr/>
          <p:nvPr/>
        </p:nvSpPr>
        <p:spPr>
          <a:xfrm>
            <a:off x="4121044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5" name="橢圓 774">
            <a:extLst>
              <a:ext uri="{FF2B5EF4-FFF2-40B4-BE49-F238E27FC236}">
                <a16:creationId xmlns:a16="http://schemas.microsoft.com/office/drawing/2014/main" id="{7E2C3CDD-77A3-47A7-9D7E-E477DF56E6C2}"/>
              </a:ext>
            </a:extLst>
          </p:cNvPr>
          <p:cNvSpPr/>
          <p:nvPr/>
        </p:nvSpPr>
        <p:spPr>
          <a:xfrm>
            <a:off x="4590187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6" name="橢圓 775">
            <a:extLst>
              <a:ext uri="{FF2B5EF4-FFF2-40B4-BE49-F238E27FC236}">
                <a16:creationId xmlns:a16="http://schemas.microsoft.com/office/drawing/2014/main" id="{2326862E-DD1C-49A6-B22E-866EEEEF66D0}"/>
              </a:ext>
            </a:extLst>
          </p:cNvPr>
          <p:cNvSpPr/>
          <p:nvPr/>
        </p:nvSpPr>
        <p:spPr>
          <a:xfrm>
            <a:off x="4654149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7" name="橢圓 776">
            <a:extLst>
              <a:ext uri="{FF2B5EF4-FFF2-40B4-BE49-F238E27FC236}">
                <a16:creationId xmlns:a16="http://schemas.microsoft.com/office/drawing/2014/main" id="{E6FF979B-3F5D-429F-8DB6-0F872450150A}"/>
              </a:ext>
            </a:extLst>
          </p:cNvPr>
          <p:cNvSpPr/>
          <p:nvPr/>
        </p:nvSpPr>
        <p:spPr>
          <a:xfrm>
            <a:off x="4718512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8" name="橢圓 777">
            <a:extLst>
              <a:ext uri="{FF2B5EF4-FFF2-40B4-BE49-F238E27FC236}">
                <a16:creationId xmlns:a16="http://schemas.microsoft.com/office/drawing/2014/main" id="{71B99A7E-FE25-4206-975F-FA033BFC9010}"/>
              </a:ext>
            </a:extLst>
          </p:cNvPr>
          <p:cNvSpPr/>
          <p:nvPr/>
        </p:nvSpPr>
        <p:spPr>
          <a:xfrm>
            <a:off x="4814245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9" name="橢圓 778">
            <a:extLst>
              <a:ext uri="{FF2B5EF4-FFF2-40B4-BE49-F238E27FC236}">
                <a16:creationId xmlns:a16="http://schemas.microsoft.com/office/drawing/2014/main" id="{F1505679-29AC-4B9B-A869-CBA7ADB5BA73}"/>
              </a:ext>
            </a:extLst>
          </p:cNvPr>
          <p:cNvSpPr/>
          <p:nvPr/>
        </p:nvSpPr>
        <p:spPr>
          <a:xfrm>
            <a:off x="5055071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0" name="橢圓 779">
            <a:extLst>
              <a:ext uri="{FF2B5EF4-FFF2-40B4-BE49-F238E27FC236}">
                <a16:creationId xmlns:a16="http://schemas.microsoft.com/office/drawing/2014/main" id="{8C7F5323-0848-4082-B8F0-B999EEA2D14B}"/>
              </a:ext>
            </a:extLst>
          </p:cNvPr>
          <p:cNvSpPr/>
          <p:nvPr/>
        </p:nvSpPr>
        <p:spPr>
          <a:xfrm>
            <a:off x="5349598" y="326194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3" name="橢圓 782">
            <a:extLst>
              <a:ext uri="{FF2B5EF4-FFF2-40B4-BE49-F238E27FC236}">
                <a16:creationId xmlns:a16="http://schemas.microsoft.com/office/drawing/2014/main" id="{22E0A568-0F6B-43E1-BFE7-8C5330EFB3A7}"/>
              </a:ext>
            </a:extLst>
          </p:cNvPr>
          <p:cNvSpPr/>
          <p:nvPr/>
        </p:nvSpPr>
        <p:spPr>
          <a:xfrm>
            <a:off x="6147644" y="413951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4" name="橢圓 783">
            <a:extLst>
              <a:ext uri="{FF2B5EF4-FFF2-40B4-BE49-F238E27FC236}">
                <a16:creationId xmlns:a16="http://schemas.microsoft.com/office/drawing/2014/main" id="{0FE94D81-0949-4DF0-8B49-88A8C2F69B32}"/>
              </a:ext>
            </a:extLst>
          </p:cNvPr>
          <p:cNvSpPr/>
          <p:nvPr/>
        </p:nvSpPr>
        <p:spPr>
          <a:xfrm>
            <a:off x="6989565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5" name="橢圓 784">
            <a:extLst>
              <a:ext uri="{FF2B5EF4-FFF2-40B4-BE49-F238E27FC236}">
                <a16:creationId xmlns:a16="http://schemas.microsoft.com/office/drawing/2014/main" id="{047EAC2A-44B8-4336-821D-500AF0806F20}"/>
              </a:ext>
            </a:extLst>
          </p:cNvPr>
          <p:cNvSpPr/>
          <p:nvPr/>
        </p:nvSpPr>
        <p:spPr>
          <a:xfrm>
            <a:off x="7362193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86" name="橢圓 785">
            <a:extLst>
              <a:ext uri="{FF2B5EF4-FFF2-40B4-BE49-F238E27FC236}">
                <a16:creationId xmlns:a16="http://schemas.microsoft.com/office/drawing/2014/main" id="{BADB4CBE-FEEF-4885-ABB3-A79E563D2EFC}"/>
              </a:ext>
            </a:extLst>
          </p:cNvPr>
          <p:cNvSpPr/>
          <p:nvPr/>
        </p:nvSpPr>
        <p:spPr>
          <a:xfrm>
            <a:off x="7533212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7" name="橢圓 786">
            <a:extLst>
              <a:ext uri="{FF2B5EF4-FFF2-40B4-BE49-F238E27FC236}">
                <a16:creationId xmlns:a16="http://schemas.microsoft.com/office/drawing/2014/main" id="{8EF7BF05-A7C9-4947-9DA3-AA21637A34A8}"/>
              </a:ext>
            </a:extLst>
          </p:cNvPr>
          <p:cNvSpPr/>
          <p:nvPr/>
        </p:nvSpPr>
        <p:spPr>
          <a:xfrm>
            <a:off x="7613064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8" name="橢圓 787">
            <a:extLst>
              <a:ext uri="{FF2B5EF4-FFF2-40B4-BE49-F238E27FC236}">
                <a16:creationId xmlns:a16="http://schemas.microsoft.com/office/drawing/2014/main" id="{7F2375F4-C16B-4CE0-A416-05840AFB74FE}"/>
              </a:ext>
            </a:extLst>
          </p:cNvPr>
          <p:cNvSpPr/>
          <p:nvPr/>
        </p:nvSpPr>
        <p:spPr>
          <a:xfrm>
            <a:off x="7696114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9" name="橢圓 788">
            <a:extLst>
              <a:ext uri="{FF2B5EF4-FFF2-40B4-BE49-F238E27FC236}">
                <a16:creationId xmlns:a16="http://schemas.microsoft.com/office/drawing/2014/main" id="{5A047C81-6073-438E-945A-E20BB46DF881}"/>
              </a:ext>
            </a:extLst>
          </p:cNvPr>
          <p:cNvSpPr/>
          <p:nvPr/>
        </p:nvSpPr>
        <p:spPr>
          <a:xfrm>
            <a:off x="7772131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0" name="橢圓 789">
            <a:extLst>
              <a:ext uri="{FF2B5EF4-FFF2-40B4-BE49-F238E27FC236}">
                <a16:creationId xmlns:a16="http://schemas.microsoft.com/office/drawing/2014/main" id="{3E13E558-0205-4433-BB89-E4737C371550}"/>
              </a:ext>
            </a:extLst>
          </p:cNvPr>
          <p:cNvSpPr/>
          <p:nvPr/>
        </p:nvSpPr>
        <p:spPr>
          <a:xfrm>
            <a:off x="7862031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1" name="橢圓 790">
            <a:extLst>
              <a:ext uri="{FF2B5EF4-FFF2-40B4-BE49-F238E27FC236}">
                <a16:creationId xmlns:a16="http://schemas.microsoft.com/office/drawing/2014/main" id="{3AC26FFF-7BEF-42F9-ABEE-6218E43D51AF}"/>
              </a:ext>
            </a:extLst>
          </p:cNvPr>
          <p:cNvSpPr/>
          <p:nvPr/>
        </p:nvSpPr>
        <p:spPr>
          <a:xfrm>
            <a:off x="8176421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2" name="橢圓 791">
            <a:extLst>
              <a:ext uri="{FF2B5EF4-FFF2-40B4-BE49-F238E27FC236}">
                <a16:creationId xmlns:a16="http://schemas.microsoft.com/office/drawing/2014/main" id="{49F7228F-3D08-43DA-A87A-ACCC04C49819}"/>
              </a:ext>
            </a:extLst>
          </p:cNvPr>
          <p:cNvSpPr/>
          <p:nvPr/>
        </p:nvSpPr>
        <p:spPr>
          <a:xfrm>
            <a:off x="8281137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3" name="橢圓 792">
            <a:extLst>
              <a:ext uri="{FF2B5EF4-FFF2-40B4-BE49-F238E27FC236}">
                <a16:creationId xmlns:a16="http://schemas.microsoft.com/office/drawing/2014/main" id="{80F29844-BA91-4C4B-B80A-BA199AA6D194}"/>
              </a:ext>
            </a:extLst>
          </p:cNvPr>
          <p:cNvSpPr/>
          <p:nvPr/>
        </p:nvSpPr>
        <p:spPr>
          <a:xfrm>
            <a:off x="8366126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4" name="橢圓 793">
            <a:extLst>
              <a:ext uri="{FF2B5EF4-FFF2-40B4-BE49-F238E27FC236}">
                <a16:creationId xmlns:a16="http://schemas.microsoft.com/office/drawing/2014/main" id="{AF2A9CB6-94AF-43C0-85E2-50DA60A23CF1}"/>
              </a:ext>
            </a:extLst>
          </p:cNvPr>
          <p:cNvSpPr/>
          <p:nvPr/>
        </p:nvSpPr>
        <p:spPr>
          <a:xfrm>
            <a:off x="8463981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5" name="橢圓 794">
            <a:extLst>
              <a:ext uri="{FF2B5EF4-FFF2-40B4-BE49-F238E27FC236}">
                <a16:creationId xmlns:a16="http://schemas.microsoft.com/office/drawing/2014/main" id="{2B8337CC-06A5-44AC-9CB6-824E595348EB}"/>
              </a:ext>
            </a:extLst>
          </p:cNvPr>
          <p:cNvSpPr/>
          <p:nvPr/>
        </p:nvSpPr>
        <p:spPr>
          <a:xfrm>
            <a:off x="8563095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6" name="橢圓 795">
            <a:extLst>
              <a:ext uri="{FF2B5EF4-FFF2-40B4-BE49-F238E27FC236}">
                <a16:creationId xmlns:a16="http://schemas.microsoft.com/office/drawing/2014/main" id="{402FC029-09A8-4E20-B3F1-7A55AC2529D1}"/>
              </a:ext>
            </a:extLst>
          </p:cNvPr>
          <p:cNvSpPr/>
          <p:nvPr/>
        </p:nvSpPr>
        <p:spPr>
          <a:xfrm>
            <a:off x="8642310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7" name="橢圓 796">
            <a:extLst>
              <a:ext uri="{FF2B5EF4-FFF2-40B4-BE49-F238E27FC236}">
                <a16:creationId xmlns:a16="http://schemas.microsoft.com/office/drawing/2014/main" id="{B5D9BA85-EE94-407B-AA4E-37D726D46C7C}"/>
              </a:ext>
            </a:extLst>
          </p:cNvPr>
          <p:cNvSpPr/>
          <p:nvPr/>
        </p:nvSpPr>
        <p:spPr>
          <a:xfrm>
            <a:off x="8759532" y="3622308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8" name="橢圓 797">
            <a:extLst>
              <a:ext uri="{FF2B5EF4-FFF2-40B4-BE49-F238E27FC236}">
                <a16:creationId xmlns:a16="http://schemas.microsoft.com/office/drawing/2014/main" id="{EC94FEA6-D933-478C-8000-B44C257E0D27}"/>
              </a:ext>
            </a:extLst>
          </p:cNvPr>
          <p:cNvSpPr/>
          <p:nvPr/>
        </p:nvSpPr>
        <p:spPr>
          <a:xfrm>
            <a:off x="8821646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9" name="橢圓 798">
            <a:extLst>
              <a:ext uri="{FF2B5EF4-FFF2-40B4-BE49-F238E27FC236}">
                <a16:creationId xmlns:a16="http://schemas.microsoft.com/office/drawing/2014/main" id="{995C916D-72BC-42CB-828B-293DEDD194E6}"/>
              </a:ext>
            </a:extLst>
          </p:cNvPr>
          <p:cNvSpPr/>
          <p:nvPr/>
        </p:nvSpPr>
        <p:spPr>
          <a:xfrm>
            <a:off x="9290789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0" name="橢圓 799">
            <a:extLst>
              <a:ext uri="{FF2B5EF4-FFF2-40B4-BE49-F238E27FC236}">
                <a16:creationId xmlns:a16="http://schemas.microsoft.com/office/drawing/2014/main" id="{9DC47AB9-5484-4D81-95ED-D3D4D6756F89}"/>
              </a:ext>
            </a:extLst>
          </p:cNvPr>
          <p:cNvSpPr/>
          <p:nvPr/>
        </p:nvSpPr>
        <p:spPr>
          <a:xfrm>
            <a:off x="9351947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1" name="橢圓 800">
            <a:extLst>
              <a:ext uri="{FF2B5EF4-FFF2-40B4-BE49-F238E27FC236}">
                <a16:creationId xmlns:a16="http://schemas.microsoft.com/office/drawing/2014/main" id="{5E488474-FBC8-40F7-B4DC-5F18863DC9C7}"/>
              </a:ext>
            </a:extLst>
          </p:cNvPr>
          <p:cNvSpPr/>
          <p:nvPr/>
        </p:nvSpPr>
        <p:spPr>
          <a:xfrm>
            <a:off x="9419114" y="379501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2" name="橢圓 801">
            <a:extLst>
              <a:ext uri="{FF2B5EF4-FFF2-40B4-BE49-F238E27FC236}">
                <a16:creationId xmlns:a16="http://schemas.microsoft.com/office/drawing/2014/main" id="{B174EF70-AEC6-4564-9125-8F9C9B4E4361}"/>
              </a:ext>
            </a:extLst>
          </p:cNvPr>
          <p:cNvSpPr/>
          <p:nvPr/>
        </p:nvSpPr>
        <p:spPr>
          <a:xfrm>
            <a:off x="9514847" y="3622308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3" name="橢圓 802">
            <a:extLst>
              <a:ext uri="{FF2B5EF4-FFF2-40B4-BE49-F238E27FC236}">
                <a16:creationId xmlns:a16="http://schemas.microsoft.com/office/drawing/2014/main" id="{C83B86B6-CF72-4524-A881-1604E360E0C4}"/>
              </a:ext>
            </a:extLst>
          </p:cNvPr>
          <p:cNvSpPr/>
          <p:nvPr/>
        </p:nvSpPr>
        <p:spPr>
          <a:xfrm>
            <a:off x="9755673" y="379501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4" name="橢圓 803">
            <a:extLst>
              <a:ext uri="{FF2B5EF4-FFF2-40B4-BE49-F238E27FC236}">
                <a16:creationId xmlns:a16="http://schemas.microsoft.com/office/drawing/2014/main" id="{EECB95E0-8BF0-4D9A-903A-C926928128F7}"/>
              </a:ext>
            </a:extLst>
          </p:cNvPr>
          <p:cNvSpPr/>
          <p:nvPr/>
        </p:nvSpPr>
        <p:spPr>
          <a:xfrm>
            <a:off x="10263278" y="3161426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4" name="直線接點 833">
            <a:extLst>
              <a:ext uri="{FF2B5EF4-FFF2-40B4-BE49-F238E27FC236}">
                <a16:creationId xmlns:a16="http://schemas.microsoft.com/office/drawing/2014/main" id="{E98AD8FB-7132-4F54-997E-7A17531519D5}"/>
              </a:ext>
            </a:extLst>
          </p:cNvPr>
          <p:cNvCxnSpPr>
            <a:cxnSpLocks/>
          </p:cNvCxnSpPr>
          <p:nvPr/>
        </p:nvCxnSpPr>
        <p:spPr>
          <a:xfrm>
            <a:off x="2294863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6" name="直線接點 835">
            <a:extLst>
              <a:ext uri="{FF2B5EF4-FFF2-40B4-BE49-F238E27FC236}">
                <a16:creationId xmlns:a16="http://schemas.microsoft.com/office/drawing/2014/main" id="{153FDBCB-DB1A-41BA-80DB-7A3E101E61CC}"/>
              </a:ext>
            </a:extLst>
          </p:cNvPr>
          <p:cNvCxnSpPr>
            <a:cxnSpLocks/>
          </p:cNvCxnSpPr>
          <p:nvPr/>
        </p:nvCxnSpPr>
        <p:spPr>
          <a:xfrm>
            <a:off x="3417572" y="3749303"/>
            <a:ext cx="0" cy="495545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0" name="直線接點 839">
            <a:extLst>
              <a:ext uri="{FF2B5EF4-FFF2-40B4-BE49-F238E27FC236}">
                <a16:creationId xmlns:a16="http://schemas.microsoft.com/office/drawing/2014/main" id="{7F259716-BB81-49BB-9A69-22530E016612}"/>
              </a:ext>
            </a:extLst>
          </p:cNvPr>
          <p:cNvCxnSpPr>
            <a:cxnSpLocks/>
          </p:cNvCxnSpPr>
          <p:nvPr/>
        </p:nvCxnSpPr>
        <p:spPr>
          <a:xfrm>
            <a:off x="5397436" y="3346299"/>
            <a:ext cx="0" cy="404336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直線接點 844">
            <a:extLst>
              <a:ext uri="{FF2B5EF4-FFF2-40B4-BE49-F238E27FC236}">
                <a16:creationId xmlns:a16="http://schemas.microsoft.com/office/drawing/2014/main" id="{85B0ADA3-EE05-4B2D-9F24-9B658FE06C2D}"/>
              </a:ext>
            </a:extLst>
          </p:cNvPr>
          <p:cNvCxnSpPr>
            <a:cxnSpLocks/>
          </p:cNvCxnSpPr>
          <p:nvPr/>
        </p:nvCxnSpPr>
        <p:spPr>
          <a:xfrm>
            <a:off x="4049298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6" name="直線接點 845">
            <a:extLst>
              <a:ext uri="{FF2B5EF4-FFF2-40B4-BE49-F238E27FC236}">
                <a16:creationId xmlns:a16="http://schemas.microsoft.com/office/drawing/2014/main" id="{B90E418C-873A-46A1-9683-DF73B2F5F8F8}"/>
              </a:ext>
            </a:extLst>
          </p:cNvPr>
          <p:cNvCxnSpPr>
            <a:cxnSpLocks/>
          </p:cNvCxnSpPr>
          <p:nvPr/>
        </p:nvCxnSpPr>
        <p:spPr>
          <a:xfrm>
            <a:off x="4168882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7" name="直線接點 846">
            <a:extLst>
              <a:ext uri="{FF2B5EF4-FFF2-40B4-BE49-F238E27FC236}">
                <a16:creationId xmlns:a16="http://schemas.microsoft.com/office/drawing/2014/main" id="{9448C63A-0DEE-4D98-9419-B2F343982C56}"/>
              </a:ext>
            </a:extLst>
          </p:cNvPr>
          <p:cNvCxnSpPr>
            <a:cxnSpLocks/>
          </p:cNvCxnSpPr>
          <p:nvPr/>
        </p:nvCxnSpPr>
        <p:spPr>
          <a:xfrm>
            <a:off x="4862083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8" name="直線接點 847">
            <a:extLst>
              <a:ext uri="{FF2B5EF4-FFF2-40B4-BE49-F238E27FC236}">
                <a16:creationId xmlns:a16="http://schemas.microsoft.com/office/drawing/2014/main" id="{7814072A-2694-4DA1-9522-561F25E50936}"/>
              </a:ext>
            </a:extLst>
          </p:cNvPr>
          <p:cNvCxnSpPr>
            <a:cxnSpLocks/>
          </p:cNvCxnSpPr>
          <p:nvPr/>
        </p:nvCxnSpPr>
        <p:spPr>
          <a:xfrm>
            <a:off x="7410031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9" name="直線接點 848">
            <a:extLst>
              <a:ext uri="{FF2B5EF4-FFF2-40B4-BE49-F238E27FC236}">
                <a16:creationId xmlns:a16="http://schemas.microsoft.com/office/drawing/2014/main" id="{B8C53067-B843-4D8B-B16F-BBB4E420F747}"/>
              </a:ext>
            </a:extLst>
          </p:cNvPr>
          <p:cNvCxnSpPr>
            <a:cxnSpLocks/>
          </p:cNvCxnSpPr>
          <p:nvPr/>
        </p:nvCxnSpPr>
        <p:spPr>
          <a:xfrm>
            <a:off x="7581050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0" name="直線接點 849">
            <a:extLst>
              <a:ext uri="{FF2B5EF4-FFF2-40B4-BE49-F238E27FC236}">
                <a16:creationId xmlns:a16="http://schemas.microsoft.com/office/drawing/2014/main" id="{08DEAF07-1843-44CA-AF77-ED5CA66BBB52}"/>
              </a:ext>
            </a:extLst>
          </p:cNvPr>
          <p:cNvCxnSpPr>
            <a:cxnSpLocks/>
          </p:cNvCxnSpPr>
          <p:nvPr/>
        </p:nvCxnSpPr>
        <p:spPr>
          <a:xfrm>
            <a:off x="7660902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2" name="直線接點 851">
            <a:extLst>
              <a:ext uri="{FF2B5EF4-FFF2-40B4-BE49-F238E27FC236}">
                <a16:creationId xmlns:a16="http://schemas.microsoft.com/office/drawing/2014/main" id="{D94DE88F-5798-4894-8AAA-A51B46F42C8D}"/>
              </a:ext>
            </a:extLst>
          </p:cNvPr>
          <p:cNvCxnSpPr>
            <a:cxnSpLocks/>
          </p:cNvCxnSpPr>
          <p:nvPr/>
        </p:nvCxnSpPr>
        <p:spPr>
          <a:xfrm>
            <a:off x="7743952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3" name="直線接點 852">
            <a:extLst>
              <a:ext uri="{FF2B5EF4-FFF2-40B4-BE49-F238E27FC236}">
                <a16:creationId xmlns:a16="http://schemas.microsoft.com/office/drawing/2014/main" id="{155BB6EA-C8BB-40BE-B268-BAB75C5F383C}"/>
              </a:ext>
            </a:extLst>
          </p:cNvPr>
          <p:cNvCxnSpPr>
            <a:cxnSpLocks/>
          </p:cNvCxnSpPr>
          <p:nvPr/>
        </p:nvCxnSpPr>
        <p:spPr>
          <a:xfrm>
            <a:off x="7819969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4" name="直線接點 853">
            <a:extLst>
              <a:ext uri="{FF2B5EF4-FFF2-40B4-BE49-F238E27FC236}">
                <a16:creationId xmlns:a16="http://schemas.microsoft.com/office/drawing/2014/main" id="{96AD4682-8D0E-447B-A0C7-DA790C475392}"/>
              </a:ext>
            </a:extLst>
          </p:cNvPr>
          <p:cNvCxnSpPr>
            <a:cxnSpLocks/>
          </p:cNvCxnSpPr>
          <p:nvPr/>
        </p:nvCxnSpPr>
        <p:spPr>
          <a:xfrm>
            <a:off x="7909869" y="3715972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8" name="直線接點 867">
            <a:extLst>
              <a:ext uri="{FF2B5EF4-FFF2-40B4-BE49-F238E27FC236}">
                <a16:creationId xmlns:a16="http://schemas.microsoft.com/office/drawing/2014/main" id="{5FA886F4-D7E2-4A41-85C8-053EA1AD3B60}"/>
              </a:ext>
            </a:extLst>
          </p:cNvPr>
          <p:cNvCxnSpPr>
            <a:cxnSpLocks/>
            <a:endCxn id="783" idx="0"/>
          </p:cNvCxnSpPr>
          <p:nvPr/>
        </p:nvCxnSpPr>
        <p:spPr>
          <a:xfrm>
            <a:off x="6195482" y="3750635"/>
            <a:ext cx="0" cy="388883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0" name="直線接點 869">
            <a:extLst>
              <a:ext uri="{FF2B5EF4-FFF2-40B4-BE49-F238E27FC236}">
                <a16:creationId xmlns:a16="http://schemas.microsoft.com/office/drawing/2014/main" id="{C2462DCC-D917-4F43-8CEA-6159F01C564C}"/>
              </a:ext>
            </a:extLst>
          </p:cNvPr>
          <p:cNvCxnSpPr>
            <a:cxnSpLocks/>
          </p:cNvCxnSpPr>
          <p:nvPr/>
        </p:nvCxnSpPr>
        <p:spPr>
          <a:xfrm>
            <a:off x="10311116" y="3235486"/>
            <a:ext cx="0" cy="51515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2" name="直線接點 871">
            <a:extLst>
              <a:ext uri="{FF2B5EF4-FFF2-40B4-BE49-F238E27FC236}">
                <a16:creationId xmlns:a16="http://schemas.microsoft.com/office/drawing/2014/main" id="{137D872C-4182-4731-BF0E-446BED896223}"/>
              </a:ext>
            </a:extLst>
          </p:cNvPr>
          <p:cNvCxnSpPr>
            <a:cxnSpLocks/>
          </p:cNvCxnSpPr>
          <p:nvPr/>
        </p:nvCxnSpPr>
        <p:spPr>
          <a:xfrm>
            <a:off x="8807370" y="3715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3" name="直線接點 872">
            <a:extLst>
              <a:ext uri="{FF2B5EF4-FFF2-40B4-BE49-F238E27FC236}">
                <a16:creationId xmlns:a16="http://schemas.microsoft.com/office/drawing/2014/main" id="{5755C1C6-54E6-4120-A911-D704CCDE85E0}"/>
              </a:ext>
            </a:extLst>
          </p:cNvPr>
          <p:cNvCxnSpPr>
            <a:cxnSpLocks/>
          </p:cNvCxnSpPr>
          <p:nvPr/>
        </p:nvCxnSpPr>
        <p:spPr>
          <a:xfrm>
            <a:off x="8869484" y="3715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4" name="直線接點 873">
            <a:extLst>
              <a:ext uri="{FF2B5EF4-FFF2-40B4-BE49-F238E27FC236}">
                <a16:creationId xmlns:a16="http://schemas.microsoft.com/office/drawing/2014/main" id="{45E07194-DABB-46F7-8E0C-41D502DC5843}"/>
              </a:ext>
            </a:extLst>
          </p:cNvPr>
          <p:cNvCxnSpPr>
            <a:cxnSpLocks/>
          </p:cNvCxnSpPr>
          <p:nvPr/>
        </p:nvCxnSpPr>
        <p:spPr>
          <a:xfrm>
            <a:off x="9338627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5" name="直線接點 874">
            <a:extLst>
              <a:ext uri="{FF2B5EF4-FFF2-40B4-BE49-F238E27FC236}">
                <a16:creationId xmlns:a16="http://schemas.microsoft.com/office/drawing/2014/main" id="{3920AD9F-AFCE-4AFE-A6C9-15A7F28658A6}"/>
              </a:ext>
            </a:extLst>
          </p:cNvPr>
          <p:cNvCxnSpPr>
            <a:cxnSpLocks/>
          </p:cNvCxnSpPr>
          <p:nvPr/>
        </p:nvCxnSpPr>
        <p:spPr>
          <a:xfrm>
            <a:off x="9399785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6" name="直線接點 875">
            <a:extLst>
              <a:ext uri="{FF2B5EF4-FFF2-40B4-BE49-F238E27FC236}">
                <a16:creationId xmlns:a16="http://schemas.microsoft.com/office/drawing/2014/main" id="{FC739A95-26FE-448D-B159-C90B966EA51D}"/>
              </a:ext>
            </a:extLst>
          </p:cNvPr>
          <p:cNvCxnSpPr>
            <a:cxnSpLocks/>
          </p:cNvCxnSpPr>
          <p:nvPr/>
        </p:nvCxnSpPr>
        <p:spPr>
          <a:xfrm>
            <a:off x="9466952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7" name="直線接點 876">
            <a:extLst>
              <a:ext uri="{FF2B5EF4-FFF2-40B4-BE49-F238E27FC236}">
                <a16:creationId xmlns:a16="http://schemas.microsoft.com/office/drawing/2014/main" id="{7969B526-F60F-49BD-ABEF-D66A31EC538F}"/>
              </a:ext>
            </a:extLst>
          </p:cNvPr>
          <p:cNvCxnSpPr>
            <a:cxnSpLocks/>
          </p:cNvCxnSpPr>
          <p:nvPr/>
        </p:nvCxnSpPr>
        <p:spPr>
          <a:xfrm>
            <a:off x="9562685" y="3715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1" name="直線接點 880">
            <a:extLst>
              <a:ext uri="{FF2B5EF4-FFF2-40B4-BE49-F238E27FC236}">
                <a16:creationId xmlns:a16="http://schemas.microsoft.com/office/drawing/2014/main" id="{294EF96E-EF6C-437D-B54A-D157EE655EF9}"/>
              </a:ext>
            </a:extLst>
          </p:cNvPr>
          <p:cNvCxnSpPr>
            <a:cxnSpLocks/>
          </p:cNvCxnSpPr>
          <p:nvPr/>
        </p:nvCxnSpPr>
        <p:spPr>
          <a:xfrm>
            <a:off x="8511819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2" name="直線接點 881">
            <a:extLst>
              <a:ext uri="{FF2B5EF4-FFF2-40B4-BE49-F238E27FC236}">
                <a16:creationId xmlns:a16="http://schemas.microsoft.com/office/drawing/2014/main" id="{FBBF2BC0-9363-43AA-B621-B205FCF41066}"/>
              </a:ext>
            </a:extLst>
          </p:cNvPr>
          <p:cNvCxnSpPr>
            <a:cxnSpLocks/>
          </p:cNvCxnSpPr>
          <p:nvPr/>
        </p:nvCxnSpPr>
        <p:spPr>
          <a:xfrm>
            <a:off x="8610933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3" name="直線接點 882">
            <a:extLst>
              <a:ext uri="{FF2B5EF4-FFF2-40B4-BE49-F238E27FC236}">
                <a16:creationId xmlns:a16="http://schemas.microsoft.com/office/drawing/2014/main" id="{8A3307B9-AF10-4644-8283-D716F499C704}"/>
              </a:ext>
            </a:extLst>
          </p:cNvPr>
          <p:cNvCxnSpPr>
            <a:cxnSpLocks/>
          </p:cNvCxnSpPr>
          <p:nvPr/>
        </p:nvCxnSpPr>
        <p:spPr>
          <a:xfrm>
            <a:off x="8690148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4" name="直線接點 883">
            <a:extLst>
              <a:ext uri="{FF2B5EF4-FFF2-40B4-BE49-F238E27FC236}">
                <a16:creationId xmlns:a16="http://schemas.microsoft.com/office/drawing/2014/main" id="{B76C2CB4-B5C4-42A0-AC1A-5747BB24D660}"/>
              </a:ext>
            </a:extLst>
          </p:cNvPr>
          <p:cNvCxnSpPr>
            <a:cxnSpLocks/>
          </p:cNvCxnSpPr>
          <p:nvPr/>
        </p:nvCxnSpPr>
        <p:spPr>
          <a:xfrm>
            <a:off x="8224259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5" name="直線接點 884">
            <a:extLst>
              <a:ext uri="{FF2B5EF4-FFF2-40B4-BE49-F238E27FC236}">
                <a16:creationId xmlns:a16="http://schemas.microsoft.com/office/drawing/2014/main" id="{CC737BF6-F012-41A8-93F9-28CE187D2B3A}"/>
              </a:ext>
            </a:extLst>
          </p:cNvPr>
          <p:cNvCxnSpPr>
            <a:cxnSpLocks/>
          </p:cNvCxnSpPr>
          <p:nvPr/>
        </p:nvCxnSpPr>
        <p:spPr>
          <a:xfrm>
            <a:off x="8328975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6" name="直線接點 885">
            <a:extLst>
              <a:ext uri="{FF2B5EF4-FFF2-40B4-BE49-F238E27FC236}">
                <a16:creationId xmlns:a16="http://schemas.microsoft.com/office/drawing/2014/main" id="{75C7FD12-D449-41E7-8A8A-416266AADE63}"/>
              </a:ext>
            </a:extLst>
          </p:cNvPr>
          <p:cNvCxnSpPr>
            <a:cxnSpLocks/>
          </p:cNvCxnSpPr>
          <p:nvPr/>
        </p:nvCxnSpPr>
        <p:spPr>
          <a:xfrm>
            <a:off x="8413964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7" name="直線接點 886">
            <a:extLst>
              <a:ext uri="{FF2B5EF4-FFF2-40B4-BE49-F238E27FC236}">
                <a16:creationId xmlns:a16="http://schemas.microsoft.com/office/drawing/2014/main" id="{253316B0-56B6-4E9A-B114-63284999FCCC}"/>
              </a:ext>
            </a:extLst>
          </p:cNvPr>
          <p:cNvCxnSpPr>
            <a:cxnSpLocks/>
          </p:cNvCxnSpPr>
          <p:nvPr/>
        </p:nvCxnSpPr>
        <p:spPr>
          <a:xfrm>
            <a:off x="9803511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8" name="直線接點 887">
            <a:extLst>
              <a:ext uri="{FF2B5EF4-FFF2-40B4-BE49-F238E27FC236}">
                <a16:creationId xmlns:a16="http://schemas.microsoft.com/office/drawing/2014/main" id="{E5115297-1E8F-45AC-AD3C-0361CBCC6D06}"/>
              </a:ext>
            </a:extLst>
          </p:cNvPr>
          <p:cNvCxnSpPr>
            <a:cxnSpLocks/>
          </p:cNvCxnSpPr>
          <p:nvPr/>
        </p:nvCxnSpPr>
        <p:spPr>
          <a:xfrm>
            <a:off x="7037403" y="376297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9" name="直線接點 888">
            <a:extLst>
              <a:ext uri="{FF2B5EF4-FFF2-40B4-BE49-F238E27FC236}">
                <a16:creationId xmlns:a16="http://schemas.microsoft.com/office/drawing/2014/main" id="{54786AC5-8788-4D3F-BA2D-E7865CA1C1CC}"/>
              </a:ext>
            </a:extLst>
          </p:cNvPr>
          <p:cNvCxnSpPr>
            <a:cxnSpLocks/>
          </p:cNvCxnSpPr>
          <p:nvPr/>
        </p:nvCxnSpPr>
        <p:spPr>
          <a:xfrm>
            <a:off x="4638025" y="376534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0" name="直線接點 889">
            <a:extLst>
              <a:ext uri="{FF2B5EF4-FFF2-40B4-BE49-F238E27FC236}">
                <a16:creationId xmlns:a16="http://schemas.microsoft.com/office/drawing/2014/main" id="{4DD56252-3E56-4628-87ED-D99D52097A5E}"/>
              </a:ext>
            </a:extLst>
          </p:cNvPr>
          <p:cNvCxnSpPr>
            <a:cxnSpLocks/>
          </p:cNvCxnSpPr>
          <p:nvPr/>
        </p:nvCxnSpPr>
        <p:spPr>
          <a:xfrm>
            <a:off x="4701987" y="376534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1" name="直線接點 890">
            <a:extLst>
              <a:ext uri="{FF2B5EF4-FFF2-40B4-BE49-F238E27FC236}">
                <a16:creationId xmlns:a16="http://schemas.microsoft.com/office/drawing/2014/main" id="{696F19BB-AB87-4F5C-B869-1F0E0E83141A}"/>
              </a:ext>
            </a:extLst>
          </p:cNvPr>
          <p:cNvCxnSpPr>
            <a:cxnSpLocks/>
          </p:cNvCxnSpPr>
          <p:nvPr/>
        </p:nvCxnSpPr>
        <p:spPr>
          <a:xfrm>
            <a:off x="4766350" y="376534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3" name="直線接點 892">
            <a:extLst>
              <a:ext uri="{FF2B5EF4-FFF2-40B4-BE49-F238E27FC236}">
                <a16:creationId xmlns:a16="http://schemas.microsoft.com/office/drawing/2014/main" id="{2CAF7DEA-B4B7-4DEF-9A52-771161111130}"/>
              </a:ext>
            </a:extLst>
          </p:cNvPr>
          <p:cNvCxnSpPr>
            <a:cxnSpLocks/>
          </p:cNvCxnSpPr>
          <p:nvPr/>
        </p:nvCxnSpPr>
        <p:spPr>
          <a:xfrm>
            <a:off x="5102909" y="376534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3" name="直線接點 352">
            <a:extLst>
              <a:ext uri="{FF2B5EF4-FFF2-40B4-BE49-F238E27FC236}">
                <a16:creationId xmlns:a16="http://schemas.microsoft.com/office/drawing/2014/main" id="{E3C8EF35-8885-4A5E-965B-C1F728653D84}"/>
              </a:ext>
            </a:extLst>
          </p:cNvPr>
          <p:cNvCxnSpPr>
            <a:cxnSpLocks/>
          </p:cNvCxnSpPr>
          <p:nvPr/>
        </p:nvCxnSpPr>
        <p:spPr>
          <a:xfrm>
            <a:off x="1999236" y="3750633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8" name="橢圓 837">
            <a:extLst>
              <a:ext uri="{FF2B5EF4-FFF2-40B4-BE49-F238E27FC236}">
                <a16:creationId xmlns:a16="http://schemas.microsoft.com/office/drawing/2014/main" id="{B860AED6-E27A-41A8-833F-439291A5B764}"/>
              </a:ext>
            </a:extLst>
          </p:cNvPr>
          <p:cNvSpPr/>
          <p:nvPr/>
        </p:nvSpPr>
        <p:spPr>
          <a:xfrm>
            <a:off x="10059858" y="3791734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39" name="直線接點 838">
            <a:extLst>
              <a:ext uri="{FF2B5EF4-FFF2-40B4-BE49-F238E27FC236}">
                <a16:creationId xmlns:a16="http://schemas.microsoft.com/office/drawing/2014/main" id="{3A231EE0-4CDD-479F-932A-F91007146351}"/>
              </a:ext>
            </a:extLst>
          </p:cNvPr>
          <p:cNvCxnSpPr>
            <a:cxnSpLocks/>
          </p:cNvCxnSpPr>
          <p:nvPr/>
        </p:nvCxnSpPr>
        <p:spPr>
          <a:xfrm>
            <a:off x="10107696" y="375969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5" name="文字方塊 854">
            <a:extLst>
              <a:ext uri="{FF2B5EF4-FFF2-40B4-BE49-F238E27FC236}">
                <a16:creationId xmlns:a16="http://schemas.microsoft.com/office/drawing/2014/main" id="{63CABB93-70B7-4272-B3D5-66AEB921B862}"/>
              </a:ext>
            </a:extLst>
          </p:cNvPr>
          <p:cNvSpPr txBox="1"/>
          <p:nvPr/>
        </p:nvSpPr>
        <p:spPr>
          <a:xfrm>
            <a:off x="1721055" y="4149252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-6</a:t>
            </a:r>
            <a:endParaRPr lang="zh-TW" altLang="en-US" sz="900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34B684CF-C1F7-40A9-A90D-98523037AD71}"/>
              </a:ext>
            </a:extLst>
          </p:cNvPr>
          <p:cNvGrpSpPr/>
          <p:nvPr/>
        </p:nvGrpSpPr>
        <p:grpSpPr>
          <a:xfrm>
            <a:off x="6481907" y="3611457"/>
            <a:ext cx="95676" cy="128325"/>
            <a:chOff x="7008799" y="2004793"/>
            <a:chExt cx="95676" cy="128325"/>
          </a:xfrm>
        </p:grpSpPr>
        <p:sp>
          <p:nvSpPr>
            <p:cNvPr id="972" name="橢圓 971">
              <a:extLst>
                <a:ext uri="{FF2B5EF4-FFF2-40B4-BE49-F238E27FC236}">
                  <a16:creationId xmlns:a16="http://schemas.microsoft.com/office/drawing/2014/main" id="{471946AD-DC5E-4823-B2E9-F33BFCA1ECB9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73" name="直線接點 972">
              <a:extLst>
                <a:ext uri="{FF2B5EF4-FFF2-40B4-BE49-F238E27FC236}">
                  <a16:creationId xmlns:a16="http://schemas.microsoft.com/office/drawing/2014/main" id="{3C896102-2A66-4FE0-BF6E-81E7E06E5913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69D0CC02-C2AC-4465-8355-83C5B4107E7D}"/>
              </a:ext>
            </a:extLst>
          </p:cNvPr>
          <p:cNvGrpSpPr/>
          <p:nvPr/>
        </p:nvGrpSpPr>
        <p:grpSpPr>
          <a:xfrm>
            <a:off x="6371592" y="3762973"/>
            <a:ext cx="95676" cy="125703"/>
            <a:chOff x="6674273" y="2145458"/>
            <a:chExt cx="95676" cy="125703"/>
          </a:xfrm>
        </p:grpSpPr>
        <p:sp>
          <p:nvSpPr>
            <p:cNvPr id="971" name="橢圓 970">
              <a:extLst>
                <a:ext uri="{FF2B5EF4-FFF2-40B4-BE49-F238E27FC236}">
                  <a16:creationId xmlns:a16="http://schemas.microsoft.com/office/drawing/2014/main" id="{5652174B-63DC-4DFC-9111-307D487F833E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4" name="直線接點 973">
              <a:extLst>
                <a:ext uri="{FF2B5EF4-FFF2-40B4-BE49-F238E27FC236}">
                  <a16:creationId xmlns:a16="http://schemas.microsoft.com/office/drawing/2014/main" id="{16FD6F9A-EF4A-45BF-B050-B5ACD60A96B1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75" name="群組 974">
            <a:extLst>
              <a:ext uri="{FF2B5EF4-FFF2-40B4-BE49-F238E27FC236}">
                <a16:creationId xmlns:a16="http://schemas.microsoft.com/office/drawing/2014/main" id="{5570446C-2505-4E10-94D2-79AF2278C6F8}"/>
              </a:ext>
            </a:extLst>
          </p:cNvPr>
          <p:cNvGrpSpPr/>
          <p:nvPr/>
        </p:nvGrpSpPr>
        <p:grpSpPr>
          <a:xfrm>
            <a:off x="6399223" y="3762973"/>
            <a:ext cx="95676" cy="125703"/>
            <a:chOff x="6674273" y="2145458"/>
            <a:chExt cx="95676" cy="125703"/>
          </a:xfrm>
        </p:grpSpPr>
        <p:sp>
          <p:nvSpPr>
            <p:cNvPr id="976" name="橢圓 975">
              <a:extLst>
                <a:ext uri="{FF2B5EF4-FFF2-40B4-BE49-F238E27FC236}">
                  <a16:creationId xmlns:a16="http://schemas.microsoft.com/office/drawing/2014/main" id="{69E54399-DA16-4FD7-838F-EEF2DEBA17C1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77" name="直線接點 976">
              <a:extLst>
                <a:ext uri="{FF2B5EF4-FFF2-40B4-BE49-F238E27FC236}">
                  <a16:creationId xmlns:a16="http://schemas.microsoft.com/office/drawing/2014/main" id="{36F33FBA-2FA1-45B4-B4DB-76A2C200B8B7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78" name="群組 977">
            <a:extLst>
              <a:ext uri="{FF2B5EF4-FFF2-40B4-BE49-F238E27FC236}">
                <a16:creationId xmlns:a16="http://schemas.microsoft.com/office/drawing/2014/main" id="{B64E136D-9DC4-4F97-A4C5-E1245F70CCB3}"/>
              </a:ext>
            </a:extLst>
          </p:cNvPr>
          <p:cNvGrpSpPr/>
          <p:nvPr/>
        </p:nvGrpSpPr>
        <p:grpSpPr>
          <a:xfrm>
            <a:off x="6447689" y="3611457"/>
            <a:ext cx="95676" cy="128325"/>
            <a:chOff x="7008799" y="2004793"/>
            <a:chExt cx="95676" cy="128325"/>
          </a:xfrm>
        </p:grpSpPr>
        <p:sp>
          <p:nvSpPr>
            <p:cNvPr id="979" name="橢圓 978">
              <a:extLst>
                <a:ext uri="{FF2B5EF4-FFF2-40B4-BE49-F238E27FC236}">
                  <a16:creationId xmlns:a16="http://schemas.microsoft.com/office/drawing/2014/main" id="{492AA44A-CAE3-4701-BBA8-51C88288DA62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980" name="直線接點 979">
              <a:extLst>
                <a:ext uri="{FF2B5EF4-FFF2-40B4-BE49-F238E27FC236}">
                  <a16:creationId xmlns:a16="http://schemas.microsoft.com/office/drawing/2014/main" id="{03B9D135-D607-4BFF-8B4E-08245C1117F0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81" name="群組 980">
            <a:extLst>
              <a:ext uri="{FF2B5EF4-FFF2-40B4-BE49-F238E27FC236}">
                <a16:creationId xmlns:a16="http://schemas.microsoft.com/office/drawing/2014/main" id="{E4B612EA-E316-43AC-AAA8-3326C1CAB85D}"/>
              </a:ext>
            </a:extLst>
          </p:cNvPr>
          <p:cNvGrpSpPr/>
          <p:nvPr/>
        </p:nvGrpSpPr>
        <p:grpSpPr>
          <a:xfrm>
            <a:off x="6855652" y="3762973"/>
            <a:ext cx="95676" cy="125703"/>
            <a:chOff x="6674273" y="2145458"/>
            <a:chExt cx="95676" cy="125703"/>
          </a:xfrm>
        </p:grpSpPr>
        <p:sp>
          <p:nvSpPr>
            <p:cNvPr id="982" name="橢圓 981">
              <a:extLst>
                <a:ext uri="{FF2B5EF4-FFF2-40B4-BE49-F238E27FC236}">
                  <a16:creationId xmlns:a16="http://schemas.microsoft.com/office/drawing/2014/main" id="{7B557C0D-AA38-49D5-B601-8DD7F00943ED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83" name="直線接點 982">
              <a:extLst>
                <a:ext uri="{FF2B5EF4-FFF2-40B4-BE49-F238E27FC236}">
                  <a16:creationId xmlns:a16="http://schemas.microsoft.com/office/drawing/2014/main" id="{01AFA5D8-4F6F-4075-AC85-C08AB079A8E8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374381D-06DC-400E-85DC-981E7C7ECEC9}"/>
              </a:ext>
            </a:extLst>
          </p:cNvPr>
          <p:cNvGrpSpPr/>
          <p:nvPr/>
        </p:nvGrpSpPr>
        <p:grpSpPr>
          <a:xfrm>
            <a:off x="7264238" y="3159364"/>
            <a:ext cx="280981" cy="447013"/>
            <a:chOff x="7268672" y="3165730"/>
            <a:chExt cx="280981" cy="447013"/>
          </a:xfrm>
        </p:grpSpPr>
        <p:sp>
          <p:nvSpPr>
            <p:cNvPr id="370" name="橢圓 369">
              <a:extLst>
                <a:ext uri="{FF2B5EF4-FFF2-40B4-BE49-F238E27FC236}">
                  <a16:creationId xmlns:a16="http://schemas.microsoft.com/office/drawing/2014/main" id="{0443DA48-B3BF-4A8D-AFC3-0E865BD5FB81}"/>
                </a:ext>
              </a:extLst>
            </p:cNvPr>
            <p:cNvSpPr/>
            <p:nvPr/>
          </p:nvSpPr>
          <p:spPr>
            <a:xfrm>
              <a:off x="7361374" y="3261470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BBC2B205-A88C-4609-97F9-4FEE3399645B}"/>
                </a:ext>
              </a:extLst>
            </p:cNvPr>
            <p:cNvGrpSpPr/>
            <p:nvPr/>
          </p:nvGrpSpPr>
          <p:grpSpPr>
            <a:xfrm>
              <a:off x="7268672" y="3165730"/>
              <a:ext cx="280981" cy="447013"/>
              <a:chOff x="7268672" y="3165730"/>
              <a:chExt cx="280981" cy="447013"/>
            </a:xfrm>
          </p:grpSpPr>
          <p:sp>
            <p:nvSpPr>
              <p:cNvPr id="373" name="橢圓 372">
                <a:extLst>
                  <a:ext uri="{FF2B5EF4-FFF2-40B4-BE49-F238E27FC236}">
                    <a16:creationId xmlns:a16="http://schemas.microsoft.com/office/drawing/2014/main" id="{D203AFA6-570D-44C1-99F7-9E43A31A43AA}"/>
                  </a:ext>
                </a:extLst>
              </p:cNvPr>
              <p:cNvSpPr/>
              <p:nvPr/>
            </p:nvSpPr>
            <p:spPr>
              <a:xfrm>
                <a:off x="7268672" y="3165730"/>
                <a:ext cx="280981" cy="27507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79" name="直線接點 378">
                <a:extLst>
                  <a:ext uri="{FF2B5EF4-FFF2-40B4-BE49-F238E27FC236}">
                    <a16:creationId xmlns:a16="http://schemas.microsoft.com/office/drawing/2014/main" id="{059F68D6-77F1-48D4-91CC-EB374DB60EF1}"/>
                  </a:ext>
                </a:extLst>
              </p:cNvPr>
              <p:cNvCxnSpPr>
                <a:cxnSpLocks/>
                <a:stCxn id="370" idx="4"/>
              </p:cNvCxnSpPr>
              <p:nvPr/>
            </p:nvCxnSpPr>
            <p:spPr>
              <a:xfrm>
                <a:off x="7409212" y="3355134"/>
                <a:ext cx="1076" cy="257609"/>
              </a:xfrm>
              <a:prstGeom prst="line">
                <a:avLst/>
              </a:prstGeom>
              <a:ln w="28575">
                <a:solidFill>
                  <a:srgbClr val="C55A1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E138130A-AA27-4CA0-B4C4-88685DC1A842}"/>
              </a:ext>
            </a:extLst>
          </p:cNvPr>
          <p:cNvGrpSpPr/>
          <p:nvPr/>
        </p:nvGrpSpPr>
        <p:grpSpPr>
          <a:xfrm>
            <a:off x="8549657" y="3878099"/>
            <a:ext cx="280981" cy="453727"/>
            <a:chOff x="8553148" y="3878027"/>
            <a:chExt cx="280981" cy="453727"/>
          </a:xfrm>
        </p:grpSpPr>
        <p:grpSp>
          <p:nvGrpSpPr>
            <p:cNvPr id="374" name="群組 373">
              <a:extLst>
                <a:ext uri="{FF2B5EF4-FFF2-40B4-BE49-F238E27FC236}">
                  <a16:creationId xmlns:a16="http://schemas.microsoft.com/office/drawing/2014/main" id="{E7EE7226-F308-4225-A20C-1E784ADD6159}"/>
                </a:ext>
              </a:extLst>
            </p:cNvPr>
            <p:cNvGrpSpPr/>
            <p:nvPr/>
          </p:nvGrpSpPr>
          <p:grpSpPr>
            <a:xfrm>
              <a:off x="8553148" y="4056682"/>
              <a:ext cx="280981" cy="275072"/>
              <a:chOff x="8553967" y="3641018"/>
              <a:chExt cx="280981" cy="275072"/>
            </a:xfrm>
          </p:grpSpPr>
          <p:sp>
            <p:nvSpPr>
              <p:cNvPr id="375" name="橢圓 374">
                <a:extLst>
                  <a:ext uri="{FF2B5EF4-FFF2-40B4-BE49-F238E27FC236}">
                    <a16:creationId xmlns:a16="http://schemas.microsoft.com/office/drawing/2014/main" id="{154C6FF9-BF98-4ED2-97DC-60E9F1FC3365}"/>
                  </a:ext>
                </a:extLst>
              </p:cNvPr>
              <p:cNvSpPr/>
              <p:nvPr/>
            </p:nvSpPr>
            <p:spPr>
              <a:xfrm>
                <a:off x="8642310" y="3728193"/>
                <a:ext cx="95676" cy="9366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6" name="橢圓 375">
                <a:extLst>
                  <a:ext uri="{FF2B5EF4-FFF2-40B4-BE49-F238E27FC236}">
                    <a16:creationId xmlns:a16="http://schemas.microsoft.com/office/drawing/2014/main" id="{69CF45A6-B6DB-418D-B896-49A18A6071C0}"/>
                  </a:ext>
                </a:extLst>
              </p:cNvPr>
              <p:cNvSpPr/>
              <p:nvPr/>
            </p:nvSpPr>
            <p:spPr>
              <a:xfrm>
                <a:off x="8553967" y="3641018"/>
                <a:ext cx="280981" cy="27507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80" name="直線接點 379">
              <a:extLst>
                <a:ext uri="{FF2B5EF4-FFF2-40B4-BE49-F238E27FC236}">
                  <a16:creationId xmlns:a16="http://schemas.microsoft.com/office/drawing/2014/main" id="{8B8AA9F0-D153-4E2B-9123-09F7651BB6D8}"/>
                </a:ext>
              </a:extLst>
            </p:cNvPr>
            <p:cNvCxnSpPr>
              <a:cxnSpLocks/>
              <a:endCxn id="375" idx="0"/>
            </p:cNvCxnSpPr>
            <p:nvPr/>
          </p:nvCxnSpPr>
          <p:spPr>
            <a:xfrm flipH="1">
              <a:off x="8689329" y="3878027"/>
              <a:ext cx="1197" cy="265830"/>
            </a:xfrm>
            <a:prstGeom prst="line">
              <a:avLst/>
            </a:prstGeom>
            <a:ln w="28575">
              <a:solidFill>
                <a:srgbClr val="C55A1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2" name="文字方塊 381">
            <a:extLst>
              <a:ext uri="{FF2B5EF4-FFF2-40B4-BE49-F238E27FC236}">
                <a16:creationId xmlns:a16="http://schemas.microsoft.com/office/drawing/2014/main" id="{FBE290AF-D6B3-434D-9DEA-A146E4573990}"/>
              </a:ext>
            </a:extLst>
          </p:cNvPr>
          <p:cNvSpPr txBox="1"/>
          <p:nvPr/>
        </p:nvSpPr>
        <p:spPr>
          <a:xfrm>
            <a:off x="482061" y="4885239"/>
            <a:ext cx="138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Small </a:t>
            </a:r>
            <a:r>
              <a:rPr lang="en-US" altLang="zh-TW" sz="1800" dirty="0"/>
              <a:t>Region</a:t>
            </a:r>
          </a:p>
        </p:txBody>
      </p:sp>
      <p:sp>
        <p:nvSpPr>
          <p:cNvPr id="383" name="文字方塊 382">
            <a:extLst>
              <a:ext uri="{FF2B5EF4-FFF2-40B4-BE49-F238E27FC236}">
                <a16:creationId xmlns:a16="http://schemas.microsoft.com/office/drawing/2014/main" id="{DF3ACBC2-F7BE-49FC-8B3F-AD16E868F072}"/>
              </a:ext>
            </a:extLst>
          </p:cNvPr>
          <p:cNvSpPr txBox="1"/>
          <p:nvPr/>
        </p:nvSpPr>
        <p:spPr>
          <a:xfrm>
            <a:off x="482061" y="4623510"/>
            <a:ext cx="89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Interval</a:t>
            </a:r>
            <a:endParaRPr lang="en-US" altLang="zh-TW" sz="1800" dirty="0"/>
          </a:p>
        </p:txBody>
      </p:sp>
      <p:cxnSp>
        <p:nvCxnSpPr>
          <p:cNvPr id="384" name="直線接點 352">
            <a:extLst>
              <a:ext uri="{FF2B5EF4-FFF2-40B4-BE49-F238E27FC236}">
                <a16:creationId xmlns:a16="http://schemas.microsoft.com/office/drawing/2014/main" id="{A3D1AF5C-3819-4AC0-9A05-1EE0715B73BA}"/>
              </a:ext>
            </a:extLst>
          </p:cNvPr>
          <p:cNvCxnSpPr>
            <a:cxnSpLocks/>
          </p:cNvCxnSpPr>
          <p:nvPr/>
        </p:nvCxnSpPr>
        <p:spPr>
          <a:xfrm>
            <a:off x="1998246" y="4808176"/>
            <a:ext cx="980722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直線接點 352">
            <a:extLst>
              <a:ext uri="{FF2B5EF4-FFF2-40B4-BE49-F238E27FC236}">
                <a16:creationId xmlns:a16="http://schemas.microsoft.com/office/drawing/2014/main" id="{551BBCBF-C772-4226-8ACC-80589C3F44DF}"/>
              </a:ext>
            </a:extLst>
          </p:cNvPr>
          <p:cNvCxnSpPr>
            <a:cxnSpLocks/>
          </p:cNvCxnSpPr>
          <p:nvPr/>
        </p:nvCxnSpPr>
        <p:spPr>
          <a:xfrm>
            <a:off x="1998246" y="5069905"/>
            <a:ext cx="980722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直線接點 385">
            <a:extLst>
              <a:ext uri="{FF2B5EF4-FFF2-40B4-BE49-F238E27FC236}">
                <a16:creationId xmlns:a16="http://schemas.microsoft.com/office/drawing/2014/main" id="{B2A88F89-AD89-4EBB-9CD2-ABA463295EFB}"/>
              </a:ext>
            </a:extLst>
          </p:cNvPr>
          <p:cNvCxnSpPr>
            <a:cxnSpLocks/>
          </p:cNvCxnSpPr>
          <p:nvPr/>
        </p:nvCxnSpPr>
        <p:spPr>
          <a:xfrm>
            <a:off x="10310667" y="4628176"/>
            <a:ext cx="0" cy="3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線接點 386">
            <a:extLst>
              <a:ext uri="{FF2B5EF4-FFF2-40B4-BE49-F238E27FC236}">
                <a16:creationId xmlns:a16="http://schemas.microsoft.com/office/drawing/2014/main" id="{E869DD44-9556-46B2-BE6B-BBD32DB31310}"/>
              </a:ext>
            </a:extLst>
          </p:cNvPr>
          <p:cNvCxnSpPr>
            <a:cxnSpLocks/>
          </p:cNvCxnSpPr>
          <p:nvPr/>
        </p:nvCxnSpPr>
        <p:spPr>
          <a:xfrm>
            <a:off x="3417123" y="4628176"/>
            <a:ext cx="0" cy="3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8" name="群組 387">
            <a:extLst>
              <a:ext uri="{FF2B5EF4-FFF2-40B4-BE49-F238E27FC236}">
                <a16:creationId xmlns:a16="http://schemas.microsoft.com/office/drawing/2014/main" id="{3585AB0C-C35B-40A7-8C49-EF1092A58575}"/>
              </a:ext>
            </a:extLst>
          </p:cNvPr>
          <p:cNvGrpSpPr/>
          <p:nvPr/>
        </p:nvGrpSpPr>
        <p:grpSpPr>
          <a:xfrm>
            <a:off x="5400634" y="4979808"/>
            <a:ext cx="3277289" cy="180194"/>
            <a:chOff x="5400634" y="5669685"/>
            <a:chExt cx="3277289" cy="360000"/>
          </a:xfrm>
        </p:grpSpPr>
        <p:cxnSp>
          <p:nvCxnSpPr>
            <p:cNvPr id="389" name="直線接點 388">
              <a:extLst>
                <a:ext uri="{FF2B5EF4-FFF2-40B4-BE49-F238E27FC236}">
                  <a16:creationId xmlns:a16="http://schemas.microsoft.com/office/drawing/2014/main" id="{CA2EC614-4377-41ED-9362-D548327E0ADB}"/>
                </a:ext>
              </a:extLst>
            </p:cNvPr>
            <p:cNvCxnSpPr>
              <a:cxnSpLocks/>
            </p:cNvCxnSpPr>
            <p:nvPr/>
          </p:nvCxnSpPr>
          <p:spPr>
            <a:xfrm>
              <a:off x="7404729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矩形 389">
              <a:extLst>
                <a:ext uri="{FF2B5EF4-FFF2-40B4-BE49-F238E27FC236}">
                  <a16:creationId xmlns:a16="http://schemas.microsoft.com/office/drawing/2014/main" id="{63561AC8-271F-4486-A4B5-595897080FE3}"/>
                </a:ext>
              </a:extLst>
            </p:cNvPr>
            <p:cNvSpPr/>
            <p:nvPr/>
          </p:nvSpPr>
          <p:spPr>
            <a:xfrm>
              <a:off x="7404729" y="5800640"/>
              <a:ext cx="1262643" cy="9809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91" name="直線接點 390">
              <a:extLst>
                <a:ext uri="{FF2B5EF4-FFF2-40B4-BE49-F238E27FC236}">
                  <a16:creationId xmlns:a16="http://schemas.microsoft.com/office/drawing/2014/main" id="{7790A14B-91B2-4139-B7BB-4AC7765DF2E0}"/>
                </a:ext>
              </a:extLst>
            </p:cNvPr>
            <p:cNvCxnSpPr>
              <a:cxnSpLocks/>
            </p:cNvCxnSpPr>
            <p:nvPr/>
          </p:nvCxnSpPr>
          <p:spPr>
            <a:xfrm>
              <a:off x="8677923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線接點 391">
              <a:extLst>
                <a:ext uri="{FF2B5EF4-FFF2-40B4-BE49-F238E27FC236}">
                  <a16:creationId xmlns:a16="http://schemas.microsoft.com/office/drawing/2014/main" id="{D978B268-EBF8-44A1-940C-0FC04715CD41}"/>
                </a:ext>
              </a:extLst>
            </p:cNvPr>
            <p:cNvCxnSpPr>
              <a:cxnSpLocks/>
            </p:cNvCxnSpPr>
            <p:nvPr/>
          </p:nvCxnSpPr>
          <p:spPr>
            <a:xfrm>
              <a:off x="5400634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矩形 392">
              <a:extLst>
                <a:ext uri="{FF2B5EF4-FFF2-40B4-BE49-F238E27FC236}">
                  <a16:creationId xmlns:a16="http://schemas.microsoft.com/office/drawing/2014/main" id="{604124BE-66AC-4D38-AE53-9F0B464C6C2A}"/>
                </a:ext>
              </a:extLst>
            </p:cNvPr>
            <p:cNvSpPr/>
            <p:nvPr/>
          </p:nvSpPr>
          <p:spPr>
            <a:xfrm>
              <a:off x="5400635" y="5800640"/>
              <a:ext cx="794398" cy="9809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94" name="直線接點 393">
              <a:extLst>
                <a:ext uri="{FF2B5EF4-FFF2-40B4-BE49-F238E27FC236}">
                  <a16:creationId xmlns:a16="http://schemas.microsoft.com/office/drawing/2014/main" id="{1DF2EFAA-0831-4677-954F-E27219D5591F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33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5" name="文字方塊 394">
            <a:extLst>
              <a:ext uri="{FF2B5EF4-FFF2-40B4-BE49-F238E27FC236}">
                <a16:creationId xmlns:a16="http://schemas.microsoft.com/office/drawing/2014/main" id="{864A7CBF-41D9-4159-B66E-78D8FC7C5434}"/>
              </a:ext>
            </a:extLst>
          </p:cNvPr>
          <p:cNvSpPr txBox="1"/>
          <p:nvPr/>
        </p:nvSpPr>
        <p:spPr>
          <a:xfrm>
            <a:off x="194190" y="4273467"/>
            <a:ext cx="1042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Expected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57426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511DC6-A6AC-4F6A-98C9-F79E3518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CNV/BFB Interval Calling (cont.)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4FFC00-3DF5-43ED-B412-E6342DB784C4}"/>
              </a:ext>
            </a:extLst>
          </p:cNvPr>
          <p:cNvSpPr txBox="1"/>
          <p:nvPr/>
        </p:nvSpPr>
        <p:spPr>
          <a:xfrm>
            <a:off x="194190" y="3655443"/>
            <a:ext cx="2527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Forward Pileup (i.e. w=6)</a:t>
            </a:r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5B9D88D-BB38-4768-A642-4BF23ADB6179}"/>
              </a:ext>
            </a:extLst>
          </p:cNvPr>
          <p:cNvGrpSpPr/>
          <p:nvPr/>
        </p:nvGrpSpPr>
        <p:grpSpPr>
          <a:xfrm>
            <a:off x="1717095" y="3991353"/>
            <a:ext cx="10084112" cy="1492669"/>
            <a:chOff x="1717095" y="5343227"/>
            <a:chExt cx="10084112" cy="1492669"/>
          </a:xfrm>
        </p:grpSpPr>
        <p:cxnSp>
          <p:nvCxnSpPr>
            <p:cNvPr id="9" name="直線接點 352">
              <a:extLst>
                <a:ext uri="{FF2B5EF4-FFF2-40B4-BE49-F238E27FC236}">
                  <a16:creationId xmlns:a16="http://schemas.microsoft.com/office/drawing/2014/main" id="{D689EF15-3622-4642-8891-DF14CF0B7292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5458643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352">
              <a:extLst>
                <a:ext uri="{FF2B5EF4-FFF2-40B4-BE49-F238E27FC236}">
                  <a16:creationId xmlns:a16="http://schemas.microsoft.com/office/drawing/2014/main" id="{AA13035F-2CFE-4D33-A3D0-B24021AC6A59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5639572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352">
              <a:extLst>
                <a:ext uri="{FF2B5EF4-FFF2-40B4-BE49-F238E27FC236}">
                  <a16:creationId xmlns:a16="http://schemas.microsoft.com/office/drawing/2014/main" id="{4DC16195-966D-45F2-9402-FCBF18D3CF3B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5820501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352">
              <a:extLst>
                <a:ext uri="{FF2B5EF4-FFF2-40B4-BE49-F238E27FC236}">
                  <a16:creationId xmlns:a16="http://schemas.microsoft.com/office/drawing/2014/main" id="{3EB623C7-4F8C-45D9-98DF-08C25092063C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6001430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352">
              <a:extLst>
                <a:ext uri="{FF2B5EF4-FFF2-40B4-BE49-F238E27FC236}">
                  <a16:creationId xmlns:a16="http://schemas.microsoft.com/office/drawing/2014/main" id="{85994D8F-BAB8-43ED-BB10-F5D4DC3BF395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6182359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352">
              <a:extLst>
                <a:ext uri="{FF2B5EF4-FFF2-40B4-BE49-F238E27FC236}">
                  <a16:creationId xmlns:a16="http://schemas.microsoft.com/office/drawing/2014/main" id="{4731F7E0-2BB8-4C87-AAFC-1BC22F75DB89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6363288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352">
              <a:extLst>
                <a:ext uri="{FF2B5EF4-FFF2-40B4-BE49-F238E27FC236}">
                  <a16:creationId xmlns:a16="http://schemas.microsoft.com/office/drawing/2014/main" id="{856B75D0-DB38-46DE-9197-2AB9F5481836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6544220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61DE95C-B9B3-42D3-AB0E-302082B29A56}"/>
                </a:ext>
              </a:extLst>
            </p:cNvPr>
            <p:cNvSpPr txBox="1"/>
            <p:nvPr/>
          </p:nvSpPr>
          <p:spPr>
            <a:xfrm>
              <a:off x="1752361" y="5343227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6</a:t>
              </a:r>
              <a:endParaRPr lang="zh-TW" altLang="en-US" sz="900" dirty="0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79ED07E3-ECAE-4817-BF42-3CD957B897E5}"/>
                </a:ext>
              </a:extLst>
            </p:cNvPr>
            <p:cNvSpPr txBox="1"/>
            <p:nvPr/>
          </p:nvSpPr>
          <p:spPr>
            <a:xfrm>
              <a:off x="1752361" y="5524156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4</a:t>
              </a:r>
              <a:endParaRPr lang="zh-TW" altLang="en-US" sz="900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5D728C5E-CC37-4A6B-A006-CA71F40B09EC}"/>
                </a:ext>
              </a:extLst>
            </p:cNvPr>
            <p:cNvSpPr txBox="1"/>
            <p:nvPr/>
          </p:nvSpPr>
          <p:spPr>
            <a:xfrm>
              <a:off x="1752361" y="5705085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2</a:t>
              </a:r>
              <a:endParaRPr lang="zh-TW" altLang="en-US" sz="900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4210E40D-FE2C-4294-A823-6BBE1D9C155E}"/>
                </a:ext>
              </a:extLst>
            </p:cNvPr>
            <p:cNvSpPr txBox="1"/>
            <p:nvPr/>
          </p:nvSpPr>
          <p:spPr>
            <a:xfrm>
              <a:off x="1752361" y="5886014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0</a:t>
              </a:r>
              <a:endParaRPr lang="zh-TW" altLang="en-US" sz="9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2798B2D-F3D8-4C98-9B81-C036B4AE2B8B}"/>
                </a:ext>
              </a:extLst>
            </p:cNvPr>
            <p:cNvSpPr txBox="1"/>
            <p:nvPr/>
          </p:nvSpPr>
          <p:spPr>
            <a:xfrm>
              <a:off x="1717095" y="6066943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-2</a:t>
              </a:r>
              <a:endParaRPr lang="zh-TW" altLang="en-US" sz="900" dirty="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C62F8488-1E3A-4D68-9903-5AF7F9A60DAF}"/>
                </a:ext>
              </a:extLst>
            </p:cNvPr>
            <p:cNvSpPr txBox="1"/>
            <p:nvPr/>
          </p:nvSpPr>
          <p:spPr>
            <a:xfrm>
              <a:off x="1717095" y="6247872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-4</a:t>
              </a:r>
              <a:endParaRPr lang="zh-TW" altLang="en-US" sz="900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2E2788E6-B56F-4A0E-AE67-78BD9C9A6960}"/>
                </a:ext>
              </a:extLst>
            </p:cNvPr>
            <p:cNvSpPr txBox="1"/>
            <p:nvPr/>
          </p:nvSpPr>
          <p:spPr>
            <a:xfrm>
              <a:off x="1717095" y="6428804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-6</a:t>
              </a:r>
              <a:endParaRPr lang="zh-TW" altLang="en-US" sz="900" dirty="0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019D4281-FA31-4919-80EE-94F19457A993}"/>
                </a:ext>
              </a:extLst>
            </p:cNvPr>
            <p:cNvSpPr/>
            <p:nvPr/>
          </p:nvSpPr>
          <p:spPr>
            <a:xfrm>
              <a:off x="2243065" y="6420584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4A45EA36-356A-442E-A7F5-7412E54590FA}"/>
                </a:ext>
              </a:extLst>
            </p:cNvPr>
            <p:cNvSpPr/>
            <p:nvPr/>
          </p:nvSpPr>
          <p:spPr>
            <a:xfrm>
              <a:off x="3365774" y="6591095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CB63964E-FA9D-4C85-8538-9EE729ABBF3A}"/>
                </a:ext>
              </a:extLst>
            </p:cNvPr>
            <p:cNvSpPr/>
            <p:nvPr/>
          </p:nvSpPr>
          <p:spPr>
            <a:xfrm>
              <a:off x="3997500" y="595804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568C73D3-D051-4121-8A35-EA7AB57B3C7A}"/>
                </a:ext>
              </a:extLst>
            </p:cNvPr>
            <p:cNvSpPr/>
            <p:nvPr/>
          </p:nvSpPr>
          <p:spPr>
            <a:xfrm>
              <a:off x="4117084" y="613772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E451B1A4-4FBE-49A1-BF6E-E4AA64EB0A6F}"/>
                </a:ext>
              </a:extLst>
            </p:cNvPr>
            <p:cNvSpPr/>
            <p:nvPr/>
          </p:nvSpPr>
          <p:spPr>
            <a:xfrm>
              <a:off x="4586227" y="577765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1C9ABD8F-D0CE-454E-9357-AAC35B082D67}"/>
                </a:ext>
              </a:extLst>
            </p:cNvPr>
            <p:cNvSpPr/>
            <p:nvPr/>
          </p:nvSpPr>
          <p:spPr>
            <a:xfrm>
              <a:off x="4650189" y="613772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B017778-8F0B-4EDA-840F-672BA4AE76B6}"/>
                </a:ext>
              </a:extLst>
            </p:cNvPr>
            <p:cNvSpPr/>
            <p:nvPr/>
          </p:nvSpPr>
          <p:spPr>
            <a:xfrm>
              <a:off x="4714552" y="613772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FEDADBFC-BBED-4F93-A503-38DE7B1AEBA6}"/>
                </a:ext>
              </a:extLst>
            </p:cNvPr>
            <p:cNvSpPr/>
            <p:nvPr/>
          </p:nvSpPr>
          <p:spPr>
            <a:xfrm>
              <a:off x="4810285" y="613772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853113B-285B-46C5-A98E-F8E7E9DABAD6}"/>
                </a:ext>
              </a:extLst>
            </p:cNvPr>
            <p:cNvSpPr/>
            <p:nvPr/>
          </p:nvSpPr>
          <p:spPr>
            <a:xfrm>
              <a:off x="5051111" y="595804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0FD1330B-E232-409B-9C9E-E76BED6E7D5D}"/>
                </a:ext>
              </a:extLst>
            </p:cNvPr>
            <p:cNvSpPr/>
            <p:nvPr/>
          </p:nvSpPr>
          <p:spPr>
            <a:xfrm>
              <a:off x="5345638" y="595804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03DC3BBC-5151-4575-A1FF-D2BF3AB52F3A}"/>
                </a:ext>
              </a:extLst>
            </p:cNvPr>
            <p:cNvSpPr/>
            <p:nvPr/>
          </p:nvSpPr>
          <p:spPr>
            <a:xfrm>
              <a:off x="6143684" y="649526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598D609A-0397-4FF5-A8A8-4DD854385E95}"/>
                </a:ext>
              </a:extLst>
            </p:cNvPr>
            <p:cNvSpPr/>
            <p:nvPr/>
          </p:nvSpPr>
          <p:spPr>
            <a:xfrm>
              <a:off x="6985605" y="5596868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0C25F914-D7DD-4B9B-8C09-30999B81399F}"/>
                </a:ext>
              </a:extLst>
            </p:cNvPr>
            <p:cNvCxnSpPr>
              <a:cxnSpLocks/>
              <a:stCxn id="34" idx="2"/>
              <a:endCxn id="91" idx="7"/>
            </p:cNvCxnSpPr>
            <p:nvPr/>
          </p:nvCxnSpPr>
          <p:spPr>
            <a:xfrm flipH="1">
              <a:off x="6937317" y="5643700"/>
              <a:ext cx="48288" cy="14472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31F70221-5458-4AB2-AA5B-2276E9564FBD}"/>
                </a:ext>
              </a:extLst>
            </p:cNvPr>
            <p:cNvCxnSpPr>
              <a:cxnSpLocks/>
              <a:stCxn id="32" idx="6"/>
              <a:endCxn id="33" idx="1"/>
            </p:cNvCxnSpPr>
            <p:nvPr/>
          </p:nvCxnSpPr>
          <p:spPr>
            <a:xfrm>
              <a:off x="5441314" y="6004874"/>
              <a:ext cx="716381" cy="50410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CBBE9DED-46A9-41B7-8800-7F2B7AB86DE3}"/>
                </a:ext>
              </a:extLst>
            </p:cNvPr>
            <p:cNvCxnSpPr>
              <a:cxnSpLocks/>
              <a:stCxn id="32" idx="2"/>
              <a:endCxn id="31" idx="6"/>
            </p:cNvCxnSpPr>
            <p:nvPr/>
          </p:nvCxnSpPr>
          <p:spPr>
            <a:xfrm flipH="1">
              <a:off x="5146787" y="6004874"/>
              <a:ext cx="19885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F8AB9172-3751-476C-B10D-37D678C0BC4F}"/>
                </a:ext>
              </a:extLst>
            </p:cNvPr>
            <p:cNvCxnSpPr>
              <a:cxnSpLocks/>
              <a:stCxn id="30" idx="6"/>
              <a:endCxn id="31" idx="2"/>
            </p:cNvCxnSpPr>
            <p:nvPr/>
          </p:nvCxnSpPr>
          <p:spPr>
            <a:xfrm flipV="1">
              <a:off x="4905961" y="6004874"/>
              <a:ext cx="145150" cy="17967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6B378CC6-E41C-46F9-98DB-8404FA703843}"/>
                </a:ext>
              </a:extLst>
            </p:cNvPr>
            <p:cNvCxnSpPr>
              <a:cxnSpLocks/>
              <a:stCxn id="27" idx="5"/>
              <a:endCxn id="28" idx="1"/>
            </p:cNvCxnSpPr>
            <p:nvPr/>
          </p:nvCxnSpPr>
          <p:spPr>
            <a:xfrm flipH="1">
              <a:off x="4664200" y="5857598"/>
              <a:ext cx="3692" cy="2938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8D5552A7-131C-4054-9A6D-3D6145F1F842}"/>
                </a:ext>
              </a:extLst>
            </p:cNvPr>
            <p:cNvCxnSpPr>
              <a:cxnSpLocks/>
              <a:stCxn id="27" idx="2"/>
              <a:endCxn id="26" idx="7"/>
            </p:cNvCxnSpPr>
            <p:nvPr/>
          </p:nvCxnSpPr>
          <p:spPr>
            <a:xfrm flipH="1">
              <a:off x="4198749" y="5824483"/>
              <a:ext cx="387478" cy="3269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D0CF6CE9-7648-4D5D-9822-2305CF19B2F7}"/>
                </a:ext>
              </a:extLst>
            </p:cNvPr>
            <p:cNvCxnSpPr>
              <a:cxnSpLocks/>
              <a:stCxn id="25" idx="5"/>
              <a:endCxn id="26" idx="1"/>
            </p:cNvCxnSpPr>
            <p:nvPr/>
          </p:nvCxnSpPr>
          <p:spPr>
            <a:xfrm>
              <a:off x="4079165" y="6037989"/>
              <a:ext cx="51930" cy="1134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412D335A-0812-47F6-A070-CF78709E4251}"/>
                </a:ext>
              </a:extLst>
            </p:cNvPr>
            <p:cNvCxnSpPr>
              <a:cxnSpLocks/>
              <a:stCxn id="24" idx="6"/>
              <a:endCxn id="25" idx="1"/>
            </p:cNvCxnSpPr>
            <p:nvPr/>
          </p:nvCxnSpPr>
          <p:spPr>
            <a:xfrm flipV="1">
              <a:off x="3461450" y="5971759"/>
              <a:ext cx="550061" cy="6661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DBAE2946-27DD-41DA-9844-269FB8599A27}"/>
                </a:ext>
              </a:extLst>
            </p:cNvPr>
            <p:cNvCxnSpPr>
              <a:cxnSpLocks/>
              <a:stCxn id="23" idx="6"/>
              <a:endCxn id="24" idx="2"/>
            </p:cNvCxnSpPr>
            <p:nvPr/>
          </p:nvCxnSpPr>
          <p:spPr>
            <a:xfrm>
              <a:off x="2338741" y="6467416"/>
              <a:ext cx="1027033" cy="1705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AD9D3840-08F2-4CE3-8D22-42011097BF38}"/>
                </a:ext>
              </a:extLst>
            </p:cNvPr>
            <p:cNvCxnSpPr>
              <a:cxnSpLocks/>
              <a:stCxn id="34" idx="7"/>
            </p:cNvCxnSpPr>
            <p:nvPr/>
          </p:nvCxnSpPr>
          <p:spPr>
            <a:xfrm flipV="1">
              <a:off x="7067270" y="5463517"/>
              <a:ext cx="290963" cy="1470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DD2FAA2C-E4FB-4FCC-BB94-4D0F62818FEA}"/>
                </a:ext>
              </a:extLst>
            </p:cNvPr>
            <p:cNvSpPr/>
            <p:nvPr/>
          </p:nvSpPr>
          <p:spPr>
            <a:xfrm>
              <a:off x="7357484" y="541010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735007AE-893A-4184-BDE3-65245A871824}"/>
                </a:ext>
              </a:extLst>
            </p:cNvPr>
            <p:cNvSpPr/>
            <p:nvPr/>
          </p:nvSpPr>
          <p:spPr>
            <a:xfrm>
              <a:off x="7528503" y="557460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5609E7C-F6C8-4ED4-AD9A-482B5B5939CF}"/>
                </a:ext>
              </a:extLst>
            </p:cNvPr>
            <p:cNvSpPr/>
            <p:nvPr/>
          </p:nvSpPr>
          <p:spPr>
            <a:xfrm>
              <a:off x="7608355" y="577471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AC7E79B9-149F-48B2-AA99-2339E19C1364}"/>
                </a:ext>
              </a:extLst>
            </p:cNvPr>
            <p:cNvSpPr/>
            <p:nvPr/>
          </p:nvSpPr>
          <p:spPr>
            <a:xfrm>
              <a:off x="7691405" y="595201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1F1C2025-ED83-48BC-8B7E-5B1BC38E276C}"/>
                </a:ext>
              </a:extLst>
            </p:cNvPr>
            <p:cNvSpPr/>
            <p:nvPr/>
          </p:nvSpPr>
          <p:spPr>
            <a:xfrm>
              <a:off x="7767422" y="613607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4C5E6C5B-7AF9-44F0-BD4F-DB78A241BB58}"/>
                </a:ext>
              </a:extLst>
            </p:cNvPr>
            <p:cNvSpPr/>
            <p:nvPr/>
          </p:nvSpPr>
          <p:spPr>
            <a:xfrm>
              <a:off x="7857322" y="63134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A17E03D8-31D5-4A34-8C01-88DD0ADD8A34}"/>
                </a:ext>
              </a:extLst>
            </p:cNvPr>
            <p:cNvSpPr/>
            <p:nvPr/>
          </p:nvSpPr>
          <p:spPr>
            <a:xfrm>
              <a:off x="8171712" y="649526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68E4E9F5-F42E-4F24-871E-58AF4CA6C2F1}"/>
                </a:ext>
              </a:extLst>
            </p:cNvPr>
            <p:cNvSpPr/>
            <p:nvPr/>
          </p:nvSpPr>
          <p:spPr>
            <a:xfrm>
              <a:off x="8276428" y="6316666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CE8F9687-8BE5-4C62-8BEA-047EBEACE80E}"/>
                </a:ext>
              </a:extLst>
            </p:cNvPr>
            <p:cNvSpPr/>
            <p:nvPr/>
          </p:nvSpPr>
          <p:spPr>
            <a:xfrm>
              <a:off x="8361417" y="6132948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1EEE5A90-FE90-44A8-BAB4-0E7D19CFD438}"/>
                </a:ext>
              </a:extLst>
            </p:cNvPr>
            <p:cNvSpPr/>
            <p:nvPr/>
          </p:nvSpPr>
          <p:spPr>
            <a:xfrm>
              <a:off x="8459272" y="613027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A8BB4AFB-628A-4F60-90F2-F6C176B20A3A}"/>
                </a:ext>
              </a:extLst>
            </p:cNvPr>
            <p:cNvSpPr/>
            <p:nvPr/>
          </p:nvSpPr>
          <p:spPr>
            <a:xfrm>
              <a:off x="8558386" y="613027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E6D45C2A-5C85-4173-9D23-9DEDE28F2B71}"/>
                </a:ext>
              </a:extLst>
            </p:cNvPr>
            <p:cNvSpPr/>
            <p:nvPr/>
          </p:nvSpPr>
          <p:spPr>
            <a:xfrm>
              <a:off x="8637601" y="613027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6F1B39DD-6425-4100-B68B-77EE900671E3}"/>
                </a:ext>
              </a:extLst>
            </p:cNvPr>
            <p:cNvSpPr/>
            <p:nvPr/>
          </p:nvSpPr>
          <p:spPr>
            <a:xfrm>
              <a:off x="8754823" y="595201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AE0CBF27-7CC9-4278-8F37-E54CDFE11331}"/>
                </a:ext>
              </a:extLst>
            </p:cNvPr>
            <p:cNvSpPr/>
            <p:nvPr/>
          </p:nvSpPr>
          <p:spPr>
            <a:xfrm>
              <a:off x="8816937" y="6132948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7D1FD48E-B920-4FAE-B72B-FD62DC84C17F}"/>
                </a:ext>
              </a:extLst>
            </p:cNvPr>
            <p:cNvSpPr/>
            <p:nvPr/>
          </p:nvSpPr>
          <p:spPr>
            <a:xfrm>
              <a:off x="9286080" y="568848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B73AF736-C31D-4C0F-8BFB-F6DAB4E98C90}"/>
                </a:ext>
              </a:extLst>
            </p:cNvPr>
            <p:cNvSpPr/>
            <p:nvPr/>
          </p:nvSpPr>
          <p:spPr>
            <a:xfrm>
              <a:off x="9347238" y="5588374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5AE7229D-18E2-47FD-88D0-A3BFDAD93208}"/>
                </a:ext>
              </a:extLst>
            </p:cNvPr>
            <p:cNvSpPr/>
            <p:nvPr/>
          </p:nvSpPr>
          <p:spPr>
            <a:xfrm>
              <a:off x="9414405" y="549471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0B1C84AC-EB61-42D1-A3D3-D513114AC9CE}"/>
                </a:ext>
              </a:extLst>
            </p:cNvPr>
            <p:cNvSpPr/>
            <p:nvPr/>
          </p:nvSpPr>
          <p:spPr>
            <a:xfrm>
              <a:off x="9510138" y="5416106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B5D14157-473E-44B2-8B98-1C454D7AC689}"/>
                </a:ext>
              </a:extLst>
            </p:cNvPr>
            <p:cNvSpPr/>
            <p:nvPr/>
          </p:nvSpPr>
          <p:spPr>
            <a:xfrm>
              <a:off x="9750964" y="550157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BABE5447-9E70-4DD9-B9DD-62573B1C2F2D}"/>
                </a:ext>
              </a:extLst>
            </p:cNvPr>
            <p:cNvSpPr/>
            <p:nvPr/>
          </p:nvSpPr>
          <p:spPr>
            <a:xfrm>
              <a:off x="10229365" y="541361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接點 64">
              <a:extLst>
                <a:ext uri="{FF2B5EF4-FFF2-40B4-BE49-F238E27FC236}">
                  <a16:creationId xmlns:a16="http://schemas.microsoft.com/office/drawing/2014/main" id="{680ADC6F-D793-4EEC-8872-C50340A43615}"/>
                </a:ext>
              </a:extLst>
            </p:cNvPr>
            <p:cNvCxnSpPr>
              <a:cxnSpLocks/>
              <a:stCxn id="46" idx="1"/>
              <a:endCxn id="45" idx="5"/>
            </p:cNvCxnSpPr>
            <p:nvPr/>
          </p:nvCxnSpPr>
          <p:spPr>
            <a:xfrm flipH="1" flipV="1">
              <a:off x="7439149" y="5490049"/>
              <a:ext cx="103365" cy="9827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AC294B7D-FA75-4334-A877-A6AB49AB94B4}"/>
                </a:ext>
              </a:extLst>
            </p:cNvPr>
            <p:cNvCxnSpPr>
              <a:cxnSpLocks/>
              <a:stCxn id="47" idx="0"/>
              <a:endCxn id="46" idx="5"/>
            </p:cNvCxnSpPr>
            <p:nvPr/>
          </p:nvCxnSpPr>
          <p:spPr>
            <a:xfrm flipH="1" flipV="1">
              <a:off x="7610168" y="5654556"/>
              <a:ext cx="46025" cy="12015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038B3C89-F594-46AE-9D8E-98055DC6AA6D}"/>
                </a:ext>
              </a:extLst>
            </p:cNvPr>
            <p:cNvCxnSpPr>
              <a:cxnSpLocks/>
              <a:stCxn id="48" idx="0"/>
              <a:endCxn id="47" idx="5"/>
            </p:cNvCxnSpPr>
            <p:nvPr/>
          </p:nvCxnSpPr>
          <p:spPr>
            <a:xfrm flipH="1" flipV="1">
              <a:off x="7690020" y="5854657"/>
              <a:ext cx="49223" cy="973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線接點 67">
              <a:extLst>
                <a:ext uri="{FF2B5EF4-FFF2-40B4-BE49-F238E27FC236}">
                  <a16:creationId xmlns:a16="http://schemas.microsoft.com/office/drawing/2014/main" id="{68B7EC11-C31E-4E91-9503-34B6F55355CB}"/>
                </a:ext>
              </a:extLst>
            </p:cNvPr>
            <p:cNvCxnSpPr>
              <a:cxnSpLocks/>
              <a:stCxn id="49" idx="0"/>
              <a:endCxn id="48" idx="5"/>
            </p:cNvCxnSpPr>
            <p:nvPr/>
          </p:nvCxnSpPr>
          <p:spPr>
            <a:xfrm flipH="1" flipV="1">
              <a:off x="7773070" y="6031966"/>
              <a:ext cx="42190" cy="10410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線接點 68">
              <a:extLst>
                <a:ext uri="{FF2B5EF4-FFF2-40B4-BE49-F238E27FC236}">
                  <a16:creationId xmlns:a16="http://schemas.microsoft.com/office/drawing/2014/main" id="{B4D95C14-5CF1-48E6-B7A1-58F31CC03C19}"/>
                </a:ext>
              </a:extLst>
            </p:cNvPr>
            <p:cNvCxnSpPr>
              <a:cxnSpLocks/>
              <a:stCxn id="50" idx="0"/>
              <a:endCxn id="49" idx="5"/>
            </p:cNvCxnSpPr>
            <p:nvPr/>
          </p:nvCxnSpPr>
          <p:spPr>
            <a:xfrm flipH="1" flipV="1">
              <a:off x="7849087" y="6216019"/>
              <a:ext cx="56073" cy="974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線接點 69">
              <a:extLst>
                <a:ext uri="{FF2B5EF4-FFF2-40B4-BE49-F238E27FC236}">
                  <a16:creationId xmlns:a16="http://schemas.microsoft.com/office/drawing/2014/main" id="{2E2F5777-DF78-4F64-8B7A-9B48EA616350}"/>
                </a:ext>
              </a:extLst>
            </p:cNvPr>
            <p:cNvCxnSpPr>
              <a:cxnSpLocks/>
              <a:stCxn id="51" idx="1"/>
              <a:endCxn id="50" idx="5"/>
            </p:cNvCxnSpPr>
            <p:nvPr/>
          </p:nvCxnSpPr>
          <p:spPr>
            <a:xfrm flipH="1" flipV="1">
              <a:off x="7938987" y="6393416"/>
              <a:ext cx="246736" cy="1155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FF60E5FD-700C-4C8E-99E0-ED409670B23C}"/>
                </a:ext>
              </a:extLst>
            </p:cNvPr>
            <p:cNvCxnSpPr>
              <a:cxnSpLocks/>
              <a:stCxn id="52" idx="3"/>
              <a:endCxn id="51" idx="7"/>
            </p:cNvCxnSpPr>
            <p:nvPr/>
          </p:nvCxnSpPr>
          <p:spPr>
            <a:xfrm flipH="1">
              <a:off x="8253377" y="6396613"/>
              <a:ext cx="37062" cy="11236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線接點 71">
              <a:extLst>
                <a:ext uri="{FF2B5EF4-FFF2-40B4-BE49-F238E27FC236}">
                  <a16:creationId xmlns:a16="http://schemas.microsoft.com/office/drawing/2014/main" id="{88A81C10-14EE-43CF-ABA8-6EA223208EAB}"/>
                </a:ext>
              </a:extLst>
            </p:cNvPr>
            <p:cNvCxnSpPr>
              <a:cxnSpLocks/>
              <a:stCxn id="53" idx="3"/>
              <a:endCxn id="52" idx="0"/>
            </p:cNvCxnSpPr>
            <p:nvPr/>
          </p:nvCxnSpPr>
          <p:spPr>
            <a:xfrm flipH="1">
              <a:off x="8324266" y="6212895"/>
              <a:ext cx="51162" cy="10377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線接點 72">
              <a:extLst>
                <a:ext uri="{FF2B5EF4-FFF2-40B4-BE49-F238E27FC236}">
                  <a16:creationId xmlns:a16="http://schemas.microsoft.com/office/drawing/2014/main" id="{F5C8FBB5-2361-4CC2-B6CB-C74E0E68B711}"/>
                </a:ext>
              </a:extLst>
            </p:cNvPr>
            <p:cNvCxnSpPr>
              <a:cxnSpLocks/>
              <a:stCxn id="54" idx="2"/>
              <a:endCxn id="53" idx="6"/>
            </p:cNvCxnSpPr>
            <p:nvPr/>
          </p:nvCxnSpPr>
          <p:spPr>
            <a:xfrm flipH="1">
              <a:off x="8457093" y="6177102"/>
              <a:ext cx="2179" cy="267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EA61CF47-E626-4B96-A1D0-F542D2F5C189}"/>
                </a:ext>
              </a:extLst>
            </p:cNvPr>
            <p:cNvCxnSpPr>
              <a:cxnSpLocks/>
              <a:stCxn id="54" idx="6"/>
              <a:endCxn id="55" idx="2"/>
            </p:cNvCxnSpPr>
            <p:nvPr/>
          </p:nvCxnSpPr>
          <p:spPr>
            <a:xfrm>
              <a:off x="8554948" y="6177102"/>
              <a:ext cx="343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直線接點 74">
              <a:extLst>
                <a:ext uri="{FF2B5EF4-FFF2-40B4-BE49-F238E27FC236}">
                  <a16:creationId xmlns:a16="http://schemas.microsoft.com/office/drawing/2014/main" id="{F191AB7D-AF16-435C-94C2-B84AC4326EA3}"/>
                </a:ext>
              </a:extLst>
            </p:cNvPr>
            <p:cNvCxnSpPr>
              <a:cxnSpLocks/>
              <a:stCxn id="55" idx="6"/>
              <a:endCxn id="56" idx="2"/>
            </p:cNvCxnSpPr>
            <p:nvPr/>
          </p:nvCxnSpPr>
          <p:spPr>
            <a:xfrm flipH="1">
              <a:off x="8637601" y="6177102"/>
              <a:ext cx="16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05A70BBA-E08B-4901-B7AF-7F45C8D40EBA}"/>
                </a:ext>
              </a:extLst>
            </p:cNvPr>
            <p:cNvCxnSpPr>
              <a:cxnSpLocks/>
              <a:stCxn id="56" idx="7"/>
              <a:endCxn id="57" idx="2"/>
            </p:cNvCxnSpPr>
            <p:nvPr/>
          </p:nvCxnSpPr>
          <p:spPr>
            <a:xfrm flipV="1">
              <a:off x="8719266" y="5998851"/>
              <a:ext cx="35557" cy="14513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直線接點 76">
              <a:extLst>
                <a:ext uri="{FF2B5EF4-FFF2-40B4-BE49-F238E27FC236}">
                  <a16:creationId xmlns:a16="http://schemas.microsoft.com/office/drawing/2014/main" id="{4157B3D3-2C90-435B-8541-02D40F9D87F7}"/>
                </a:ext>
              </a:extLst>
            </p:cNvPr>
            <p:cNvCxnSpPr>
              <a:cxnSpLocks/>
              <a:stCxn id="58" idx="0"/>
              <a:endCxn id="57" idx="5"/>
            </p:cNvCxnSpPr>
            <p:nvPr/>
          </p:nvCxnSpPr>
          <p:spPr>
            <a:xfrm flipH="1" flipV="1">
              <a:off x="8836488" y="6031966"/>
              <a:ext cx="28287" cy="1009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直線接點 77">
              <a:extLst>
                <a:ext uri="{FF2B5EF4-FFF2-40B4-BE49-F238E27FC236}">
                  <a16:creationId xmlns:a16="http://schemas.microsoft.com/office/drawing/2014/main" id="{2D9891C2-E126-489C-B82D-FB9452C74BDE}"/>
                </a:ext>
              </a:extLst>
            </p:cNvPr>
            <p:cNvCxnSpPr>
              <a:cxnSpLocks/>
              <a:stCxn id="59" idx="2"/>
              <a:endCxn id="58" idx="6"/>
            </p:cNvCxnSpPr>
            <p:nvPr/>
          </p:nvCxnSpPr>
          <p:spPr>
            <a:xfrm flipH="1">
              <a:off x="8912613" y="5735321"/>
              <a:ext cx="373467" cy="44445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線接點 78">
              <a:extLst>
                <a:ext uri="{FF2B5EF4-FFF2-40B4-BE49-F238E27FC236}">
                  <a16:creationId xmlns:a16="http://schemas.microsoft.com/office/drawing/2014/main" id="{510328D0-B6DA-407B-A088-E794474CFD2D}"/>
                </a:ext>
              </a:extLst>
            </p:cNvPr>
            <p:cNvCxnSpPr>
              <a:cxnSpLocks/>
              <a:stCxn id="60" idx="2"/>
              <a:endCxn id="59" idx="1"/>
            </p:cNvCxnSpPr>
            <p:nvPr/>
          </p:nvCxnSpPr>
          <p:spPr>
            <a:xfrm flipH="1">
              <a:off x="9300091" y="5635206"/>
              <a:ext cx="47147" cy="67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直線接點 79">
              <a:extLst>
                <a:ext uri="{FF2B5EF4-FFF2-40B4-BE49-F238E27FC236}">
                  <a16:creationId xmlns:a16="http://schemas.microsoft.com/office/drawing/2014/main" id="{52014DCF-A6F9-4AF0-9375-BF417BC66DDD}"/>
                </a:ext>
              </a:extLst>
            </p:cNvPr>
            <p:cNvCxnSpPr>
              <a:cxnSpLocks/>
              <a:stCxn id="61" idx="2"/>
              <a:endCxn id="60" idx="1"/>
            </p:cNvCxnSpPr>
            <p:nvPr/>
          </p:nvCxnSpPr>
          <p:spPr>
            <a:xfrm flipH="1">
              <a:off x="9361249" y="5541542"/>
              <a:ext cx="53156" cy="605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線接點 80">
              <a:extLst>
                <a:ext uri="{FF2B5EF4-FFF2-40B4-BE49-F238E27FC236}">
                  <a16:creationId xmlns:a16="http://schemas.microsoft.com/office/drawing/2014/main" id="{795A0B02-E2B3-4F7C-8FE8-23D5BD0E1DD2}"/>
                </a:ext>
              </a:extLst>
            </p:cNvPr>
            <p:cNvCxnSpPr>
              <a:cxnSpLocks/>
              <a:stCxn id="62" idx="1"/>
              <a:endCxn id="61" idx="0"/>
            </p:cNvCxnSpPr>
            <p:nvPr/>
          </p:nvCxnSpPr>
          <p:spPr>
            <a:xfrm flipH="1">
              <a:off x="9462243" y="5429823"/>
              <a:ext cx="61906" cy="64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線接點 81">
              <a:extLst>
                <a:ext uri="{FF2B5EF4-FFF2-40B4-BE49-F238E27FC236}">
                  <a16:creationId xmlns:a16="http://schemas.microsoft.com/office/drawing/2014/main" id="{1A5023C5-7D79-4719-913E-66DA87141BB3}"/>
                </a:ext>
              </a:extLst>
            </p:cNvPr>
            <p:cNvCxnSpPr>
              <a:cxnSpLocks/>
              <a:stCxn id="62" idx="7"/>
              <a:endCxn id="63" idx="2"/>
            </p:cNvCxnSpPr>
            <p:nvPr/>
          </p:nvCxnSpPr>
          <p:spPr>
            <a:xfrm>
              <a:off x="9591803" y="5429823"/>
              <a:ext cx="159161" cy="1185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線接點 82">
              <a:extLst>
                <a:ext uri="{FF2B5EF4-FFF2-40B4-BE49-F238E27FC236}">
                  <a16:creationId xmlns:a16="http://schemas.microsoft.com/office/drawing/2014/main" id="{D9539B99-6BFF-4313-A991-9BE0550226E9}"/>
                </a:ext>
              </a:extLst>
            </p:cNvPr>
            <p:cNvCxnSpPr>
              <a:cxnSpLocks/>
              <a:stCxn id="63" idx="6"/>
              <a:endCxn id="64" idx="2"/>
            </p:cNvCxnSpPr>
            <p:nvPr/>
          </p:nvCxnSpPr>
          <p:spPr>
            <a:xfrm flipV="1">
              <a:off x="9846640" y="5460444"/>
              <a:ext cx="382725" cy="8796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線接點 352">
              <a:extLst>
                <a:ext uri="{FF2B5EF4-FFF2-40B4-BE49-F238E27FC236}">
                  <a16:creationId xmlns:a16="http://schemas.microsoft.com/office/drawing/2014/main" id="{22443156-D83D-4B71-86A1-55A886C07BF1}"/>
                </a:ext>
              </a:extLst>
            </p:cNvPr>
            <p:cNvCxnSpPr>
              <a:cxnSpLocks/>
            </p:cNvCxnSpPr>
            <p:nvPr/>
          </p:nvCxnSpPr>
          <p:spPr>
            <a:xfrm>
              <a:off x="1995276" y="6720480"/>
              <a:ext cx="980593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281C4916-F42A-4086-90A7-A81306FB8A5C}"/>
                </a:ext>
              </a:extLst>
            </p:cNvPr>
            <p:cNvSpPr txBox="1"/>
            <p:nvPr/>
          </p:nvSpPr>
          <p:spPr>
            <a:xfrm>
              <a:off x="1717095" y="6605064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-8</a:t>
              </a:r>
              <a:endParaRPr lang="zh-TW" altLang="en-US" sz="900" dirty="0"/>
            </a:p>
          </p:txBody>
        </p:sp>
        <p:sp>
          <p:nvSpPr>
            <p:cNvPr id="87" name="橢圓 86">
              <a:extLst>
                <a:ext uri="{FF2B5EF4-FFF2-40B4-BE49-F238E27FC236}">
                  <a16:creationId xmlns:a16="http://schemas.microsoft.com/office/drawing/2014/main" id="{10448FED-A26C-42A3-84D1-DCBCBFEA539A}"/>
                </a:ext>
              </a:extLst>
            </p:cNvPr>
            <p:cNvSpPr/>
            <p:nvPr/>
          </p:nvSpPr>
          <p:spPr>
            <a:xfrm>
              <a:off x="6481907" y="577471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8" name="橢圓 87">
              <a:extLst>
                <a:ext uri="{FF2B5EF4-FFF2-40B4-BE49-F238E27FC236}">
                  <a16:creationId xmlns:a16="http://schemas.microsoft.com/office/drawing/2014/main" id="{F9958A76-E899-47DB-9856-9C5CF5E9F874}"/>
                </a:ext>
              </a:extLst>
            </p:cNvPr>
            <p:cNvSpPr/>
            <p:nvPr/>
          </p:nvSpPr>
          <p:spPr>
            <a:xfrm>
              <a:off x="6371592" y="6137721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橢圓 88">
              <a:extLst>
                <a:ext uri="{FF2B5EF4-FFF2-40B4-BE49-F238E27FC236}">
                  <a16:creationId xmlns:a16="http://schemas.microsoft.com/office/drawing/2014/main" id="{2B4A5E0D-BAA4-4E1E-8CBF-C1902252B75D}"/>
                </a:ext>
              </a:extLst>
            </p:cNvPr>
            <p:cNvSpPr/>
            <p:nvPr/>
          </p:nvSpPr>
          <p:spPr>
            <a:xfrm>
              <a:off x="6399223" y="5958042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橢圓 89">
              <a:extLst>
                <a:ext uri="{FF2B5EF4-FFF2-40B4-BE49-F238E27FC236}">
                  <a16:creationId xmlns:a16="http://schemas.microsoft.com/office/drawing/2014/main" id="{D88A7D14-8C4A-4280-B44E-93C9D1C542B8}"/>
                </a:ext>
              </a:extLst>
            </p:cNvPr>
            <p:cNvSpPr/>
            <p:nvPr/>
          </p:nvSpPr>
          <p:spPr>
            <a:xfrm>
              <a:off x="6447689" y="577471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1" name="橢圓 90">
              <a:extLst>
                <a:ext uri="{FF2B5EF4-FFF2-40B4-BE49-F238E27FC236}">
                  <a16:creationId xmlns:a16="http://schemas.microsoft.com/office/drawing/2014/main" id="{07A6775D-2C62-496D-B69A-3CEDEFF81521}"/>
                </a:ext>
              </a:extLst>
            </p:cNvPr>
            <p:cNvSpPr/>
            <p:nvPr/>
          </p:nvSpPr>
          <p:spPr>
            <a:xfrm>
              <a:off x="6855652" y="5774710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2" name="直線接點 91">
              <a:extLst>
                <a:ext uri="{FF2B5EF4-FFF2-40B4-BE49-F238E27FC236}">
                  <a16:creationId xmlns:a16="http://schemas.microsoft.com/office/drawing/2014/main" id="{8EA2CD94-B663-48AD-B72D-CFCC221C4533}"/>
                </a:ext>
              </a:extLst>
            </p:cNvPr>
            <p:cNvCxnSpPr>
              <a:cxnSpLocks/>
              <a:stCxn id="91" idx="2"/>
              <a:endCxn id="87" idx="6"/>
            </p:cNvCxnSpPr>
            <p:nvPr/>
          </p:nvCxnSpPr>
          <p:spPr>
            <a:xfrm flipH="1">
              <a:off x="6577583" y="5821542"/>
              <a:ext cx="27806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線接點 92">
              <a:extLst>
                <a:ext uri="{FF2B5EF4-FFF2-40B4-BE49-F238E27FC236}">
                  <a16:creationId xmlns:a16="http://schemas.microsoft.com/office/drawing/2014/main" id="{5D189B49-D4A6-416A-96F3-DE0458F10459}"/>
                </a:ext>
              </a:extLst>
            </p:cNvPr>
            <p:cNvCxnSpPr>
              <a:cxnSpLocks/>
              <a:stCxn id="89" idx="0"/>
              <a:endCxn id="90" idx="3"/>
            </p:cNvCxnSpPr>
            <p:nvPr/>
          </p:nvCxnSpPr>
          <p:spPr>
            <a:xfrm flipV="1">
              <a:off x="6447061" y="5854657"/>
              <a:ext cx="14639" cy="1033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28400864-55DF-4462-9BF1-6D4BD7B7C3CE}"/>
                </a:ext>
              </a:extLst>
            </p:cNvPr>
            <p:cNvCxnSpPr>
              <a:cxnSpLocks/>
              <a:stCxn id="89" idx="3"/>
              <a:endCxn id="88" idx="1"/>
            </p:cNvCxnSpPr>
            <p:nvPr/>
          </p:nvCxnSpPr>
          <p:spPr>
            <a:xfrm flipH="1">
              <a:off x="6385603" y="6037989"/>
              <a:ext cx="27631" cy="1134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直線接點 94">
              <a:extLst>
                <a:ext uri="{FF2B5EF4-FFF2-40B4-BE49-F238E27FC236}">
                  <a16:creationId xmlns:a16="http://schemas.microsoft.com/office/drawing/2014/main" id="{BCDF8D9D-5B9D-47ED-9D6E-9E719D5D7274}"/>
                </a:ext>
              </a:extLst>
            </p:cNvPr>
            <p:cNvCxnSpPr>
              <a:cxnSpLocks/>
              <a:stCxn id="88" idx="3"/>
              <a:endCxn id="33" idx="7"/>
            </p:cNvCxnSpPr>
            <p:nvPr/>
          </p:nvCxnSpPr>
          <p:spPr>
            <a:xfrm flipH="1">
              <a:off x="6225349" y="6217668"/>
              <a:ext cx="160254" cy="2913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7" name="文字方塊 106">
            <a:extLst>
              <a:ext uri="{FF2B5EF4-FFF2-40B4-BE49-F238E27FC236}">
                <a16:creationId xmlns:a16="http://schemas.microsoft.com/office/drawing/2014/main" id="{4822A6B3-D00F-4D7D-AAA7-00956A6000D5}"/>
              </a:ext>
            </a:extLst>
          </p:cNvPr>
          <p:cNvSpPr txBox="1"/>
          <p:nvPr/>
        </p:nvSpPr>
        <p:spPr>
          <a:xfrm>
            <a:off x="194190" y="653201"/>
            <a:ext cx="166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Parsing </a:t>
            </a:r>
            <a:r>
              <a:rPr lang="en-US" altLang="zh-TW" dirty="0"/>
              <a:t>Clipping</a:t>
            </a:r>
            <a:endParaRPr lang="zh-TW" altLang="en-US" dirty="0"/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99B802A-3CFE-4E7D-A670-3E963587D84B}"/>
              </a:ext>
            </a:extLst>
          </p:cNvPr>
          <p:cNvSpPr txBox="1"/>
          <p:nvPr/>
        </p:nvSpPr>
        <p:spPr>
          <a:xfrm>
            <a:off x="194190" y="2030850"/>
            <a:ext cx="15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Clipping Count</a:t>
            </a:r>
            <a:endParaRPr lang="zh-TW" altLang="en-US" dirty="0"/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21447504-9E45-4CA8-8F27-4D2EB381163B}"/>
              </a:ext>
            </a:extLst>
          </p:cNvPr>
          <p:cNvGrpSpPr/>
          <p:nvPr/>
        </p:nvGrpSpPr>
        <p:grpSpPr>
          <a:xfrm>
            <a:off x="1862192" y="935851"/>
            <a:ext cx="9997434" cy="1181681"/>
            <a:chOff x="1862192" y="796076"/>
            <a:chExt cx="9997434" cy="1181681"/>
          </a:xfrm>
        </p:grpSpPr>
        <p:grpSp>
          <p:nvGrpSpPr>
            <p:cNvPr id="110" name="群組 109">
              <a:extLst>
                <a:ext uri="{FF2B5EF4-FFF2-40B4-BE49-F238E27FC236}">
                  <a16:creationId xmlns:a16="http://schemas.microsoft.com/office/drawing/2014/main" id="{A2C31532-A281-4756-BE5A-6D64CB7DF3AC}"/>
                </a:ext>
              </a:extLst>
            </p:cNvPr>
            <p:cNvGrpSpPr/>
            <p:nvPr/>
          </p:nvGrpSpPr>
          <p:grpSpPr>
            <a:xfrm>
              <a:off x="2157900" y="1671036"/>
              <a:ext cx="9392661" cy="87985"/>
              <a:chOff x="2157900" y="2388326"/>
              <a:chExt cx="9392661" cy="87985"/>
            </a:xfrm>
          </p:grpSpPr>
          <p:sp>
            <p:nvSpPr>
              <p:cNvPr id="267" name="箭號: 五邊形 266">
                <a:extLst>
                  <a:ext uri="{FF2B5EF4-FFF2-40B4-BE49-F238E27FC236}">
                    <a16:creationId xmlns:a16="http://schemas.microsoft.com/office/drawing/2014/main" id="{9FAA8547-F824-4897-9153-BCD9379657A0}"/>
                  </a:ext>
                </a:extLst>
              </p:cNvPr>
              <p:cNvSpPr/>
              <p:nvPr/>
            </p:nvSpPr>
            <p:spPr>
              <a:xfrm>
                <a:off x="6896516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8" name="箭號: 五邊形 267">
                <a:extLst>
                  <a:ext uri="{FF2B5EF4-FFF2-40B4-BE49-F238E27FC236}">
                    <a16:creationId xmlns:a16="http://schemas.microsoft.com/office/drawing/2014/main" id="{702201D3-5C15-4800-8F45-C4F8D78C1D5A}"/>
                  </a:ext>
                </a:extLst>
              </p:cNvPr>
              <p:cNvSpPr/>
              <p:nvPr/>
            </p:nvSpPr>
            <p:spPr>
              <a:xfrm>
                <a:off x="7748971" y="2392725"/>
                <a:ext cx="10085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9" name="箭號: 五邊形 268">
                <a:extLst>
                  <a:ext uri="{FF2B5EF4-FFF2-40B4-BE49-F238E27FC236}">
                    <a16:creationId xmlns:a16="http://schemas.microsoft.com/office/drawing/2014/main" id="{E66A387D-1E7A-4E18-A5EA-6D0630EE4F96}"/>
                  </a:ext>
                </a:extLst>
              </p:cNvPr>
              <p:cNvSpPr/>
              <p:nvPr/>
            </p:nvSpPr>
            <p:spPr>
              <a:xfrm>
                <a:off x="10232214" y="2392725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0" name="箭號: 五邊形 269">
                <a:extLst>
                  <a:ext uri="{FF2B5EF4-FFF2-40B4-BE49-F238E27FC236}">
                    <a16:creationId xmlns:a16="http://schemas.microsoft.com/office/drawing/2014/main" id="{14845D9D-C585-4907-A24A-E1D616FB8141}"/>
                  </a:ext>
                </a:extLst>
              </p:cNvPr>
              <p:cNvSpPr/>
              <p:nvPr/>
            </p:nvSpPr>
            <p:spPr>
              <a:xfrm>
                <a:off x="9560972" y="2392725"/>
                <a:ext cx="64835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1" name="箭號: 五邊形 270">
                <a:extLst>
                  <a:ext uri="{FF2B5EF4-FFF2-40B4-BE49-F238E27FC236}">
                    <a16:creationId xmlns:a16="http://schemas.microsoft.com/office/drawing/2014/main" id="{E96929CD-3B42-4A38-A2DA-6B804B53CE44}"/>
                  </a:ext>
                </a:extLst>
              </p:cNvPr>
              <p:cNvSpPr/>
              <p:nvPr/>
            </p:nvSpPr>
            <p:spPr>
              <a:xfrm>
                <a:off x="8819122" y="2392725"/>
                <a:ext cx="64388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2" name="箭號: 五邊形 271">
                <a:extLst>
                  <a:ext uri="{FF2B5EF4-FFF2-40B4-BE49-F238E27FC236}">
                    <a16:creationId xmlns:a16="http://schemas.microsoft.com/office/drawing/2014/main" id="{4CC93465-FF67-4F8C-B99C-E3BA43718448}"/>
                  </a:ext>
                </a:extLst>
              </p:cNvPr>
              <p:cNvSpPr/>
              <p:nvPr/>
            </p:nvSpPr>
            <p:spPr>
              <a:xfrm>
                <a:off x="11025561" y="2392725"/>
                <a:ext cx="52500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73" name="直線接點 272">
                <a:extLst>
                  <a:ext uri="{FF2B5EF4-FFF2-40B4-BE49-F238E27FC236}">
                    <a16:creationId xmlns:a16="http://schemas.microsoft.com/office/drawing/2014/main" id="{DB472B88-103E-44AF-8BDD-7E34892B40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7633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線接點 273">
                <a:extLst>
                  <a:ext uri="{FF2B5EF4-FFF2-40B4-BE49-F238E27FC236}">
                    <a16:creationId xmlns:a16="http://schemas.microsoft.com/office/drawing/2014/main" id="{3FCB6F07-AF12-49FB-AD6E-9C2A265D8A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6451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5" name="箭號: 五邊形 274">
                <a:extLst>
                  <a:ext uri="{FF2B5EF4-FFF2-40B4-BE49-F238E27FC236}">
                    <a16:creationId xmlns:a16="http://schemas.microsoft.com/office/drawing/2014/main" id="{57A0ACF1-D191-48C2-9E8C-35394E3AD0FB}"/>
                  </a:ext>
                </a:extLst>
              </p:cNvPr>
              <p:cNvSpPr/>
              <p:nvPr/>
            </p:nvSpPr>
            <p:spPr>
              <a:xfrm>
                <a:off x="2157900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6" name="箭號: 五邊形 275">
                <a:extLst>
                  <a:ext uri="{FF2B5EF4-FFF2-40B4-BE49-F238E27FC236}">
                    <a16:creationId xmlns:a16="http://schemas.microsoft.com/office/drawing/2014/main" id="{1B885703-625D-438E-BE18-BF6679F13136}"/>
                  </a:ext>
                </a:extLst>
              </p:cNvPr>
              <p:cNvSpPr/>
              <p:nvPr/>
            </p:nvSpPr>
            <p:spPr>
              <a:xfrm>
                <a:off x="3010355" y="239272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7" name="箭號: 五邊形 276">
                <a:extLst>
                  <a:ext uri="{FF2B5EF4-FFF2-40B4-BE49-F238E27FC236}">
                    <a16:creationId xmlns:a16="http://schemas.microsoft.com/office/drawing/2014/main" id="{BDDDEFD4-A3AF-4E94-ABAA-458AD5DDA615}"/>
                  </a:ext>
                </a:extLst>
              </p:cNvPr>
              <p:cNvSpPr/>
              <p:nvPr/>
            </p:nvSpPr>
            <p:spPr>
              <a:xfrm>
                <a:off x="5493598" y="2392725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8" name="箭號: 五邊形 277">
                <a:extLst>
                  <a:ext uri="{FF2B5EF4-FFF2-40B4-BE49-F238E27FC236}">
                    <a16:creationId xmlns:a16="http://schemas.microsoft.com/office/drawing/2014/main" id="{4FA2ABB6-8D45-4550-A7EC-E59AC26F8390}"/>
                  </a:ext>
                </a:extLst>
              </p:cNvPr>
              <p:cNvSpPr/>
              <p:nvPr/>
            </p:nvSpPr>
            <p:spPr>
              <a:xfrm>
                <a:off x="4827834" y="2392725"/>
                <a:ext cx="64287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79" name="箭號: 五邊形 278">
                <a:extLst>
                  <a:ext uri="{FF2B5EF4-FFF2-40B4-BE49-F238E27FC236}">
                    <a16:creationId xmlns:a16="http://schemas.microsoft.com/office/drawing/2014/main" id="{9800A0E3-D6EA-40FE-9AD3-B1537C38D8C4}"/>
                  </a:ext>
                </a:extLst>
              </p:cNvPr>
              <p:cNvSpPr/>
              <p:nvPr/>
            </p:nvSpPr>
            <p:spPr>
              <a:xfrm>
                <a:off x="4095669" y="2392725"/>
                <a:ext cx="69748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80" name="箭號: 五邊形 279">
                <a:extLst>
                  <a:ext uri="{FF2B5EF4-FFF2-40B4-BE49-F238E27FC236}">
                    <a16:creationId xmlns:a16="http://schemas.microsoft.com/office/drawing/2014/main" id="{E7AD8BC7-6758-409A-8A90-52449D273672}"/>
                  </a:ext>
                </a:extLst>
              </p:cNvPr>
              <p:cNvSpPr/>
              <p:nvPr/>
            </p:nvSpPr>
            <p:spPr>
              <a:xfrm>
                <a:off x="6175217" y="239272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81" name="直線接點 280">
                <a:extLst>
                  <a:ext uri="{FF2B5EF4-FFF2-40B4-BE49-F238E27FC236}">
                    <a16:creationId xmlns:a16="http://schemas.microsoft.com/office/drawing/2014/main" id="{B88DE6A5-59A5-48EA-A1A1-B28B9ED5A8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9017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線接點 281">
                <a:extLst>
                  <a:ext uri="{FF2B5EF4-FFF2-40B4-BE49-F238E27FC236}">
                    <a16:creationId xmlns:a16="http://schemas.microsoft.com/office/drawing/2014/main" id="{2FE51078-F5F2-49FD-844E-056C2E352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7835" y="238832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群組 110">
              <a:extLst>
                <a:ext uri="{FF2B5EF4-FFF2-40B4-BE49-F238E27FC236}">
                  <a16:creationId xmlns:a16="http://schemas.microsoft.com/office/drawing/2014/main" id="{2871F817-7ED8-46D9-A213-90CE027387CC}"/>
                </a:ext>
              </a:extLst>
            </p:cNvPr>
            <p:cNvGrpSpPr/>
            <p:nvPr/>
          </p:nvGrpSpPr>
          <p:grpSpPr>
            <a:xfrm>
              <a:off x="1862192" y="1561666"/>
              <a:ext cx="9758173" cy="96325"/>
              <a:chOff x="1862192" y="2286019"/>
              <a:chExt cx="9758173" cy="96325"/>
            </a:xfrm>
          </p:grpSpPr>
          <p:sp>
            <p:nvSpPr>
              <p:cNvPr id="250" name="箭號: 五邊形 249">
                <a:extLst>
                  <a:ext uri="{FF2B5EF4-FFF2-40B4-BE49-F238E27FC236}">
                    <a16:creationId xmlns:a16="http://schemas.microsoft.com/office/drawing/2014/main" id="{BF4B679E-475C-483E-B957-E97D52838715}"/>
                  </a:ext>
                </a:extLst>
              </p:cNvPr>
              <p:cNvSpPr/>
              <p:nvPr/>
            </p:nvSpPr>
            <p:spPr>
              <a:xfrm>
                <a:off x="7086897" y="2294588"/>
                <a:ext cx="104522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1" name="箭號: 五邊形 250">
                <a:extLst>
                  <a:ext uri="{FF2B5EF4-FFF2-40B4-BE49-F238E27FC236}">
                    <a16:creationId xmlns:a16="http://schemas.microsoft.com/office/drawing/2014/main" id="{809B3FDE-0D90-494C-B5CA-A9D848CF242D}"/>
                  </a:ext>
                </a:extLst>
              </p:cNvPr>
              <p:cNvSpPr/>
              <p:nvPr/>
            </p:nvSpPr>
            <p:spPr>
              <a:xfrm>
                <a:off x="6517284" y="2294588"/>
                <a:ext cx="52203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2" name="箭號: 五邊形 251">
                <a:extLst>
                  <a:ext uri="{FF2B5EF4-FFF2-40B4-BE49-F238E27FC236}">
                    <a16:creationId xmlns:a16="http://schemas.microsoft.com/office/drawing/2014/main" id="{19DB63F9-6AB4-4843-A02F-A7EA03E36187}"/>
                  </a:ext>
                </a:extLst>
              </p:cNvPr>
              <p:cNvSpPr/>
              <p:nvPr/>
            </p:nvSpPr>
            <p:spPr>
              <a:xfrm>
                <a:off x="8179700" y="2294588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3" name="箭號: 五邊形 252">
                <a:extLst>
                  <a:ext uri="{FF2B5EF4-FFF2-40B4-BE49-F238E27FC236}">
                    <a16:creationId xmlns:a16="http://schemas.microsoft.com/office/drawing/2014/main" id="{4694CED5-9479-48CB-9DED-FA88C9F8FA92}"/>
                  </a:ext>
                </a:extLst>
              </p:cNvPr>
              <p:cNvSpPr/>
              <p:nvPr/>
            </p:nvSpPr>
            <p:spPr>
              <a:xfrm>
                <a:off x="10593898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4" name="箭號: 五邊形 253">
                <a:extLst>
                  <a:ext uri="{FF2B5EF4-FFF2-40B4-BE49-F238E27FC236}">
                    <a16:creationId xmlns:a16="http://schemas.microsoft.com/office/drawing/2014/main" id="{B40820FD-3261-4547-B268-2C73B5E5D439}"/>
                  </a:ext>
                </a:extLst>
              </p:cNvPr>
              <p:cNvSpPr/>
              <p:nvPr/>
            </p:nvSpPr>
            <p:spPr>
              <a:xfrm>
                <a:off x="9979501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5" name="箭號: 五邊形 254">
                <a:extLst>
                  <a:ext uri="{FF2B5EF4-FFF2-40B4-BE49-F238E27FC236}">
                    <a16:creationId xmlns:a16="http://schemas.microsoft.com/office/drawing/2014/main" id="{1B8ACCA9-E027-4281-AFC3-35A67581CDDF}"/>
                  </a:ext>
                </a:extLst>
              </p:cNvPr>
              <p:cNvSpPr/>
              <p:nvPr/>
            </p:nvSpPr>
            <p:spPr>
              <a:xfrm>
                <a:off x="8883861" y="2294588"/>
                <a:ext cx="7732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56" name="箭號: 五邊形 255">
                <a:extLst>
                  <a:ext uri="{FF2B5EF4-FFF2-40B4-BE49-F238E27FC236}">
                    <a16:creationId xmlns:a16="http://schemas.microsoft.com/office/drawing/2014/main" id="{1C0405A0-35F4-4BA8-8E57-79583D9E8E96}"/>
                  </a:ext>
                </a:extLst>
              </p:cNvPr>
              <p:cNvSpPr/>
              <p:nvPr/>
            </p:nvSpPr>
            <p:spPr>
              <a:xfrm>
                <a:off x="11201361" y="2294588"/>
                <a:ext cx="41900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57" name="直線接點 256">
                <a:extLst>
                  <a:ext uri="{FF2B5EF4-FFF2-40B4-BE49-F238E27FC236}">
                    <a16:creationId xmlns:a16="http://schemas.microsoft.com/office/drawing/2014/main" id="{0D5705D1-F931-4C9C-9385-43C01B2CB9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0016" y="2290189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手繪多邊形: 圖案 257">
                <a:extLst>
                  <a:ext uri="{FF2B5EF4-FFF2-40B4-BE49-F238E27FC236}">
                    <a16:creationId xmlns:a16="http://schemas.microsoft.com/office/drawing/2014/main" id="{CA29980C-12F0-40A3-8DD7-6ECFF01D4D86}"/>
                  </a:ext>
                </a:extLst>
              </p:cNvPr>
              <p:cNvSpPr/>
              <p:nvPr/>
            </p:nvSpPr>
            <p:spPr>
              <a:xfrm>
                <a:off x="6996750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59" name="箭號: 五邊形 258">
                <a:extLst>
                  <a:ext uri="{FF2B5EF4-FFF2-40B4-BE49-F238E27FC236}">
                    <a16:creationId xmlns:a16="http://schemas.microsoft.com/office/drawing/2014/main" id="{05963B8B-F03B-484D-8306-665F4EC03300}"/>
                  </a:ext>
                </a:extLst>
              </p:cNvPr>
              <p:cNvSpPr/>
              <p:nvPr/>
            </p:nvSpPr>
            <p:spPr>
              <a:xfrm>
                <a:off x="2614367" y="2294588"/>
                <a:ext cx="77913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0" name="箭號: 五邊形 259">
                <a:extLst>
                  <a:ext uri="{FF2B5EF4-FFF2-40B4-BE49-F238E27FC236}">
                    <a16:creationId xmlns:a16="http://schemas.microsoft.com/office/drawing/2014/main" id="{E6C7FBB1-CC8E-4541-B2C4-B892A14076D8}"/>
                  </a:ext>
                </a:extLst>
              </p:cNvPr>
              <p:cNvSpPr/>
              <p:nvPr/>
            </p:nvSpPr>
            <p:spPr>
              <a:xfrm>
                <a:off x="1862192" y="2294588"/>
                <a:ext cx="43850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1" name="箭號: 五邊形 260">
                <a:extLst>
                  <a:ext uri="{FF2B5EF4-FFF2-40B4-BE49-F238E27FC236}">
                    <a16:creationId xmlns:a16="http://schemas.microsoft.com/office/drawing/2014/main" id="{DD18EB93-D3FA-48BA-ACA0-6790E69CD495}"/>
                  </a:ext>
                </a:extLst>
              </p:cNvPr>
              <p:cNvSpPr/>
              <p:nvPr/>
            </p:nvSpPr>
            <p:spPr>
              <a:xfrm>
                <a:off x="3441084" y="2294588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2" name="箭號: 五邊形 261">
                <a:extLst>
                  <a:ext uri="{FF2B5EF4-FFF2-40B4-BE49-F238E27FC236}">
                    <a16:creationId xmlns:a16="http://schemas.microsoft.com/office/drawing/2014/main" id="{9E67672A-4767-4A94-9A6A-F8AEE80371B6}"/>
                  </a:ext>
                </a:extLst>
              </p:cNvPr>
              <p:cNvSpPr/>
              <p:nvPr/>
            </p:nvSpPr>
            <p:spPr>
              <a:xfrm>
                <a:off x="5855282" y="2294588"/>
                <a:ext cx="5611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3" name="箭號: 五邊形 262">
                <a:extLst>
                  <a:ext uri="{FF2B5EF4-FFF2-40B4-BE49-F238E27FC236}">
                    <a16:creationId xmlns:a16="http://schemas.microsoft.com/office/drawing/2014/main" id="{5A62C8EA-6103-4EAA-A809-375FDDD623C9}"/>
                  </a:ext>
                </a:extLst>
              </p:cNvPr>
              <p:cNvSpPr/>
              <p:nvPr/>
            </p:nvSpPr>
            <p:spPr>
              <a:xfrm>
                <a:off x="5079358" y="2294588"/>
                <a:ext cx="60798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64" name="箭號: 五邊形 263">
                <a:extLst>
                  <a:ext uri="{FF2B5EF4-FFF2-40B4-BE49-F238E27FC236}">
                    <a16:creationId xmlns:a16="http://schemas.microsoft.com/office/drawing/2014/main" id="{E4E405C9-85B1-48A1-B60A-A37586BB814B}"/>
                  </a:ext>
                </a:extLst>
              </p:cNvPr>
              <p:cNvSpPr/>
              <p:nvPr/>
            </p:nvSpPr>
            <p:spPr>
              <a:xfrm>
                <a:off x="4145245" y="2294588"/>
                <a:ext cx="7732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65" name="直線接點 264">
                <a:extLst>
                  <a:ext uri="{FF2B5EF4-FFF2-40B4-BE49-F238E27FC236}">
                    <a16:creationId xmlns:a16="http://schemas.microsoft.com/office/drawing/2014/main" id="{2D091E5A-0CD7-438A-9AE3-D3747E83F8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1400" y="2290189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手繪多邊形: 圖案 265">
                <a:extLst>
                  <a:ext uri="{FF2B5EF4-FFF2-40B4-BE49-F238E27FC236}">
                    <a16:creationId xmlns:a16="http://schemas.microsoft.com/office/drawing/2014/main" id="{E5AE20A0-84FB-4A47-B7C7-92D630C94289}"/>
                  </a:ext>
                </a:extLst>
              </p:cNvPr>
              <p:cNvSpPr/>
              <p:nvPr/>
            </p:nvSpPr>
            <p:spPr>
              <a:xfrm>
                <a:off x="2258134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2" name="群組 111">
              <a:extLst>
                <a:ext uri="{FF2B5EF4-FFF2-40B4-BE49-F238E27FC236}">
                  <a16:creationId xmlns:a16="http://schemas.microsoft.com/office/drawing/2014/main" id="{5E47162B-0A85-4DCD-B172-5190C4AAB03A}"/>
                </a:ext>
              </a:extLst>
            </p:cNvPr>
            <p:cNvGrpSpPr/>
            <p:nvPr/>
          </p:nvGrpSpPr>
          <p:grpSpPr>
            <a:xfrm>
              <a:off x="2182398" y="796076"/>
              <a:ext cx="9286774" cy="96325"/>
              <a:chOff x="2182398" y="1085334"/>
              <a:chExt cx="9286774" cy="96325"/>
            </a:xfrm>
          </p:grpSpPr>
          <p:sp>
            <p:nvSpPr>
              <p:cNvPr id="241" name="箭號: 五邊形 240">
                <a:extLst>
                  <a:ext uri="{FF2B5EF4-FFF2-40B4-BE49-F238E27FC236}">
                    <a16:creationId xmlns:a16="http://schemas.microsoft.com/office/drawing/2014/main" id="{C7E739EA-E673-4789-B52B-1A7056241D37}"/>
                  </a:ext>
                </a:extLst>
              </p:cNvPr>
              <p:cNvSpPr/>
              <p:nvPr/>
            </p:nvSpPr>
            <p:spPr>
              <a:xfrm>
                <a:off x="7939279" y="1093903"/>
                <a:ext cx="31209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42" name="直線接點 241">
                <a:extLst>
                  <a:ext uri="{FF2B5EF4-FFF2-40B4-BE49-F238E27FC236}">
                    <a16:creationId xmlns:a16="http://schemas.microsoft.com/office/drawing/2014/main" id="{2C93EC63-A005-4A1A-AA47-75C140547C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35354" y="108950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手繪多邊形: 圖案 242">
                <a:extLst>
                  <a:ext uri="{FF2B5EF4-FFF2-40B4-BE49-F238E27FC236}">
                    <a16:creationId xmlns:a16="http://schemas.microsoft.com/office/drawing/2014/main" id="{BFDC48E1-27CB-4C86-ABAD-5BCDE8FCB009}"/>
                  </a:ext>
                </a:extLst>
              </p:cNvPr>
              <p:cNvSpPr/>
              <p:nvPr/>
            </p:nvSpPr>
            <p:spPr>
              <a:xfrm>
                <a:off x="8199441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44" name="箭號: 五邊形 243">
                <a:extLst>
                  <a:ext uri="{FF2B5EF4-FFF2-40B4-BE49-F238E27FC236}">
                    <a16:creationId xmlns:a16="http://schemas.microsoft.com/office/drawing/2014/main" id="{730217D8-C401-4DEA-BEE7-0E2E3FF03899}"/>
                  </a:ext>
                </a:extLst>
              </p:cNvPr>
              <p:cNvSpPr/>
              <p:nvPr/>
            </p:nvSpPr>
            <p:spPr>
              <a:xfrm>
                <a:off x="10316931" y="1093903"/>
                <a:ext cx="51421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45" name="直線接點 244">
                <a:extLst>
                  <a:ext uri="{FF2B5EF4-FFF2-40B4-BE49-F238E27FC236}">
                    <a16:creationId xmlns:a16="http://schemas.microsoft.com/office/drawing/2014/main" id="{54581DCE-573E-47EF-9826-84B3C9C7F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08950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箭號: 五邊形 245">
                <a:extLst>
                  <a:ext uri="{FF2B5EF4-FFF2-40B4-BE49-F238E27FC236}">
                    <a16:creationId xmlns:a16="http://schemas.microsoft.com/office/drawing/2014/main" id="{F8182A28-558D-4CD4-823B-C972CDA064BE}"/>
                  </a:ext>
                </a:extLst>
              </p:cNvPr>
              <p:cNvSpPr/>
              <p:nvPr/>
            </p:nvSpPr>
            <p:spPr>
              <a:xfrm>
                <a:off x="10867516" y="1093903"/>
                <a:ext cx="60165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7" name="箭號: 五邊形 246">
                <a:extLst>
                  <a:ext uri="{FF2B5EF4-FFF2-40B4-BE49-F238E27FC236}">
                    <a16:creationId xmlns:a16="http://schemas.microsoft.com/office/drawing/2014/main" id="{6A0E30AF-A8D8-4949-96F3-4B10B42067B8}"/>
                  </a:ext>
                </a:extLst>
              </p:cNvPr>
              <p:cNvSpPr/>
              <p:nvPr/>
            </p:nvSpPr>
            <p:spPr>
              <a:xfrm>
                <a:off x="2182398" y="1093903"/>
                <a:ext cx="3858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8" name="箭號: 五邊形 247">
                <a:extLst>
                  <a:ext uri="{FF2B5EF4-FFF2-40B4-BE49-F238E27FC236}">
                    <a16:creationId xmlns:a16="http://schemas.microsoft.com/office/drawing/2014/main" id="{0B522E79-5F69-4A23-80CB-AAB8C45B8C46}"/>
                  </a:ext>
                </a:extLst>
              </p:cNvPr>
              <p:cNvSpPr/>
              <p:nvPr/>
            </p:nvSpPr>
            <p:spPr>
              <a:xfrm>
                <a:off x="2604650" y="1093903"/>
                <a:ext cx="83409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9" name="手繪多邊形: 圖案 248">
                <a:extLst>
                  <a:ext uri="{FF2B5EF4-FFF2-40B4-BE49-F238E27FC236}">
                    <a16:creationId xmlns:a16="http://schemas.microsoft.com/office/drawing/2014/main" id="{96EE9652-870A-47D2-BF42-98F320DF307B}"/>
                  </a:ext>
                </a:extLst>
              </p:cNvPr>
              <p:cNvSpPr/>
              <p:nvPr/>
            </p:nvSpPr>
            <p:spPr>
              <a:xfrm>
                <a:off x="3386804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3" name="群組 112">
              <a:extLst>
                <a:ext uri="{FF2B5EF4-FFF2-40B4-BE49-F238E27FC236}">
                  <a16:creationId xmlns:a16="http://schemas.microsoft.com/office/drawing/2014/main" id="{ABCE9BD5-2B6F-4E31-B651-C7E7426DE4FE}"/>
                </a:ext>
              </a:extLst>
            </p:cNvPr>
            <p:cNvGrpSpPr/>
            <p:nvPr/>
          </p:nvGrpSpPr>
          <p:grpSpPr>
            <a:xfrm>
              <a:off x="2252074" y="1014816"/>
              <a:ext cx="9486148" cy="96325"/>
              <a:chOff x="2252074" y="1771386"/>
              <a:chExt cx="9486148" cy="96325"/>
            </a:xfrm>
          </p:grpSpPr>
          <p:sp>
            <p:nvSpPr>
              <p:cNvPr id="228" name="箭號: 五邊形 227">
                <a:extLst>
                  <a:ext uri="{FF2B5EF4-FFF2-40B4-BE49-F238E27FC236}">
                    <a16:creationId xmlns:a16="http://schemas.microsoft.com/office/drawing/2014/main" id="{53C45153-F59C-48D9-9678-03EAC55EF21A}"/>
                  </a:ext>
                </a:extLst>
              </p:cNvPr>
              <p:cNvSpPr/>
              <p:nvPr/>
            </p:nvSpPr>
            <p:spPr>
              <a:xfrm>
                <a:off x="7769656" y="1779955"/>
                <a:ext cx="66520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29" name="直線接點 228">
                <a:extLst>
                  <a:ext uri="{FF2B5EF4-FFF2-40B4-BE49-F238E27FC236}">
                    <a16:creationId xmlns:a16="http://schemas.microsoft.com/office/drawing/2014/main" id="{C70D119D-FEF0-4FBE-9C29-AF4541BF1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5731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7F5BB617-A2DD-4198-96DF-47FCAA1FA9E1}"/>
                  </a:ext>
                </a:extLst>
              </p:cNvPr>
              <p:cNvSpPr/>
              <p:nvPr/>
            </p:nvSpPr>
            <p:spPr>
              <a:xfrm>
                <a:off x="8382922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31" name="箭號: 五邊形 230">
                <a:extLst>
                  <a:ext uri="{FF2B5EF4-FFF2-40B4-BE49-F238E27FC236}">
                    <a16:creationId xmlns:a16="http://schemas.microsoft.com/office/drawing/2014/main" id="{BF130660-8825-4302-A658-C169F2B71DD5}"/>
                  </a:ext>
                </a:extLst>
              </p:cNvPr>
              <p:cNvSpPr/>
              <p:nvPr/>
            </p:nvSpPr>
            <p:spPr>
              <a:xfrm>
                <a:off x="11345931" y="1779955"/>
                <a:ext cx="39229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32" name="箭號: 五邊形 231">
                <a:extLst>
                  <a:ext uri="{FF2B5EF4-FFF2-40B4-BE49-F238E27FC236}">
                    <a16:creationId xmlns:a16="http://schemas.microsoft.com/office/drawing/2014/main" id="{260E450E-95DB-43CB-84F1-42ED7CAE0093}"/>
                  </a:ext>
                </a:extLst>
              </p:cNvPr>
              <p:cNvSpPr/>
              <p:nvPr/>
            </p:nvSpPr>
            <p:spPr>
              <a:xfrm>
                <a:off x="10313006" y="1779955"/>
                <a:ext cx="75599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33" name="直線接點 232">
                <a:extLst>
                  <a:ext uri="{FF2B5EF4-FFF2-40B4-BE49-F238E27FC236}">
                    <a16:creationId xmlns:a16="http://schemas.microsoft.com/office/drawing/2014/main" id="{21EDADFC-3BB0-45D5-A100-38C70917AF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4" name="箭號: 五邊形 233">
                <a:extLst>
                  <a:ext uri="{FF2B5EF4-FFF2-40B4-BE49-F238E27FC236}">
                    <a16:creationId xmlns:a16="http://schemas.microsoft.com/office/drawing/2014/main" id="{E50F9B0D-FE85-49A2-A03C-C9CEA4A989AC}"/>
                  </a:ext>
                </a:extLst>
              </p:cNvPr>
              <p:cNvSpPr/>
              <p:nvPr/>
            </p:nvSpPr>
            <p:spPr>
              <a:xfrm>
                <a:off x="3083066" y="1779955"/>
                <a:ext cx="35567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35" name="箭號: 五邊形 234">
                <a:extLst>
                  <a:ext uri="{FF2B5EF4-FFF2-40B4-BE49-F238E27FC236}">
                    <a16:creationId xmlns:a16="http://schemas.microsoft.com/office/drawing/2014/main" id="{7E0130C9-18C7-4DF6-B55F-00955928F517}"/>
                  </a:ext>
                </a:extLst>
              </p:cNvPr>
              <p:cNvSpPr/>
              <p:nvPr/>
            </p:nvSpPr>
            <p:spPr>
              <a:xfrm>
                <a:off x="2252074" y="1779955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36" name="手繪多邊形: 圖案 235">
                <a:extLst>
                  <a:ext uri="{FF2B5EF4-FFF2-40B4-BE49-F238E27FC236}">
                    <a16:creationId xmlns:a16="http://schemas.microsoft.com/office/drawing/2014/main" id="{B5B417C3-0AD2-4F80-823D-6701DDDFA30D}"/>
                  </a:ext>
                </a:extLst>
              </p:cNvPr>
              <p:cNvSpPr/>
              <p:nvPr/>
            </p:nvSpPr>
            <p:spPr>
              <a:xfrm>
                <a:off x="338680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37" name="箭號: 五邊形 236">
                <a:extLst>
                  <a:ext uri="{FF2B5EF4-FFF2-40B4-BE49-F238E27FC236}">
                    <a16:creationId xmlns:a16="http://schemas.microsoft.com/office/drawing/2014/main" id="{904453D6-79AD-4211-82E4-63177C6A55D6}"/>
                  </a:ext>
                </a:extLst>
              </p:cNvPr>
              <p:cNvSpPr/>
              <p:nvPr/>
            </p:nvSpPr>
            <p:spPr>
              <a:xfrm>
                <a:off x="5390205" y="1779955"/>
                <a:ext cx="6994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38" name="直線接點 237">
                <a:extLst>
                  <a:ext uri="{FF2B5EF4-FFF2-40B4-BE49-F238E27FC236}">
                    <a16:creationId xmlns:a16="http://schemas.microsoft.com/office/drawing/2014/main" id="{C387D272-BDFB-4D37-86FB-91B879A0D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77555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" name="箭號: 五邊形 238">
                <a:extLst>
                  <a:ext uri="{FF2B5EF4-FFF2-40B4-BE49-F238E27FC236}">
                    <a16:creationId xmlns:a16="http://schemas.microsoft.com/office/drawing/2014/main" id="{9B318B28-4B97-4994-9E09-6B83E413234F}"/>
                  </a:ext>
                </a:extLst>
              </p:cNvPr>
              <p:cNvSpPr/>
              <p:nvPr/>
            </p:nvSpPr>
            <p:spPr>
              <a:xfrm>
                <a:off x="6129731" y="1779955"/>
                <a:ext cx="8456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3F33068A-6099-4DC3-ADFF-FBE04F3CE8C2}"/>
                  </a:ext>
                </a:extLst>
              </p:cNvPr>
              <p:cNvSpPr/>
              <p:nvPr/>
            </p:nvSpPr>
            <p:spPr>
              <a:xfrm>
                <a:off x="616951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4" name="群組 113">
              <a:extLst>
                <a:ext uri="{FF2B5EF4-FFF2-40B4-BE49-F238E27FC236}">
                  <a16:creationId xmlns:a16="http://schemas.microsoft.com/office/drawing/2014/main" id="{41E5245B-247D-4255-92E5-5AA66A367D29}"/>
                </a:ext>
              </a:extLst>
            </p:cNvPr>
            <p:cNvGrpSpPr/>
            <p:nvPr/>
          </p:nvGrpSpPr>
          <p:grpSpPr>
            <a:xfrm>
              <a:off x="2050140" y="1124186"/>
              <a:ext cx="9809486" cy="96325"/>
              <a:chOff x="2050140" y="1413444"/>
              <a:chExt cx="9809486" cy="96325"/>
            </a:xfrm>
          </p:grpSpPr>
          <p:sp>
            <p:nvSpPr>
              <p:cNvPr id="211" name="箭號: 五邊形 210">
                <a:extLst>
                  <a:ext uri="{FF2B5EF4-FFF2-40B4-BE49-F238E27FC236}">
                    <a16:creationId xmlns:a16="http://schemas.microsoft.com/office/drawing/2014/main" id="{BD5A4212-EAA8-4E1D-A939-ED5034D1AF92}"/>
                  </a:ext>
                </a:extLst>
              </p:cNvPr>
              <p:cNvSpPr/>
              <p:nvPr/>
            </p:nvSpPr>
            <p:spPr>
              <a:xfrm>
                <a:off x="8253678" y="1421684"/>
                <a:ext cx="27956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2" name="箭號: 五邊形 211">
                <a:extLst>
                  <a:ext uri="{FF2B5EF4-FFF2-40B4-BE49-F238E27FC236}">
                    <a16:creationId xmlns:a16="http://schemas.microsoft.com/office/drawing/2014/main" id="{A978B1B5-72DE-44E2-A4BC-525F8A472C59}"/>
                  </a:ext>
                </a:extLst>
              </p:cNvPr>
              <p:cNvSpPr/>
              <p:nvPr/>
            </p:nvSpPr>
            <p:spPr>
              <a:xfrm>
                <a:off x="7686607" y="1422013"/>
                <a:ext cx="55198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13" name="直線接點 212">
                <a:extLst>
                  <a:ext uri="{FF2B5EF4-FFF2-40B4-BE49-F238E27FC236}">
                    <a16:creationId xmlns:a16="http://schemas.microsoft.com/office/drawing/2014/main" id="{EEE76D44-EB02-47B3-A85D-9B364A2DAC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2681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4" name="手繪多邊形: 圖案 213">
                <a:extLst>
                  <a:ext uri="{FF2B5EF4-FFF2-40B4-BE49-F238E27FC236}">
                    <a16:creationId xmlns:a16="http://schemas.microsoft.com/office/drawing/2014/main" id="{B0595F44-2FCB-40A8-8A44-A0CD6BD6318C}"/>
                  </a:ext>
                </a:extLst>
              </p:cNvPr>
              <p:cNvSpPr/>
              <p:nvPr/>
            </p:nvSpPr>
            <p:spPr>
              <a:xfrm>
                <a:off x="8484818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15" name="箭號: 五邊形 214">
                <a:extLst>
                  <a:ext uri="{FF2B5EF4-FFF2-40B4-BE49-F238E27FC236}">
                    <a16:creationId xmlns:a16="http://schemas.microsoft.com/office/drawing/2014/main" id="{763AA0D3-6ED7-4209-A5BF-9A1F0915965D}"/>
                  </a:ext>
                </a:extLst>
              </p:cNvPr>
              <p:cNvSpPr/>
              <p:nvPr/>
            </p:nvSpPr>
            <p:spPr>
              <a:xfrm>
                <a:off x="10612603" y="1422013"/>
                <a:ext cx="7970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6" name="箭號: 五邊形 215">
                <a:extLst>
                  <a:ext uri="{FF2B5EF4-FFF2-40B4-BE49-F238E27FC236}">
                    <a16:creationId xmlns:a16="http://schemas.microsoft.com/office/drawing/2014/main" id="{CE49E06C-6A8F-436D-85AA-A2E2DA89346F}"/>
                  </a:ext>
                </a:extLst>
              </p:cNvPr>
              <p:cNvSpPr/>
              <p:nvPr/>
            </p:nvSpPr>
            <p:spPr>
              <a:xfrm>
                <a:off x="10313006" y="1422013"/>
                <a:ext cx="2517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17" name="直線接點 216">
                <a:extLst>
                  <a:ext uri="{FF2B5EF4-FFF2-40B4-BE49-F238E27FC236}">
                    <a16:creationId xmlns:a16="http://schemas.microsoft.com/office/drawing/2014/main" id="{58A9581A-0DB2-45CA-8D71-C164F7A127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8" name="箭號: 五邊形 217">
                <a:extLst>
                  <a:ext uri="{FF2B5EF4-FFF2-40B4-BE49-F238E27FC236}">
                    <a16:creationId xmlns:a16="http://schemas.microsoft.com/office/drawing/2014/main" id="{82221517-40FB-41A9-A515-B89178CF20ED}"/>
                  </a:ext>
                </a:extLst>
              </p:cNvPr>
              <p:cNvSpPr/>
              <p:nvPr/>
            </p:nvSpPr>
            <p:spPr>
              <a:xfrm>
                <a:off x="11443526" y="1422013"/>
                <a:ext cx="41610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9" name="箭號: 五邊形 218">
                <a:extLst>
                  <a:ext uri="{FF2B5EF4-FFF2-40B4-BE49-F238E27FC236}">
                    <a16:creationId xmlns:a16="http://schemas.microsoft.com/office/drawing/2014/main" id="{5E8339A0-5267-4850-9709-FEC6EB262C76}"/>
                  </a:ext>
                </a:extLst>
              </p:cNvPr>
              <p:cNvSpPr/>
              <p:nvPr/>
            </p:nvSpPr>
            <p:spPr>
              <a:xfrm>
                <a:off x="2349737" y="1422013"/>
                <a:ext cx="49468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20" name="箭號: 五邊形 219">
                <a:extLst>
                  <a:ext uri="{FF2B5EF4-FFF2-40B4-BE49-F238E27FC236}">
                    <a16:creationId xmlns:a16="http://schemas.microsoft.com/office/drawing/2014/main" id="{75E15FD8-2C36-4015-A808-14B46DFABE68}"/>
                  </a:ext>
                </a:extLst>
              </p:cNvPr>
              <p:cNvSpPr/>
              <p:nvPr/>
            </p:nvSpPr>
            <p:spPr>
              <a:xfrm>
                <a:off x="2050140" y="1422013"/>
                <a:ext cx="2517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21" name="箭號: 五邊形 220">
                <a:extLst>
                  <a:ext uri="{FF2B5EF4-FFF2-40B4-BE49-F238E27FC236}">
                    <a16:creationId xmlns:a16="http://schemas.microsoft.com/office/drawing/2014/main" id="{D496F404-1076-405C-9E04-F66A8BDC2B26}"/>
                  </a:ext>
                </a:extLst>
              </p:cNvPr>
              <p:cNvSpPr/>
              <p:nvPr/>
            </p:nvSpPr>
            <p:spPr>
              <a:xfrm>
                <a:off x="2920660" y="1422013"/>
                <a:ext cx="5192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07860B40-6442-4E80-8600-FB53E1F8E43E}"/>
                  </a:ext>
                </a:extLst>
              </p:cNvPr>
              <p:cNvSpPr/>
              <p:nvPr/>
            </p:nvSpPr>
            <p:spPr>
              <a:xfrm>
                <a:off x="338680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23" name="箭號: 五邊形 222">
                <a:extLst>
                  <a:ext uri="{FF2B5EF4-FFF2-40B4-BE49-F238E27FC236}">
                    <a16:creationId xmlns:a16="http://schemas.microsoft.com/office/drawing/2014/main" id="{683449ED-1050-4EBF-BC95-3CBF27937580}"/>
                  </a:ext>
                </a:extLst>
              </p:cNvPr>
              <p:cNvSpPr/>
              <p:nvPr/>
            </p:nvSpPr>
            <p:spPr>
              <a:xfrm>
                <a:off x="5608752" y="1422013"/>
                <a:ext cx="307234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24" name="箭號: 五邊形 223">
                <a:extLst>
                  <a:ext uri="{FF2B5EF4-FFF2-40B4-BE49-F238E27FC236}">
                    <a16:creationId xmlns:a16="http://schemas.microsoft.com/office/drawing/2014/main" id="{D048E32C-3433-425D-B556-A82C333CE09C}"/>
                  </a:ext>
                </a:extLst>
              </p:cNvPr>
              <p:cNvSpPr/>
              <p:nvPr/>
            </p:nvSpPr>
            <p:spPr>
              <a:xfrm>
                <a:off x="5390205" y="1422013"/>
                <a:ext cx="2065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25" name="直線接點 224">
                <a:extLst>
                  <a:ext uri="{FF2B5EF4-FFF2-40B4-BE49-F238E27FC236}">
                    <a16:creationId xmlns:a16="http://schemas.microsoft.com/office/drawing/2014/main" id="{6A206225-E879-4BFD-96E8-8BC634D14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417614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6" name="箭號: 五邊形 225">
                <a:extLst>
                  <a:ext uri="{FF2B5EF4-FFF2-40B4-BE49-F238E27FC236}">
                    <a16:creationId xmlns:a16="http://schemas.microsoft.com/office/drawing/2014/main" id="{59BD0780-5624-4E74-9533-296092A26E3E}"/>
                  </a:ext>
                </a:extLst>
              </p:cNvPr>
              <p:cNvSpPr/>
              <p:nvPr/>
            </p:nvSpPr>
            <p:spPr>
              <a:xfrm>
                <a:off x="5967326" y="1422013"/>
                <a:ext cx="25529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B1ACA7F2-E4B1-4CB2-9F59-37C3A4F5CAA6}"/>
                  </a:ext>
                </a:extLst>
              </p:cNvPr>
              <p:cNvSpPr/>
              <p:nvPr/>
            </p:nvSpPr>
            <p:spPr>
              <a:xfrm>
                <a:off x="616951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5" name="群組 114">
              <a:extLst>
                <a:ext uri="{FF2B5EF4-FFF2-40B4-BE49-F238E27FC236}">
                  <a16:creationId xmlns:a16="http://schemas.microsoft.com/office/drawing/2014/main" id="{C1A19B08-BC62-481F-87AC-CB40E6A6380F}"/>
                </a:ext>
              </a:extLst>
            </p:cNvPr>
            <p:cNvGrpSpPr/>
            <p:nvPr/>
          </p:nvGrpSpPr>
          <p:grpSpPr>
            <a:xfrm>
              <a:off x="2096567" y="1233556"/>
              <a:ext cx="9610333" cy="96325"/>
              <a:chOff x="2096567" y="1984708"/>
              <a:chExt cx="9610333" cy="96325"/>
            </a:xfrm>
          </p:grpSpPr>
          <p:sp>
            <p:nvSpPr>
              <p:cNvPr id="197" name="箭號: 五邊形 196">
                <a:extLst>
                  <a:ext uri="{FF2B5EF4-FFF2-40B4-BE49-F238E27FC236}">
                    <a16:creationId xmlns:a16="http://schemas.microsoft.com/office/drawing/2014/main" id="{B038C2E5-888E-4269-9042-E1198BDCCC47}"/>
                  </a:ext>
                </a:extLst>
              </p:cNvPr>
              <p:cNvSpPr/>
              <p:nvPr/>
            </p:nvSpPr>
            <p:spPr>
              <a:xfrm>
                <a:off x="8251670" y="1993277"/>
                <a:ext cx="38298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8" name="箭號: 五邊形 197">
                <a:extLst>
                  <a:ext uri="{FF2B5EF4-FFF2-40B4-BE49-F238E27FC236}">
                    <a16:creationId xmlns:a16="http://schemas.microsoft.com/office/drawing/2014/main" id="{3A3DB563-9C79-49C1-8A93-764318F45101}"/>
                  </a:ext>
                </a:extLst>
              </p:cNvPr>
              <p:cNvSpPr/>
              <p:nvPr/>
            </p:nvSpPr>
            <p:spPr>
              <a:xfrm>
                <a:off x="7606754" y="1993277"/>
                <a:ext cx="5089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99" name="直線接點 198">
                <a:extLst>
                  <a:ext uri="{FF2B5EF4-FFF2-40B4-BE49-F238E27FC236}">
                    <a16:creationId xmlns:a16="http://schemas.microsoft.com/office/drawing/2014/main" id="{5E353DA6-8E9F-4127-890A-8DF40AADE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2829" y="1988878"/>
                <a:ext cx="1173" cy="87984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0" name="手繪多邊形: 圖案 199">
                <a:extLst>
                  <a:ext uri="{FF2B5EF4-FFF2-40B4-BE49-F238E27FC236}">
                    <a16:creationId xmlns:a16="http://schemas.microsoft.com/office/drawing/2014/main" id="{BEC4C02F-A677-4612-806A-12DF8C5EE24D}"/>
                  </a:ext>
                </a:extLst>
              </p:cNvPr>
              <p:cNvSpPr/>
              <p:nvPr/>
            </p:nvSpPr>
            <p:spPr>
              <a:xfrm>
                <a:off x="8583893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01" name="箭號: 五邊形 200">
                <a:extLst>
                  <a:ext uri="{FF2B5EF4-FFF2-40B4-BE49-F238E27FC236}">
                    <a16:creationId xmlns:a16="http://schemas.microsoft.com/office/drawing/2014/main" id="{EC4F725D-3F24-422E-B84E-22EF50AA5DB6}"/>
                  </a:ext>
                </a:extLst>
              </p:cNvPr>
              <p:cNvSpPr/>
              <p:nvPr/>
            </p:nvSpPr>
            <p:spPr>
              <a:xfrm>
                <a:off x="10316931" y="1993277"/>
                <a:ext cx="712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2" name="箭號: 五邊形 201">
                <a:extLst>
                  <a:ext uri="{FF2B5EF4-FFF2-40B4-BE49-F238E27FC236}">
                    <a16:creationId xmlns:a16="http://schemas.microsoft.com/office/drawing/2014/main" id="{BD883118-52DB-4C5C-977F-61022B542C18}"/>
                  </a:ext>
                </a:extLst>
              </p:cNvPr>
              <p:cNvSpPr/>
              <p:nvPr/>
            </p:nvSpPr>
            <p:spPr>
              <a:xfrm>
                <a:off x="11251237" y="1993277"/>
                <a:ext cx="45566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03" name="直線接點 202">
                <a:extLst>
                  <a:ext uri="{FF2B5EF4-FFF2-40B4-BE49-F238E27FC236}">
                    <a16:creationId xmlns:a16="http://schemas.microsoft.com/office/drawing/2014/main" id="{F37EA20B-F1FF-4B7E-B119-541B85346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988878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4" name="箭號: 五邊形 203">
                <a:extLst>
                  <a:ext uri="{FF2B5EF4-FFF2-40B4-BE49-F238E27FC236}">
                    <a16:creationId xmlns:a16="http://schemas.microsoft.com/office/drawing/2014/main" id="{0C6AD09B-3545-4DD3-8240-D66E298F2ACE}"/>
                  </a:ext>
                </a:extLst>
              </p:cNvPr>
              <p:cNvSpPr/>
              <p:nvPr/>
            </p:nvSpPr>
            <p:spPr>
              <a:xfrm>
                <a:off x="2096567" y="1993277"/>
                <a:ext cx="66987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5" name="箭號: 五邊形 204">
                <a:extLst>
                  <a:ext uri="{FF2B5EF4-FFF2-40B4-BE49-F238E27FC236}">
                    <a16:creationId xmlns:a16="http://schemas.microsoft.com/office/drawing/2014/main" id="{73F62B65-146E-47CE-A587-724BA60ED22F}"/>
                  </a:ext>
                </a:extLst>
              </p:cNvPr>
              <p:cNvSpPr/>
              <p:nvPr/>
            </p:nvSpPr>
            <p:spPr>
              <a:xfrm>
                <a:off x="2977709" y="1993277"/>
                <a:ext cx="46632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06" name="手繪多邊形: 圖案 205">
                <a:extLst>
                  <a:ext uri="{FF2B5EF4-FFF2-40B4-BE49-F238E27FC236}">
                    <a16:creationId xmlns:a16="http://schemas.microsoft.com/office/drawing/2014/main" id="{20D01B2F-2F45-4808-85EA-E7B782618660}"/>
                  </a:ext>
                </a:extLst>
              </p:cNvPr>
              <p:cNvSpPr/>
              <p:nvPr/>
            </p:nvSpPr>
            <p:spPr>
              <a:xfrm>
                <a:off x="338680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207" name="箭號: 五邊形 206">
                <a:extLst>
                  <a:ext uri="{FF2B5EF4-FFF2-40B4-BE49-F238E27FC236}">
                    <a16:creationId xmlns:a16="http://schemas.microsoft.com/office/drawing/2014/main" id="{E443CDB1-C105-4FEB-9582-3A2A8F63DD23}"/>
                  </a:ext>
                </a:extLst>
              </p:cNvPr>
              <p:cNvSpPr/>
              <p:nvPr/>
            </p:nvSpPr>
            <p:spPr>
              <a:xfrm>
                <a:off x="5390203" y="1993277"/>
                <a:ext cx="4167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208" name="直線接點 207">
                <a:extLst>
                  <a:ext uri="{FF2B5EF4-FFF2-40B4-BE49-F238E27FC236}">
                    <a16:creationId xmlns:a16="http://schemas.microsoft.com/office/drawing/2014/main" id="{C4DBEBA1-6679-4899-A5BA-230CC3D2C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988878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箭號: 五邊形 208">
                <a:extLst>
                  <a:ext uri="{FF2B5EF4-FFF2-40B4-BE49-F238E27FC236}">
                    <a16:creationId xmlns:a16="http://schemas.microsoft.com/office/drawing/2014/main" id="{1E36B700-CCDF-44D0-B3C3-DE21FDE11C9C}"/>
                  </a:ext>
                </a:extLst>
              </p:cNvPr>
              <p:cNvSpPr/>
              <p:nvPr/>
            </p:nvSpPr>
            <p:spPr>
              <a:xfrm>
                <a:off x="5853972" y="1993277"/>
                <a:ext cx="36747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210" name="手繪多邊形: 圖案 209">
                <a:extLst>
                  <a:ext uri="{FF2B5EF4-FFF2-40B4-BE49-F238E27FC236}">
                    <a16:creationId xmlns:a16="http://schemas.microsoft.com/office/drawing/2014/main" id="{4E46F031-8414-4CCC-AAD9-4D549F1658F5}"/>
                  </a:ext>
                </a:extLst>
              </p:cNvPr>
              <p:cNvSpPr/>
              <p:nvPr/>
            </p:nvSpPr>
            <p:spPr>
              <a:xfrm>
                <a:off x="616951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8D801778-0995-4030-930E-C2A03B2C243D}"/>
                </a:ext>
              </a:extLst>
            </p:cNvPr>
            <p:cNvGrpSpPr/>
            <p:nvPr/>
          </p:nvGrpSpPr>
          <p:grpSpPr>
            <a:xfrm>
              <a:off x="1962117" y="1342926"/>
              <a:ext cx="9703893" cy="96325"/>
              <a:chOff x="1962117" y="1632181"/>
              <a:chExt cx="9703893" cy="96325"/>
            </a:xfrm>
          </p:grpSpPr>
          <p:sp>
            <p:nvSpPr>
              <p:cNvPr id="183" name="箭號: 五邊形 182">
                <a:extLst>
                  <a:ext uri="{FF2B5EF4-FFF2-40B4-BE49-F238E27FC236}">
                    <a16:creationId xmlns:a16="http://schemas.microsoft.com/office/drawing/2014/main" id="{3BA92ADA-6DEF-4459-94AB-574341194F77}"/>
                  </a:ext>
                </a:extLst>
              </p:cNvPr>
              <p:cNvSpPr/>
              <p:nvPr/>
            </p:nvSpPr>
            <p:spPr>
              <a:xfrm>
                <a:off x="7769656" y="1640750"/>
                <a:ext cx="94439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4" name="箭號: 五邊形 183">
                <a:extLst>
                  <a:ext uri="{FF2B5EF4-FFF2-40B4-BE49-F238E27FC236}">
                    <a16:creationId xmlns:a16="http://schemas.microsoft.com/office/drawing/2014/main" id="{D7C26947-2AF9-4133-912C-B19B7946D9D3}"/>
                  </a:ext>
                </a:extLst>
              </p:cNvPr>
              <p:cNvSpPr/>
              <p:nvPr/>
            </p:nvSpPr>
            <p:spPr>
              <a:xfrm>
                <a:off x="7435735" y="1640750"/>
                <a:ext cx="3125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F215E110-82B4-4172-B192-DDC90A64A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1810" y="1636351"/>
                <a:ext cx="1173" cy="87984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6" name="手繪多邊形: 圖案 185">
                <a:extLst>
                  <a:ext uri="{FF2B5EF4-FFF2-40B4-BE49-F238E27FC236}">
                    <a16:creationId xmlns:a16="http://schemas.microsoft.com/office/drawing/2014/main" id="{0AFE6CDA-0DEB-40FA-A22A-73A62AB41675}"/>
                  </a:ext>
                </a:extLst>
              </p:cNvPr>
              <p:cNvSpPr/>
              <p:nvPr/>
            </p:nvSpPr>
            <p:spPr>
              <a:xfrm>
                <a:off x="8664461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87" name="箭號: 五邊形 186">
                <a:extLst>
                  <a:ext uri="{FF2B5EF4-FFF2-40B4-BE49-F238E27FC236}">
                    <a16:creationId xmlns:a16="http://schemas.microsoft.com/office/drawing/2014/main" id="{1C477974-057B-4AFB-914E-AEA06AB548D6}"/>
                  </a:ext>
                </a:extLst>
              </p:cNvPr>
              <p:cNvSpPr/>
              <p:nvPr/>
            </p:nvSpPr>
            <p:spPr>
              <a:xfrm>
                <a:off x="10316931" y="1640750"/>
                <a:ext cx="51421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88" name="直線接點 187">
                <a:extLst>
                  <a:ext uri="{FF2B5EF4-FFF2-40B4-BE49-F238E27FC236}">
                    <a16:creationId xmlns:a16="http://schemas.microsoft.com/office/drawing/2014/main" id="{77F1FF23-B398-477B-B04D-F5BAFFB1E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636351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箭號: 五邊形 188">
                <a:extLst>
                  <a:ext uri="{FF2B5EF4-FFF2-40B4-BE49-F238E27FC236}">
                    <a16:creationId xmlns:a16="http://schemas.microsoft.com/office/drawing/2014/main" id="{8635A4DB-50F6-418A-8DF3-9719CE211915}"/>
                  </a:ext>
                </a:extLst>
              </p:cNvPr>
              <p:cNvSpPr/>
              <p:nvPr/>
            </p:nvSpPr>
            <p:spPr>
              <a:xfrm>
                <a:off x="11029282" y="1640750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0" name="箭號: 五邊形 189">
                <a:extLst>
                  <a:ext uri="{FF2B5EF4-FFF2-40B4-BE49-F238E27FC236}">
                    <a16:creationId xmlns:a16="http://schemas.microsoft.com/office/drawing/2014/main" id="{A08E9138-7CB0-4214-BFE4-6A80B015724C}"/>
                  </a:ext>
                </a:extLst>
              </p:cNvPr>
              <p:cNvSpPr/>
              <p:nvPr/>
            </p:nvSpPr>
            <p:spPr>
              <a:xfrm>
                <a:off x="1962117" y="1640750"/>
                <a:ext cx="60616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1" name="箭號: 五邊形 190">
                <a:extLst>
                  <a:ext uri="{FF2B5EF4-FFF2-40B4-BE49-F238E27FC236}">
                    <a16:creationId xmlns:a16="http://schemas.microsoft.com/office/drawing/2014/main" id="{E011E279-DF1D-4C4C-97FF-306050FFFC2D}"/>
                  </a:ext>
                </a:extLst>
              </p:cNvPr>
              <p:cNvSpPr/>
              <p:nvPr/>
            </p:nvSpPr>
            <p:spPr>
              <a:xfrm>
                <a:off x="2604650" y="1640750"/>
                <a:ext cx="8352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2" name="手繪多邊形: 圖案 191">
                <a:extLst>
                  <a:ext uri="{FF2B5EF4-FFF2-40B4-BE49-F238E27FC236}">
                    <a16:creationId xmlns:a16="http://schemas.microsoft.com/office/drawing/2014/main" id="{0F283B6A-EC6B-4FB6-8A7A-C7769FCBAB5B}"/>
                  </a:ext>
                </a:extLst>
              </p:cNvPr>
              <p:cNvSpPr/>
              <p:nvPr/>
            </p:nvSpPr>
            <p:spPr>
              <a:xfrm>
                <a:off x="338680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93" name="箭號: 五邊形 192">
                <a:extLst>
                  <a:ext uri="{FF2B5EF4-FFF2-40B4-BE49-F238E27FC236}">
                    <a16:creationId xmlns:a16="http://schemas.microsoft.com/office/drawing/2014/main" id="{66974C65-07AB-4998-A312-7D997E957E04}"/>
                  </a:ext>
                </a:extLst>
              </p:cNvPr>
              <p:cNvSpPr/>
              <p:nvPr/>
            </p:nvSpPr>
            <p:spPr>
              <a:xfrm>
                <a:off x="5390203" y="1640750"/>
                <a:ext cx="21854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94" name="直線接點 193">
                <a:extLst>
                  <a:ext uri="{FF2B5EF4-FFF2-40B4-BE49-F238E27FC236}">
                    <a16:creationId xmlns:a16="http://schemas.microsoft.com/office/drawing/2014/main" id="{1EBA5FD9-A417-4859-98B5-11839A197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636351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" name="箭號: 五邊形 194">
                <a:extLst>
                  <a:ext uri="{FF2B5EF4-FFF2-40B4-BE49-F238E27FC236}">
                    <a16:creationId xmlns:a16="http://schemas.microsoft.com/office/drawing/2014/main" id="{5271D412-0780-4734-81AA-5E8ACF03D4ED}"/>
                  </a:ext>
                </a:extLst>
              </p:cNvPr>
              <p:cNvSpPr/>
              <p:nvPr/>
            </p:nvSpPr>
            <p:spPr>
              <a:xfrm>
                <a:off x="5651315" y="1640750"/>
                <a:ext cx="57013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96" name="手繪多邊形: 圖案 195">
                <a:extLst>
                  <a:ext uri="{FF2B5EF4-FFF2-40B4-BE49-F238E27FC236}">
                    <a16:creationId xmlns:a16="http://schemas.microsoft.com/office/drawing/2014/main" id="{57BA69C6-4B72-4404-A57F-449E8825CB08}"/>
                  </a:ext>
                </a:extLst>
              </p:cNvPr>
              <p:cNvSpPr/>
              <p:nvPr/>
            </p:nvSpPr>
            <p:spPr>
              <a:xfrm>
                <a:off x="616951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B57C4363-9E6A-4689-AE88-29FD08716EF3}"/>
                </a:ext>
              </a:extLst>
            </p:cNvPr>
            <p:cNvGrpSpPr/>
            <p:nvPr/>
          </p:nvGrpSpPr>
          <p:grpSpPr>
            <a:xfrm>
              <a:off x="2204656" y="1452296"/>
              <a:ext cx="9303909" cy="96325"/>
              <a:chOff x="2204656" y="1452296"/>
              <a:chExt cx="9303909" cy="96325"/>
            </a:xfrm>
          </p:grpSpPr>
          <p:sp>
            <p:nvSpPr>
              <p:cNvPr id="167" name="箭號: 五邊形 166">
                <a:extLst>
                  <a:ext uri="{FF2B5EF4-FFF2-40B4-BE49-F238E27FC236}">
                    <a16:creationId xmlns:a16="http://schemas.microsoft.com/office/drawing/2014/main" id="{FC800B65-FE12-40F9-8DE5-CCC6053226C9}"/>
                  </a:ext>
                </a:extLst>
              </p:cNvPr>
              <p:cNvSpPr/>
              <p:nvPr/>
            </p:nvSpPr>
            <p:spPr>
              <a:xfrm>
                <a:off x="6787043" y="1460865"/>
                <a:ext cx="7135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8" name="箭號: 五邊形 167">
                <a:extLst>
                  <a:ext uri="{FF2B5EF4-FFF2-40B4-BE49-F238E27FC236}">
                    <a16:creationId xmlns:a16="http://schemas.microsoft.com/office/drawing/2014/main" id="{5C848419-C408-4215-A42D-4FE88F99B3E9}"/>
                  </a:ext>
                </a:extLst>
              </p:cNvPr>
              <p:cNvSpPr/>
              <p:nvPr/>
            </p:nvSpPr>
            <p:spPr>
              <a:xfrm>
                <a:off x="8391874" y="1460865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9" name="箭號: 五邊形 168">
                <a:extLst>
                  <a:ext uri="{FF2B5EF4-FFF2-40B4-BE49-F238E27FC236}">
                    <a16:creationId xmlns:a16="http://schemas.microsoft.com/office/drawing/2014/main" id="{0D3B2A76-1F6F-4557-AEDC-9EC8D26DD7CB}"/>
                  </a:ext>
                </a:extLst>
              </p:cNvPr>
              <p:cNvSpPr/>
              <p:nvPr/>
            </p:nvSpPr>
            <p:spPr>
              <a:xfrm>
                <a:off x="7521475" y="1460865"/>
                <a:ext cx="82026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0" name="箭號: 五邊形 169">
                <a:extLst>
                  <a:ext uri="{FF2B5EF4-FFF2-40B4-BE49-F238E27FC236}">
                    <a16:creationId xmlns:a16="http://schemas.microsoft.com/office/drawing/2014/main" id="{6CDE28F0-8E56-496B-B9AE-476371F0F7F9}"/>
                  </a:ext>
                </a:extLst>
              </p:cNvPr>
              <p:cNvSpPr/>
              <p:nvPr/>
            </p:nvSpPr>
            <p:spPr>
              <a:xfrm>
                <a:off x="10126645" y="1460865"/>
                <a:ext cx="71355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1" name="箭號: 五邊形 170">
                <a:extLst>
                  <a:ext uri="{FF2B5EF4-FFF2-40B4-BE49-F238E27FC236}">
                    <a16:creationId xmlns:a16="http://schemas.microsoft.com/office/drawing/2014/main" id="{4DCF3089-F2A8-4F5C-BF4A-4868D33C635E}"/>
                  </a:ext>
                </a:extLst>
              </p:cNvPr>
              <p:cNvSpPr/>
              <p:nvPr/>
            </p:nvSpPr>
            <p:spPr>
              <a:xfrm>
                <a:off x="9500393" y="1460865"/>
                <a:ext cx="59461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2" name="箭號: 五邊形 171">
                <a:extLst>
                  <a:ext uri="{FF2B5EF4-FFF2-40B4-BE49-F238E27FC236}">
                    <a16:creationId xmlns:a16="http://schemas.microsoft.com/office/drawing/2014/main" id="{3FD5284A-7100-40BC-8589-2B6375E2B5F7}"/>
                  </a:ext>
                </a:extLst>
              </p:cNvPr>
              <p:cNvSpPr/>
              <p:nvPr/>
            </p:nvSpPr>
            <p:spPr>
              <a:xfrm>
                <a:off x="9099561" y="1460865"/>
                <a:ext cx="35673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3" name="箭號: 五邊形 172">
                <a:extLst>
                  <a:ext uri="{FF2B5EF4-FFF2-40B4-BE49-F238E27FC236}">
                    <a16:creationId xmlns:a16="http://schemas.microsoft.com/office/drawing/2014/main" id="{50780AD4-622D-49DD-B518-DB8327FB45FA}"/>
                  </a:ext>
                </a:extLst>
              </p:cNvPr>
              <p:cNvSpPr/>
              <p:nvPr/>
            </p:nvSpPr>
            <p:spPr>
              <a:xfrm>
                <a:off x="10871837" y="146086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4" name="手繪多邊形: 圖案 173">
                <a:extLst>
                  <a:ext uri="{FF2B5EF4-FFF2-40B4-BE49-F238E27FC236}">
                    <a16:creationId xmlns:a16="http://schemas.microsoft.com/office/drawing/2014/main" id="{FA1701F4-8545-4F55-9465-EB8E02B5CDE3}"/>
                  </a:ext>
                </a:extLst>
              </p:cNvPr>
              <p:cNvSpPr/>
              <p:nvPr/>
            </p:nvSpPr>
            <p:spPr>
              <a:xfrm>
                <a:off x="9411068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75" name="箭號: 五邊形 174">
                <a:extLst>
                  <a:ext uri="{FF2B5EF4-FFF2-40B4-BE49-F238E27FC236}">
                    <a16:creationId xmlns:a16="http://schemas.microsoft.com/office/drawing/2014/main" id="{3B23E016-6338-47E9-96AD-89FFB08B219B}"/>
                  </a:ext>
                </a:extLst>
              </p:cNvPr>
              <p:cNvSpPr/>
              <p:nvPr/>
            </p:nvSpPr>
            <p:spPr>
              <a:xfrm>
                <a:off x="2204656" y="1460865"/>
                <a:ext cx="55732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6" name="箭號: 五邊形 175">
                <a:extLst>
                  <a:ext uri="{FF2B5EF4-FFF2-40B4-BE49-F238E27FC236}">
                    <a16:creationId xmlns:a16="http://schemas.microsoft.com/office/drawing/2014/main" id="{D2E25F8D-F140-4B6D-BEB3-E452A3F70D5C}"/>
                  </a:ext>
                </a:extLst>
              </p:cNvPr>
              <p:cNvSpPr/>
              <p:nvPr/>
            </p:nvSpPr>
            <p:spPr>
              <a:xfrm>
                <a:off x="3654424" y="1460865"/>
                <a:ext cx="5553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7" name="箭號: 五邊形 176">
                <a:extLst>
                  <a:ext uri="{FF2B5EF4-FFF2-40B4-BE49-F238E27FC236}">
                    <a16:creationId xmlns:a16="http://schemas.microsoft.com/office/drawing/2014/main" id="{844326B9-49B2-48D1-8959-AC85AA73B0C2}"/>
                  </a:ext>
                </a:extLst>
              </p:cNvPr>
              <p:cNvSpPr/>
              <p:nvPr/>
            </p:nvSpPr>
            <p:spPr>
              <a:xfrm>
                <a:off x="2782859" y="1460865"/>
                <a:ext cx="72034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8" name="箭號: 五邊形 177">
                <a:extLst>
                  <a:ext uri="{FF2B5EF4-FFF2-40B4-BE49-F238E27FC236}">
                    <a16:creationId xmlns:a16="http://schemas.microsoft.com/office/drawing/2014/main" id="{9797750F-F49E-41CC-BC83-8359F2F0782E}"/>
                  </a:ext>
                </a:extLst>
              </p:cNvPr>
              <p:cNvSpPr/>
              <p:nvPr/>
            </p:nvSpPr>
            <p:spPr>
              <a:xfrm>
                <a:off x="5651315" y="1460865"/>
                <a:ext cx="45026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9" name="箭號: 五邊形 178">
                <a:extLst>
                  <a:ext uri="{FF2B5EF4-FFF2-40B4-BE49-F238E27FC236}">
                    <a16:creationId xmlns:a16="http://schemas.microsoft.com/office/drawing/2014/main" id="{00C36AC8-DFEF-4E56-BFA5-E7F86525E867}"/>
                  </a:ext>
                </a:extLst>
              </p:cNvPr>
              <p:cNvSpPr/>
              <p:nvPr/>
            </p:nvSpPr>
            <p:spPr>
              <a:xfrm>
                <a:off x="4761777" y="1460865"/>
                <a:ext cx="83940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0" name="箭號: 五邊形 179">
                <a:extLst>
                  <a:ext uri="{FF2B5EF4-FFF2-40B4-BE49-F238E27FC236}">
                    <a16:creationId xmlns:a16="http://schemas.microsoft.com/office/drawing/2014/main" id="{9B2CB55C-D67B-4248-AE88-EE03BB181401}"/>
                  </a:ext>
                </a:extLst>
              </p:cNvPr>
              <p:cNvSpPr/>
              <p:nvPr/>
            </p:nvSpPr>
            <p:spPr>
              <a:xfrm>
                <a:off x="4360945" y="1460865"/>
                <a:ext cx="35673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1" name="箭號: 五邊形 180">
                <a:extLst>
                  <a:ext uri="{FF2B5EF4-FFF2-40B4-BE49-F238E27FC236}">
                    <a16:creationId xmlns:a16="http://schemas.microsoft.com/office/drawing/2014/main" id="{8409D69C-A388-4611-8883-0819FFC73F48}"/>
                  </a:ext>
                </a:extLst>
              </p:cNvPr>
              <p:cNvSpPr/>
              <p:nvPr/>
            </p:nvSpPr>
            <p:spPr>
              <a:xfrm>
                <a:off x="6133221" y="1460865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82" name="手繪多邊形: 圖案 181">
                <a:extLst>
                  <a:ext uri="{FF2B5EF4-FFF2-40B4-BE49-F238E27FC236}">
                    <a16:creationId xmlns:a16="http://schemas.microsoft.com/office/drawing/2014/main" id="{B7BC53D1-DB8F-44B4-ADF5-9E79351E0ECB}"/>
                  </a:ext>
                </a:extLst>
              </p:cNvPr>
              <p:cNvSpPr/>
              <p:nvPr/>
            </p:nvSpPr>
            <p:spPr>
              <a:xfrm>
                <a:off x="4672452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7AE9FEF4-7E88-42B3-B7F3-F888AABAFC71}"/>
                </a:ext>
              </a:extLst>
            </p:cNvPr>
            <p:cNvGrpSpPr/>
            <p:nvPr/>
          </p:nvGrpSpPr>
          <p:grpSpPr>
            <a:xfrm>
              <a:off x="2126325" y="1881433"/>
              <a:ext cx="9539685" cy="96324"/>
              <a:chOff x="2126325" y="2584497"/>
              <a:chExt cx="9539685" cy="96325"/>
            </a:xfrm>
          </p:grpSpPr>
          <p:sp>
            <p:nvSpPr>
              <p:cNvPr id="153" name="箭號: 五邊形 152">
                <a:extLst>
                  <a:ext uri="{FF2B5EF4-FFF2-40B4-BE49-F238E27FC236}">
                    <a16:creationId xmlns:a16="http://schemas.microsoft.com/office/drawing/2014/main" id="{BFE49F5D-5448-49F3-90EA-26F4B089DDF0}"/>
                  </a:ext>
                </a:extLst>
              </p:cNvPr>
              <p:cNvSpPr/>
              <p:nvPr/>
            </p:nvSpPr>
            <p:spPr>
              <a:xfrm>
                <a:off x="8819123" y="2593066"/>
                <a:ext cx="66831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4" name="箭號: 五邊形 153">
                <a:extLst>
                  <a:ext uri="{FF2B5EF4-FFF2-40B4-BE49-F238E27FC236}">
                    <a16:creationId xmlns:a16="http://schemas.microsoft.com/office/drawing/2014/main" id="{DA0F0507-DF6B-4723-99F3-63202D96BF0A}"/>
                  </a:ext>
                </a:extLst>
              </p:cNvPr>
              <p:cNvSpPr/>
              <p:nvPr/>
            </p:nvSpPr>
            <p:spPr>
              <a:xfrm>
                <a:off x="7716325" y="2593066"/>
                <a:ext cx="96220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5" name="箭號: 五邊形 154">
                <a:extLst>
                  <a:ext uri="{FF2B5EF4-FFF2-40B4-BE49-F238E27FC236}">
                    <a16:creationId xmlns:a16="http://schemas.microsoft.com/office/drawing/2014/main" id="{393D63E8-C00E-4845-8EE1-94EE0456FDBD}"/>
                  </a:ext>
                </a:extLst>
              </p:cNvPr>
              <p:cNvSpPr/>
              <p:nvPr/>
            </p:nvSpPr>
            <p:spPr>
              <a:xfrm>
                <a:off x="7027883" y="2593066"/>
                <a:ext cx="578663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6" name="箭號: 五邊形 155">
                <a:extLst>
                  <a:ext uri="{FF2B5EF4-FFF2-40B4-BE49-F238E27FC236}">
                    <a16:creationId xmlns:a16="http://schemas.microsoft.com/office/drawing/2014/main" id="{D721C04C-2A3C-478A-A722-B24615A1A4D6}"/>
                  </a:ext>
                </a:extLst>
              </p:cNvPr>
              <p:cNvSpPr/>
              <p:nvPr/>
            </p:nvSpPr>
            <p:spPr>
              <a:xfrm>
                <a:off x="9532939" y="2593066"/>
                <a:ext cx="64294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7" name="箭號: 五邊形 156">
                <a:extLst>
                  <a:ext uri="{FF2B5EF4-FFF2-40B4-BE49-F238E27FC236}">
                    <a16:creationId xmlns:a16="http://schemas.microsoft.com/office/drawing/2014/main" id="{0AE9C57E-4607-4C38-A4E2-233C8F0BED8A}"/>
                  </a:ext>
                </a:extLst>
              </p:cNvPr>
              <p:cNvSpPr/>
              <p:nvPr/>
            </p:nvSpPr>
            <p:spPr>
              <a:xfrm>
                <a:off x="10247479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8" name="箭號: 五邊形 157">
                <a:extLst>
                  <a:ext uri="{FF2B5EF4-FFF2-40B4-BE49-F238E27FC236}">
                    <a16:creationId xmlns:a16="http://schemas.microsoft.com/office/drawing/2014/main" id="{2E286376-8AC8-4982-B962-54D3FD641583}"/>
                  </a:ext>
                </a:extLst>
              </p:cNvPr>
              <p:cNvSpPr/>
              <p:nvPr/>
            </p:nvSpPr>
            <p:spPr>
              <a:xfrm>
                <a:off x="11029282" y="2593066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9" name="手繪多邊形: 圖案 158">
                <a:extLst>
                  <a:ext uri="{FF2B5EF4-FFF2-40B4-BE49-F238E27FC236}">
                    <a16:creationId xmlns:a16="http://schemas.microsoft.com/office/drawing/2014/main" id="{54F24988-2457-4CD4-8190-91A76FF9214E}"/>
                  </a:ext>
                </a:extLst>
              </p:cNvPr>
              <p:cNvSpPr/>
              <p:nvPr/>
            </p:nvSpPr>
            <p:spPr>
              <a:xfrm>
                <a:off x="9437036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箭號: 五邊形 159">
                <a:extLst>
                  <a:ext uri="{FF2B5EF4-FFF2-40B4-BE49-F238E27FC236}">
                    <a16:creationId xmlns:a16="http://schemas.microsoft.com/office/drawing/2014/main" id="{9BA4D843-F1B5-41E6-8192-1ADA4BF07C08}"/>
                  </a:ext>
                </a:extLst>
              </p:cNvPr>
              <p:cNvSpPr/>
              <p:nvPr/>
            </p:nvSpPr>
            <p:spPr>
              <a:xfrm>
                <a:off x="4080507" y="2593066"/>
                <a:ext cx="668316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1" name="箭號: 五邊形 160">
                <a:extLst>
                  <a:ext uri="{FF2B5EF4-FFF2-40B4-BE49-F238E27FC236}">
                    <a16:creationId xmlns:a16="http://schemas.microsoft.com/office/drawing/2014/main" id="{0637DDBE-97B2-4B7C-887A-91641C14307C}"/>
                  </a:ext>
                </a:extLst>
              </p:cNvPr>
              <p:cNvSpPr/>
              <p:nvPr/>
            </p:nvSpPr>
            <p:spPr>
              <a:xfrm>
                <a:off x="2977709" y="2593066"/>
                <a:ext cx="100230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2" name="箭號: 五邊形 161">
                <a:extLst>
                  <a:ext uri="{FF2B5EF4-FFF2-40B4-BE49-F238E27FC236}">
                    <a16:creationId xmlns:a16="http://schemas.microsoft.com/office/drawing/2014/main" id="{1B5CFCDC-8901-4C58-9A36-FBDC5A06332A}"/>
                  </a:ext>
                </a:extLst>
              </p:cNvPr>
              <p:cNvSpPr/>
              <p:nvPr/>
            </p:nvSpPr>
            <p:spPr>
              <a:xfrm>
                <a:off x="2126325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3" name="箭號: 五邊形 162">
                <a:extLst>
                  <a:ext uri="{FF2B5EF4-FFF2-40B4-BE49-F238E27FC236}">
                    <a16:creationId xmlns:a16="http://schemas.microsoft.com/office/drawing/2014/main" id="{95CE8277-C424-4FFF-9292-64612CA060EC}"/>
                  </a:ext>
                </a:extLst>
              </p:cNvPr>
              <p:cNvSpPr/>
              <p:nvPr/>
            </p:nvSpPr>
            <p:spPr>
              <a:xfrm>
                <a:off x="4794323" y="2593066"/>
                <a:ext cx="52062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4" name="箭號: 五邊形 163">
                <a:extLst>
                  <a:ext uri="{FF2B5EF4-FFF2-40B4-BE49-F238E27FC236}">
                    <a16:creationId xmlns:a16="http://schemas.microsoft.com/office/drawing/2014/main" id="{0149F54F-FC0C-44B1-8EBE-0E71C20AC070}"/>
                  </a:ext>
                </a:extLst>
              </p:cNvPr>
              <p:cNvSpPr/>
              <p:nvPr/>
            </p:nvSpPr>
            <p:spPr>
              <a:xfrm>
                <a:off x="5508863" y="2593066"/>
                <a:ext cx="74160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5" name="箭號: 五邊形 164">
                <a:extLst>
                  <a:ext uri="{FF2B5EF4-FFF2-40B4-BE49-F238E27FC236}">
                    <a16:creationId xmlns:a16="http://schemas.microsoft.com/office/drawing/2014/main" id="{73F63FE6-5AFF-48BC-A8C4-EA90251F5AFD}"/>
                  </a:ext>
                </a:extLst>
              </p:cNvPr>
              <p:cNvSpPr/>
              <p:nvPr/>
            </p:nvSpPr>
            <p:spPr>
              <a:xfrm>
                <a:off x="6290666" y="2593066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6" name="手繪多邊形: 圖案 165">
                <a:extLst>
                  <a:ext uri="{FF2B5EF4-FFF2-40B4-BE49-F238E27FC236}">
                    <a16:creationId xmlns:a16="http://schemas.microsoft.com/office/drawing/2014/main" id="{8BA81680-E362-4117-A026-245B91F4919E}"/>
                  </a:ext>
                </a:extLst>
              </p:cNvPr>
              <p:cNvSpPr/>
              <p:nvPr/>
            </p:nvSpPr>
            <p:spPr>
              <a:xfrm>
                <a:off x="4698420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C115C512-02A9-4E93-9016-DB9A8CB8646A}"/>
                </a:ext>
              </a:extLst>
            </p:cNvPr>
            <p:cNvGrpSpPr/>
            <p:nvPr/>
          </p:nvGrpSpPr>
          <p:grpSpPr>
            <a:xfrm>
              <a:off x="1992496" y="1772066"/>
              <a:ext cx="9687884" cy="96324"/>
              <a:chOff x="1992496" y="2494109"/>
              <a:chExt cx="9687884" cy="96325"/>
            </a:xfrm>
          </p:grpSpPr>
          <p:sp>
            <p:nvSpPr>
              <p:cNvPr id="134" name="箭號: 五邊形 133">
                <a:extLst>
                  <a:ext uri="{FF2B5EF4-FFF2-40B4-BE49-F238E27FC236}">
                    <a16:creationId xmlns:a16="http://schemas.microsoft.com/office/drawing/2014/main" id="{A4AC8A98-F2AB-44F1-AD77-99EED634585A}"/>
                  </a:ext>
                </a:extLst>
              </p:cNvPr>
              <p:cNvSpPr/>
              <p:nvPr/>
            </p:nvSpPr>
            <p:spPr>
              <a:xfrm>
                <a:off x="9381098" y="2502678"/>
                <a:ext cx="45229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5" name="箭號: 五邊形 134">
                <a:extLst>
                  <a:ext uri="{FF2B5EF4-FFF2-40B4-BE49-F238E27FC236}">
                    <a16:creationId xmlns:a16="http://schemas.microsoft.com/office/drawing/2014/main" id="{7D5873DA-EAF0-44F7-80D9-E8D30667CD42}"/>
                  </a:ext>
                </a:extLst>
              </p:cNvPr>
              <p:cNvSpPr/>
              <p:nvPr/>
            </p:nvSpPr>
            <p:spPr>
              <a:xfrm>
                <a:off x="8132121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6" name="箭號: 五邊形 135">
                <a:extLst>
                  <a:ext uri="{FF2B5EF4-FFF2-40B4-BE49-F238E27FC236}">
                    <a16:creationId xmlns:a16="http://schemas.microsoft.com/office/drawing/2014/main" id="{1D227030-0070-42BA-8320-81DF476131F2}"/>
                  </a:ext>
                </a:extLst>
              </p:cNvPr>
              <p:cNvSpPr/>
              <p:nvPr/>
            </p:nvSpPr>
            <p:spPr>
              <a:xfrm>
                <a:off x="7510352" y="2502678"/>
                <a:ext cx="57418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7" name="箭號: 五邊形 136">
                <a:extLst>
                  <a:ext uri="{FF2B5EF4-FFF2-40B4-BE49-F238E27FC236}">
                    <a16:creationId xmlns:a16="http://schemas.microsoft.com/office/drawing/2014/main" id="{6CB83930-F4F7-4BEC-9350-2B62C7AD3605}"/>
                  </a:ext>
                </a:extLst>
              </p:cNvPr>
              <p:cNvSpPr/>
              <p:nvPr/>
            </p:nvSpPr>
            <p:spPr>
              <a:xfrm>
                <a:off x="9872265" y="2502678"/>
                <a:ext cx="53907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8" name="箭號: 五邊形 137">
                <a:extLst>
                  <a:ext uri="{FF2B5EF4-FFF2-40B4-BE49-F238E27FC236}">
                    <a16:creationId xmlns:a16="http://schemas.microsoft.com/office/drawing/2014/main" id="{A7A28544-67BB-4FE1-A8B2-274ED3241B73}"/>
                  </a:ext>
                </a:extLst>
              </p:cNvPr>
              <p:cNvSpPr/>
              <p:nvPr/>
            </p:nvSpPr>
            <p:spPr>
              <a:xfrm>
                <a:off x="10722557" y="2502678"/>
                <a:ext cx="4556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9" name="箭號: 五邊形 138">
                <a:extLst>
                  <a:ext uri="{FF2B5EF4-FFF2-40B4-BE49-F238E27FC236}">
                    <a16:creationId xmlns:a16="http://schemas.microsoft.com/office/drawing/2014/main" id="{FD051D4E-9868-4FB6-96DF-9560ECE977A4}"/>
                  </a:ext>
                </a:extLst>
              </p:cNvPr>
              <p:cNvSpPr/>
              <p:nvPr/>
            </p:nvSpPr>
            <p:spPr>
              <a:xfrm>
                <a:off x="8664461" y="2502678"/>
                <a:ext cx="6865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0" name="箭號: 五邊形 139">
                <a:extLst>
                  <a:ext uri="{FF2B5EF4-FFF2-40B4-BE49-F238E27FC236}">
                    <a16:creationId xmlns:a16="http://schemas.microsoft.com/office/drawing/2014/main" id="{875CD751-300F-4762-A0C2-369123370CD7}"/>
                  </a:ext>
                </a:extLst>
              </p:cNvPr>
              <p:cNvSpPr/>
              <p:nvPr/>
            </p:nvSpPr>
            <p:spPr>
              <a:xfrm>
                <a:off x="11224718" y="2502678"/>
                <a:ext cx="45566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152983DE-E891-4EC3-AB0C-D5981B83062C}"/>
                  </a:ext>
                </a:extLst>
              </p:cNvPr>
              <p:cNvSpPr/>
              <p:nvPr/>
            </p:nvSpPr>
            <p:spPr>
              <a:xfrm>
                <a:off x="9314245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8A061AB8-610B-471B-8923-1BB5B3BE056E}"/>
                  </a:ext>
                </a:extLst>
              </p:cNvPr>
              <p:cNvSpPr/>
              <p:nvPr/>
            </p:nvSpPr>
            <p:spPr>
              <a:xfrm>
                <a:off x="9792070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43" name="箭號: 五邊形 142">
                <a:extLst>
                  <a:ext uri="{FF2B5EF4-FFF2-40B4-BE49-F238E27FC236}">
                    <a16:creationId xmlns:a16="http://schemas.microsoft.com/office/drawing/2014/main" id="{2FDF8A74-0709-4AD4-85C3-6902D260A876}"/>
                  </a:ext>
                </a:extLst>
              </p:cNvPr>
              <p:cNvSpPr/>
              <p:nvPr/>
            </p:nvSpPr>
            <p:spPr>
              <a:xfrm>
                <a:off x="4642482" y="2502678"/>
                <a:ext cx="45229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4" name="箭號: 五邊形 143">
                <a:extLst>
                  <a:ext uri="{FF2B5EF4-FFF2-40B4-BE49-F238E27FC236}">
                    <a16:creationId xmlns:a16="http://schemas.microsoft.com/office/drawing/2014/main" id="{DA069993-7EC1-4F4F-B0C7-8E38564EA738}"/>
                  </a:ext>
                </a:extLst>
              </p:cNvPr>
              <p:cNvSpPr/>
              <p:nvPr/>
            </p:nvSpPr>
            <p:spPr>
              <a:xfrm>
                <a:off x="3393505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5" name="箭號: 五邊形 144">
                <a:extLst>
                  <a:ext uri="{FF2B5EF4-FFF2-40B4-BE49-F238E27FC236}">
                    <a16:creationId xmlns:a16="http://schemas.microsoft.com/office/drawing/2014/main" id="{46CB2646-EE0D-44ED-9844-AC946BAA9C07}"/>
                  </a:ext>
                </a:extLst>
              </p:cNvPr>
              <p:cNvSpPr/>
              <p:nvPr/>
            </p:nvSpPr>
            <p:spPr>
              <a:xfrm>
                <a:off x="2912826" y="2502678"/>
                <a:ext cx="433099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6" name="箭號: 五邊形 145">
                <a:extLst>
                  <a:ext uri="{FF2B5EF4-FFF2-40B4-BE49-F238E27FC236}">
                    <a16:creationId xmlns:a16="http://schemas.microsoft.com/office/drawing/2014/main" id="{00AAE2D8-3E42-4716-AE40-2FE1B9DC65E0}"/>
                  </a:ext>
                </a:extLst>
              </p:cNvPr>
              <p:cNvSpPr/>
              <p:nvPr/>
            </p:nvSpPr>
            <p:spPr>
              <a:xfrm>
                <a:off x="1992496" y="2502678"/>
                <a:ext cx="69658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7" name="箭號: 五邊形 146">
                <a:extLst>
                  <a:ext uri="{FF2B5EF4-FFF2-40B4-BE49-F238E27FC236}">
                    <a16:creationId xmlns:a16="http://schemas.microsoft.com/office/drawing/2014/main" id="{F04FD071-732F-4FE1-819B-E173B399483A}"/>
                  </a:ext>
                </a:extLst>
              </p:cNvPr>
              <p:cNvSpPr/>
              <p:nvPr/>
            </p:nvSpPr>
            <p:spPr>
              <a:xfrm>
                <a:off x="5133649" y="2502678"/>
                <a:ext cx="70847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8" name="箭號: 五邊形 147">
                <a:extLst>
                  <a:ext uri="{FF2B5EF4-FFF2-40B4-BE49-F238E27FC236}">
                    <a16:creationId xmlns:a16="http://schemas.microsoft.com/office/drawing/2014/main" id="{456A0568-3974-47B7-885F-ADD86EB8261A}"/>
                  </a:ext>
                </a:extLst>
              </p:cNvPr>
              <p:cNvSpPr/>
              <p:nvPr/>
            </p:nvSpPr>
            <p:spPr>
              <a:xfrm>
                <a:off x="5983941" y="2502678"/>
                <a:ext cx="45566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9" name="箭號: 五邊形 148">
                <a:extLst>
                  <a:ext uri="{FF2B5EF4-FFF2-40B4-BE49-F238E27FC236}">
                    <a16:creationId xmlns:a16="http://schemas.microsoft.com/office/drawing/2014/main" id="{9D2F4C29-B15F-467F-B209-66C10EA395DA}"/>
                  </a:ext>
                </a:extLst>
              </p:cNvPr>
              <p:cNvSpPr/>
              <p:nvPr/>
            </p:nvSpPr>
            <p:spPr>
              <a:xfrm>
                <a:off x="3879992" y="2502678"/>
                <a:ext cx="732425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0" name="箭號: 五邊形 149">
                <a:extLst>
                  <a:ext uri="{FF2B5EF4-FFF2-40B4-BE49-F238E27FC236}">
                    <a16:creationId xmlns:a16="http://schemas.microsoft.com/office/drawing/2014/main" id="{C2961BF5-7EE7-4796-9446-2513EF2F6E2E}"/>
                  </a:ext>
                </a:extLst>
              </p:cNvPr>
              <p:cNvSpPr/>
              <p:nvPr/>
            </p:nvSpPr>
            <p:spPr>
              <a:xfrm>
                <a:off x="6486102" y="2502678"/>
                <a:ext cx="63672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1" name="手繪多邊形: 圖案 150">
                <a:extLst>
                  <a:ext uri="{FF2B5EF4-FFF2-40B4-BE49-F238E27FC236}">
                    <a16:creationId xmlns:a16="http://schemas.microsoft.com/office/drawing/2014/main" id="{F6C45DE2-324F-4246-A8AF-B20D75EB213F}"/>
                  </a:ext>
                </a:extLst>
              </p:cNvPr>
              <p:cNvSpPr/>
              <p:nvPr/>
            </p:nvSpPr>
            <p:spPr>
              <a:xfrm>
                <a:off x="4575629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52" name="手繪多邊形: 圖案 151">
                <a:extLst>
                  <a:ext uri="{FF2B5EF4-FFF2-40B4-BE49-F238E27FC236}">
                    <a16:creationId xmlns:a16="http://schemas.microsoft.com/office/drawing/2014/main" id="{0D5B7601-064B-48DF-BA21-31D73E2A53C4}"/>
                  </a:ext>
                </a:extLst>
              </p:cNvPr>
              <p:cNvSpPr/>
              <p:nvPr/>
            </p:nvSpPr>
            <p:spPr>
              <a:xfrm>
                <a:off x="5053454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9D830878-7BF5-4784-B689-40964565711D}"/>
                </a:ext>
              </a:extLst>
            </p:cNvPr>
            <p:cNvGrpSpPr/>
            <p:nvPr/>
          </p:nvGrpSpPr>
          <p:grpSpPr>
            <a:xfrm>
              <a:off x="2050140" y="904894"/>
              <a:ext cx="9755778" cy="96877"/>
              <a:chOff x="2050140" y="904894"/>
              <a:chExt cx="9755778" cy="96877"/>
            </a:xfrm>
          </p:grpSpPr>
          <p:sp>
            <p:nvSpPr>
              <p:cNvPr id="121" name="箭號: 五邊形 120">
                <a:extLst>
                  <a:ext uri="{FF2B5EF4-FFF2-40B4-BE49-F238E27FC236}">
                    <a16:creationId xmlns:a16="http://schemas.microsoft.com/office/drawing/2014/main" id="{086989F9-4B4D-4A33-B380-48169033B6CF}"/>
                  </a:ext>
                </a:extLst>
              </p:cNvPr>
              <p:cNvSpPr/>
              <p:nvPr/>
            </p:nvSpPr>
            <p:spPr>
              <a:xfrm>
                <a:off x="7851245" y="914015"/>
                <a:ext cx="501807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22" name="直線接點 121">
                <a:extLst>
                  <a:ext uri="{FF2B5EF4-FFF2-40B4-BE49-F238E27FC236}">
                    <a16:creationId xmlns:a16="http://schemas.microsoft.com/office/drawing/2014/main" id="{943C008B-7F0D-4FD0-8E41-149863CBC9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320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手繪多邊形: 圖案 122">
                <a:extLst>
                  <a:ext uri="{FF2B5EF4-FFF2-40B4-BE49-F238E27FC236}">
                    <a16:creationId xmlns:a16="http://schemas.microsoft.com/office/drawing/2014/main" id="{BBE68827-651C-4502-A873-1B223DAF6365}"/>
                  </a:ext>
                </a:extLst>
              </p:cNvPr>
              <p:cNvSpPr/>
              <p:nvPr/>
            </p:nvSpPr>
            <p:spPr>
              <a:xfrm>
                <a:off x="8301116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24" name="箭號: 五邊形 123">
                <a:extLst>
                  <a:ext uri="{FF2B5EF4-FFF2-40B4-BE49-F238E27FC236}">
                    <a16:creationId xmlns:a16="http://schemas.microsoft.com/office/drawing/2014/main" id="{F03D3946-8732-44F3-B228-E6E07507DAC1}"/>
                  </a:ext>
                </a:extLst>
              </p:cNvPr>
              <p:cNvSpPr/>
              <p:nvPr/>
            </p:nvSpPr>
            <p:spPr>
              <a:xfrm>
                <a:off x="11183526" y="914015"/>
                <a:ext cx="62239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25" name="箭號: 五邊形 124">
                <a:extLst>
                  <a:ext uri="{FF2B5EF4-FFF2-40B4-BE49-F238E27FC236}">
                    <a16:creationId xmlns:a16="http://schemas.microsoft.com/office/drawing/2014/main" id="{F5A6E511-5F01-40FB-A38A-2A77C164D3D5}"/>
                  </a:ext>
                </a:extLst>
              </p:cNvPr>
              <p:cNvSpPr/>
              <p:nvPr/>
            </p:nvSpPr>
            <p:spPr>
              <a:xfrm>
                <a:off x="10313006" y="914015"/>
                <a:ext cx="825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26" name="直線接點 125">
                <a:extLst>
                  <a:ext uri="{FF2B5EF4-FFF2-40B4-BE49-F238E27FC236}">
                    <a16:creationId xmlns:a16="http://schemas.microsoft.com/office/drawing/2014/main" id="{061EBA69-B974-435F-994A-1E8C6D11B6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箭號: 五邊形 126">
                <a:extLst>
                  <a:ext uri="{FF2B5EF4-FFF2-40B4-BE49-F238E27FC236}">
                    <a16:creationId xmlns:a16="http://schemas.microsoft.com/office/drawing/2014/main" id="{683998D1-57FA-4D09-A598-EF648855026C}"/>
                  </a:ext>
                </a:extLst>
              </p:cNvPr>
              <p:cNvSpPr/>
              <p:nvPr/>
            </p:nvSpPr>
            <p:spPr>
              <a:xfrm>
                <a:off x="2920660" y="914015"/>
                <a:ext cx="518080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28" name="箭號: 五邊形 127">
                <a:extLst>
                  <a:ext uri="{FF2B5EF4-FFF2-40B4-BE49-F238E27FC236}">
                    <a16:creationId xmlns:a16="http://schemas.microsoft.com/office/drawing/2014/main" id="{979A1613-FBF7-46A5-88AE-AA625ECCF261}"/>
                  </a:ext>
                </a:extLst>
              </p:cNvPr>
              <p:cNvSpPr/>
              <p:nvPr/>
            </p:nvSpPr>
            <p:spPr>
              <a:xfrm>
                <a:off x="2050140" y="914015"/>
                <a:ext cx="825378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A013E1F7-52DC-4BE9-99E4-02C9C378C119}"/>
                  </a:ext>
                </a:extLst>
              </p:cNvPr>
              <p:cNvSpPr/>
              <p:nvPr/>
            </p:nvSpPr>
            <p:spPr>
              <a:xfrm>
                <a:off x="3386804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30" name="箭號: 五邊形 129">
                <a:extLst>
                  <a:ext uri="{FF2B5EF4-FFF2-40B4-BE49-F238E27FC236}">
                    <a16:creationId xmlns:a16="http://schemas.microsoft.com/office/drawing/2014/main" id="{B65BEE10-DCE4-4A52-BBAE-123D2060FD3E}"/>
                  </a:ext>
                </a:extLst>
              </p:cNvPr>
              <p:cNvSpPr/>
              <p:nvPr/>
            </p:nvSpPr>
            <p:spPr>
              <a:xfrm>
                <a:off x="5390204" y="914015"/>
                <a:ext cx="525781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131" name="直線接點 130">
                <a:extLst>
                  <a:ext uri="{FF2B5EF4-FFF2-40B4-BE49-F238E27FC236}">
                    <a16:creationId xmlns:a16="http://schemas.microsoft.com/office/drawing/2014/main" id="{29A5E949-041B-4012-929B-41BCE2174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909616"/>
                <a:ext cx="1173" cy="87985"/>
              </a:xfrm>
              <a:prstGeom prst="line">
                <a:avLst/>
              </a:prstGeom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箭號: 五邊形 131">
                <a:extLst>
                  <a:ext uri="{FF2B5EF4-FFF2-40B4-BE49-F238E27FC236}">
                    <a16:creationId xmlns:a16="http://schemas.microsoft.com/office/drawing/2014/main" id="{83E4113B-C40B-41DF-AB01-3F5A3156585D}"/>
                  </a:ext>
                </a:extLst>
              </p:cNvPr>
              <p:cNvSpPr/>
              <p:nvPr/>
            </p:nvSpPr>
            <p:spPr>
              <a:xfrm>
                <a:off x="5967325" y="914015"/>
                <a:ext cx="252952" cy="79186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3D3BFD2E-4EA5-4C4E-B8DB-D57C9B5013D8}"/>
                  </a:ext>
                </a:extLst>
              </p:cNvPr>
              <p:cNvSpPr/>
              <p:nvPr/>
            </p:nvSpPr>
            <p:spPr>
              <a:xfrm>
                <a:off x="6178929" y="90489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</p:grpSp>
      <p:cxnSp>
        <p:nvCxnSpPr>
          <p:cNvPr id="283" name="直線接點 352">
            <a:extLst>
              <a:ext uri="{FF2B5EF4-FFF2-40B4-BE49-F238E27FC236}">
                <a16:creationId xmlns:a16="http://schemas.microsoft.com/office/drawing/2014/main" id="{5150FB13-8828-4EB7-BDAA-444A6118FB1E}"/>
              </a:ext>
            </a:extLst>
          </p:cNvPr>
          <p:cNvCxnSpPr>
            <a:cxnSpLocks/>
          </p:cNvCxnSpPr>
          <p:nvPr/>
        </p:nvCxnSpPr>
        <p:spPr>
          <a:xfrm>
            <a:off x="1999236" y="3485732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接點 352">
            <a:extLst>
              <a:ext uri="{FF2B5EF4-FFF2-40B4-BE49-F238E27FC236}">
                <a16:creationId xmlns:a16="http://schemas.microsoft.com/office/drawing/2014/main" id="{D1CF52F6-90A9-496E-9BEF-5BEF8D6C0C14}"/>
              </a:ext>
            </a:extLst>
          </p:cNvPr>
          <p:cNvCxnSpPr>
            <a:cxnSpLocks/>
          </p:cNvCxnSpPr>
          <p:nvPr/>
        </p:nvCxnSpPr>
        <p:spPr>
          <a:xfrm>
            <a:off x="1999236" y="2428916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線接點 352">
            <a:extLst>
              <a:ext uri="{FF2B5EF4-FFF2-40B4-BE49-F238E27FC236}">
                <a16:creationId xmlns:a16="http://schemas.microsoft.com/office/drawing/2014/main" id="{4BE840B5-92A2-4B47-BF0B-A6717B5EE028}"/>
              </a:ext>
            </a:extLst>
          </p:cNvPr>
          <p:cNvCxnSpPr>
            <a:cxnSpLocks/>
          </p:cNvCxnSpPr>
          <p:nvPr/>
        </p:nvCxnSpPr>
        <p:spPr>
          <a:xfrm>
            <a:off x="1999236" y="2609844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線接點 352">
            <a:extLst>
              <a:ext uri="{FF2B5EF4-FFF2-40B4-BE49-F238E27FC236}">
                <a16:creationId xmlns:a16="http://schemas.microsoft.com/office/drawing/2014/main" id="{8833FAB7-B576-40EB-A0E7-63D7DE038C00}"/>
              </a:ext>
            </a:extLst>
          </p:cNvPr>
          <p:cNvCxnSpPr>
            <a:cxnSpLocks/>
          </p:cNvCxnSpPr>
          <p:nvPr/>
        </p:nvCxnSpPr>
        <p:spPr>
          <a:xfrm>
            <a:off x="1999236" y="2790773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線接點 352">
            <a:extLst>
              <a:ext uri="{FF2B5EF4-FFF2-40B4-BE49-F238E27FC236}">
                <a16:creationId xmlns:a16="http://schemas.microsoft.com/office/drawing/2014/main" id="{094B7886-A910-4E25-9219-F0D07188A759}"/>
              </a:ext>
            </a:extLst>
          </p:cNvPr>
          <p:cNvCxnSpPr>
            <a:cxnSpLocks/>
          </p:cNvCxnSpPr>
          <p:nvPr/>
        </p:nvCxnSpPr>
        <p:spPr>
          <a:xfrm>
            <a:off x="1999236" y="3152630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接點 352">
            <a:extLst>
              <a:ext uri="{FF2B5EF4-FFF2-40B4-BE49-F238E27FC236}">
                <a16:creationId xmlns:a16="http://schemas.microsoft.com/office/drawing/2014/main" id="{0F86279A-13CA-4D1F-971F-B10999D9A29D}"/>
              </a:ext>
            </a:extLst>
          </p:cNvPr>
          <p:cNvCxnSpPr>
            <a:cxnSpLocks/>
          </p:cNvCxnSpPr>
          <p:nvPr/>
        </p:nvCxnSpPr>
        <p:spPr>
          <a:xfrm>
            <a:off x="1999236" y="3333558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文字方塊 288">
            <a:extLst>
              <a:ext uri="{FF2B5EF4-FFF2-40B4-BE49-F238E27FC236}">
                <a16:creationId xmlns:a16="http://schemas.microsoft.com/office/drawing/2014/main" id="{D7686837-976F-47D0-AA48-C32D369DA80E}"/>
              </a:ext>
            </a:extLst>
          </p:cNvPr>
          <p:cNvSpPr txBox="1"/>
          <p:nvPr/>
        </p:nvSpPr>
        <p:spPr>
          <a:xfrm>
            <a:off x="1756321" y="2313500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6</a:t>
            </a:r>
            <a:endParaRPr lang="zh-TW" altLang="en-US" sz="900" dirty="0"/>
          </a:p>
        </p:txBody>
      </p:sp>
      <p:sp>
        <p:nvSpPr>
          <p:cNvPr id="290" name="文字方塊 289">
            <a:extLst>
              <a:ext uri="{FF2B5EF4-FFF2-40B4-BE49-F238E27FC236}">
                <a16:creationId xmlns:a16="http://schemas.microsoft.com/office/drawing/2014/main" id="{35D5D942-066F-4104-B8D9-743FB9DDF5BD}"/>
              </a:ext>
            </a:extLst>
          </p:cNvPr>
          <p:cNvSpPr txBox="1"/>
          <p:nvPr/>
        </p:nvSpPr>
        <p:spPr>
          <a:xfrm>
            <a:off x="1756321" y="249442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4</a:t>
            </a:r>
            <a:endParaRPr lang="zh-TW" altLang="en-US" sz="900" dirty="0"/>
          </a:p>
        </p:txBody>
      </p:sp>
      <p:sp>
        <p:nvSpPr>
          <p:cNvPr id="291" name="文字方塊 290">
            <a:extLst>
              <a:ext uri="{FF2B5EF4-FFF2-40B4-BE49-F238E27FC236}">
                <a16:creationId xmlns:a16="http://schemas.microsoft.com/office/drawing/2014/main" id="{AECD3157-1809-4F91-A790-5331477A37BB}"/>
              </a:ext>
            </a:extLst>
          </p:cNvPr>
          <p:cNvSpPr txBox="1"/>
          <p:nvPr/>
        </p:nvSpPr>
        <p:spPr>
          <a:xfrm>
            <a:off x="1756321" y="267535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2</a:t>
            </a:r>
            <a:endParaRPr lang="zh-TW" altLang="en-US" sz="900" dirty="0"/>
          </a:p>
        </p:txBody>
      </p:sp>
      <p:sp>
        <p:nvSpPr>
          <p:cNvPr id="292" name="文字方塊 291">
            <a:extLst>
              <a:ext uri="{FF2B5EF4-FFF2-40B4-BE49-F238E27FC236}">
                <a16:creationId xmlns:a16="http://schemas.microsoft.com/office/drawing/2014/main" id="{1479E1E3-7F0F-4E64-8B85-09302C3E5B25}"/>
              </a:ext>
            </a:extLst>
          </p:cNvPr>
          <p:cNvSpPr txBox="1"/>
          <p:nvPr/>
        </p:nvSpPr>
        <p:spPr>
          <a:xfrm>
            <a:off x="1756321" y="2856286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0</a:t>
            </a:r>
            <a:endParaRPr lang="zh-TW" altLang="en-US" sz="900" dirty="0"/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9C4F1EAC-A27D-46D8-A666-006D17F44D9E}"/>
              </a:ext>
            </a:extLst>
          </p:cNvPr>
          <p:cNvSpPr txBox="1"/>
          <p:nvPr/>
        </p:nvSpPr>
        <p:spPr>
          <a:xfrm>
            <a:off x="1721055" y="3037214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-2</a:t>
            </a:r>
            <a:endParaRPr lang="zh-TW" altLang="en-US" sz="900" dirty="0"/>
          </a:p>
        </p:txBody>
      </p:sp>
      <p:sp>
        <p:nvSpPr>
          <p:cNvPr id="294" name="文字方塊 293">
            <a:extLst>
              <a:ext uri="{FF2B5EF4-FFF2-40B4-BE49-F238E27FC236}">
                <a16:creationId xmlns:a16="http://schemas.microsoft.com/office/drawing/2014/main" id="{48BA116C-C7F2-4845-8B7B-9901D34461D7}"/>
              </a:ext>
            </a:extLst>
          </p:cNvPr>
          <p:cNvSpPr txBox="1"/>
          <p:nvPr/>
        </p:nvSpPr>
        <p:spPr>
          <a:xfrm>
            <a:off x="1721055" y="3218142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-4</a:t>
            </a:r>
            <a:endParaRPr lang="zh-TW" altLang="en-US" sz="900" dirty="0"/>
          </a:p>
        </p:txBody>
      </p:sp>
      <p:sp>
        <p:nvSpPr>
          <p:cNvPr id="295" name="橢圓 294">
            <a:extLst>
              <a:ext uri="{FF2B5EF4-FFF2-40B4-BE49-F238E27FC236}">
                <a16:creationId xmlns:a16="http://schemas.microsoft.com/office/drawing/2014/main" id="{A716C108-AF27-4F82-966D-897CE37F36A7}"/>
              </a:ext>
            </a:extLst>
          </p:cNvPr>
          <p:cNvSpPr/>
          <p:nvPr/>
        </p:nvSpPr>
        <p:spPr>
          <a:xfrm>
            <a:off x="2247025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6" name="橢圓 295">
            <a:extLst>
              <a:ext uri="{FF2B5EF4-FFF2-40B4-BE49-F238E27FC236}">
                <a16:creationId xmlns:a16="http://schemas.microsoft.com/office/drawing/2014/main" id="{A058372F-2544-4170-B02C-C7C199D377ED}"/>
              </a:ext>
            </a:extLst>
          </p:cNvPr>
          <p:cNvSpPr/>
          <p:nvPr/>
        </p:nvSpPr>
        <p:spPr>
          <a:xfrm>
            <a:off x="3369734" y="3442324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7" name="橢圓 296">
            <a:extLst>
              <a:ext uri="{FF2B5EF4-FFF2-40B4-BE49-F238E27FC236}">
                <a16:creationId xmlns:a16="http://schemas.microsoft.com/office/drawing/2014/main" id="{6213FC86-E363-4490-A4F8-E9DC9C074C3A}"/>
              </a:ext>
            </a:extLst>
          </p:cNvPr>
          <p:cNvSpPr/>
          <p:nvPr/>
        </p:nvSpPr>
        <p:spPr>
          <a:xfrm>
            <a:off x="4001460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8" name="橢圓 297">
            <a:extLst>
              <a:ext uri="{FF2B5EF4-FFF2-40B4-BE49-F238E27FC236}">
                <a16:creationId xmlns:a16="http://schemas.microsoft.com/office/drawing/2014/main" id="{A36BE9B9-42FA-445D-A8BA-FBFCE6CE801E}"/>
              </a:ext>
            </a:extLst>
          </p:cNvPr>
          <p:cNvSpPr/>
          <p:nvPr/>
        </p:nvSpPr>
        <p:spPr>
          <a:xfrm>
            <a:off x="4121044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9" name="橢圓 298">
            <a:extLst>
              <a:ext uri="{FF2B5EF4-FFF2-40B4-BE49-F238E27FC236}">
                <a16:creationId xmlns:a16="http://schemas.microsoft.com/office/drawing/2014/main" id="{5F7A74B7-4F43-4F9F-93E4-04707E3DF9A7}"/>
              </a:ext>
            </a:extLst>
          </p:cNvPr>
          <p:cNvSpPr/>
          <p:nvPr/>
        </p:nvSpPr>
        <p:spPr>
          <a:xfrm>
            <a:off x="4590187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0" name="橢圓 299">
            <a:extLst>
              <a:ext uri="{FF2B5EF4-FFF2-40B4-BE49-F238E27FC236}">
                <a16:creationId xmlns:a16="http://schemas.microsoft.com/office/drawing/2014/main" id="{D846D7D5-C8A1-420D-9E53-FB5A9E819B11}"/>
              </a:ext>
            </a:extLst>
          </p:cNvPr>
          <p:cNvSpPr/>
          <p:nvPr/>
        </p:nvSpPr>
        <p:spPr>
          <a:xfrm>
            <a:off x="4654149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橢圓 300">
            <a:extLst>
              <a:ext uri="{FF2B5EF4-FFF2-40B4-BE49-F238E27FC236}">
                <a16:creationId xmlns:a16="http://schemas.microsoft.com/office/drawing/2014/main" id="{2D10C40C-129B-432E-AC41-7DF78697E8DC}"/>
              </a:ext>
            </a:extLst>
          </p:cNvPr>
          <p:cNvSpPr/>
          <p:nvPr/>
        </p:nvSpPr>
        <p:spPr>
          <a:xfrm>
            <a:off x="4718512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2" name="橢圓 301">
            <a:extLst>
              <a:ext uri="{FF2B5EF4-FFF2-40B4-BE49-F238E27FC236}">
                <a16:creationId xmlns:a16="http://schemas.microsoft.com/office/drawing/2014/main" id="{80290FCC-108C-4205-A511-A8E9066E1F88}"/>
              </a:ext>
            </a:extLst>
          </p:cNvPr>
          <p:cNvSpPr/>
          <p:nvPr/>
        </p:nvSpPr>
        <p:spPr>
          <a:xfrm>
            <a:off x="4814245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3" name="橢圓 302">
            <a:extLst>
              <a:ext uri="{FF2B5EF4-FFF2-40B4-BE49-F238E27FC236}">
                <a16:creationId xmlns:a16="http://schemas.microsoft.com/office/drawing/2014/main" id="{305E2B1B-A2CB-49BB-9A2E-D3049383A2DC}"/>
              </a:ext>
            </a:extLst>
          </p:cNvPr>
          <p:cNvSpPr/>
          <p:nvPr/>
        </p:nvSpPr>
        <p:spPr>
          <a:xfrm>
            <a:off x="5055071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4" name="橢圓 303">
            <a:extLst>
              <a:ext uri="{FF2B5EF4-FFF2-40B4-BE49-F238E27FC236}">
                <a16:creationId xmlns:a16="http://schemas.microsoft.com/office/drawing/2014/main" id="{AC17C89B-4614-44C0-8908-4E39E3607F02}"/>
              </a:ext>
            </a:extLst>
          </p:cNvPr>
          <p:cNvSpPr/>
          <p:nvPr/>
        </p:nvSpPr>
        <p:spPr>
          <a:xfrm>
            <a:off x="5349598" y="248301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5" name="橢圓 304">
            <a:extLst>
              <a:ext uri="{FF2B5EF4-FFF2-40B4-BE49-F238E27FC236}">
                <a16:creationId xmlns:a16="http://schemas.microsoft.com/office/drawing/2014/main" id="{59EAEEED-1FA3-4426-858C-58C69F22E4BD}"/>
              </a:ext>
            </a:extLst>
          </p:cNvPr>
          <p:cNvSpPr/>
          <p:nvPr/>
        </p:nvSpPr>
        <p:spPr>
          <a:xfrm>
            <a:off x="6147644" y="336058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6" name="橢圓 305">
            <a:extLst>
              <a:ext uri="{FF2B5EF4-FFF2-40B4-BE49-F238E27FC236}">
                <a16:creationId xmlns:a16="http://schemas.microsoft.com/office/drawing/2014/main" id="{F44B3131-F0CF-46AA-BA2C-BB8294216344}"/>
              </a:ext>
            </a:extLst>
          </p:cNvPr>
          <p:cNvSpPr/>
          <p:nvPr/>
        </p:nvSpPr>
        <p:spPr>
          <a:xfrm>
            <a:off x="6989565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7" name="橢圓 306">
            <a:extLst>
              <a:ext uri="{FF2B5EF4-FFF2-40B4-BE49-F238E27FC236}">
                <a16:creationId xmlns:a16="http://schemas.microsoft.com/office/drawing/2014/main" id="{348B6B72-2288-4FB7-BDC6-C8E921484CFF}"/>
              </a:ext>
            </a:extLst>
          </p:cNvPr>
          <p:cNvSpPr/>
          <p:nvPr/>
        </p:nvSpPr>
        <p:spPr>
          <a:xfrm>
            <a:off x="7362193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8" name="橢圓 307">
            <a:extLst>
              <a:ext uri="{FF2B5EF4-FFF2-40B4-BE49-F238E27FC236}">
                <a16:creationId xmlns:a16="http://schemas.microsoft.com/office/drawing/2014/main" id="{62E58E8C-D34D-48FC-99DC-0E54A1EDAD97}"/>
              </a:ext>
            </a:extLst>
          </p:cNvPr>
          <p:cNvSpPr/>
          <p:nvPr/>
        </p:nvSpPr>
        <p:spPr>
          <a:xfrm>
            <a:off x="7533212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9" name="橢圓 308">
            <a:extLst>
              <a:ext uri="{FF2B5EF4-FFF2-40B4-BE49-F238E27FC236}">
                <a16:creationId xmlns:a16="http://schemas.microsoft.com/office/drawing/2014/main" id="{A7C7D82C-C366-42B7-BAC5-94774F22E5E7}"/>
              </a:ext>
            </a:extLst>
          </p:cNvPr>
          <p:cNvSpPr/>
          <p:nvPr/>
        </p:nvSpPr>
        <p:spPr>
          <a:xfrm>
            <a:off x="7613064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0" name="橢圓 309">
            <a:extLst>
              <a:ext uri="{FF2B5EF4-FFF2-40B4-BE49-F238E27FC236}">
                <a16:creationId xmlns:a16="http://schemas.microsoft.com/office/drawing/2014/main" id="{A70182F9-FF6B-4062-A9D2-F70B0EA3DB1F}"/>
              </a:ext>
            </a:extLst>
          </p:cNvPr>
          <p:cNvSpPr/>
          <p:nvPr/>
        </p:nvSpPr>
        <p:spPr>
          <a:xfrm>
            <a:off x="7696114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1" name="橢圓 310">
            <a:extLst>
              <a:ext uri="{FF2B5EF4-FFF2-40B4-BE49-F238E27FC236}">
                <a16:creationId xmlns:a16="http://schemas.microsoft.com/office/drawing/2014/main" id="{C3671D50-1476-4ACF-82A6-E7272F6ADB85}"/>
              </a:ext>
            </a:extLst>
          </p:cNvPr>
          <p:cNvSpPr/>
          <p:nvPr/>
        </p:nvSpPr>
        <p:spPr>
          <a:xfrm>
            <a:off x="7772131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2" name="橢圓 311">
            <a:extLst>
              <a:ext uri="{FF2B5EF4-FFF2-40B4-BE49-F238E27FC236}">
                <a16:creationId xmlns:a16="http://schemas.microsoft.com/office/drawing/2014/main" id="{BD572181-94FD-4613-86CC-9289392EBF03}"/>
              </a:ext>
            </a:extLst>
          </p:cNvPr>
          <p:cNvSpPr/>
          <p:nvPr/>
        </p:nvSpPr>
        <p:spPr>
          <a:xfrm>
            <a:off x="7862031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3" name="橢圓 312">
            <a:extLst>
              <a:ext uri="{FF2B5EF4-FFF2-40B4-BE49-F238E27FC236}">
                <a16:creationId xmlns:a16="http://schemas.microsoft.com/office/drawing/2014/main" id="{3EE58C6C-7056-458C-A984-1940F1DA551C}"/>
              </a:ext>
            </a:extLst>
          </p:cNvPr>
          <p:cNvSpPr/>
          <p:nvPr/>
        </p:nvSpPr>
        <p:spPr>
          <a:xfrm>
            <a:off x="8176421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4" name="橢圓 313">
            <a:extLst>
              <a:ext uri="{FF2B5EF4-FFF2-40B4-BE49-F238E27FC236}">
                <a16:creationId xmlns:a16="http://schemas.microsoft.com/office/drawing/2014/main" id="{10BD3896-C72C-4AC4-B2A1-16D26C70D39A}"/>
              </a:ext>
            </a:extLst>
          </p:cNvPr>
          <p:cNvSpPr/>
          <p:nvPr/>
        </p:nvSpPr>
        <p:spPr>
          <a:xfrm>
            <a:off x="8281137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5" name="橢圓 314">
            <a:extLst>
              <a:ext uri="{FF2B5EF4-FFF2-40B4-BE49-F238E27FC236}">
                <a16:creationId xmlns:a16="http://schemas.microsoft.com/office/drawing/2014/main" id="{8A1488B6-2407-470D-8443-C55D25FCFE0A}"/>
              </a:ext>
            </a:extLst>
          </p:cNvPr>
          <p:cNvSpPr/>
          <p:nvPr/>
        </p:nvSpPr>
        <p:spPr>
          <a:xfrm>
            <a:off x="8366126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6" name="橢圓 315">
            <a:extLst>
              <a:ext uri="{FF2B5EF4-FFF2-40B4-BE49-F238E27FC236}">
                <a16:creationId xmlns:a16="http://schemas.microsoft.com/office/drawing/2014/main" id="{39D9CF8F-D86E-442F-9A57-573FBC127A24}"/>
              </a:ext>
            </a:extLst>
          </p:cNvPr>
          <p:cNvSpPr/>
          <p:nvPr/>
        </p:nvSpPr>
        <p:spPr>
          <a:xfrm>
            <a:off x="8463981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7" name="橢圓 316">
            <a:extLst>
              <a:ext uri="{FF2B5EF4-FFF2-40B4-BE49-F238E27FC236}">
                <a16:creationId xmlns:a16="http://schemas.microsoft.com/office/drawing/2014/main" id="{B1C4BE0F-2FB4-4444-90BC-A38EA8C7175D}"/>
              </a:ext>
            </a:extLst>
          </p:cNvPr>
          <p:cNvSpPr/>
          <p:nvPr/>
        </p:nvSpPr>
        <p:spPr>
          <a:xfrm>
            <a:off x="8563095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8" name="橢圓 317">
            <a:extLst>
              <a:ext uri="{FF2B5EF4-FFF2-40B4-BE49-F238E27FC236}">
                <a16:creationId xmlns:a16="http://schemas.microsoft.com/office/drawing/2014/main" id="{119D29B4-9D09-47ED-A62A-BE341FD938C3}"/>
              </a:ext>
            </a:extLst>
          </p:cNvPr>
          <p:cNvSpPr/>
          <p:nvPr/>
        </p:nvSpPr>
        <p:spPr>
          <a:xfrm>
            <a:off x="8642310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9" name="橢圓 318">
            <a:extLst>
              <a:ext uri="{FF2B5EF4-FFF2-40B4-BE49-F238E27FC236}">
                <a16:creationId xmlns:a16="http://schemas.microsoft.com/office/drawing/2014/main" id="{60E1A1CF-CE6B-4C8F-9C30-DC765D807D89}"/>
              </a:ext>
            </a:extLst>
          </p:cNvPr>
          <p:cNvSpPr/>
          <p:nvPr/>
        </p:nvSpPr>
        <p:spPr>
          <a:xfrm>
            <a:off x="8759532" y="284337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0" name="橢圓 319">
            <a:extLst>
              <a:ext uri="{FF2B5EF4-FFF2-40B4-BE49-F238E27FC236}">
                <a16:creationId xmlns:a16="http://schemas.microsoft.com/office/drawing/2014/main" id="{67666910-DD9F-4810-A713-365558A353F6}"/>
              </a:ext>
            </a:extLst>
          </p:cNvPr>
          <p:cNvSpPr/>
          <p:nvPr/>
        </p:nvSpPr>
        <p:spPr>
          <a:xfrm>
            <a:off x="8821646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1" name="橢圓 320">
            <a:extLst>
              <a:ext uri="{FF2B5EF4-FFF2-40B4-BE49-F238E27FC236}">
                <a16:creationId xmlns:a16="http://schemas.microsoft.com/office/drawing/2014/main" id="{FA429012-8071-4680-B7F7-5E5CAC0B3E64}"/>
              </a:ext>
            </a:extLst>
          </p:cNvPr>
          <p:cNvSpPr/>
          <p:nvPr/>
        </p:nvSpPr>
        <p:spPr>
          <a:xfrm>
            <a:off x="9290789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2" name="橢圓 321">
            <a:extLst>
              <a:ext uri="{FF2B5EF4-FFF2-40B4-BE49-F238E27FC236}">
                <a16:creationId xmlns:a16="http://schemas.microsoft.com/office/drawing/2014/main" id="{5702C3BF-3418-4FE0-91A4-2324C87A2B1C}"/>
              </a:ext>
            </a:extLst>
          </p:cNvPr>
          <p:cNvSpPr/>
          <p:nvPr/>
        </p:nvSpPr>
        <p:spPr>
          <a:xfrm>
            <a:off x="9351947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3" name="橢圓 322">
            <a:extLst>
              <a:ext uri="{FF2B5EF4-FFF2-40B4-BE49-F238E27FC236}">
                <a16:creationId xmlns:a16="http://schemas.microsoft.com/office/drawing/2014/main" id="{4A1E2645-53AB-408B-9831-1E8D0C8CC6F4}"/>
              </a:ext>
            </a:extLst>
          </p:cNvPr>
          <p:cNvSpPr/>
          <p:nvPr/>
        </p:nvSpPr>
        <p:spPr>
          <a:xfrm>
            <a:off x="9419114" y="3016079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4" name="橢圓 323">
            <a:extLst>
              <a:ext uri="{FF2B5EF4-FFF2-40B4-BE49-F238E27FC236}">
                <a16:creationId xmlns:a16="http://schemas.microsoft.com/office/drawing/2014/main" id="{47A45A8B-B419-4627-80BA-65EAEB15DEB7}"/>
              </a:ext>
            </a:extLst>
          </p:cNvPr>
          <p:cNvSpPr/>
          <p:nvPr/>
        </p:nvSpPr>
        <p:spPr>
          <a:xfrm>
            <a:off x="9514847" y="284337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5" name="橢圓 324">
            <a:extLst>
              <a:ext uri="{FF2B5EF4-FFF2-40B4-BE49-F238E27FC236}">
                <a16:creationId xmlns:a16="http://schemas.microsoft.com/office/drawing/2014/main" id="{D76EE445-99ED-4543-A279-B92FD94919C0}"/>
              </a:ext>
            </a:extLst>
          </p:cNvPr>
          <p:cNvSpPr/>
          <p:nvPr/>
        </p:nvSpPr>
        <p:spPr>
          <a:xfrm>
            <a:off x="9755673" y="301607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6" name="橢圓 325">
            <a:extLst>
              <a:ext uri="{FF2B5EF4-FFF2-40B4-BE49-F238E27FC236}">
                <a16:creationId xmlns:a16="http://schemas.microsoft.com/office/drawing/2014/main" id="{CAA01306-2DF3-49E8-9FF1-529DCD3BEB09}"/>
              </a:ext>
            </a:extLst>
          </p:cNvPr>
          <p:cNvSpPr/>
          <p:nvPr/>
        </p:nvSpPr>
        <p:spPr>
          <a:xfrm>
            <a:off x="10263278" y="238249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7" name="直線接點 326">
            <a:extLst>
              <a:ext uri="{FF2B5EF4-FFF2-40B4-BE49-F238E27FC236}">
                <a16:creationId xmlns:a16="http://schemas.microsoft.com/office/drawing/2014/main" id="{5C6FF8BA-9599-4C04-9612-1DFA5BD1DBBF}"/>
              </a:ext>
            </a:extLst>
          </p:cNvPr>
          <p:cNvCxnSpPr>
            <a:cxnSpLocks/>
          </p:cNvCxnSpPr>
          <p:nvPr/>
        </p:nvCxnSpPr>
        <p:spPr>
          <a:xfrm>
            <a:off x="2294863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8" name="直線接點 327">
            <a:extLst>
              <a:ext uri="{FF2B5EF4-FFF2-40B4-BE49-F238E27FC236}">
                <a16:creationId xmlns:a16="http://schemas.microsoft.com/office/drawing/2014/main" id="{21038573-C45C-4793-88A7-B5996EAA34B2}"/>
              </a:ext>
            </a:extLst>
          </p:cNvPr>
          <p:cNvCxnSpPr>
            <a:cxnSpLocks/>
          </p:cNvCxnSpPr>
          <p:nvPr/>
        </p:nvCxnSpPr>
        <p:spPr>
          <a:xfrm>
            <a:off x="3417572" y="2970370"/>
            <a:ext cx="0" cy="495545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直線接點 328">
            <a:extLst>
              <a:ext uri="{FF2B5EF4-FFF2-40B4-BE49-F238E27FC236}">
                <a16:creationId xmlns:a16="http://schemas.microsoft.com/office/drawing/2014/main" id="{4A907CC8-5573-4AE7-AAA4-A756939D83DA}"/>
              </a:ext>
            </a:extLst>
          </p:cNvPr>
          <p:cNvCxnSpPr>
            <a:cxnSpLocks/>
          </p:cNvCxnSpPr>
          <p:nvPr/>
        </p:nvCxnSpPr>
        <p:spPr>
          <a:xfrm>
            <a:off x="5397436" y="2567366"/>
            <a:ext cx="0" cy="404336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直線接點 329">
            <a:extLst>
              <a:ext uri="{FF2B5EF4-FFF2-40B4-BE49-F238E27FC236}">
                <a16:creationId xmlns:a16="http://schemas.microsoft.com/office/drawing/2014/main" id="{3E09015B-CF97-4AF0-BEF7-87C4A40D1B9F}"/>
              </a:ext>
            </a:extLst>
          </p:cNvPr>
          <p:cNvCxnSpPr>
            <a:cxnSpLocks/>
          </p:cNvCxnSpPr>
          <p:nvPr/>
        </p:nvCxnSpPr>
        <p:spPr>
          <a:xfrm>
            <a:off x="4049298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1" name="直線接點 330">
            <a:extLst>
              <a:ext uri="{FF2B5EF4-FFF2-40B4-BE49-F238E27FC236}">
                <a16:creationId xmlns:a16="http://schemas.microsoft.com/office/drawing/2014/main" id="{54E17ABF-2966-494D-A034-022B93A9D690}"/>
              </a:ext>
            </a:extLst>
          </p:cNvPr>
          <p:cNvCxnSpPr>
            <a:cxnSpLocks/>
          </p:cNvCxnSpPr>
          <p:nvPr/>
        </p:nvCxnSpPr>
        <p:spPr>
          <a:xfrm>
            <a:off x="4168882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2" name="直線接點 331">
            <a:extLst>
              <a:ext uri="{FF2B5EF4-FFF2-40B4-BE49-F238E27FC236}">
                <a16:creationId xmlns:a16="http://schemas.microsoft.com/office/drawing/2014/main" id="{14ACB67A-55C7-43FB-B23B-F32854A60D46}"/>
              </a:ext>
            </a:extLst>
          </p:cNvPr>
          <p:cNvCxnSpPr>
            <a:cxnSpLocks/>
          </p:cNvCxnSpPr>
          <p:nvPr/>
        </p:nvCxnSpPr>
        <p:spPr>
          <a:xfrm>
            <a:off x="4862083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直線接點 332">
            <a:extLst>
              <a:ext uri="{FF2B5EF4-FFF2-40B4-BE49-F238E27FC236}">
                <a16:creationId xmlns:a16="http://schemas.microsoft.com/office/drawing/2014/main" id="{2E151CDA-D543-4267-AC2D-0ACFD1BBC806}"/>
              </a:ext>
            </a:extLst>
          </p:cNvPr>
          <p:cNvCxnSpPr>
            <a:cxnSpLocks/>
          </p:cNvCxnSpPr>
          <p:nvPr/>
        </p:nvCxnSpPr>
        <p:spPr>
          <a:xfrm>
            <a:off x="7410031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4" name="直線接點 333">
            <a:extLst>
              <a:ext uri="{FF2B5EF4-FFF2-40B4-BE49-F238E27FC236}">
                <a16:creationId xmlns:a16="http://schemas.microsoft.com/office/drawing/2014/main" id="{0C1036B9-57AC-4CF6-B5B3-F4DDEFCADD18}"/>
              </a:ext>
            </a:extLst>
          </p:cNvPr>
          <p:cNvCxnSpPr>
            <a:cxnSpLocks/>
          </p:cNvCxnSpPr>
          <p:nvPr/>
        </p:nvCxnSpPr>
        <p:spPr>
          <a:xfrm>
            <a:off x="7581050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5" name="直線接點 334">
            <a:extLst>
              <a:ext uri="{FF2B5EF4-FFF2-40B4-BE49-F238E27FC236}">
                <a16:creationId xmlns:a16="http://schemas.microsoft.com/office/drawing/2014/main" id="{69BA3607-90B9-43E1-A8BE-C9C3D0E49607}"/>
              </a:ext>
            </a:extLst>
          </p:cNvPr>
          <p:cNvCxnSpPr>
            <a:cxnSpLocks/>
          </p:cNvCxnSpPr>
          <p:nvPr/>
        </p:nvCxnSpPr>
        <p:spPr>
          <a:xfrm>
            <a:off x="7660902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直線接點 335">
            <a:extLst>
              <a:ext uri="{FF2B5EF4-FFF2-40B4-BE49-F238E27FC236}">
                <a16:creationId xmlns:a16="http://schemas.microsoft.com/office/drawing/2014/main" id="{B5331575-D2CD-4EA0-80EC-893DD4F33AA6}"/>
              </a:ext>
            </a:extLst>
          </p:cNvPr>
          <p:cNvCxnSpPr>
            <a:cxnSpLocks/>
          </p:cNvCxnSpPr>
          <p:nvPr/>
        </p:nvCxnSpPr>
        <p:spPr>
          <a:xfrm>
            <a:off x="7743952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7" name="直線接點 336">
            <a:extLst>
              <a:ext uri="{FF2B5EF4-FFF2-40B4-BE49-F238E27FC236}">
                <a16:creationId xmlns:a16="http://schemas.microsoft.com/office/drawing/2014/main" id="{D1F8568F-D4AC-4DBE-A9CA-AFE7241AFC55}"/>
              </a:ext>
            </a:extLst>
          </p:cNvPr>
          <p:cNvCxnSpPr>
            <a:cxnSpLocks/>
          </p:cNvCxnSpPr>
          <p:nvPr/>
        </p:nvCxnSpPr>
        <p:spPr>
          <a:xfrm>
            <a:off x="7819969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8" name="直線接點 337">
            <a:extLst>
              <a:ext uri="{FF2B5EF4-FFF2-40B4-BE49-F238E27FC236}">
                <a16:creationId xmlns:a16="http://schemas.microsoft.com/office/drawing/2014/main" id="{DBCAB3A9-9D04-4DB2-AF8E-A15F68B995E0}"/>
              </a:ext>
            </a:extLst>
          </p:cNvPr>
          <p:cNvCxnSpPr>
            <a:cxnSpLocks/>
          </p:cNvCxnSpPr>
          <p:nvPr/>
        </p:nvCxnSpPr>
        <p:spPr>
          <a:xfrm>
            <a:off x="7909869" y="2937039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直線接點 338">
            <a:extLst>
              <a:ext uri="{FF2B5EF4-FFF2-40B4-BE49-F238E27FC236}">
                <a16:creationId xmlns:a16="http://schemas.microsoft.com/office/drawing/2014/main" id="{AF19E566-86C6-4ABA-A654-488ADA7A4EBB}"/>
              </a:ext>
            </a:extLst>
          </p:cNvPr>
          <p:cNvCxnSpPr>
            <a:cxnSpLocks/>
            <a:endCxn id="305" idx="0"/>
          </p:cNvCxnSpPr>
          <p:nvPr/>
        </p:nvCxnSpPr>
        <p:spPr>
          <a:xfrm>
            <a:off x="6195482" y="2971702"/>
            <a:ext cx="0" cy="388883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直線接點 339">
            <a:extLst>
              <a:ext uri="{FF2B5EF4-FFF2-40B4-BE49-F238E27FC236}">
                <a16:creationId xmlns:a16="http://schemas.microsoft.com/office/drawing/2014/main" id="{27447A36-45BB-4B9E-8A89-42A7D1F5FBE6}"/>
              </a:ext>
            </a:extLst>
          </p:cNvPr>
          <p:cNvCxnSpPr>
            <a:cxnSpLocks/>
          </p:cNvCxnSpPr>
          <p:nvPr/>
        </p:nvCxnSpPr>
        <p:spPr>
          <a:xfrm>
            <a:off x="10311116" y="2456553"/>
            <a:ext cx="0" cy="51515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1" name="直線接點 340">
            <a:extLst>
              <a:ext uri="{FF2B5EF4-FFF2-40B4-BE49-F238E27FC236}">
                <a16:creationId xmlns:a16="http://schemas.microsoft.com/office/drawing/2014/main" id="{983558DE-A8E2-4AE0-B423-408C2054D483}"/>
              </a:ext>
            </a:extLst>
          </p:cNvPr>
          <p:cNvCxnSpPr>
            <a:cxnSpLocks/>
          </p:cNvCxnSpPr>
          <p:nvPr/>
        </p:nvCxnSpPr>
        <p:spPr>
          <a:xfrm>
            <a:off x="8807370" y="2937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" name="直線接點 341">
            <a:extLst>
              <a:ext uri="{FF2B5EF4-FFF2-40B4-BE49-F238E27FC236}">
                <a16:creationId xmlns:a16="http://schemas.microsoft.com/office/drawing/2014/main" id="{6612A5A2-1E09-4334-B6FA-104CD9B01177}"/>
              </a:ext>
            </a:extLst>
          </p:cNvPr>
          <p:cNvCxnSpPr>
            <a:cxnSpLocks/>
          </p:cNvCxnSpPr>
          <p:nvPr/>
        </p:nvCxnSpPr>
        <p:spPr>
          <a:xfrm>
            <a:off x="8869484" y="2937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3" name="直線接點 342">
            <a:extLst>
              <a:ext uri="{FF2B5EF4-FFF2-40B4-BE49-F238E27FC236}">
                <a16:creationId xmlns:a16="http://schemas.microsoft.com/office/drawing/2014/main" id="{04DED128-98BB-4984-B00F-9C569360FF4C}"/>
              </a:ext>
            </a:extLst>
          </p:cNvPr>
          <p:cNvCxnSpPr>
            <a:cxnSpLocks/>
          </p:cNvCxnSpPr>
          <p:nvPr/>
        </p:nvCxnSpPr>
        <p:spPr>
          <a:xfrm>
            <a:off x="9338627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直線接點 343">
            <a:extLst>
              <a:ext uri="{FF2B5EF4-FFF2-40B4-BE49-F238E27FC236}">
                <a16:creationId xmlns:a16="http://schemas.microsoft.com/office/drawing/2014/main" id="{DA576A48-E505-4FB1-B07B-376D8125D56A}"/>
              </a:ext>
            </a:extLst>
          </p:cNvPr>
          <p:cNvCxnSpPr>
            <a:cxnSpLocks/>
          </p:cNvCxnSpPr>
          <p:nvPr/>
        </p:nvCxnSpPr>
        <p:spPr>
          <a:xfrm>
            <a:off x="9399785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5" name="直線接點 344">
            <a:extLst>
              <a:ext uri="{FF2B5EF4-FFF2-40B4-BE49-F238E27FC236}">
                <a16:creationId xmlns:a16="http://schemas.microsoft.com/office/drawing/2014/main" id="{3AD22908-A220-4D79-8E68-FD9DA42F87D9}"/>
              </a:ext>
            </a:extLst>
          </p:cNvPr>
          <p:cNvCxnSpPr>
            <a:cxnSpLocks/>
          </p:cNvCxnSpPr>
          <p:nvPr/>
        </p:nvCxnSpPr>
        <p:spPr>
          <a:xfrm>
            <a:off x="9466952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6" name="直線接點 345">
            <a:extLst>
              <a:ext uri="{FF2B5EF4-FFF2-40B4-BE49-F238E27FC236}">
                <a16:creationId xmlns:a16="http://schemas.microsoft.com/office/drawing/2014/main" id="{3DFA6B2E-1DB9-45BD-A0AD-1EC2C191ACFB}"/>
              </a:ext>
            </a:extLst>
          </p:cNvPr>
          <p:cNvCxnSpPr>
            <a:cxnSpLocks/>
          </p:cNvCxnSpPr>
          <p:nvPr/>
        </p:nvCxnSpPr>
        <p:spPr>
          <a:xfrm>
            <a:off x="9562685" y="2937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直線接點 346">
            <a:extLst>
              <a:ext uri="{FF2B5EF4-FFF2-40B4-BE49-F238E27FC236}">
                <a16:creationId xmlns:a16="http://schemas.microsoft.com/office/drawing/2014/main" id="{22A839F8-DB9B-4F94-AAC1-EE1B9151F156}"/>
              </a:ext>
            </a:extLst>
          </p:cNvPr>
          <p:cNvCxnSpPr>
            <a:cxnSpLocks/>
          </p:cNvCxnSpPr>
          <p:nvPr/>
        </p:nvCxnSpPr>
        <p:spPr>
          <a:xfrm>
            <a:off x="8511819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8" name="直線接點 347">
            <a:extLst>
              <a:ext uri="{FF2B5EF4-FFF2-40B4-BE49-F238E27FC236}">
                <a16:creationId xmlns:a16="http://schemas.microsoft.com/office/drawing/2014/main" id="{43C43B8A-72CB-4273-A8CB-0CFF346CE70C}"/>
              </a:ext>
            </a:extLst>
          </p:cNvPr>
          <p:cNvCxnSpPr>
            <a:cxnSpLocks/>
          </p:cNvCxnSpPr>
          <p:nvPr/>
        </p:nvCxnSpPr>
        <p:spPr>
          <a:xfrm>
            <a:off x="8610933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9" name="直線接點 348">
            <a:extLst>
              <a:ext uri="{FF2B5EF4-FFF2-40B4-BE49-F238E27FC236}">
                <a16:creationId xmlns:a16="http://schemas.microsoft.com/office/drawing/2014/main" id="{897A53F2-88D4-41C6-9DEF-EE783509CE0C}"/>
              </a:ext>
            </a:extLst>
          </p:cNvPr>
          <p:cNvCxnSpPr>
            <a:cxnSpLocks/>
          </p:cNvCxnSpPr>
          <p:nvPr/>
        </p:nvCxnSpPr>
        <p:spPr>
          <a:xfrm>
            <a:off x="8690148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直線接點 349">
            <a:extLst>
              <a:ext uri="{FF2B5EF4-FFF2-40B4-BE49-F238E27FC236}">
                <a16:creationId xmlns:a16="http://schemas.microsoft.com/office/drawing/2014/main" id="{F7A0DE64-C5DC-41F5-819A-B035A0DB0732}"/>
              </a:ext>
            </a:extLst>
          </p:cNvPr>
          <p:cNvCxnSpPr>
            <a:cxnSpLocks/>
          </p:cNvCxnSpPr>
          <p:nvPr/>
        </p:nvCxnSpPr>
        <p:spPr>
          <a:xfrm>
            <a:off x="8224259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1" name="直線接點 350">
            <a:extLst>
              <a:ext uri="{FF2B5EF4-FFF2-40B4-BE49-F238E27FC236}">
                <a16:creationId xmlns:a16="http://schemas.microsoft.com/office/drawing/2014/main" id="{D6763AA4-A168-4BD3-8D46-A3D2E39B6FA0}"/>
              </a:ext>
            </a:extLst>
          </p:cNvPr>
          <p:cNvCxnSpPr>
            <a:cxnSpLocks/>
          </p:cNvCxnSpPr>
          <p:nvPr/>
        </p:nvCxnSpPr>
        <p:spPr>
          <a:xfrm>
            <a:off x="8328975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2" name="直線接點 351">
            <a:extLst>
              <a:ext uri="{FF2B5EF4-FFF2-40B4-BE49-F238E27FC236}">
                <a16:creationId xmlns:a16="http://schemas.microsoft.com/office/drawing/2014/main" id="{4713F0BC-9E06-46EB-AB87-D68D393C6C93}"/>
              </a:ext>
            </a:extLst>
          </p:cNvPr>
          <p:cNvCxnSpPr>
            <a:cxnSpLocks/>
          </p:cNvCxnSpPr>
          <p:nvPr/>
        </p:nvCxnSpPr>
        <p:spPr>
          <a:xfrm>
            <a:off x="8413964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3" name="直線接點 352">
            <a:extLst>
              <a:ext uri="{FF2B5EF4-FFF2-40B4-BE49-F238E27FC236}">
                <a16:creationId xmlns:a16="http://schemas.microsoft.com/office/drawing/2014/main" id="{7F48B45E-F1C8-4E0F-974F-65E266178402}"/>
              </a:ext>
            </a:extLst>
          </p:cNvPr>
          <p:cNvCxnSpPr>
            <a:cxnSpLocks/>
          </p:cNvCxnSpPr>
          <p:nvPr/>
        </p:nvCxnSpPr>
        <p:spPr>
          <a:xfrm>
            <a:off x="9803511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4" name="直線接點 353">
            <a:extLst>
              <a:ext uri="{FF2B5EF4-FFF2-40B4-BE49-F238E27FC236}">
                <a16:creationId xmlns:a16="http://schemas.microsoft.com/office/drawing/2014/main" id="{DF7022CC-AF24-42DB-80A9-091346BD2951}"/>
              </a:ext>
            </a:extLst>
          </p:cNvPr>
          <p:cNvCxnSpPr>
            <a:cxnSpLocks/>
          </p:cNvCxnSpPr>
          <p:nvPr/>
        </p:nvCxnSpPr>
        <p:spPr>
          <a:xfrm>
            <a:off x="7037403" y="298404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5" name="直線接點 354">
            <a:extLst>
              <a:ext uri="{FF2B5EF4-FFF2-40B4-BE49-F238E27FC236}">
                <a16:creationId xmlns:a16="http://schemas.microsoft.com/office/drawing/2014/main" id="{3D9C357A-D5CD-462A-B93B-08EEDFD459A6}"/>
              </a:ext>
            </a:extLst>
          </p:cNvPr>
          <p:cNvCxnSpPr>
            <a:cxnSpLocks/>
          </p:cNvCxnSpPr>
          <p:nvPr/>
        </p:nvCxnSpPr>
        <p:spPr>
          <a:xfrm>
            <a:off x="4638025" y="2986415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直線接點 355">
            <a:extLst>
              <a:ext uri="{FF2B5EF4-FFF2-40B4-BE49-F238E27FC236}">
                <a16:creationId xmlns:a16="http://schemas.microsoft.com/office/drawing/2014/main" id="{EFF31606-633C-418F-9322-CBCD422E88A3}"/>
              </a:ext>
            </a:extLst>
          </p:cNvPr>
          <p:cNvCxnSpPr>
            <a:cxnSpLocks/>
          </p:cNvCxnSpPr>
          <p:nvPr/>
        </p:nvCxnSpPr>
        <p:spPr>
          <a:xfrm>
            <a:off x="4701987" y="2986415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7" name="直線接點 356">
            <a:extLst>
              <a:ext uri="{FF2B5EF4-FFF2-40B4-BE49-F238E27FC236}">
                <a16:creationId xmlns:a16="http://schemas.microsoft.com/office/drawing/2014/main" id="{8219333D-AD7F-4C92-BE65-5CC60980E916}"/>
              </a:ext>
            </a:extLst>
          </p:cNvPr>
          <p:cNvCxnSpPr>
            <a:cxnSpLocks/>
          </p:cNvCxnSpPr>
          <p:nvPr/>
        </p:nvCxnSpPr>
        <p:spPr>
          <a:xfrm>
            <a:off x="4766350" y="2986415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8" name="直線接點 357">
            <a:extLst>
              <a:ext uri="{FF2B5EF4-FFF2-40B4-BE49-F238E27FC236}">
                <a16:creationId xmlns:a16="http://schemas.microsoft.com/office/drawing/2014/main" id="{8F990CC5-F0D4-40E2-A9FF-3D2889D59513}"/>
              </a:ext>
            </a:extLst>
          </p:cNvPr>
          <p:cNvCxnSpPr>
            <a:cxnSpLocks/>
          </p:cNvCxnSpPr>
          <p:nvPr/>
        </p:nvCxnSpPr>
        <p:spPr>
          <a:xfrm>
            <a:off x="5102909" y="2986415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直線接點 352">
            <a:extLst>
              <a:ext uri="{FF2B5EF4-FFF2-40B4-BE49-F238E27FC236}">
                <a16:creationId xmlns:a16="http://schemas.microsoft.com/office/drawing/2014/main" id="{736FF296-479D-4D5C-8B0A-8656BF8BA84B}"/>
              </a:ext>
            </a:extLst>
          </p:cNvPr>
          <p:cNvCxnSpPr>
            <a:cxnSpLocks/>
          </p:cNvCxnSpPr>
          <p:nvPr/>
        </p:nvCxnSpPr>
        <p:spPr>
          <a:xfrm>
            <a:off x="1999236" y="2971700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橢圓 359">
            <a:extLst>
              <a:ext uri="{FF2B5EF4-FFF2-40B4-BE49-F238E27FC236}">
                <a16:creationId xmlns:a16="http://schemas.microsoft.com/office/drawing/2014/main" id="{2F1B12B2-0F2F-4382-BBBA-90D1DE6BF3BA}"/>
              </a:ext>
            </a:extLst>
          </p:cNvPr>
          <p:cNvSpPr/>
          <p:nvPr/>
        </p:nvSpPr>
        <p:spPr>
          <a:xfrm>
            <a:off x="10059858" y="3012801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1" name="直線接點 360">
            <a:extLst>
              <a:ext uri="{FF2B5EF4-FFF2-40B4-BE49-F238E27FC236}">
                <a16:creationId xmlns:a16="http://schemas.microsoft.com/office/drawing/2014/main" id="{3FCCBB92-86DF-4CBB-82B5-254A84E73ED4}"/>
              </a:ext>
            </a:extLst>
          </p:cNvPr>
          <p:cNvCxnSpPr>
            <a:cxnSpLocks/>
          </p:cNvCxnSpPr>
          <p:nvPr/>
        </p:nvCxnSpPr>
        <p:spPr>
          <a:xfrm>
            <a:off x="10107696" y="2980760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2" name="文字方塊 361">
            <a:extLst>
              <a:ext uri="{FF2B5EF4-FFF2-40B4-BE49-F238E27FC236}">
                <a16:creationId xmlns:a16="http://schemas.microsoft.com/office/drawing/2014/main" id="{58B4D347-C541-49B8-BECB-10B2F73ADF9C}"/>
              </a:ext>
            </a:extLst>
          </p:cNvPr>
          <p:cNvSpPr txBox="1"/>
          <p:nvPr/>
        </p:nvSpPr>
        <p:spPr>
          <a:xfrm>
            <a:off x="1721055" y="3370319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-6</a:t>
            </a:r>
            <a:endParaRPr lang="zh-TW" altLang="en-US" sz="900" dirty="0"/>
          </a:p>
        </p:txBody>
      </p:sp>
      <p:grpSp>
        <p:nvGrpSpPr>
          <p:cNvPr id="363" name="群組 362">
            <a:extLst>
              <a:ext uri="{FF2B5EF4-FFF2-40B4-BE49-F238E27FC236}">
                <a16:creationId xmlns:a16="http://schemas.microsoft.com/office/drawing/2014/main" id="{9A083F27-C850-4938-8A68-8CBB47945236}"/>
              </a:ext>
            </a:extLst>
          </p:cNvPr>
          <p:cNvGrpSpPr/>
          <p:nvPr/>
        </p:nvGrpSpPr>
        <p:grpSpPr>
          <a:xfrm>
            <a:off x="6481907" y="2832524"/>
            <a:ext cx="95676" cy="128325"/>
            <a:chOff x="7008799" y="2004793"/>
            <a:chExt cx="95676" cy="128325"/>
          </a:xfrm>
        </p:grpSpPr>
        <p:sp>
          <p:nvSpPr>
            <p:cNvPr id="364" name="橢圓 363">
              <a:extLst>
                <a:ext uri="{FF2B5EF4-FFF2-40B4-BE49-F238E27FC236}">
                  <a16:creationId xmlns:a16="http://schemas.microsoft.com/office/drawing/2014/main" id="{EDB17D94-4451-486B-9FB9-4BA5F60F4FB4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65" name="直線接點 364">
              <a:extLst>
                <a:ext uri="{FF2B5EF4-FFF2-40B4-BE49-F238E27FC236}">
                  <a16:creationId xmlns:a16="http://schemas.microsoft.com/office/drawing/2014/main" id="{9FE7E4C2-23D6-4E9C-841D-3820D97DB8E1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6" name="群組 365">
            <a:extLst>
              <a:ext uri="{FF2B5EF4-FFF2-40B4-BE49-F238E27FC236}">
                <a16:creationId xmlns:a16="http://schemas.microsoft.com/office/drawing/2014/main" id="{33BE2DAB-9935-4367-88B9-F579511CCE20}"/>
              </a:ext>
            </a:extLst>
          </p:cNvPr>
          <p:cNvGrpSpPr/>
          <p:nvPr/>
        </p:nvGrpSpPr>
        <p:grpSpPr>
          <a:xfrm>
            <a:off x="6371592" y="2984040"/>
            <a:ext cx="95676" cy="125703"/>
            <a:chOff x="6674273" y="2145458"/>
            <a:chExt cx="95676" cy="125703"/>
          </a:xfrm>
        </p:grpSpPr>
        <p:sp>
          <p:nvSpPr>
            <p:cNvPr id="367" name="橢圓 366">
              <a:extLst>
                <a:ext uri="{FF2B5EF4-FFF2-40B4-BE49-F238E27FC236}">
                  <a16:creationId xmlns:a16="http://schemas.microsoft.com/office/drawing/2014/main" id="{88AF2938-105E-4A9F-A3C8-8F5188737665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68" name="直線接點 367">
              <a:extLst>
                <a:ext uri="{FF2B5EF4-FFF2-40B4-BE49-F238E27FC236}">
                  <a16:creationId xmlns:a16="http://schemas.microsoft.com/office/drawing/2014/main" id="{E8AC17D5-B87E-4B0B-B8DF-D60C9DE35391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9" name="群組 368">
            <a:extLst>
              <a:ext uri="{FF2B5EF4-FFF2-40B4-BE49-F238E27FC236}">
                <a16:creationId xmlns:a16="http://schemas.microsoft.com/office/drawing/2014/main" id="{5258C68D-4B10-4D4B-B226-67CCE18AACD4}"/>
              </a:ext>
            </a:extLst>
          </p:cNvPr>
          <p:cNvGrpSpPr/>
          <p:nvPr/>
        </p:nvGrpSpPr>
        <p:grpSpPr>
          <a:xfrm>
            <a:off x="6399223" y="2984040"/>
            <a:ext cx="95676" cy="125703"/>
            <a:chOff x="6674273" y="2145458"/>
            <a:chExt cx="95676" cy="125703"/>
          </a:xfrm>
        </p:grpSpPr>
        <p:sp>
          <p:nvSpPr>
            <p:cNvPr id="370" name="橢圓 369">
              <a:extLst>
                <a:ext uri="{FF2B5EF4-FFF2-40B4-BE49-F238E27FC236}">
                  <a16:creationId xmlns:a16="http://schemas.microsoft.com/office/drawing/2014/main" id="{13554C6A-E97B-486F-A608-F8D2F1F0907A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1" name="直線接點 370">
              <a:extLst>
                <a:ext uri="{FF2B5EF4-FFF2-40B4-BE49-F238E27FC236}">
                  <a16:creationId xmlns:a16="http://schemas.microsoft.com/office/drawing/2014/main" id="{83D3D9F5-F5BF-464B-84EB-7D7B8228B000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2" name="群組 371">
            <a:extLst>
              <a:ext uri="{FF2B5EF4-FFF2-40B4-BE49-F238E27FC236}">
                <a16:creationId xmlns:a16="http://schemas.microsoft.com/office/drawing/2014/main" id="{F36FF526-C45F-4B21-9E48-1C43BD26C8EA}"/>
              </a:ext>
            </a:extLst>
          </p:cNvPr>
          <p:cNvGrpSpPr/>
          <p:nvPr/>
        </p:nvGrpSpPr>
        <p:grpSpPr>
          <a:xfrm>
            <a:off x="6447689" y="2832524"/>
            <a:ext cx="95676" cy="128325"/>
            <a:chOff x="7008799" y="2004793"/>
            <a:chExt cx="95676" cy="128325"/>
          </a:xfrm>
        </p:grpSpPr>
        <p:sp>
          <p:nvSpPr>
            <p:cNvPr id="373" name="橢圓 372">
              <a:extLst>
                <a:ext uri="{FF2B5EF4-FFF2-40B4-BE49-F238E27FC236}">
                  <a16:creationId xmlns:a16="http://schemas.microsoft.com/office/drawing/2014/main" id="{FA0D30E9-FBB1-4E1F-B5CD-6A6CB69F371A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374" name="直線接點 373">
              <a:extLst>
                <a:ext uri="{FF2B5EF4-FFF2-40B4-BE49-F238E27FC236}">
                  <a16:creationId xmlns:a16="http://schemas.microsoft.com/office/drawing/2014/main" id="{1CA61292-45CE-457F-AFD9-601B42714A0D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5" name="群組 374">
            <a:extLst>
              <a:ext uri="{FF2B5EF4-FFF2-40B4-BE49-F238E27FC236}">
                <a16:creationId xmlns:a16="http://schemas.microsoft.com/office/drawing/2014/main" id="{F0799CB5-AF4F-45CD-8E89-0F1314990E7D}"/>
              </a:ext>
            </a:extLst>
          </p:cNvPr>
          <p:cNvGrpSpPr/>
          <p:nvPr/>
        </p:nvGrpSpPr>
        <p:grpSpPr>
          <a:xfrm>
            <a:off x="6855652" y="2984040"/>
            <a:ext cx="95676" cy="125703"/>
            <a:chOff x="6674273" y="2145458"/>
            <a:chExt cx="95676" cy="125703"/>
          </a:xfrm>
        </p:grpSpPr>
        <p:sp>
          <p:nvSpPr>
            <p:cNvPr id="376" name="橢圓 375">
              <a:extLst>
                <a:ext uri="{FF2B5EF4-FFF2-40B4-BE49-F238E27FC236}">
                  <a16:creationId xmlns:a16="http://schemas.microsoft.com/office/drawing/2014/main" id="{1B91C932-E007-496E-B75C-B9D0F82E3152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77" name="直線接點 376">
              <a:extLst>
                <a:ext uri="{FF2B5EF4-FFF2-40B4-BE49-F238E27FC236}">
                  <a16:creationId xmlns:a16="http://schemas.microsoft.com/office/drawing/2014/main" id="{3FA11A65-0FBD-4D94-BFC6-AC486DDCBE13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9" name="右中括弧 98">
            <a:extLst>
              <a:ext uri="{FF2B5EF4-FFF2-40B4-BE49-F238E27FC236}">
                <a16:creationId xmlns:a16="http://schemas.microsoft.com/office/drawing/2014/main" id="{311A9B99-0268-44CC-969B-77E7B1F99ABF}"/>
              </a:ext>
            </a:extLst>
          </p:cNvPr>
          <p:cNvSpPr/>
          <p:nvPr/>
        </p:nvSpPr>
        <p:spPr>
          <a:xfrm rot="5400000">
            <a:off x="7570110" y="2643101"/>
            <a:ext cx="169384" cy="670145"/>
          </a:xfrm>
          <a:prstGeom prst="rightBracket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6" name="直線單箭頭接點 105">
            <a:extLst>
              <a:ext uri="{FF2B5EF4-FFF2-40B4-BE49-F238E27FC236}">
                <a16:creationId xmlns:a16="http://schemas.microsoft.com/office/drawing/2014/main" id="{4028E160-3ACE-477D-A0E0-95100FD98269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7405322" y="3059633"/>
            <a:ext cx="4709" cy="998595"/>
          </a:xfrm>
          <a:prstGeom prst="straightConnector1">
            <a:avLst/>
          </a:prstGeom>
          <a:ln w="38100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0" name="文字方塊 379">
            <a:extLst>
              <a:ext uri="{FF2B5EF4-FFF2-40B4-BE49-F238E27FC236}">
                <a16:creationId xmlns:a16="http://schemas.microsoft.com/office/drawing/2014/main" id="{47CC7F1A-D580-4967-95E6-F14C8A739CA9}"/>
              </a:ext>
            </a:extLst>
          </p:cNvPr>
          <p:cNvSpPr txBox="1"/>
          <p:nvPr/>
        </p:nvSpPr>
        <p:spPr>
          <a:xfrm>
            <a:off x="194190" y="5499816"/>
            <a:ext cx="3717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Find Peak</a:t>
            </a:r>
            <a:r>
              <a:rPr lang="en-US" altLang="zh-TW" sz="1800" kern="1200" dirty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 </a:t>
            </a:r>
            <a:r>
              <a:rPr lang="en-US" altLang="zh-TW" dirty="0"/>
              <a:t>(Gentle Clipping </a:t>
            </a:r>
            <a:r>
              <a:rPr lang="en-US" altLang="zh-TW" sz="1800" dirty="0"/>
              <a:t>Candidate)</a:t>
            </a:r>
            <a:endParaRPr lang="zh-TW" altLang="en-US" dirty="0"/>
          </a:p>
        </p:txBody>
      </p:sp>
      <p:cxnSp>
        <p:nvCxnSpPr>
          <p:cNvPr id="471" name="直線接點 352">
            <a:extLst>
              <a:ext uri="{FF2B5EF4-FFF2-40B4-BE49-F238E27FC236}">
                <a16:creationId xmlns:a16="http://schemas.microsoft.com/office/drawing/2014/main" id="{02E1933A-FD67-4F52-B289-01D7934123DE}"/>
              </a:ext>
            </a:extLst>
          </p:cNvPr>
          <p:cNvCxnSpPr>
            <a:cxnSpLocks/>
          </p:cNvCxnSpPr>
          <p:nvPr/>
        </p:nvCxnSpPr>
        <p:spPr>
          <a:xfrm>
            <a:off x="1995276" y="6077842"/>
            <a:ext cx="980593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橢圓 506">
            <a:extLst>
              <a:ext uri="{FF2B5EF4-FFF2-40B4-BE49-F238E27FC236}">
                <a16:creationId xmlns:a16="http://schemas.microsoft.com/office/drawing/2014/main" id="{D25CEE14-E2FE-402D-90F4-9095E7A71F5E}"/>
              </a:ext>
            </a:extLst>
          </p:cNvPr>
          <p:cNvSpPr/>
          <p:nvPr/>
        </p:nvSpPr>
        <p:spPr>
          <a:xfrm>
            <a:off x="7357484" y="6029301"/>
            <a:ext cx="95676" cy="936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8" name="橢圓 547">
            <a:extLst>
              <a:ext uri="{FF2B5EF4-FFF2-40B4-BE49-F238E27FC236}">
                <a16:creationId xmlns:a16="http://schemas.microsoft.com/office/drawing/2014/main" id="{AC458BDA-DACB-480C-B05F-4BCB92284DBA}"/>
              </a:ext>
            </a:extLst>
          </p:cNvPr>
          <p:cNvSpPr/>
          <p:nvPr/>
        </p:nvSpPr>
        <p:spPr>
          <a:xfrm>
            <a:off x="7263134" y="5934674"/>
            <a:ext cx="280981" cy="27507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9" name="群組 558">
            <a:extLst>
              <a:ext uri="{FF2B5EF4-FFF2-40B4-BE49-F238E27FC236}">
                <a16:creationId xmlns:a16="http://schemas.microsoft.com/office/drawing/2014/main" id="{BD53CF1C-110B-4286-B8C7-7825E97BCE6E}"/>
              </a:ext>
            </a:extLst>
          </p:cNvPr>
          <p:cNvGrpSpPr/>
          <p:nvPr/>
        </p:nvGrpSpPr>
        <p:grpSpPr>
          <a:xfrm>
            <a:off x="4494217" y="5934674"/>
            <a:ext cx="280981" cy="275072"/>
            <a:chOff x="4494217" y="6298064"/>
            <a:chExt cx="280981" cy="275072"/>
          </a:xfrm>
        </p:grpSpPr>
        <p:sp>
          <p:nvSpPr>
            <p:cNvPr id="489" name="橢圓 488">
              <a:extLst>
                <a:ext uri="{FF2B5EF4-FFF2-40B4-BE49-F238E27FC236}">
                  <a16:creationId xmlns:a16="http://schemas.microsoft.com/office/drawing/2014/main" id="{F8FFA942-7FDE-41D2-909A-C021CA504F25}"/>
                </a:ext>
              </a:extLst>
            </p:cNvPr>
            <p:cNvSpPr/>
            <p:nvPr/>
          </p:nvSpPr>
          <p:spPr>
            <a:xfrm>
              <a:off x="4586227" y="6384325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8" name="橢圓 557">
              <a:extLst>
                <a:ext uri="{FF2B5EF4-FFF2-40B4-BE49-F238E27FC236}">
                  <a16:creationId xmlns:a16="http://schemas.microsoft.com/office/drawing/2014/main" id="{DCE60FE5-672D-4D58-836B-8B0A96C21B3B}"/>
                </a:ext>
              </a:extLst>
            </p:cNvPr>
            <p:cNvSpPr/>
            <p:nvPr/>
          </p:nvSpPr>
          <p:spPr>
            <a:xfrm>
              <a:off x="4494217" y="6298064"/>
              <a:ext cx="280981" cy="2750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561" name="直線單箭頭接點 560">
            <a:extLst>
              <a:ext uri="{FF2B5EF4-FFF2-40B4-BE49-F238E27FC236}">
                <a16:creationId xmlns:a16="http://schemas.microsoft.com/office/drawing/2014/main" id="{46653756-F9DF-4658-81B2-7D55532A294D}"/>
              </a:ext>
            </a:extLst>
          </p:cNvPr>
          <p:cNvCxnSpPr>
            <a:cxnSpLocks/>
            <a:stCxn id="45" idx="4"/>
            <a:endCxn id="548" idx="0"/>
          </p:cNvCxnSpPr>
          <p:nvPr/>
        </p:nvCxnSpPr>
        <p:spPr>
          <a:xfrm flipH="1">
            <a:off x="7403625" y="4151892"/>
            <a:ext cx="1697" cy="1782782"/>
          </a:xfrm>
          <a:prstGeom prst="straightConnector1">
            <a:avLst/>
          </a:prstGeom>
          <a:ln w="38100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2" name="直線單箭頭接點 561">
            <a:extLst>
              <a:ext uri="{FF2B5EF4-FFF2-40B4-BE49-F238E27FC236}">
                <a16:creationId xmlns:a16="http://schemas.microsoft.com/office/drawing/2014/main" id="{E064CCEA-2C51-4E85-8BB3-6530E970F12A}"/>
              </a:ext>
            </a:extLst>
          </p:cNvPr>
          <p:cNvCxnSpPr>
            <a:cxnSpLocks/>
            <a:stCxn id="27" idx="4"/>
            <a:endCxn id="558" idx="0"/>
          </p:cNvCxnSpPr>
          <p:nvPr/>
        </p:nvCxnSpPr>
        <p:spPr>
          <a:xfrm>
            <a:off x="4634065" y="4519441"/>
            <a:ext cx="643" cy="1415233"/>
          </a:xfrm>
          <a:prstGeom prst="straightConnector1">
            <a:avLst/>
          </a:prstGeom>
          <a:ln w="38100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7" name="右中括弧 566">
            <a:extLst>
              <a:ext uri="{FF2B5EF4-FFF2-40B4-BE49-F238E27FC236}">
                <a16:creationId xmlns:a16="http://schemas.microsoft.com/office/drawing/2014/main" id="{372F3BDB-FAC5-46B5-8962-B11A3BB8B922}"/>
              </a:ext>
            </a:extLst>
          </p:cNvPr>
          <p:cNvSpPr/>
          <p:nvPr/>
        </p:nvSpPr>
        <p:spPr>
          <a:xfrm rot="5400000">
            <a:off x="4922982" y="2699828"/>
            <a:ext cx="169384" cy="926075"/>
          </a:xfrm>
          <a:prstGeom prst="rightBracket">
            <a:avLst/>
          </a:prstGeom>
          <a:ln w="38100">
            <a:solidFill>
              <a:srgbClr val="C55A1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8" name="直線單箭頭接點 567">
            <a:extLst>
              <a:ext uri="{FF2B5EF4-FFF2-40B4-BE49-F238E27FC236}">
                <a16:creationId xmlns:a16="http://schemas.microsoft.com/office/drawing/2014/main" id="{164268D7-896E-41CA-BC19-591E1FDBC8A6}"/>
              </a:ext>
            </a:extLst>
          </p:cNvPr>
          <p:cNvCxnSpPr>
            <a:cxnSpLocks/>
          </p:cNvCxnSpPr>
          <p:nvPr/>
        </p:nvCxnSpPr>
        <p:spPr>
          <a:xfrm>
            <a:off x="4627321" y="3276533"/>
            <a:ext cx="0" cy="1146616"/>
          </a:xfrm>
          <a:prstGeom prst="straightConnector1">
            <a:avLst/>
          </a:prstGeom>
          <a:ln w="38100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4" name="文字方塊 573">
            <a:extLst>
              <a:ext uri="{FF2B5EF4-FFF2-40B4-BE49-F238E27FC236}">
                <a16:creationId xmlns:a16="http://schemas.microsoft.com/office/drawing/2014/main" id="{18101230-34F7-4B23-94B3-16FECD5A3F29}"/>
              </a:ext>
            </a:extLst>
          </p:cNvPr>
          <p:cNvSpPr txBox="1"/>
          <p:nvPr/>
        </p:nvSpPr>
        <p:spPr>
          <a:xfrm>
            <a:off x="4839669" y="3144654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575" name="文字方塊 574">
            <a:extLst>
              <a:ext uri="{FF2B5EF4-FFF2-40B4-BE49-F238E27FC236}">
                <a16:creationId xmlns:a16="http://schemas.microsoft.com/office/drawing/2014/main" id="{405C095C-C114-42C6-9F68-D3B3ED1F1EC5}"/>
              </a:ext>
            </a:extLst>
          </p:cNvPr>
          <p:cNvSpPr txBox="1"/>
          <p:nvPr/>
        </p:nvSpPr>
        <p:spPr>
          <a:xfrm>
            <a:off x="7496908" y="2982306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D77225E-CCAA-4C87-A24C-3D410F59A3B3}"/>
              </a:ext>
            </a:extLst>
          </p:cNvPr>
          <p:cNvSpPr txBox="1"/>
          <p:nvPr/>
        </p:nvSpPr>
        <p:spPr>
          <a:xfrm>
            <a:off x="4579990" y="3561199"/>
            <a:ext cx="2056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(-1)+(-1)+(-1)+1+(-1)+5</a:t>
            </a:r>
            <a:r>
              <a:rPr lang="zh-TW" altLang="en-US" sz="1400" dirty="0"/>
              <a:t> </a:t>
            </a:r>
            <a:r>
              <a:rPr lang="en-US" altLang="zh-TW" sz="1400" dirty="0"/>
              <a:t>=2</a:t>
            </a:r>
            <a:endParaRPr lang="zh-TW" altLang="en-US" sz="1400" dirty="0"/>
          </a:p>
        </p:txBody>
      </p:sp>
      <p:sp>
        <p:nvSpPr>
          <p:cNvPr id="378" name="文字方塊 377">
            <a:extLst>
              <a:ext uri="{FF2B5EF4-FFF2-40B4-BE49-F238E27FC236}">
                <a16:creationId xmlns:a16="http://schemas.microsoft.com/office/drawing/2014/main" id="{D50CF628-42F2-47AB-A2E9-ECA07796E09B}"/>
              </a:ext>
            </a:extLst>
          </p:cNvPr>
          <p:cNvSpPr txBox="1"/>
          <p:nvPr/>
        </p:nvSpPr>
        <p:spPr>
          <a:xfrm>
            <a:off x="7390650" y="3561199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1+1+1+1+1+1=6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18645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4EA11-1273-4506-8CDA-7C9EA84D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CNV/BFB Interval Calling (cont.)</a:t>
            </a:r>
            <a:endParaRPr lang="zh-TW" altLang="en-US" dirty="0"/>
          </a:p>
        </p:txBody>
      </p:sp>
      <p:sp>
        <p:nvSpPr>
          <p:cNvPr id="1376" name="文字方塊 1375">
            <a:extLst>
              <a:ext uri="{FF2B5EF4-FFF2-40B4-BE49-F238E27FC236}">
                <a16:creationId xmlns:a16="http://schemas.microsoft.com/office/drawing/2014/main" id="{8FED8D3A-6F2D-47B9-B735-98C9EC65812C}"/>
              </a:ext>
            </a:extLst>
          </p:cNvPr>
          <p:cNvSpPr txBox="1"/>
          <p:nvPr/>
        </p:nvSpPr>
        <p:spPr>
          <a:xfrm>
            <a:off x="194190" y="761901"/>
            <a:ext cx="3225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Calling Gentle Clipping</a:t>
            </a:r>
            <a:r>
              <a:rPr lang="zh-TW" altLang="en-US" dirty="0"/>
              <a:t> </a:t>
            </a:r>
            <a:r>
              <a:rPr lang="en-US" altLang="zh-TW" dirty="0"/>
              <a:t>(i.e. w=6)</a:t>
            </a:r>
            <a:endParaRPr lang="zh-TW" altLang="en-US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EC4F31DC-66A1-4469-9E71-D7EF2DE9AB67}"/>
              </a:ext>
            </a:extLst>
          </p:cNvPr>
          <p:cNvGrpSpPr/>
          <p:nvPr/>
        </p:nvGrpSpPr>
        <p:grpSpPr>
          <a:xfrm>
            <a:off x="1721055" y="1297064"/>
            <a:ext cx="10084862" cy="1287651"/>
            <a:chOff x="1721055" y="1088927"/>
            <a:chExt cx="10084862" cy="1287651"/>
          </a:xfrm>
        </p:grpSpPr>
        <p:grpSp>
          <p:nvGrpSpPr>
            <p:cNvPr id="989" name="群組 988">
              <a:extLst>
                <a:ext uri="{FF2B5EF4-FFF2-40B4-BE49-F238E27FC236}">
                  <a16:creationId xmlns:a16="http://schemas.microsoft.com/office/drawing/2014/main" id="{968EE2B0-E1B0-4EDE-BD33-D1A32587EB24}"/>
                </a:ext>
              </a:extLst>
            </p:cNvPr>
            <p:cNvGrpSpPr/>
            <p:nvPr/>
          </p:nvGrpSpPr>
          <p:grpSpPr>
            <a:xfrm>
              <a:off x="1721055" y="1088927"/>
              <a:ext cx="10084862" cy="1287651"/>
              <a:chOff x="1721055" y="2193827"/>
              <a:chExt cx="10084862" cy="1287651"/>
            </a:xfrm>
          </p:grpSpPr>
          <p:cxnSp>
            <p:nvCxnSpPr>
              <p:cNvPr id="990" name="直線接點 352">
                <a:extLst>
                  <a:ext uri="{FF2B5EF4-FFF2-40B4-BE49-F238E27FC236}">
                    <a16:creationId xmlns:a16="http://schemas.microsoft.com/office/drawing/2014/main" id="{6952AE9F-FDCA-42F7-8D80-A5B65726C3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3366059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2" name="直線接點 352">
                <a:extLst>
                  <a:ext uri="{FF2B5EF4-FFF2-40B4-BE49-F238E27FC236}">
                    <a16:creationId xmlns:a16="http://schemas.microsoft.com/office/drawing/2014/main" id="{47A6C908-CF32-4C54-9816-5A677BD625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2309243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3" name="直線接點 352">
                <a:extLst>
                  <a:ext uri="{FF2B5EF4-FFF2-40B4-BE49-F238E27FC236}">
                    <a16:creationId xmlns:a16="http://schemas.microsoft.com/office/drawing/2014/main" id="{CC7AF7BA-93E3-41B5-B0EF-85DA6F11D2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2490171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5" name="直線接點 352">
                <a:extLst>
                  <a:ext uri="{FF2B5EF4-FFF2-40B4-BE49-F238E27FC236}">
                    <a16:creationId xmlns:a16="http://schemas.microsoft.com/office/drawing/2014/main" id="{A861F239-97BE-4DED-B116-7A6A667B6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2671100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6" name="直線接點 352">
                <a:extLst>
                  <a:ext uri="{FF2B5EF4-FFF2-40B4-BE49-F238E27FC236}">
                    <a16:creationId xmlns:a16="http://schemas.microsoft.com/office/drawing/2014/main" id="{96C45513-F062-4B7D-BC62-3674E2B7B1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3032957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8" name="直線接點 352">
                <a:extLst>
                  <a:ext uri="{FF2B5EF4-FFF2-40B4-BE49-F238E27FC236}">
                    <a16:creationId xmlns:a16="http://schemas.microsoft.com/office/drawing/2014/main" id="{23FDA6A0-5909-4EE2-B7B5-9DEAE931B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3213885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9" name="文字方塊 998">
                <a:extLst>
                  <a:ext uri="{FF2B5EF4-FFF2-40B4-BE49-F238E27FC236}">
                    <a16:creationId xmlns:a16="http://schemas.microsoft.com/office/drawing/2014/main" id="{03B81DF2-B0F4-4E4E-863E-E2CCAF5F76FF}"/>
                  </a:ext>
                </a:extLst>
              </p:cNvPr>
              <p:cNvSpPr txBox="1"/>
              <p:nvPr/>
            </p:nvSpPr>
            <p:spPr>
              <a:xfrm>
                <a:off x="1756321" y="2193827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6</a:t>
                </a:r>
                <a:endParaRPr lang="zh-TW" altLang="en-US" sz="900" dirty="0"/>
              </a:p>
            </p:txBody>
          </p:sp>
          <p:sp>
            <p:nvSpPr>
              <p:cNvPr id="1001" name="文字方塊 1000">
                <a:extLst>
                  <a:ext uri="{FF2B5EF4-FFF2-40B4-BE49-F238E27FC236}">
                    <a16:creationId xmlns:a16="http://schemas.microsoft.com/office/drawing/2014/main" id="{0073A92B-DE32-4899-A7FC-6680860084D6}"/>
                  </a:ext>
                </a:extLst>
              </p:cNvPr>
              <p:cNvSpPr txBox="1"/>
              <p:nvPr/>
            </p:nvSpPr>
            <p:spPr>
              <a:xfrm>
                <a:off x="1756321" y="2374756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4</a:t>
                </a:r>
                <a:endParaRPr lang="zh-TW" altLang="en-US" sz="900" dirty="0"/>
              </a:p>
            </p:txBody>
          </p:sp>
          <p:sp>
            <p:nvSpPr>
              <p:cNvPr id="1008" name="文字方塊 1007">
                <a:extLst>
                  <a:ext uri="{FF2B5EF4-FFF2-40B4-BE49-F238E27FC236}">
                    <a16:creationId xmlns:a16="http://schemas.microsoft.com/office/drawing/2014/main" id="{39572A50-6780-4564-BC9B-958585BA9F28}"/>
                  </a:ext>
                </a:extLst>
              </p:cNvPr>
              <p:cNvSpPr txBox="1"/>
              <p:nvPr/>
            </p:nvSpPr>
            <p:spPr>
              <a:xfrm>
                <a:off x="1756321" y="2555685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2</a:t>
                </a:r>
                <a:endParaRPr lang="zh-TW" altLang="en-US" sz="900" dirty="0"/>
              </a:p>
            </p:txBody>
          </p:sp>
          <p:sp>
            <p:nvSpPr>
              <p:cNvPr id="1014" name="文字方塊 1013">
                <a:extLst>
                  <a:ext uri="{FF2B5EF4-FFF2-40B4-BE49-F238E27FC236}">
                    <a16:creationId xmlns:a16="http://schemas.microsoft.com/office/drawing/2014/main" id="{11C4CCFE-642C-4ACB-A92C-93DE5D7BDC34}"/>
                  </a:ext>
                </a:extLst>
              </p:cNvPr>
              <p:cNvSpPr txBox="1"/>
              <p:nvPr/>
            </p:nvSpPr>
            <p:spPr>
              <a:xfrm>
                <a:off x="1756321" y="2736613"/>
                <a:ext cx="24237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0</a:t>
                </a:r>
                <a:endParaRPr lang="zh-TW" altLang="en-US" sz="900" dirty="0"/>
              </a:p>
            </p:txBody>
          </p:sp>
          <p:sp>
            <p:nvSpPr>
              <p:cNvPr id="1015" name="文字方塊 1014">
                <a:extLst>
                  <a:ext uri="{FF2B5EF4-FFF2-40B4-BE49-F238E27FC236}">
                    <a16:creationId xmlns:a16="http://schemas.microsoft.com/office/drawing/2014/main" id="{17C70770-A60B-4296-89AD-19974DCBE716}"/>
                  </a:ext>
                </a:extLst>
              </p:cNvPr>
              <p:cNvSpPr txBox="1"/>
              <p:nvPr/>
            </p:nvSpPr>
            <p:spPr>
              <a:xfrm>
                <a:off x="1721055" y="2917541"/>
                <a:ext cx="27764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-2</a:t>
                </a:r>
                <a:endParaRPr lang="zh-TW" altLang="en-US" sz="900" dirty="0"/>
              </a:p>
            </p:txBody>
          </p:sp>
          <p:sp>
            <p:nvSpPr>
              <p:cNvPr id="1016" name="文字方塊 1015">
                <a:extLst>
                  <a:ext uri="{FF2B5EF4-FFF2-40B4-BE49-F238E27FC236}">
                    <a16:creationId xmlns:a16="http://schemas.microsoft.com/office/drawing/2014/main" id="{9DEBDE45-CF42-4858-A1A2-9D833CDC2A34}"/>
                  </a:ext>
                </a:extLst>
              </p:cNvPr>
              <p:cNvSpPr txBox="1"/>
              <p:nvPr/>
            </p:nvSpPr>
            <p:spPr>
              <a:xfrm>
                <a:off x="1721055" y="3098469"/>
                <a:ext cx="27764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-4</a:t>
                </a:r>
                <a:endParaRPr lang="zh-TW" altLang="en-US" sz="900" dirty="0"/>
              </a:p>
            </p:txBody>
          </p:sp>
          <p:sp>
            <p:nvSpPr>
              <p:cNvPr id="1082" name="橢圓 1081">
                <a:extLst>
                  <a:ext uri="{FF2B5EF4-FFF2-40B4-BE49-F238E27FC236}">
                    <a16:creationId xmlns:a16="http://schemas.microsoft.com/office/drawing/2014/main" id="{3B9E65B3-E0AF-413A-A12E-A1F91D52F48E}"/>
                  </a:ext>
                </a:extLst>
              </p:cNvPr>
              <p:cNvSpPr/>
              <p:nvPr/>
            </p:nvSpPr>
            <p:spPr>
              <a:xfrm>
                <a:off x="2247025" y="272370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3" name="橢圓 1082">
                <a:extLst>
                  <a:ext uri="{FF2B5EF4-FFF2-40B4-BE49-F238E27FC236}">
                    <a16:creationId xmlns:a16="http://schemas.microsoft.com/office/drawing/2014/main" id="{0621111A-FA39-443F-A731-1F22FEFDD3A2}"/>
                  </a:ext>
                </a:extLst>
              </p:cNvPr>
              <p:cNvSpPr/>
              <p:nvPr/>
            </p:nvSpPr>
            <p:spPr>
              <a:xfrm>
                <a:off x="3369734" y="3322651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4" name="橢圓 1083">
                <a:extLst>
                  <a:ext uri="{FF2B5EF4-FFF2-40B4-BE49-F238E27FC236}">
                    <a16:creationId xmlns:a16="http://schemas.microsoft.com/office/drawing/2014/main" id="{DC849A0A-FE0C-4CB7-A91C-5C0C5997DCE9}"/>
                  </a:ext>
                </a:extLst>
              </p:cNvPr>
              <p:cNvSpPr/>
              <p:nvPr/>
            </p:nvSpPr>
            <p:spPr>
              <a:xfrm>
                <a:off x="4001460" y="272370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5" name="橢圓 1084">
                <a:extLst>
                  <a:ext uri="{FF2B5EF4-FFF2-40B4-BE49-F238E27FC236}">
                    <a16:creationId xmlns:a16="http://schemas.microsoft.com/office/drawing/2014/main" id="{E022423F-8EDF-4AFF-8E9A-67968F305F5E}"/>
                  </a:ext>
                </a:extLst>
              </p:cNvPr>
              <p:cNvSpPr/>
              <p:nvPr/>
            </p:nvSpPr>
            <p:spPr>
              <a:xfrm>
                <a:off x="4121044" y="272370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7" name="橢圓 1086">
                <a:extLst>
                  <a:ext uri="{FF2B5EF4-FFF2-40B4-BE49-F238E27FC236}">
                    <a16:creationId xmlns:a16="http://schemas.microsoft.com/office/drawing/2014/main" id="{F5035725-9B6F-45EC-BE23-923ACBA86B71}"/>
                  </a:ext>
                </a:extLst>
              </p:cNvPr>
              <p:cNvSpPr/>
              <p:nvPr/>
            </p:nvSpPr>
            <p:spPr>
              <a:xfrm>
                <a:off x="4654149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8" name="橢圓 1087">
                <a:extLst>
                  <a:ext uri="{FF2B5EF4-FFF2-40B4-BE49-F238E27FC236}">
                    <a16:creationId xmlns:a16="http://schemas.microsoft.com/office/drawing/2014/main" id="{CDFAD2E9-5AEE-4E8E-9329-4140CF0CE3A1}"/>
                  </a:ext>
                </a:extLst>
              </p:cNvPr>
              <p:cNvSpPr/>
              <p:nvPr/>
            </p:nvSpPr>
            <p:spPr>
              <a:xfrm>
                <a:off x="4718512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89" name="橢圓 1088">
                <a:extLst>
                  <a:ext uri="{FF2B5EF4-FFF2-40B4-BE49-F238E27FC236}">
                    <a16:creationId xmlns:a16="http://schemas.microsoft.com/office/drawing/2014/main" id="{834455AB-7988-4379-8457-31B8586817B4}"/>
                  </a:ext>
                </a:extLst>
              </p:cNvPr>
              <p:cNvSpPr/>
              <p:nvPr/>
            </p:nvSpPr>
            <p:spPr>
              <a:xfrm>
                <a:off x="4814245" y="272370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0" name="橢圓 1089">
                <a:extLst>
                  <a:ext uri="{FF2B5EF4-FFF2-40B4-BE49-F238E27FC236}">
                    <a16:creationId xmlns:a16="http://schemas.microsoft.com/office/drawing/2014/main" id="{6C35564B-2394-4AF3-BF49-FC9B1AA2083B}"/>
                  </a:ext>
                </a:extLst>
              </p:cNvPr>
              <p:cNvSpPr/>
              <p:nvPr/>
            </p:nvSpPr>
            <p:spPr>
              <a:xfrm>
                <a:off x="5055071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1" name="橢圓 1090">
                <a:extLst>
                  <a:ext uri="{FF2B5EF4-FFF2-40B4-BE49-F238E27FC236}">
                    <a16:creationId xmlns:a16="http://schemas.microsoft.com/office/drawing/2014/main" id="{3C214313-C43C-46B3-BDE1-5B3B891A78B4}"/>
                  </a:ext>
                </a:extLst>
              </p:cNvPr>
              <p:cNvSpPr/>
              <p:nvPr/>
            </p:nvSpPr>
            <p:spPr>
              <a:xfrm>
                <a:off x="5349598" y="236334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2" name="橢圓 1091">
                <a:extLst>
                  <a:ext uri="{FF2B5EF4-FFF2-40B4-BE49-F238E27FC236}">
                    <a16:creationId xmlns:a16="http://schemas.microsoft.com/office/drawing/2014/main" id="{024C6DA5-7601-4A09-8B91-6718ECA66BEC}"/>
                  </a:ext>
                </a:extLst>
              </p:cNvPr>
              <p:cNvSpPr/>
              <p:nvPr/>
            </p:nvSpPr>
            <p:spPr>
              <a:xfrm>
                <a:off x="6147644" y="324091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3" name="橢圓 1092">
                <a:extLst>
                  <a:ext uri="{FF2B5EF4-FFF2-40B4-BE49-F238E27FC236}">
                    <a16:creationId xmlns:a16="http://schemas.microsoft.com/office/drawing/2014/main" id="{6CF672D5-9988-4AC8-A7B8-5CA9EF0F028A}"/>
                  </a:ext>
                </a:extLst>
              </p:cNvPr>
              <p:cNvSpPr/>
              <p:nvPr/>
            </p:nvSpPr>
            <p:spPr>
              <a:xfrm>
                <a:off x="6989565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4" name="橢圓 1093">
                <a:extLst>
                  <a:ext uri="{FF2B5EF4-FFF2-40B4-BE49-F238E27FC236}">
                    <a16:creationId xmlns:a16="http://schemas.microsoft.com/office/drawing/2014/main" id="{7690F83D-ED13-4C9C-9B34-EBB698D988F6}"/>
                  </a:ext>
                </a:extLst>
              </p:cNvPr>
              <p:cNvSpPr/>
              <p:nvPr/>
            </p:nvSpPr>
            <p:spPr>
              <a:xfrm>
                <a:off x="7362193" y="2723702"/>
                <a:ext cx="95676" cy="9366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095" name="橢圓 1094">
                <a:extLst>
                  <a:ext uri="{FF2B5EF4-FFF2-40B4-BE49-F238E27FC236}">
                    <a16:creationId xmlns:a16="http://schemas.microsoft.com/office/drawing/2014/main" id="{C0C0DC7C-6FB3-4D64-AC10-908FCFB712E4}"/>
                  </a:ext>
                </a:extLst>
              </p:cNvPr>
              <p:cNvSpPr/>
              <p:nvPr/>
            </p:nvSpPr>
            <p:spPr>
              <a:xfrm>
                <a:off x="7533212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6" name="橢圓 1095">
                <a:extLst>
                  <a:ext uri="{FF2B5EF4-FFF2-40B4-BE49-F238E27FC236}">
                    <a16:creationId xmlns:a16="http://schemas.microsoft.com/office/drawing/2014/main" id="{FCD088FA-7A1B-4637-9632-FB13533C01AD}"/>
                  </a:ext>
                </a:extLst>
              </p:cNvPr>
              <p:cNvSpPr/>
              <p:nvPr/>
            </p:nvSpPr>
            <p:spPr>
              <a:xfrm>
                <a:off x="7613064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7" name="橢圓 1096">
                <a:extLst>
                  <a:ext uri="{FF2B5EF4-FFF2-40B4-BE49-F238E27FC236}">
                    <a16:creationId xmlns:a16="http://schemas.microsoft.com/office/drawing/2014/main" id="{8FF3FAFF-CAA0-4E3B-827E-E642A9EEFC3B}"/>
                  </a:ext>
                </a:extLst>
              </p:cNvPr>
              <p:cNvSpPr/>
              <p:nvPr/>
            </p:nvSpPr>
            <p:spPr>
              <a:xfrm>
                <a:off x="7696114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8" name="橢圓 1097">
                <a:extLst>
                  <a:ext uri="{FF2B5EF4-FFF2-40B4-BE49-F238E27FC236}">
                    <a16:creationId xmlns:a16="http://schemas.microsoft.com/office/drawing/2014/main" id="{E213DCE2-9BCD-4354-990B-EC7E2E797BDB}"/>
                  </a:ext>
                </a:extLst>
              </p:cNvPr>
              <p:cNvSpPr/>
              <p:nvPr/>
            </p:nvSpPr>
            <p:spPr>
              <a:xfrm>
                <a:off x="7772131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99" name="橢圓 1098">
                <a:extLst>
                  <a:ext uri="{FF2B5EF4-FFF2-40B4-BE49-F238E27FC236}">
                    <a16:creationId xmlns:a16="http://schemas.microsoft.com/office/drawing/2014/main" id="{071547B3-5F4B-4783-A97C-06B65D1AA098}"/>
                  </a:ext>
                </a:extLst>
              </p:cNvPr>
              <p:cNvSpPr/>
              <p:nvPr/>
            </p:nvSpPr>
            <p:spPr>
              <a:xfrm>
                <a:off x="7862031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0" name="橢圓 1099">
                <a:extLst>
                  <a:ext uri="{FF2B5EF4-FFF2-40B4-BE49-F238E27FC236}">
                    <a16:creationId xmlns:a16="http://schemas.microsoft.com/office/drawing/2014/main" id="{C8408820-DA3C-417D-A8BC-01005603580E}"/>
                  </a:ext>
                </a:extLst>
              </p:cNvPr>
              <p:cNvSpPr/>
              <p:nvPr/>
            </p:nvSpPr>
            <p:spPr>
              <a:xfrm>
                <a:off x="8176421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1" name="橢圓 1100">
                <a:extLst>
                  <a:ext uri="{FF2B5EF4-FFF2-40B4-BE49-F238E27FC236}">
                    <a16:creationId xmlns:a16="http://schemas.microsoft.com/office/drawing/2014/main" id="{589D2AD4-6B69-4724-9891-CD111D90F7F3}"/>
                  </a:ext>
                </a:extLst>
              </p:cNvPr>
              <p:cNvSpPr/>
              <p:nvPr/>
            </p:nvSpPr>
            <p:spPr>
              <a:xfrm>
                <a:off x="8281137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2" name="橢圓 1101">
                <a:extLst>
                  <a:ext uri="{FF2B5EF4-FFF2-40B4-BE49-F238E27FC236}">
                    <a16:creationId xmlns:a16="http://schemas.microsoft.com/office/drawing/2014/main" id="{3AFCC303-8480-4C14-AC41-BE5993534114}"/>
                  </a:ext>
                </a:extLst>
              </p:cNvPr>
              <p:cNvSpPr/>
              <p:nvPr/>
            </p:nvSpPr>
            <p:spPr>
              <a:xfrm>
                <a:off x="8366126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3" name="橢圓 1102">
                <a:extLst>
                  <a:ext uri="{FF2B5EF4-FFF2-40B4-BE49-F238E27FC236}">
                    <a16:creationId xmlns:a16="http://schemas.microsoft.com/office/drawing/2014/main" id="{03B3A2D2-4C51-4251-B9BB-11F81681F893}"/>
                  </a:ext>
                </a:extLst>
              </p:cNvPr>
              <p:cNvSpPr/>
              <p:nvPr/>
            </p:nvSpPr>
            <p:spPr>
              <a:xfrm>
                <a:off x="8463981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4" name="橢圓 1103">
                <a:extLst>
                  <a:ext uri="{FF2B5EF4-FFF2-40B4-BE49-F238E27FC236}">
                    <a16:creationId xmlns:a16="http://schemas.microsoft.com/office/drawing/2014/main" id="{79BD2044-3EB6-409E-91D8-D77814E52012}"/>
                  </a:ext>
                </a:extLst>
              </p:cNvPr>
              <p:cNvSpPr/>
              <p:nvPr/>
            </p:nvSpPr>
            <p:spPr>
              <a:xfrm>
                <a:off x="8563095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5" name="橢圓 1104">
                <a:extLst>
                  <a:ext uri="{FF2B5EF4-FFF2-40B4-BE49-F238E27FC236}">
                    <a16:creationId xmlns:a16="http://schemas.microsoft.com/office/drawing/2014/main" id="{CBDD6606-69A9-4A97-A6FA-4D637C6B590C}"/>
                  </a:ext>
                </a:extLst>
              </p:cNvPr>
              <p:cNvSpPr/>
              <p:nvPr/>
            </p:nvSpPr>
            <p:spPr>
              <a:xfrm>
                <a:off x="8642310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6" name="橢圓 1105">
                <a:extLst>
                  <a:ext uri="{FF2B5EF4-FFF2-40B4-BE49-F238E27FC236}">
                    <a16:creationId xmlns:a16="http://schemas.microsoft.com/office/drawing/2014/main" id="{03FC4DE5-86DA-4015-BA29-42B65CF7DEDA}"/>
                  </a:ext>
                </a:extLst>
              </p:cNvPr>
              <p:cNvSpPr/>
              <p:nvPr/>
            </p:nvSpPr>
            <p:spPr>
              <a:xfrm>
                <a:off x="8759532" y="2723702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7" name="橢圓 1106">
                <a:extLst>
                  <a:ext uri="{FF2B5EF4-FFF2-40B4-BE49-F238E27FC236}">
                    <a16:creationId xmlns:a16="http://schemas.microsoft.com/office/drawing/2014/main" id="{3018F487-C2E2-4309-A4CB-3B38B9A91B95}"/>
                  </a:ext>
                </a:extLst>
              </p:cNvPr>
              <p:cNvSpPr/>
              <p:nvPr/>
            </p:nvSpPr>
            <p:spPr>
              <a:xfrm>
                <a:off x="8821646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8" name="橢圓 1107">
                <a:extLst>
                  <a:ext uri="{FF2B5EF4-FFF2-40B4-BE49-F238E27FC236}">
                    <a16:creationId xmlns:a16="http://schemas.microsoft.com/office/drawing/2014/main" id="{E8FF20D6-3789-4D71-B3B7-E2327AE335A1}"/>
                  </a:ext>
                </a:extLst>
              </p:cNvPr>
              <p:cNvSpPr/>
              <p:nvPr/>
            </p:nvSpPr>
            <p:spPr>
              <a:xfrm>
                <a:off x="9290789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9" name="橢圓 1108">
                <a:extLst>
                  <a:ext uri="{FF2B5EF4-FFF2-40B4-BE49-F238E27FC236}">
                    <a16:creationId xmlns:a16="http://schemas.microsoft.com/office/drawing/2014/main" id="{C6ABA039-E12A-4F6B-B6E2-002501942310}"/>
                  </a:ext>
                </a:extLst>
              </p:cNvPr>
              <p:cNvSpPr/>
              <p:nvPr/>
            </p:nvSpPr>
            <p:spPr>
              <a:xfrm>
                <a:off x="9351947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0" name="橢圓 1109">
                <a:extLst>
                  <a:ext uri="{FF2B5EF4-FFF2-40B4-BE49-F238E27FC236}">
                    <a16:creationId xmlns:a16="http://schemas.microsoft.com/office/drawing/2014/main" id="{7802BCD3-F200-4785-8716-AC495A799ACE}"/>
                  </a:ext>
                </a:extLst>
              </p:cNvPr>
              <p:cNvSpPr/>
              <p:nvPr/>
            </p:nvSpPr>
            <p:spPr>
              <a:xfrm>
                <a:off x="9419114" y="2896406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1" name="橢圓 1110">
                <a:extLst>
                  <a:ext uri="{FF2B5EF4-FFF2-40B4-BE49-F238E27FC236}">
                    <a16:creationId xmlns:a16="http://schemas.microsoft.com/office/drawing/2014/main" id="{9D9752C7-2C73-426D-B1B8-22C343C80C81}"/>
                  </a:ext>
                </a:extLst>
              </p:cNvPr>
              <p:cNvSpPr/>
              <p:nvPr/>
            </p:nvSpPr>
            <p:spPr>
              <a:xfrm>
                <a:off x="9514847" y="2723702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2" name="橢圓 1111">
                <a:extLst>
                  <a:ext uri="{FF2B5EF4-FFF2-40B4-BE49-F238E27FC236}">
                    <a16:creationId xmlns:a16="http://schemas.microsoft.com/office/drawing/2014/main" id="{72EAF04E-E06C-468B-B46D-63B8D744923D}"/>
                  </a:ext>
                </a:extLst>
              </p:cNvPr>
              <p:cNvSpPr/>
              <p:nvPr/>
            </p:nvSpPr>
            <p:spPr>
              <a:xfrm>
                <a:off x="9755673" y="2896406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3" name="橢圓 1112">
                <a:extLst>
                  <a:ext uri="{FF2B5EF4-FFF2-40B4-BE49-F238E27FC236}">
                    <a16:creationId xmlns:a16="http://schemas.microsoft.com/office/drawing/2014/main" id="{CE92383D-451E-4A34-AEF7-492922B345EC}"/>
                  </a:ext>
                </a:extLst>
              </p:cNvPr>
              <p:cNvSpPr/>
              <p:nvPr/>
            </p:nvSpPr>
            <p:spPr>
              <a:xfrm>
                <a:off x="10263278" y="2262820"/>
                <a:ext cx="95676" cy="9366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14" name="直線接點 1113">
                <a:extLst>
                  <a:ext uri="{FF2B5EF4-FFF2-40B4-BE49-F238E27FC236}">
                    <a16:creationId xmlns:a16="http://schemas.microsoft.com/office/drawing/2014/main" id="{67EFEE04-86CE-4D50-AB95-D17A4ED292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4863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5" name="直線接點 1114">
                <a:extLst>
                  <a:ext uri="{FF2B5EF4-FFF2-40B4-BE49-F238E27FC236}">
                    <a16:creationId xmlns:a16="http://schemas.microsoft.com/office/drawing/2014/main" id="{6FAB238C-07FE-4C83-A63A-396B03A9F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17572" y="2850697"/>
                <a:ext cx="0" cy="495545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6" name="直線接點 1115">
                <a:extLst>
                  <a:ext uri="{FF2B5EF4-FFF2-40B4-BE49-F238E27FC236}">
                    <a16:creationId xmlns:a16="http://schemas.microsoft.com/office/drawing/2014/main" id="{89148DCF-AFDE-49AB-BFBF-8E6AA0FB8D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7436" y="2447693"/>
                <a:ext cx="0" cy="404336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7" name="直線接點 1116">
                <a:extLst>
                  <a:ext uri="{FF2B5EF4-FFF2-40B4-BE49-F238E27FC236}">
                    <a16:creationId xmlns:a16="http://schemas.microsoft.com/office/drawing/2014/main" id="{D4DF0F74-47E5-4CAD-ABE5-35A30BC8DC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9298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8" name="直線接點 1117">
                <a:extLst>
                  <a:ext uri="{FF2B5EF4-FFF2-40B4-BE49-F238E27FC236}">
                    <a16:creationId xmlns:a16="http://schemas.microsoft.com/office/drawing/2014/main" id="{98D1CB47-F354-4885-9716-E41A995D9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8882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9" name="直線接點 1118">
                <a:extLst>
                  <a:ext uri="{FF2B5EF4-FFF2-40B4-BE49-F238E27FC236}">
                    <a16:creationId xmlns:a16="http://schemas.microsoft.com/office/drawing/2014/main" id="{6CBBE07C-6842-440C-BA2F-86A695C45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2083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0" name="直線接點 1119">
                <a:extLst>
                  <a:ext uri="{FF2B5EF4-FFF2-40B4-BE49-F238E27FC236}">
                    <a16:creationId xmlns:a16="http://schemas.microsoft.com/office/drawing/2014/main" id="{06567C7A-8709-484E-863A-5720ACA9A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10031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1" name="直線接點 1120">
                <a:extLst>
                  <a:ext uri="{FF2B5EF4-FFF2-40B4-BE49-F238E27FC236}">
                    <a16:creationId xmlns:a16="http://schemas.microsoft.com/office/drawing/2014/main" id="{70124086-C28D-4CE0-A549-DA0DDF7CCB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1050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2" name="直線接點 1121">
                <a:extLst>
                  <a:ext uri="{FF2B5EF4-FFF2-40B4-BE49-F238E27FC236}">
                    <a16:creationId xmlns:a16="http://schemas.microsoft.com/office/drawing/2014/main" id="{8E3C1B6E-82E7-4C8F-81EE-9B853BAFE5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0902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3" name="直線接點 1122">
                <a:extLst>
                  <a:ext uri="{FF2B5EF4-FFF2-40B4-BE49-F238E27FC236}">
                    <a16:creationId xmlns:a16="http://schemas.microsoft.com/office/drawing/2014/main" id="{6D1E7750-0D88-419D-AD34-6DD610FDE0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3952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4" name="直線接點 1123">
                <a:extLst>
                  <a:ext uri="{FF2B5EF4-FFF2-40B4-BE49-F238E27FC236}">
                    <a16:creationId xmlns:a16="http://schemas.microsoft.com/office/drawing/2014/main" id="{E51562C0-3D6E-477E-9264-70A027927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9969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5" name="直線接點 1124">
                <a:extLst>
                  <a:ext uri="{FF2B5EF4-FFF2-40B4-BE49-F238E27FC236}">
                    <a16:creationId xmlns:a16="http://schemas.microsoft.com/office/drawing/2014/main" id="{FFC6AEEB-6B46-4FC6-B246-50761B2AB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9869" y="2817366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6" name="直線接點 1125">
                <a:extLst>
                  <a:ext uri="{FF2B5EF4-FFF2-40B4-BE49-F238E27FC236}">
                    <a16:creationId xmlns:a16="http://schemas.microsoft.com/office/drawing/2014/main" id="{BC00171F-91A0-4C9C-AB94-DE3F01430595}"/>
                  </a:ext>
                </a:extLst>
              </p:cNvPr>
              <p:cNvCxnSpPr>
                <a:cxnSpLocks/>
                <a:endCxn id="1092" idx="0"/>
              </p:cNvCxnSpPr>
              <p:nvPr/>
            </p:nvCxnSpPr>
            <p:spPr>
              <a:xfrm>
                <a:off x="6195482" y="2852029"/>
                <a:ext cx="0" cy="388883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7" name="直線接點 1126">
                <a:extLst>
                  <a:ext uri="{FF2B5EF4-FFF2-40B4-BE49-F238E27FC236}">
                    <a16:creationId xmlns:a16="http://schemas.microsoft.com/office/drawing/2014/main" id="{96E9032F-AEAF-45F4-B425-41457431A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1116" y="2336880"/>
                <a:ext cx="0" cy="515150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8" name="直線接點 1127">
                <a:extLst>
                  <a:ext uri="{FF2B5EF4-FFF2-40B4-BE49-F238E27FC236}">
                    <a16:creationId xmlns:a16="http://schemas.microsoft.com/office/drawing/2014/main" id="{9EE2A20D-B89E-40F6-B5F7-BA707FCE3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7370" y="2817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9" name="直線接點 1128">
                <a:extLst>
                  <a:ext uri="{FF2B5EF4-FFF2-40B4-BE49-F238E27FC236}">
                    <a16:creationId xmlns:a16="http://schemas.microsoft.com/office/drawing/2014/main" id="{D8CA228B-1BA0-48F7-8C99-CB1305E386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69484" y="2817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0" name="直線接點 1129">
                <a:extLst>
                  <a:ext uri="{FF2B5EF4-FFF2-40B4-BE49-F238E27FC236}">
                    <a16:creationId xmlns:a16="http://schemas.microsoft.com/office/drawing/2014/main" id="{D1D43E71-C352-4962-83F1-3DDDF4D15C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8627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1" name="直線接點 1130">
                <a:extLst>
                  <a:ext uri="{FF2B5EF4-FFF2-40B4-BE49-F238E27FC236}">
                    <a16:creationId xmlns:a16="http://schemas.microsoft.com/office/drawing/2014/main" id="{24F51ACA-8C0C-4358-9C69-1C9A19D86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99785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2" name="直線接點 1131">
                <a:extLst>
                  <a:ext uri="{FF2B5EF4-FFF2-40B4-BE49-F238E27FC236}">
                    <a16:creationId xmlns:a16="http://schemas.microsoft.com/office/drawing/2014/main" id="{580BF5D4-806C-461A-B18E-D1350BC4E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66952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3" name="直線接點 1132">
                <a:extLst>
                  <a:ext uri="{FF2B5EF4-FFF2-40B4-BE49-F238E27FC236}">
                    <a16:creationId xmlns:a16="http://schemas.microsoft.com/office/drawing/2014/main" id="{C9713B2A-A18E-4663-ADC8-A99869CC48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2685" y="2817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4" name="直線接點 1133">
                <a:extLst>
                  <a:ext uri="{FF2B5EF4-FFF2-40B4-BE49-F238E27FC236}">
                    <a16:creationId xmlns:a16="http://schemas.microsoft.com/office/drawing/2014/main" id="{F457047E-7F24-47CD-9683-2FA3F7031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11819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5" name="直線接點 1134">
                <a:extLst>
                  <a:ext uri="{FF2B5EF4-FFF2-40B4-BE49-F238E27FC236}">
                    <a16:creationId xmlns:a16="http://schemas.microsoft.com/office/drawing/2014/main" id="{8A114B2A-D3C3-471F-B7A3-A27A434B2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0933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6" name="直線接點 1135">
                <a:extLst>
                  <a:ext uri="{FF2B5EF4-FFF2-40B4-BE49-F238E27FC236}">
                    <a16:creationId xmlns:a16="http://schemas.microsoft.com/office/drawing/2014/main" id="{5A633D2A-2E55-4DBE-90F5-6F0FFFD593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0148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7" name="直線接點 1136">
                <a:extLst>
                  <a:ext uri="{FF2B5EF4-FFF2-40B4-BE49-F238E27FC236}">
                    <a16:creationId xmlns:a16="http://schemas.microsoft.com/office/drawing/2014/main" id="{6F4A9120-A22E-4AEE-8DAE-745B4D36C7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24259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8" name="直線接點 1137">
                <a:extLst>
                  <a:ext uri="{FF2B5EF4-FFF2-40B4-BE49-F238E27FC236}">
                    <a16:creationId xmlns:a16="http://schemas.microsoft.com/office/drawing/2014/main" id="{41FDD49B-BC3C-4445-8D2E-82F2192944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28975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9" name="直線接點 1138">
                <a:extLst>
                  <a:ext uri="{FF2B5EF4-FFF2-40B4-BE49-F238E27FC236}">
                    <a16:creationId xmlns:a16="http://schemas.microsoft.com/office/drawing/2014/main" id="{EF0AD1F8-0346-4D99-BE8C-1233B34EB7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3964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0" name="直線接點 1139">
                <a:extLst>
                  <a:ext uri="{FF2B5EF4-FFF2-40B4-BE49-F238E27FC236}">
                    <a16:creationId xmlns:a16="http://schemas.microsoft.com/office/drawing/2014/main" id="{CFA08BE1-0AD2-4026-BC81-AB2F47BC39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03511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1" name="直線接點 1140">
                <a:extLst>
                  <a:ext uri="{FF2B5EF4-FFF2-40B4-BE49-F238E27FC236}">
                    <a16:creationId xmlns:a16="http://schemas.microsoft.com/office/drawing/2014/main" id="{3F84F8FC-64F0-409D-9B92-4AE0D9B18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7403" y="286436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2" name="直線接點 1141">
                <a:extLst>
                  <a:ext uri="{FF2B5EF4-FFF2-40B4-BE49-F238E27FC236}">
                    <a16:creationId xmlns:a16="http://schemas.microsoft.com/office/drawing/2014/main" id="{7ECBFCF9-F424-423C-B5E0-AAFCB5811A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8025" y="2866742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3" name="直線接點 1142">
                <a:extLst>
                  <a:ext uri="{FF2B5EF4-FFF2-40B4-BE49-F238E27FC236}">
                    <a16:creationId xmlns:a16="http://schemas.microsoft.com/office/drawing/2014/main" id="{1ABD8AB0-0D3D-48EE-82B7-0EF4052E7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1987" y="2866742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4" name="直線接點 1143">
                <a:extLst>
                  <a:ext uri="{FF2B5EF4-FFF2-40B4-BE49-F238E27FC236}">
                    <a16:creationId xmlns:a16="http://schemas.microsoft.com/office/drawing/2014/main" id="{D65CEF61-BD9E-45D7-A534-9F9B4DE87D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6350" y="2866742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5" name="直線接點 1144">
                <a:extLst>
                  <a:ext uri="{FF2B5EF4-FFF2-40B4-BE49-F238E27FC236}">
                    <a16:creationId xmlns:a16="http://schemas.microsoft.com/office/drawing/2014/main" id="{D420E94C-5860-4CEF-A304-DE2730C3BB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2909" y="2866742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6" name="直線接點 352">
                <a:extLst>
                  <a:ext uri="{FF2B5EF4-FFF2-40B4-BE49-F238E27FC236}">
                    <a16:creationId xmlns:a16="http://schemas.microsoft.com/office/drawing/2014/main" id="{11193764-3DCB-47C1-BDDE-B83CC789F6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9236" y="2852027"/>
                <a:ext cx="9806681" cy="0"/>
              </a:xfrm>
              <a:prstGeom prst="line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7" name="橢圓 1146">
                <a:extLst>
                  <a:ext uri="{FF2B5EF4-FFF2-40B4-BE49-F238E27FC236}">
                    <a16:creationId xmlns:a16="http://schemas.microsoft.com/office/drawing/2014/main" id="{26EB1F1D-CA58-4830-899C-7D7D3ACE2FFD}"/>
                  </a:ext>
                </a:extLst>
              </p:cNvPr>
              <p:cNvSpPr/>
              <p:nvPr/>
            </p:nvSpPr>
            <p:spPr>
              <a:xfrm>
                <a:off x="10059858" y="2893128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148" name="直線接點 1147">
                <a:extLst>
                  <a:ext uri="{FF2B5EF4-FFF2-40B4-BE49-F238E27FC236}">
                    <a16:creationId xmlns:a16="http://schemas.microsoft.com/office/drawing/2014/main" id="{51F7F25E-82DA-4308-828A-6EAB61ABE2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07696" y="286108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49" name="文字方塊 1148">
                <a:extLst>
                  <a:ext uri="{FF2B5EF4-FFF2-40B4-BE49-F238E27FC236}">
                    <a16:creationId xmlns:a16="http://schemas.microsoft.com/office/drawing/2014/main" id="{44CB12B3-020A-4EB7-AE47-8719CAE7F338}"/>
                  </a:ext>
                </a:extLst>
              </p:cNvPr>
              <p:cNvSpPr txBox="1"/>
              <p:nvPr/>
            </p:nvSpPr>
            <p:spPr>
              <a:xfrm>
                <a:off x="1721055" y="3250646"/>
                <a:ext cx="27764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900"/>
                  <a:t>-6</a:t>
                </a:r>
                <a:endParaRPr lang="zh-TW" altLang="en-US" sz="900" dirty="0"/>
              </a:p>
            </p:txBody>
          </p:sp>
          <p:grpSp>
            <p:nvGrpSpPr>
              <p:cNvPr id="1150" name="群組 1149">
                <a:extLst>
                  <a:ext uri="{FF2B5EF4-FFF2-40B4-BE49-F238E27FC236}">
                    <a16:creationId xmlns:a16="http://schemas.microsoft.com/office/drawing/2014/main" id="{28E0D1FB-F4B2-448C-AE27-76C78AC67A66}"/>
                  </a:ext>
                </a:extLst>
              </p:cNvPr>
              <p:cNvGrpSpPr/>
              <p:nvPr/>
            </p:nvGrpSpPr>
            <p:grpSpPr>
              <a:xfrm>
                <a:off x="6481907" y="2712851"/>
                <a:ext cx="95676" cy="128325"/>
                <a:chOff x="7008799" y="2004793"/>
                <a:chExt cx="95676" cy="128325"/>
              </a:xfrm>
            </p:grpSpPr>
            <p:sp>
              <p:nvSpPr>
                <p:cNvPr id="1163" name="橢圓 1162">
                  <a:extLst>
                    <a:ext uri="{FF2B5EF4-FFF2-40B4-BE49-F238E27FC236}">
                      <a16:creationId xmlns:a16="http://schemas.microsoft.com/office/drawing/2014/main" id="{38EAE62A-39DA-4AA9-834B-0A0E6AC338EA}"/>
                    </a:ext>
                  </a:extLst>
                </p:cNvPr>
                <p:cNvSpPr/>
                <p:nvPr/>
              </p:nvSpPr>
              <p:spPr>
                <a:xfrm>
                  <a:off x="7008799" y="2004793"/>
                  <a:ext cx="95676" cy="9366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1164" name="直線接點 1163">
                  <a:extLst>
                    <a:ext uri="{FF2B5EF4-FFF2-40B4-BE49-F238E27FC236}">
                      <a16:creationId xmlns:a16="http://schemas.microsoft.com/office/drawing/2014/main" id="{6CC13862-F6B2-4131-B208-44A5997255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56637" y="2098457"/>
                  <a:ext cx="0" cy="34661"/>
                </a:xfrm>
                <a:prstGeom prst="line">
                  <a:avLst/>
                </a:prstGeom>
                <a:ln w="28575">
                  <a:solidFill>
                    <a:srgbClr val="7F7F7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1" name="群組 1150">
                <a:extLst>
                  <a:ext uri="{FF2B5EF4-FFF2-40B4-BE49-F238E27FC236}">
                    <a16:creationId xmlns:a16="http://schemas.microsoft.com/office/drawing/2014/main" id="{6CAC37EC-EF04-43F3-9331-1B0E7D056CD1}"/>
                  </a:ext>
                </a:extLst>
              </p:cNvPr>
              <p:cNvGrpSpPr/>
              <p:nvPr/>
            </p:nvGrpSpPr>
            <p:grpSpPr>
              <a:xfrm>
                <a:off x="6371592" y="2864367"/>
                <a:ext cx="95676" cy="125703"/>
                <a:chOff x="6674273" y="2145458"/>
                <a:chExt cx="95676" cy="125703"/>
              </a:xfrm>
            </p:grpSpPr>
            <p:sp>
              <p:nvSpPr>
                <p:cNvPr id="1161" name="橢圓 1160">
                  <a:extLst>
                    <a:ext uri="{FF2B5EF4-FFF2-40B4-BE49-F238E27FC236}">
                      <a16:creationId xmlns:a16="http://schemas.microsoft.com/office/drawing/2014/main" id="{90BAAC03-5DDF-4DCC-A3DA-2433A991E2BE}"/>
                    </a:ext>
                  </a:extLst>
                </p:cNvPr>
                <p:cNvSpPr/>
                <p:nvPr/>
              </p:nvSpPr>
              <p:spPr>
                <a:xfrm>
                  <a:off x="6674273" y="2177497"/>
                  <a:ext cx="95676" cy="9366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162" name="直線接點 1161">
                  <a:extLst>
                    <a:ext uri="{FF2B5EF4-FFF2-40B4-BE49-F238E27FC236}">
                      <a16:creationId xmlns:a16="http://schemas.microsoft.com/office/drawing/2014/main" id="{0EB73AD9-5F71-4C28-BE70-54CFBB7B4E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2111" y="2145458"/>
                  <a:ext cx="0" cy="34661"/>
                </a:xfrm>
                <a:prstGeom prst="line">
                  <a:avLst/>
                </a:prstGeom>
                <a:ln w="28575">
                  <a:solidFill>
                    <a:srgbClr val="7F7F7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2" name="群組 1151">
                <a:extLst>
                  <a:ext uri="{FF2B5EF4-FFF2-40B4-BE49-F238E27FC236}">
                    <a16:creationId xmlns:a16="http://schemas.microsoft.com/office/drawing/2014/main" id="{E6A32E6A-C86C-463D-AE93-FCF07A3DA0AB}"/>
                  </a:ext>
                </a:extLst>
              </p:cNvPr>
              <p:cNvGrpSpPr/>
              <p:nvPr/>
            </p:nvGrpSpPr>
            <p:grpSpPr>
              <a:xfrm>
                <a:off x="6399223" y="2864367"/>
                <a:ext cx="95676" cy="125703"/>
                <a:chOff x="6674273" y="2145458"/>
                <a:chExt cx="95676" cy="125703"/>
              </a:xfrm>
            </p:grpSpPr>
            <p:sp>
              <p:nvSpPr>
                <p:cNvPr id="1159" name="橢圓 1158">
                  <a:extLst>
                    <a:ext uri="{FF2B5EF4-FFF2-40B4-BE49-F238E27FC236}">
                      <a16:creationId xmlns:a16="http://schemas.microsoft.com/office/drawing/2014/main" id="{820B7860-16E5-4575-A462-9A731D444D76}"/>
                    </a:ext>
                  </a:extLst>
                </p:cNvPr>
                <p:cNvSpPr/>
                <p:nvPr/>
              </p:nvSpPr>
              <p:spPr>
                <a:xfrm>
                  <a:off x="6674273" y="2177497"/>
                  <a:ext cx="95676" cy="9366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160" name="直線接點 1159">
                  <a:extLst>
                    <a:ext uri="{FF2B5EF4-FFF2-40B4-BE49-F238E27FC236}">
                      <a16:creationId xmlns:a16="http://schemas.microsoft.com/office/drawing/2014/main" id="{259B7F58-254D-4EE3-9652-1D09657AA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2111" y="2145458"/>
                  <a:ext cx="0" cy="34661"/>
                </a:xfrm>
                <a:prstGeom prst="line">
                  <a:avLst/>
                </a:prstGeom>
                <a:ln w="28575">
                  <a:solidFill>
                    <a:srgbClr val="7F7F7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3" name="群組 1152">
                <a:extLst>
                  <a:ext uri="{FF2B5EF4-FFF2-40B4-BE49-F238E27FC236}">
                    <a16:creationId xmlns:a16="http://schemas.microsoft.com/office/drawing/2014/main" id="{FF663C9A-3A18-4F10-BBD5-EE819ED9DA08}"/>
                  </a:ext>
                </a:extLst>
              </p:cNvPr>
              <p:cNvGrpSpPr/>
              <p:nvPr/>
            </p:nvGrpSpPr>
            <p:grpSpPr>
              <a:xfrm>
                <a:off x="6447689" y="2712851"/>
                <a:ext cx="95676" cy="128325"/>
                <a:chOff x="7008799" y="2004793"/>
                <a:chExt cx="95676" cy="128325"/>
              </a:xfrm>
            </p:grpSpPr>
            <p:sp>
              <p:nvSpPr>
                <p:cNvPr id="1157" name="橢圓 1156">
                  <a:extLst>
                    <a:ext uri="{FF2B5EF4-FFF2-40B4-BE49-F238E27FC236}">
                      <a16:creationId xmlns:a16="http://schemas.microsoft.com/office/drawing/2014/main" id="{A7AEC8B6-89A7-490E-BDD8-8F48D753C083}"/>
                    </a:ext>
                  </a:extLst>
                </p:cNvPr>
                <p:cNvSpPr/>
                <p:nvPr/>
              </p:nvSpPr>
              <p:spPr>
                <a:xfrm>
                  <a:off x="7008799" y="2004793"/>
                  <a:ext cx="95676" cy="9366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cxnSp>
              <p:nvCxnSpPr>
                <p:cNvPr id="1158" name="直線接點 1157">
                  <a:extLst>
                    <a:ext uri="{FF2B5EF4-FFF2-40B4-BE49-F238E27FC236}">
                      <a16:creationId xmlns:a16="http://schemas.microsoft.com/office/drawing/2014/main" id="{27D0ECCB-1464-4C42-9EC9-6498419042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56637" y="2098457"/>
                  <a:ext cx="0" cy="34661"/>
                </a:xfrm>
                <a:prstGeom prst="line">
                  <a:avLst/>
                </a:prstGeom>
                <a:ln w="28575">
                  <a:solidFill>
                    <a:srgbClr val="7F7F7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4" name="群組 1153">
                <a:extLst>
                  <a:ext uri="{FF2B5EF4-FFF2-40B4-BE49-F238E27FC236}">
                    <a16:creationId xmlns:a16="http://schemas.microsoft.com/office/drawing/2014/main" id="{6094C593-384C-4BC8-BD9B-E06E08A598DA}"/>
                  </a:ext>
                </a:extLst>
              </p:cNvPr>
              <p:cNvGrpSpPr/>
              <p:nvPr/>
            </p:nvGrpSpPr>
            <p:grpSpPr>
              <a:xfrm>
                <a:off x="6855652" y="2864367"/>
                <a:ext cx="95676" cy="125703"/>
                <a:chOff x="6674273" y="2145458"/>
                <a:chExt cx="95676" cy="125703"/>
              </a:xfrm>
            </p:grpSpPr>
            <p:sp>
              <p:nvSpPr>
                <p:cNvPr id="1155" name="橢圓 1154">
                  <a:extLst>
                    <a:ext uri="{FF2B5EF4-FFF2-40B4-BE49-F238E27FC236}">
                      <a16:creationId xmlns:a16="http://schemas.microsoft.com/office/drawing/2014/main" id="{043620D1-D091-4242-9937-F90A8428DA62}"/>
                    </a:ext>
                  </a:extLst>
                </p:cNvPr>
                <p:cNvSpPr/>
                <p:nvPr/>
              </p:nvSpPr>
              <p:spPr>
                <a:xfrm>
                  <a:off x="6674273" y="2177497"/>
                  <a:ext cx="95676" cy="93664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156" name="直線接點 1155">
                  <a:extLst>
                    <a:ext uri="{FF2B5EF4-FFF2-40B4-BE49-F238E27FC236}">
                      <a16:creationId xmlns:a16="http://schemas.microsoft.com/office/drawing/2014/main" id="{960440F5-56F9-4256-A211-024C53DA85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22111" y="2145458"/>
                  <a:ext cx="0" cy="34661"/>
                </a:xfrm>
                <a:prstGeom prst="line">
                  <a:avLst/>
                </a:prstGeom>
                <a:ln w="28575">
                  <a:solidFill>
                    <a:srgbClr val="7F7F7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86" name="橢圓 1085">
                <a:extLst>
                  <a:ext uri="{FF2B5EF4-FFF2-40B4-BE49-F238E27FC236}">
                    <a16:creationId xmlns:a16="http://schemas.microsoft.com/office/drawing/2014/main" id="{90DB1B6A-B516-4D8F-9F0E-8443D0519F41}"/>
                  </a:ext>
                </a:extLst>
              </p:cNvPr>
              <p:cNvSpPr/>
              <p:nvPr/>
            </p:nvSpPr>
            <p:spPr>
              <a:xfrm>
                <a:off x="4590187" y="2896406"/>
                <a:ext cx="95676" cy="9366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166" name="橢圓 1165">
              <a:extLst>
                <a:ext uri="{FF2B5EF4-FFF2-40B4-BE49-F238E27FC236}">
                  <a16:creationId xmlns:a16="http://schemas.microsoft.com/office/drawing/2014/main" id="{FDC6BD43-A597-4937-8A8D-5E2172F33156}"/>
                </a:ext>
              </a:extLst>
            </p:cNvPr>
            <p:cNvSpPr/>
            <p:nvPr/>
          </p:nvSpPr>
          <p:spPr>
            <a:xfrm>
              <a:off x="4488132" y="1692748"/>
              <a:ext cx="280981" cy="2750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7" name="橢圓 1166">
              <a:extLst>
                <a:ext uri="{FF2B5EF4-FFF2-40B4-BE49-F238E27FC236}">
                  <a16:creationId xmlns:a16="http://schemas.microsoft.com/office/drawing/2014/main" id="{96803193-E59C-4587-9933-65FDA8D3C41E}"/>
                </a:ext>
              </a:extLst>
            </p:cNvPr>
            <p:cNvSpPr/>
            <p:nvPr/>
          </p:nvSpPr>
          <p:spPr>
            <a:xfrm>
              <a:off x="7269093" y="1514292"/>
              <a:ext cx="280981" cy="2750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69" name="直線單箭頭接點 1168">
              <a:extLst>
                <a:ext uri="{FF2B5EF4-FFF2-40B4-BE49-F238E27FC236}">
                  <a16:creationId xmlns:a16="http://schemas.microsoft.com/office/drawing/2014/main" id="{ADC5BEFA-6C86-4756-B7B5-A32EEEE49669}"/>
                </a:ext>
              </a:extLst>
            </p:cNvPr>
            <p:cNvCxnSpPr>
              <a:cxnSpLocks/>
            </p:cNvCxnSpPr>
            <p:nvPr/>
          </p:nvCxnSpPr>
          <p:spPr>
            <a:xfrm>
              <a:off x="7479711" y="1651828"/>
              <a:ext cx="757509" cy="0"/>
            </a:xfrm>
            <a:prstGeom prst="straightConnector1">
              <a:avLst/>
            </a:prstGeom>
            <a:ln w="38100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1" name="文字方塊 1170">
              <a:extLst>
                <a:ext uri="{FF2B5EF4-FFF2-40B4-BE49-F238E27FC236}">
                  <a16:creationId xmlns:a16="http://schemas.microsoft.com/office/drawing/2014/main" id="{DB0720E9-36C7-4E51-83C8-E24BF588687B}"/>
                </a:ext>
              </a:extLst>
            </p:cNvPr>
            <p:cNvSpPr txBox="1"/>
            <p:nvPr/>
          </p:nvSpPr>
          <p:spPr>
            <a:xfrm>
              <a:off x="4433237" y="141202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r>
                <a:rPr lang="zh-TW" altLang="en-US" dirty="0"/>
                <a:t>✕</a:t>
              </a:r>
            </a:p>
          </p:txBody>
        </p:sp>
        <p:cxnSp>
          <p:nvCxnSpPr>
            <p:cNvPr id="1173" name="直線單箭頭接點 1172">
              <a:extLst>
                <a:ext uri="{FF2B5EF4-FFF2-40B4-BE49-F238E27FC236}">
                  <a16:creationId xmlns:a16="http://schemas.microsoft.com/office/drawing/2014/main" id="{D695B48F-06C1-4994-A1DF-D78DD979A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9183" y="1352106"/>
              <a:ext cx="650415" cy="470167"/>
            </a:xfrm>
            <a:prstGeom prst="straightConnector1">
              <a:avLst/>
            </a:prstGeom>
            <a:ln w="38100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4" name="文字方塊 1173">
              <a:extLst>
                <a:ext uri="{FF2B5EF4-FFF2-40B4-BE49-F238E27FC236}">
                  <a16:creationId xmlns:a16="http://schemas.microsoft.com/office/drawing/2014/main" id="{67BE382E-FFFD-48F2-AA02-D66F6FA6E09F}"/>
                </a:ext>
              </a:extLst>
            </p:cNvPr>
            <p:cNvSpPr txBox="1"/>
            <p:nvPr/>
          </p:nvSpPr>
          <p:spPr>
            <a:xfrm>
              <a:off x="7228806" y="120153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>
                  <a:solidFill>
                    <a:srgbClr val="C55A11"/>
                  </a:solidFill>
                </a:rPr>
                <a:t>✓</a:t>
              </a:r>
            </a:p>
          </p:txBody>
        </p:sp>
      </p:grpSp>
      <p:sp>
        <p:nvSpPr>
          <p:cNvPr id="1176" name="文字方塊 1175">
            <a:extLst>
              <a:ext uri="{FF2B5EF4-FFF2-40B4-BE49-F238E27FC236}">
                <a16:creationId xmlns:a16="http://schemas.microsoft.com/office/drawing/2014/main" id="{FDC8F2EE-0D49-4F84-829A-8B76434CCE5B}"/>
              </a:ext>
            </a:extLst>
          </p:cNvPr>
          <p:cNvSpPr txBox="1"/>
          <p:nvPr/>
        </p:nvSpPr>
        <p:spPr>
          <a:xfrm>
            <a:off x="194190" y="2781198"/>
            <a:ext cx="332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Amplify Gentle Clipping</a:t>
            </a:r>
            <a:r>
              <a:rPr lang="zh-TW" altLang="en-US" dirty="0"/>
              <a:t> </a:t>
            </a:r>
            <a:r>
              <a:rPr lang="en-US" altLang="zh-TW" dirty="0"/>
              <a:t>(i.e. w=6)</a:t>
            </a:r>
            <a:endParaRPr lang="zh-TW" altLang="en-US" dirty="0"/>
          </a:p>
        </p:txBody>
      </p:sp>
      <p:cxnSp>
        <p:nvCxnSpPr>
          <p:cNvPr id="1178" name="直線接點 352">
            <a:extLst>
              <a:ext uri="{FF2B5EF4-FFF2-40B4-BE49-F238E27FC236}">
                <a16:creationId xmlns:a16="http://schemas.microsoft.com/office/drawing/2014/main" id="{1753B278-E6A5-4B4A-80D9-DBD613A7B06E}"/>
              </a:ext>
            </a:extLst>
          </p:cNvPr>
          <p:cNvCxnSpPr>
            <a:cxnSpLocks/>
          </p:cNvCxnSpPr>
          <p:nvPr/>
        </p:nvCxnSpPr>
        <p:spPr>
          <a:xfrm>
            <a:off x="1999236" y="6490260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9" name="直線接點 352">
            <a:extLst>
              <a:ext uri="{FF2B5EF4-FFF2-40B4-BE49-F238E27FC236}">
                <a16:creationId xmlns:a16="http://schemas.microsoft.com/office/drawing/2014/main" id="{5373D49C-86D2-456D-B74D-73AEC65A4E48}"/>
              </a:ext>
            </a:extLst>
          </p:cNvPr>
          <p:cNvCxnSpPr>
            <a:cxnSpLocks/>
          </p:cNvCxnSpPr>
          <p:nvPr/>
        </p:nvCxnSpPr>
        <p:spPr>
          <a:xfrm>
            <a:off x="1999236" y="5433444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0" name="直線接點 352">
            <a:extLst>
              <a:ext uri="{FF2B5EF4-FFF2-40B4-BE49-F238E27FC236}">
                <a16:creationId xmlns:a16="http://schemas.microsoft.com/office/drawing/2014/main" id="{4DEEC13F-6912-40D6-A8A7-9F755AC0E409}"/>
              </a:ext>
            </a:extLst>
          </p:cNvPr>
          <p:cNvCxnSpPr>
            <a:cxnSpLocks/>
          </p:cNvCxnSpPr>
          <p:nvPr/>
        </p:nvCxnSpPr>
        <p:spPr>
          <a:xfrm>
            <a:off x="1999236" y="5614372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1" name="直線接點 352">
            <a:extLst>
              <a:ext uri="{FF2B5EF4-FFF2-40B4-BE49-F238E27FC236}">
                <a16:creationId xmlns:a16="http://schemas.microsoft.com/office/drawing/2014/main" id="{855172AD-C1ED-41E0-9DC8-6DEA730A7BE2}"/>
              </a:ext>
            </a:extLst>
          </p:cNvPr>
          <p:cNvCxnSpPr>
            <a:cxnSpLocks/>
          </p:cNvCxnSpPr>
          <p:nvPr/>
        </p:nvCxnSpPr>
        <p:spPr>
          <a:xfrm>
            <a:off x="1999236" y="5795301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直線接點 352">
            <a:extLst>
              <a:ext uri="{FF2B5EF4-FFF2-40B4-BE49-F238E27FC236}">
                <a16:creationId xmlns:a16="http://schemas.microsoft.com/office/drawing/2014/main" id="{50F49A34-BF45-4DF0-9B12-9A8B76E96E64}"/>
              </a:ext>
            </a:extLst>
          </p:cNvPr>
          <p:cNvCxnSpPr>
            <a:cxnSpLocks/>
          </p:cNvCxnSpPr>
          <p:nvPr/>
        </p:nvCxnSpPr>
        <p:spPr>
          <a:xfrm>
            <a:off x="1999236" y="6157158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3" name="直線接點 352">
            <a:extLst>
              <a:ext uri="{FF2B5EF4-FFF2-40B4-BE49-F238E27FC236}">
                <a16:creationId xmlns:a16="http://schemas.microsoft.com/office/drawing/2014/main" id="{853BDD23-4CFA-45CD-962B-FA2D41499E28}"/>
              </a:ext>
            </a:extLst>
          </p:cNvPr>
          <p:cNvCxnSpPr>
            <a:cxnSpLocks/>
          </p:cNvCxnSpPr>
          <p:nvPr/>
        </p:nvCxnSpPr>
        <p:spPr>
          <a:xfrm>
            <a:off x="1999236" y="6338086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4" name="文字方塊 1183">
            <a:extLst>
              <a:ext uri="{FF2B5EF4-FFF2-40B4-BE49-F238E27FC236}">
                <a16:creationId xmlns:a16="http://schemas.microsoft.com/office/drawing/2014/main" id="{CA0A566F-D949-49AF-9083-CAAAD6D76A50}"/>
              </a:ext>
            </a:extLst>
          </p:cNvPr>
          <p:cNvSpPr txBox="1"/>
          <p:nvPr/>
        </p:nvSpPr>
        <p:spPr>
          <a:xfrm>
            <a:off x="1756321" y="531802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6</a:t>
            </a:r>
            <a:endParaRPr lang="zh-TW" altLang="en-US" sz="900" dirty="0"/>
          </a:p>
        </p:txBody>
      </p:sp>
      <p:sp>
        <p:nvSpPr>
          <p:cNvPr id="1185" name="文字方塊 1184">
            <a:extLst>
              <a:ext uri="{FF2B5EF4-FFF2-40B4-BE49-F238E27FC236}">
                <a16:creationId xmlns:a16="http://schemas.microsoft.com/office/drawing/2014/main" id="{D8F49383-19E3-4773-81FE-77AF43937498}"/>
              </a:ext>
            </a:extLst>
          </p:cNvPr>
          <p:cNvSpPr txBox="1"/>
          <p:nvPr/>
        </p:nvSpPr>
        <p:spPr>
          <a:xfrm>
            <a:off x="1756321" y="5498957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4</a:t>
            </a:r>
            <a:endParaRPr lang="zh-TW" altLang="en-US" sz="900" dirty="0"/>
          </a:p>
        </p:txBody>
      </p:sp>
      <p:sp>
        <p:nvSpPr>
          <p:cNvPr id="1186" name="文字方塊 1185">
            <a:extLst>
              <a:ext uri="{FF2B5EF4-FFF2-40B4-BE49-F238E27FC236}">
                <a16:creationId xmlns:a16="http://schemas.microsoft.com/office/drawing/2014/main" id="{0C992D28-E78F-429B-A67F-7B58E36BEBD7}"/>
              </a:ext>
            </a:extLst>
          </p:cNvPr>
          <p:cNvSpPr txBox="1"/>
          <p:nvPr/>
        </p:nvSpPr>
        <p:spPr>
          <a:xfrm>
            <a:off x="1756321" y="5679886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2</a:t>
            </a:r>
            <a:endParaRPr lang="zh-TW" altLang="en-US" sz="900" dirty="0"/>
          </a:p>
        </p:txBody>
      </p:sp>
      <p:sp>
        <p:nvSpPr>
          <p:cNvPr id="1187" name="文字方塊 1186">
            <a:extLst>
              <a:ext uri="{FF2B5EF4-FFF2-40B4-BE49-F238E27FC236}">
                <a16:creationId xmlns:a16="http://schemas.microsoft.com/office/drawing/2014/main" id="{4A7ADEBB-E27A-4344-93AC-ACF304499DA5}"/>
              </a:ext>
            </a:extLst>
          </p:cNvPr>
          <p:cNvSpPr txBox="1"/>
          <p:nvPr/>
        </p:nvSpPr>
        <p:spPr>
          <a:xfrm>
            <a:off x="1756321" y="5860814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0</a:t>
            </a:r>
            <a:endParaRPr lang="zh-TW" altLang="en-US" sz="900" dirty="0"/>
          </a:p>
        </p:txBody>
      </p:sp>
      <p:sp>
        <p:nvSpPr>
          <p:cNvPr id="1188" name="文字方塊 1187">
            <a:extLst>
              <a:ext uri="{FF2B5EF4-FFF2-40B4-BE49-F238E27FC236}">
                <a16:creationId xmlns:a16="http://schemas.microsoft.com/office/drawing/2014/main" id="{8682EF6F-C2FA-4EEC-95CF-44DC98FDFE0F}"/>
              </a:ext>
            </a:extLst>
          </p:cNvPr>
          <p:cNvSpPr txBox="1"/>
          <p:nvPr/>
        </p:nvSpPr>
        <p:spPr>
          <a:xfrm>
            <a:off x="1721055" y="6041742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-2</a:t>
            </a:r>
            <a:endParaRPr lang="zh-TW" altLang="en-US" sz="900" dirty="0"/>
          </a:p>
        </p:txBody>
      </p:sp>
      <p:sp>
        <p:nvSpPr>
          <p:cNvPr id="1189" name="文字方塊 1188">
            <a:extLst>
              <a:ext uri="{FF2B5EF4-FFF2-40B4-BE49-F238E27FC236}">
                <a16:creationId xmlns:a16="http://schemas.microsoft.com/office/drawing/2014/main" id="{AE9F9672-BFF8-4B63-A793-961E56DF4450}"/>
              </a:ext>
            </a:extLst>
          </p:cNvPr>
          <p:cNvSpPr txBox="1"/>
          <p:nvPr/>
        </p:nvSpPr>
        <p:spPr>
          <a:xfrm>
            <a:off x="1721055" y="6222670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-4</a:t>
            </a:r>
            <a:endParaRPr lang="zh-TW" altLang="en-US" sz="900" dirty="0"/>
          </a:p>
        </p:txBody>
      </p:sp>
      <p:sp>
        <p:nvSpPr>
          <p:cNvPr id="1190" name="橢圓 1189">
            <a:extLst>
              <a:ext uri="{FF2B5EF4-FFF2-40B4-BE49-F238E27FC236}">
                <a16:creationId xmlns:a16="http://schemas.microsoft.com/office/drawing/2014/main" id="{5B723102-126B-4A78-9CAE-D26301B07247}"/>
              </a:ext>
            </a:extLst>
          </p:cNvPr>
          <p:cNvSpPr/>
          <p:nvPr/>
        </p:nvSpPr>
        <p:spPr>
          <a:xfrm>
            <a:off x="2247025" y="584790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1" name="橢圓 1190">
            <a:extLst>
              <a:ext uri="{FF2B5EF4-FFF2-40B4-BE49-F238E27FC236}">
                <a16:creationId xmlns:a16="http://schemas.microsoft.com/office/drawing/2014/main" id="{B2CAFDC3-65C5-43E8-87A2-1781B4A23A45}"/>
              </a:ext>
            </a:extLst>
          </p:cNvPr>
          <p:cNvSpPr/>
          <p:nvPr/>
        </p:nvSpPr>
        <p:spPr>
          <a:xfrm>
            <a:off x="3369734" y="644685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2" name="橢圓 1191">
            <a:extLst>
              <a:ext uri="{FF2B5EF4-FFF2-40B4-BE49-F238E27FC236}">
                <a16:creationId xmlns:a16="http://schemas.microsoft.com/office/drawing/2014/main" id="{7F337A39-834C-4739-B080-771B8F9D2A5B}"/>
              </a:ext>
            </a:extLst>
          </p:cNvPr>
          <p:cNvSpPr/>
          <p:nvPr/>
        </p:nvSpPr>
        <p:spPr>
          <a:xfrm>
            <a:off x="4001460" y="584790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3" name="橢圓 1192">
            <a:extLst>
              <a:ext uri="{FF2B5EF4-FFF2-40B4-BE49-F238E27FC236}">
                <a16:creationId xmlns:a16="http://schemas.microsoft.com/office/drawing/2014/main" id="{238DC423-9B42-47D3-BF2A-8F1894AF3F49}"/>
              </a:ext>
            </a:extLst>
          </p:cNvPr>
          <p:cNvSpPr/>
          <p:nvPr/>
        </p:nvSpPr>
        <p:spPr>
          <a:xfrm>
            <a:off x="4121044" y="584790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4" name="橢圓 1193">
            <a:extLst>
              <a:ext uri="{FF2B5EF4-FFF2-40B4-BE49-F238E27FC236}">
                <a16:creationId xmlns:a16="http://schemas.microsoft.com/office/drawing/2014/main" id="{6E9F8CA9-6A84-4B85-8E12-9B1F87536C79}"/>
              </a:ext>
            </a:extLst>
          </p:cNvPr>
          <p:cNvSpPr/>
          <p:nvPr/>
        </p:nvSpPr>
        <p:spPr>
          <a:xfrm>
            <a:off x="4590187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5" name="橢圓 1194">
            <a:extLst>
              <a:ext uri="{FF2B5EF4-FFF2-40B4-BE49-F238E27FC236}">
                <a16:creationId xmlns:a16="http://schemas.microsoft.com/office/drawing/2014/main" id="{E389ECD4-98AC-4F0D-9A26-B63188F4BA59}"/>
              </a:ext>
            </a:extLst>
          </p:cNvPr>
          <p:cNvSpPr/>
          <p:nvPr/>
        </p:nvSpPr>
        <p:spPr>
          <a:xfrm>
            <a:off x="4654149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6" name="橢圓 1195">
            <a:extLst>
              <a:ext uri="{FF2B5EF4-FFF2-40B4-BE49-F238E27FC236}">
                <a16:creationId xmlns:a16="http://schemas.microsoft.com/office/drawing/2014/main" id="{44606C45-EA13-4F90-AA40-115635F23212}"/>
              </a:ext>
            </a:extLst>
          </p:cNvPr>
          <p:cNvSpPr/>
          <p:nvPr/>
        </p:nvSpPr>
        <p:spPr>
          <a:xfrm>
            <a:off x="4718512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7" name="橢圓 1196">
            <a:extLst>
              <a:ext uri="{FF2B5EF4-FFF2-40B4-BE49-F238E27FC236}">
                <a16:creationId xmlns:a16="http://schemas.microsoft.com/office/drawing/2014/main" id="{032E5194-F380-4B80-B779-506F94773F29}"/>
              </a:ext>
            </a:extLst>
          </p:cNvPr>
          <p:cNvSpPr/>
          <p:nvPr/>
        </p:nvSpPr>
        <p:spPr>
          <a:xfrm>
            <a:off x="4814245" y="584790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8" name="橢圓 1197">
            <a:extLst>
              <a:ext uri="{FF2B5EF4-FFF2-40B4-BE49-F238E27FC236}">
                <a16:creationId xmlns:a16="http://schemas.microsoft.com/office/drawing/2014/main" id="{8D252B9A-A3EC-4870-BE48-A246BDB6B153}"/>
              </a:ext>
            </a:extLst>
          </p:cNvPr>
          <p:cNvSpPr/>
          <p:nvPr/>
        </p:nvSpPr>
        <p:spPr>
          <a:xfrm>
            <a:off x="5055071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9" name="橢圓 1198">
            <a:extLst>
              <a:ext uri="{FF2B5EF4-FFF2-40B4-BE49-F238E27FC236}">
                <a16:creationId xmlns:a16="http://schemas.microsoft.com/office/drawing/2014/main" id="{322ECBD7-769F-48A9-BA10-053086E442F2}"/>
              </a:ext>
            </a:extLst>
          </p:cNvPr>
          <p:cNvSpPr/>
          <p:nvPr/>
        </p:nvSpPr>
        <p:spPr>
          <a:xfrm>
            <a:off x="5349598" y="548754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0" name="橢圓 1199">
            <a:extLst>
              <a:ext uri="{FF2B5EF4-FFF2-40B4-BE49-F238E27FC236}">
                <a16:creationId xmlns:a16="http://schemas.microsoft.com/office/drawing/2014/main" id="{7DFB2D75-A1D6-4442-9384-9BE503BD5A2F}"/>
              </a:ext>
            </a:extLst>
          </p:cNvPr>
          <p:cNvSpPr/>
          <p:nvPr/>
        </p:nvSpPr>
        <p:spPr>
          <a:xfrm>
            <a:off x="6147644" y="636511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1" name="橢圓 1200">
            <a:extLst>
              <a:ext uri="{FF2B5EF4-FFF2-40B4-BE49-F238E27FC236}">
                <a16:creationId xmlns:a16="http://schemas.microsoft.com/office/drawing/2014/main" id="{BE11B8F0-76A2-41CE-9583-B92EBAE4502F}"/>
              </a:ext>
            </a:extLst>
          </p:cNvPr>
          <p:cNvSpPr/>
          <p:nvPr/>
        </p:nvSpPr>
        <p:spPr>
          <a:xfrm>
            <a:off x="6989565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2" name="橢圓 1201">
            <a:extLst>
              <a:ext uri="{FF2B5EF4-FFF2-40B4-BE49-F238E27FC236}">
                <a16:creationId xmlns:a16="http://schemas.microsoft.com/office/drawing/2014/main" id="{F4455B5F-8D2E-49B9-B835-9C37254A8397}"/>
              </a:ext>
            </a:extLst>
          </p:cNvPr>
          <p:cNvSpPr/>
          <p:nvPr/>
        </p:nvSpPr>
        <p:spPr>
          <a:xfrm>
            <a:off x="7362193" y="5385740"/>
            <a:ext cx="95676" cy="936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03" name="橢圓 1202">
            <a:extLst>
              <a:ext uri="{FF2B5EF4-FFF2-40B4-BE49-F238E27FC236}">
                <a16:creationId xmlns:a16="http://schemas.microsoft.com/office/drawing/2014/main" id="{9A298DAB-F83D-4D7C-81F2-C3F715E5D040}"/>
              </a:ext>
            </a:extLst>
          </p:cNvPr>
          <p:cNvSpPr/>
          <p:nvPr/>
        </p:nvSpPr>
        <p:spPr>
          <a:xfrm>
            <a:off x="7533212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4" name="橢圓 1203">
            <a:extLst>
              <a:ext uri="{FF2B5EF4-FFF2-40B4-BE49-F238E27FC236}">
                <a16:creationId xmlns:a16="http://schemas.microsoft.com/office/drawing/2014/main" id="{6268D4D6-889F-412B-A2FE-6F3C09A5772A}"/>
              </a:ext>
            </a:extLst>
          </p:cNvPr>
          <p:cNvSpPr/>
          <p:nvPr/>
        </p:nvSpPr>
        <p:spPr>
          <a:xfrm>
            <a:off x="7613064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5" name="橢圓 1204">
            <a:extLst>
              <a:ext uri="{FF2B5EF4-FFF2-40B4-BE49-F238E27FC236}">
                <a16:creationId xmlns:a16="http://schemas.microsoft.com/office/drawing/2014/main" id="{FCE3475E-06EF-47F1-A775-359943AFF407}"/>
              </a:ext>
            </a:extLst>
          </p:cNvPr>
          <p:cNvSpPr/>
          <p:nvPr/>
        </p:nvSpPr>
        <p:spPr>
          <a:xfrm>
            <a:off x="7696114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6" name="橢圓 1205">
            <a:extLst>
              <a:ext uri="{FF2B5EF4-FFF2-40B4-BE49-F238E27FC236}">
                <a16:creationId xmlns:a16="http://schemas.microsoft.com/office/drawing/2014/main" id="{B95A2696-3266-4545-A1F4-6DAD9B6DE648}"/>
              </a:ext>
            </a:extLst>
          </p:cNvPr>
          <p:cNvSpPr/>
          <p:nvPr/>
        </p:nvSpPr>
        <p:spPr>
          <a:xfrm>
            <a:off x="7772131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7" name="橢圓 1206">
            <a:extLst>
              <a:ext uri="{FF2B5EF4-FFF2-40B4-BE49-F238E27FC236}">
                <a16:creationId xmlns:a16="http://schemas.microsoft.com/office/drawing/2014/main" id="{4C810872-DE7A-45A4-97ED-9FCDFA0F0793}"/>
              </a:ext>
            </a:extLst>
          </p:cNvPr>
          <p:cNvSpPr/>
          <p:nvPr/>
        </p:nvSpPr>
        <p:spPr>
          <a:xfrm>
            <a:off x="7862031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8" name="橢圓 1207">
            <a:extLst>
              <a:ext uri="{FF2B5EF4-FFF2-40B4-BE49-F238E27FC236}">
                <a16:creationId xmlns:a16="http://schemas.microsoft.com/office/drawing/2014/main" id="{8CF61085-746E-4B74-8C24-78EE54FC3C87}"/>
              </a:ext>
            </a:extLst>
          </p:cNvPr>
          <p:cNvSpPr/>
          <p:nvPr/>
        </p:nvSpPr>
        <p:spPr>
          <a:xfrm>
            <a:off x="8176421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9" name="橢圓 1208">
            <a:extLst>
              <a:ext uri="{FF2B5EF4-FFF2-40B4-BE49-F238E27FC236}">
                <a16:creationId xmlns:a16="http://schemas.microsoft.com/office/drawing/2014/main" id="{E7607461-858F-49B6-8D6E-0B13D703CB72}"/>
              </a:ext>
            </a:extLst>
          </p:cNvPr>
          <p:cNvSpPr/>
          <p:nvPr/>
        </p:nvSpPr>
        <p:spPr>
          <a:xfrm>
            <a:off x="8281137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0" name="橢圓 1209">
            <a:extLst>
              <a:ext uri="{FF2B5EF4-FFF2-40B4-BE49-F238E27FC236}">
                <a16:creationId xmlns:a16="http://schemas.microsoft.com/office/drawing/2014/main" id="{A3B9CFB5-0ED9-4E17-B73B-4704A944F63E}"/>
              </a:ext>
            </a:extLst>
          </p:cNvPr>
          <p:cNvSpPr/>
          <p:nvPr/>
        </p:nvSpPr>
        <p:spPr>
          <a:xfrm>
            <a:off x="8366126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1" name="橢圓 1210">
            <a:extLst>
              <a:ext uri="{FF2B5EF4-FFF2-40B4-BE49-F238E27FC236}">
                <a16:creationId xmlns:a16="http://schemas.microsoft.com/office/drawing/2014/main" id="{615E03C4-BCA9-424B-82BC-B19327A02C6B}"/>
              </a:ext>
            </a:extLst>
          </p:cNvPr>
          <p:cNvSpPr/>
          <p:nvPr/>
        </p:nvSpPr>
        <p:spPr>
          <a:xfrm>
            <a:off x="8463981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2" name="橢圓 1211">
            <a:extLst>
              <a:ext uri="{FF2B5EF4-FFF2-40B4-BE49-F238E27FC236}">
                <a16:creationId xmlns:a16="http://schemas.microsoft.com/office/drawing/2014/main" id="{6D27F38F-0773-46ED-818C-6978BBA01ED3}"/>
              </a:ext>
            </a:extLst>
          </p:cNvPr>
          <p:cNvSpPr/>
          <p:nvPr/>
        </p:nvSpPr>
        <p:spPr>
          <a:xfrm>
            <a:off x="8563095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3" name="橢圓 1212">
            <a:extLst>
              <a:ext uri="{FF2B5EF4-FFF2-40B4-BE49-F238E27FC236}">
                <a16:creationId xmlns:a16="http://schemas.microsoft.com/office/drawing/2014/main" id="{9FE6049E-5CE6-480F-B69F-A3679D7A3BAD}"/>
              </a:ext>
            </a:extLst>
          </p:cNvPr>
          <p:cNvSpPr/>
          <p:nvPr/>
        </p:nvSpPr>
        <p:spPr>
          <a:xfrm>
            <a:off x="8759532" y="584790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4" name="橢圓 1213">
            <a:extLst>
              <a:ext uri="{FF2B5EF4-FFF2-40B4-BE49-F238E27FC236}">
                <a16:creationId xmlns:a16="http://schemas.microsoft.com/office/drawing/2014/main" id="{94DC1CF6-F6EB-4548-BD1D-3723E7D7ED55}"/>
              </a:ext>
            </a:extLst>
          </p:cNvPr>
          <p:cNvSpPr/>
          <p:nvPr/>
        </p:nvSpPr>
        <p:spPr>
          <a:xfrm>
            <a:off x="8821646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5" name="橢圓 1214">
            <a:extLst>
              <a:ext uri="{FF2B5EF4-FFF2-40B4-BE49-F238E27FC236}">
                <a16:creationId xmlns:a16="http://schemas.microsoft.com/office/drawing/2014/main" id="{D0DB7ADF-536E-4047-AB9F-E0F128295F45}"/>
              </a:ext>
            </a:extLst>
          </p:cNvPr>
          <p:cNvSpPr/>
          <p:nvPr/>
        </p:nvSpPr>
        <p:spPr>
          <a:xfrm>
            <a:off x="9290789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6" name="橢圓 1215">
            <a:extLst>
              <a:ext uri="{FF2B5EF4-FFF2-40B4-BE49-F238E27FC236}">
                <a16:creationId xmlns:a16="http://schemas.microsoft.com/office/drawing/2014/main" id="{8632CDCA-264F-4E10-B415-AD8673550E16}"/>
              </a:ext>
            </a:extLst>
          </p:cNvPr>
          <p:cNvSpPr/>
          <p:nvPr/>
        </p:nvSpPr>
        <p:spPr>
          <a:xfrm>
            <a:off x="9351947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7" name="橢圓 1216">
            <a:extLst>
              <a:ext uri="{FF2B5EF4-FFF2-40B4-BE49-F238E27FC236}">
                <a16:creationId xmlns:a16="http://schemas.microsoft.com/office/drawing/2014/main" id="{E2FF9D8B-3550-4A50-A863-1A93758BF734}"/>
              </a:ext>
            </a:extLst>
          </p:cNvPr>
          <p:cNvSpPr/>
          <p:nvPr/>
        </p:nvSpPr>
        <p:spPr>
          <a:xfrm>
            <a:off x="9419114" y="602060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8" name="橢圓 1217">
            <a:extLst>
              <a:ext uri="{FF2B5EF4-FFF2-40B4-BE49-F238E27FC236}">
                <a16:creationId xmlns:a16="http://schemas.microsoft.com/office/drawing/2014/main" id="{060BBDDA-24DB-4E14-AD00-3B28A17BA63D}"/>
              </a:ext>
            </a:extLst>
          </p:cNvPr>
          <p:cNvSpPr/>
          <p:nvPr/>
        </p:nvSpPr>
        <p:spPr>
          <a:xfrm>
            <a:off x="9514847" y="584790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9" name="橢圓 1218">
            <a:extLst>
              <a:ext uri="{FF2B5EF4-FFF2-40B4-BE49-F238E27FC236}">
                <a16:creationId xmlns:a16="http://schemas.microsoft.com/office/drawing/2014/main" id="{86B2CE82-0418-4E56-9FFE-D1E38E370982}"/>
              </a:ext>
            </a:extLst>
          </p:cNvPr>
          <p:cNvSpPr/>
          <p:nvPr/>
        </p:nvSpPr>
        <p:spPr>
          <a:xfrm>
            <a:off x="9755673" y="602060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0" name="橢圓 1219">
            <a:extLst>
              <a:ext uri="{FF2B5EF4-FFF2-40B4-BE49-F238E27FC236}">
                <a16:creationId xmlns:a16="http://schemas.microsoft.com/office/drawing/2014/main" id="{E7F3E730-ECBE-48EA-9CCA-14D8D4576119}"/>
              </a:ext>
            </a:extLst>
          </p:cNvPr>
          <p:cNvSpPr/>
          <p:nvPr/>
        </p:nvSpPr>
        <p:spPr>
          <a:xfrm>
            <a:off x="10263278" y="5387021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21" name="直線接點 1220">
            <a:extLst>
              <a:ext uri="{FF2B5EF4-FFF2-40B4-BE49-F238E27FC236}">
                <a16:creationId xmlns:a16="http://schemas.microsoft.com/office/drawing/2014/main" id="{1F59DB15-A3E0-47B9-B691-6493BCA93802}"/>
              </a:ext>
            </a:extLst>
          </p:cNvPr>
          <p:cNvCxnSpPr>
            <a:cxnSpLocks/>
          </p:cNvCxnSpPr>
          <p:nvPr/>
        </p:nvCxnSpPr>
        <p:spPr>
          <a:xfrm>
            <a:off x="2294863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2" name="直線接點 1221">
            <a:extLst>
              <a:ext uri="{FF2B5EF4-FFF2-40B4-BE49-F238E27FC236}">
                <a16:creationId xmlns:a16="http://schemas.microsoft.com/office/drawing/2014/main" id="{51E46BBB-DC33-4A7F-A8D7-2E3A85948B72}"/>
              </a:ext>
            </a:extLst>
          </p:cNvPr>
          <p:cNvCxnSpPr>
            <a:cxnSpLocks/>
          </p:cNvCxnSpPr>
          <p:nvPr/>
        </p:nvCxnSpPr>
        <p:spPr>
          <a:xfrm>
            <a:off x="3417572" y="5974898"/>
            <a:ext cx="0" cy="495545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3" name="直線接點 1222">
            <a:extLst>
              <a:ext uri="{FF2B5EF4-FFF2-40B4-BE49-F238E27FC236}">
                <a16:creationId xmlns:a16="http://schemas.microsoft.com/office/drawing/2014/main" id="{76A3B5FC-C09F-4B61-92A1-D1DCBA7368A2}"/>
              </a:ext>
            </a:extLst>
          </p:cNvPr>
          <p:cNvCxnSpPr>
            <a:cxnSpLocks/>
          </p:cNvCxnSpPr>
          <p:nvPr/>
        </p:nvCxnSpPr>
        <p:spPr>
          <a:xfrm>
            <a:off x="5397436" y="5571894"/>
            <a:ext cx="0" cy="404336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4" name="直線接點 1223">
            <a:extLst>
              <a:ext uri="{FF2B5EF4-FFF2-40B4-BE49-F238E27FC236}">
                <a16:creationId xmlns:a16="http://schemas.microsoft.com/office/drawing/2014/main" id="{FEC42720-C9CB-49A3-850E-655A79A1FE63}"/>
              </a:ext>
            </a:extLst>
          </p:cNvPr>
          <p:cNvCxnSpPr>
            <a:cxnSpLocks/>
          </p:cNvCxnSpPr>
          <p:nvPr/>
        </p:nvCxnSpPr>
        <p:spPr>
          <a:xfrm>
            <a:off x="4049298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5" name="直線接點 1224">
            <a:extLst>
              <a:ext uri="{FF2B5EF4-FFF2-40B4-BE49-F238E27FC236}">
                <a16:creationId xmlns:a16="http://schemas.microsoft.com/office/drawing/2014/main" id="{54516756-6571-4318-ADCD-51650EE57C1F}"/>
              </a:ext>
            </a:extLst>
          </p:cNvPr>
          <p:cNvCxnSpPr>
            <a:cxnSpLocks/>
          </p:cNvCxnSpPr>
          <p:nvPr/>
        </p:nvCxnSpPr>
        <p:spPr>
          <a:xfrm>
            <a:off x="4168882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6" name="直線接點 1225">
            <a:extLst>
              <a:ext uri="{FF2B5EF4-FFF2-40B4-BE49-F238E27FC236}">
                <a16:creationId xmlns:a16="http://schemas.microsoft.com/office/drawing/2014/main" id="{764A8947-67A7-4FDF-A2F5-83EFA6F8C688}"/>
              </a:ext>
            </a:extLst>
          </p:cNvPr>
          <p:cNvCxnSpPr>
            <a:cxnSpLocks/>
          </p:cNvCxnSpPr>
          <p:nvPr/>
        </p:nvCxnSpPr>
        <p:spPr>
          <a:xfrm>
            <a:off x="4862083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7" name="直線接點 1226">
            <a:extLst>
              <a:ext uri="{FF2B5EF4-FFF2-40B4-BE49-F238E27FC236}">
                <a16:creationId xmlns:a16="http://schemas.microsoft.com/office/drawing/2014/main" id="{0942ECA6-7A02-41A0-895F-5CE289CF7BBB}"/>
              </a:ext>
            </a:extLst>
          </p:cNvPr>
          <p:cNvCxnSpPr>
            <a:cxnSpLocks/>
          </p:cNvCxnSpPr>
          <p:nvPr/>
        </p:nvCxnSpPr>
        <p:spPr>
          <a:xfrm>
            <a:off x="7581050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8" name="直線接點 1227">
            <a:extLst>
              <a:ext uri="{FF2B5EF4-FFF2-40B4-BE49-F238E27FC236}">
                <a16:creationId xmlns:a16="http://schemas.microsoft.com/office/drawing/2014/main" id="{C551FF65-6D76-4795-B92D-E7C4D0FD8020}"/>
              </a:ext>
            </a:extLst>
          </p:cNvPr>
          <p:cNvCxnSpPr>
            <a:cxnSpLocks/>
          </p:cNvCxnSpPr>
          <p:nvPr/>
        </p:nvCxnSpPr>
        <p:spPr>
          <a:xfrm>
            <a:off x="7660902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9" name="直線接點 1228">
            <a:extLst>
              <a:ext uri="{FF2B5EF4-FFF2-40B4-BE49-F238E27FC236}">
                <a16:creationId xmlns:a16="http://schemas.microsoft.com/office/drawing/2014/main" id="{D439D651-50FC-4077-BC35-6A5764F7C186}"/>
              </a:ext>
            </a:extLst>
          </p:cNvPr>
          <p:cNvCxnSpPr>
            <a:cxnSpLocks/>
          </p:cNvCxnSpPr>
          <p:nvPr/>
        </p:nvCxnSpPr>
        <p:spPr>
          <a:xfrm>
            <a:off x="7743952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0" name="直線接點 1229">
            <a:extLst>
              <a:ext uri="{FF2B5EF4-FFF2-40B4-BE49-F238E27FC236}">
                <a16:creationId xmlns:a16="http://schemas.microsoft.com/office/drawing/2014/main" id="{DA53814F-379B-479F-ACEB-61B8EFF3ECD7}"/>
              </a:ext>
            </a:extLst>
          </p:cNvPr>
          <p:cNvCxnSpPr>
            <a:cxnSpLocks/>
          </p:cNvCxnSpPr>
          <p:nvPr/>
        </p:nvCxnSpPr>
        <p:spPr>
          <a:xfrm>
            <a:off x="7819969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1" name="直線接點 1230">
            <a:extLst>
              <a:ext uri="{FF2B5EF4-FFF2-40B4-BE49-F238E27FC236}">
                <a16:creationId xmlns:a16="http://schemas.microsoft.com/office/drawing/2014/main" id="{DE3A29EC-907C-416F-9427-B2F9D13AC2DB}"/>
              </a:ext>
            </a:extLst>
          </p:cNvPr>
          <p:cNvCxnSpPr>
            <a:cxnSpLocks/>
          </p:cNvCxnSpPr>
          <p:nvPr/>
        </p:nvCxnSpPr>
        <p:spPr>
          <a:xfrm>
            <a:off x="7909869" y="5941567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2" name="直線接點 1231">
            <a:extLst>
              <a:ext uri="{FF2B5EF4-FFF2-40B4-BE49-F238E27FC236}">
                <a16:creationId xmlns:a16="http://schemas.microsoft.com/office/drawing/2014/main" id="{399707CE-44EF-410F-8C3C-05501112B270}"/>
              </a:ext>
            </a:extLst>
          </p:cNvPr>
          <p:cNvCxnSpPr>
            <a:cxnSpLocks/>
            <a:endCxn id="1200" idx="0"/>
          </p:cNvCxnSpPr>
          <p:nvPr/>
        </p:nvCxnSpPr>
        <p:spPr>
          <a:xfrm>
            <a:off x="6195482" y="5976230"/>
            <a:ext cx="0" cy="388883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3" name="直線接點 1232">
            <a:extLst>
              <a:ext uri="{FF2B5EF4-FFF2-40B4-BE49-F238E27FC236}">
                <a16:creationId xmlns:a16="http://schemas.microsoft.com/office/drawing/2014/main" id="{9F0F0F85-3388-43A4-9026-2FA6DA5B3EC2}"/>
              </a:ext>
            </a:extLst>
          </p:cNvPr>
          <p:cNvCxnSpPr>
            <a:cxnSpLocks/>
          </p:cNvCxnSpPr>
          <p:nvPr/>
        </p:nvCxnSpPr>
        <p:spPr>
          <a:xfrm>
            <a:off x="10311116" y="5461081"/>
            <a:ext cx="0" cy="515150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4" name="直線接點 1233">
            <a:extLst>
              <a:ext uri="{FF2B5EF4-FFF2-40B4-BE49-F238E27FC236}">
                <a16:creationId xmlns:a16="http://schemas.microsoft.com/office/drawing/2014/main" id="{FEB20219-EF16-411F-9E5E-54FCC14B5B5B}"/>
              </a:ext>
            </a:extLst>
          </p:cNvPr>
          <p:cNvCxnSpPr>
            <a:cxnSpLocks/>
          </p:cNvCxnSpPr>
          <p:nvPr/>
        </p:nvCxnSpPr>
        <p:spPr>
          <a:xfrm>
            <a:off x="8807370" y="5941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5" name="直線接點 1234">
            <a:extLst>
              <a:ext uri="{FF2B5EF4-FFF2-40B4-BE49-F238E27FC236}">
                <a16:creationId xmlns:a16="http://schemas.microsoft.com/office/drawing/2014/main" id="{C0F63932-0C6A-46E3-8A1A-C165C1161D4D}"/>
              </a:ext>
            </a:extLst>
          </p:cNvPr>
          <p:cNvCxnSpPr>
            <a:cxnSpLocks/>
          </p:cNvCxnSpPr>
          <p:nvPr/>
        </p:nvCxnSpPr>
        <p:spPr>
          <a:xfrm>
            <a:off x="8869484" y="5941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6" name="直線接點 1235">
            <a:extLst>
              <a:ext uri="{FF2B5EF4-FFF2-40B4-BE49-F238E27FC236}">
                <a16:creationId xmlns:a16="http://schemas.microsoft.com/office/drawing/2014/main" id="{9B8B66D3-04D3-46DA-9D44-FB4DC4E8D55C}"/>
              </a:ext>
            </a:extLst>
          </p:cNvPr>
          <p:cNvCxnSpPr>
            <a:cxnSpLocks/>
          </p:cNvCxnSpPr>
          <p:nvPr/>
        </p:nvCxnSpPr>
        <p:spPr>
          <a:xfrm>
            <a:off x="9338627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7" name="直線接點 1236">
            <a:extLst>
              <a:ext uri="{FF2B5EF4-FFF2-40B4-BE49-F238E27FC236}">
                <a16:creationId xmlns:a16="http://schemas.microsoft.com/office/drawing/2014/main" id="{9E344E70-DAA1-4A68-8CDC-D6D369CA7E81}"/>
              </a:ext>
            </a:extLst>
          </p:cNvPr>
          <p:cNvCxnSpPr>
            <a:cxnSpLocks/>
          </p:cNvCxnSpPr>
          <p:nvPr/>
        </p:nvCxnSpPr>
        <p:spPr>
          <a:xfrm>
            <a:off x="9399785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8" name="直線接點 1237">
            <a:extLst>
              <a:ext uri="{FF2B5EF4-FFF2-40B4-BE49-F238E27FC236}">
                <a16:creationId xmlns:a16="http://schemas.microsoft.com/office/drawing/2014/main" id="{1A8631A3-A398-439F-B816-636F54B278FF}"/>
              </a:ext>
            </a:extLst>
          </p:cNvPr>
          <p:cNvCxnSpPr>
            <a:cxnSpLocks/>
          </p:cNvCxnSpPr>
          <p:nvPr/>
        </p:nvCxnSpPr>
        <p:spPr>
          <a:xfrm>
            <a:off x="9466952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9" name="直線接點 1238">
            <a:extLst>
              <a:ext uri="{FF2B5EF4-FFF2-40B4-BE49-F238E27FC236}">
                <a16:creationId xmlns:a16="http://schemas.microsoft.com/office/drawing/2014/main" id="{0E6FDB9E-FEA1-44C2-8559-C7ED51336CAC}"/>
              </a:ext>
            </a:extLst>
          </p:cNvPr>
          <p:cNvCxnSpPr>
            <a:cxnSpLocks/>
          </p:cNvCxnSpPr>
          <p:nvPr/>
        </p:nvCxnSpPr>
        <p:spPr>
          <a:xfrm>
            <a:off x="9562685" y="5941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0" name="直線接點 1239">
            <a:extLst>
              <a:ext uri="{FF2B5EF4-FFF2-40B4-BE49-F238E27FC236}">
                <a16:creationId xmlns:a16="http://schemas.microsoft.com/office/drawing/2014/main" id="{B43E8144-6F93-409A-981F-F317BC11F474}"/>
              </a:ext>
            </a:extLst>
          </p:cNvPr>
          <p:cNvCxnSpPr>
            <a:cxnSpLocks/>
          </p:cNvCxnSpPr>
          <p:nvPr/>
        </p:nvCxnSpPr>
        <p:spPr>
          <a:xfrm>
            <a:off x="8511819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1" name="直線接點 1240">
            <a:extLst>
              <a:ext uri="{FF2B5EF4-FFF2-40B4-BE49-F238E27FC236}">
                <a16:creationId xmlns:a16="http://schemas.microsoft.com/office/drawing/2014/main" id="{C764F2DC-9ABE-4E4E-9211-9807B8A9966E}"/>
              </a:ext>
            </a:extLst>
          </p:cNvPr>
          <p:cNvCxnSpPr>
            <a:cxnSpLocks/>
          </p:cNvCxnSpPr>
          <p:nvPr/>
        </p:nvCxnSpPr>
        <p:spPr>
          <a:xfrm>
            <a:off x="8610933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2" name="直線接點 1241">
            <a:extLst>
              <a:ext uri="{FF2B5EF4-FFF2-40B4-BE49-F238E27FC236}">
                <a16:creationId xmlns:a16="http://schemas.microsoft.com/office/drawing/2014/main" id="{CA34C0C2-BA61-44E0-9D40-22EE31590025}"/>
              </a:ext>
            </a:extLst>
          </p:cNvPr>
          <p:cNvCxnSpPr>
            <a:cxnSpLocks/>
          </p:cNvCxnSpPr>
          <p:nvPr/>
        </p:nvCxnSpPr>
        <p:spPr>
          <a:xfrm>
            <a:off x="8224259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3" name="直線接點 1242">
            <a:extLst>
              <a:ext uri="{FF2B5EF4-FFF2-40B4-BE49-F238E27FC236}">
                <a16:creationId xmlns:a16="http://schemas.microsoft.com/office/drawing/2014/main" id="{95B8D1FC-50A7-47D0-9618-279C24D6196A}"/>
              </a:ext>
            </a:extLst>
          </p:cNvPr>
          <p:cNvCxnSpPr>
            <a:cxnSpLocks/>
          </p:cNvCxnSpPr>
          <p:nvPr/>
        </p:nvCxnSpPr>
        <p:spPr>
          <a:xfrm>
            <a:off x="8328975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4" name="直線接點 1243">
            <a:extLst>
              <a:ext uri="{FF2B5EF4-FFF2-40B4-BE49-F238E27FC236}">
                <a16:creationId xmlns:a16="http://schemas.microsoft.com/office/drawing/2014/main" id="{ACF75184-CD7E-4200-8154-6BDEEB090247}"/>
              </a:ext>
            </a:extLst>
          </p:cNvPr>
          <p:cNvCxnSpPr>
            <a:cxnSpLocks/>
          </p:cNvCxnSpPr>
          <p:nvPr/>
        </p:nvCxnSpPr>
        <p:spPr>
          <a:xfrm>
            <a:off x="8413964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5" name="直線接點 1244">
            <a:extLst>
              <a:ext uri="{FF2B5EF4-FFF2-40B4-BE49-F238E27FC236}">
                <a16:creationId xmlns:a16="http://schemas.microsoft.com/office/drawing/2014/main" id="{B7D24A79-BA86-4E42-99CB-7E16A33270E8}"/>
              </a:ext>
            </a:extLst>
          </p:cNvPr>
          <p:cNvCxnSpPr>
            <a:cxnSpLocks/>
          </p:cNvCxnSpPr>
          <p:nvPr/>
        </p:nvCxnSpPr>
        <p:spPr>
          <a:xfrm>
            <a:off x="9803511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6" name="直線接點 1245">
            <a:extLst>
              <a:ext uri="{FF2B5EF4-FFF2-40B4-BE49-F238E27FC236}">
                <a16:creationId xmlns:a16="http://schemas.microsoft.com/office/drawing/2014/main" id="{C8797AD9-73DA-4042-8EB4-D6783AAD6473}"/>
              </a:ext>
            </a:extLst>
          </p:cNvPr>
          <p:cNvCxnSpPr>
            <a:cxnSpLocks/>
          </p:cNvCxnSpPr>
          <p:nvPr/>
        </p:nvCxnSpPr>
        <p:spPr>
          <a:xfrm>
            <a:off x="7037403" y="598856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7" name="直線接點 1246">
            <a:extLst>
              <a:ext uri="{FF2B5EF4-FFF2-40B4-BE49-F238E27FC236}">
                <a16:creationId xmlns:a16="http://schemas.microsoft.com/office/drawing/2014/main" id="{A4C37965-46FD-4BA8-A65D-72B8380AF295}"/>
              </a:ext>
            </a:extLst>
          </p:cNvPr>
          <p:cNvCxnSpPr>
            <a:cxnSpLocks/>
          </p:cNvCxnSpPr>
          <p:nvPr/>
        </p:nvCxnSpPr>
        <p:spPr>
          <a:xfrm>
            <a:off x="4638025" y="599094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8" name="直線接點 1247">
            <a:extLst>
              <a:ext uri="{FF2B5EF4-FFF2-40B4-BE49-F238E27FC236}">
                <a16:creationId xmlns:a16="http://schemas.microsoft.com/office/drawing/2014/main" id="{E83A2350-19E0-4850-BFD2-E6DC126D4F3B}"/>
              </a:ext>
            </a:extLst>
          </p:cNvPr>
          <p:cNvCxnSpPr>
            <a:cxnSpLocks/>
          </p:cNvCxnSpPr>
          <p:nvPr/>
        </p:nvCxnSpPr>
        <p:spPr>
          <a:xfrm>
            <a:off x="4701987" y="599094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9" name="直線接點 1248">
            <a:extLst>
              <a:ext uri="{FF2B5EF4-FFF2-40B4-BE49-F238E27FC236}">
                <a16:creationId xmlns:a16="http://schemas.microsoft.com/office/drawing/2014/main" id="{99CC96FF-8BF2-4A70-B731-9434A6DF87FB}"/>
              </a:ext>
            </a:extLst>
          </p:cNvPr>
          <p:cNvCxnSpPr>
            <a:cxnSpLocks/>
          </p:cNvCxnSpPr>
          <p:nvPr/>
        </p:nvCxnSpPr>
        <p:spPr>
          <a:xfrm>
            <a:off x="4766350" y="599094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0" name="直線接點 1249">
            <a:extLst>
              <a:ext uri="{FF2B5EF4-FFF2-40B4-BE49-F238E27FC236}">
                <a16:creationId xmlns:a16="http://schemas.microsoft.com/office/drawing/2014/main" id="{94F89772-CE83-4426-991F-C11B4520229F}"/>
              </a:ext>
            </a:extLst>
          </p:cNvPr>
          <p:cNvCxnSpPr>
            <a:cxnSpLocks/>
          </p:cNvCxnSpPr>
          <p:nvPr/>
        </p:nvCxnSpPr>
        <p:spPr>
          <a:xfrm>
            <a:off x="5102909" y="5990943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1" name="直線接點 352">
            <a:extLst>
              <a:ext uri="{FF2B5EF4-FFF2-40B4-BE49-F238E27FC236}">
                <a16:creationId xmlns:a16="http://schemas.microsoft.com/office/drawing/2014/main" id="{A367E3D8-D9EB-4EEC-B626-2929819C01F9}"/>
              </a:ext>
            </a:extLst>
          </p:cNvPr>
          <p:cNvCxnSpPr>
            <a:cxnSpLocks/>
          </p:cNvCxnSpPr>
          <p:nvPr/>
        </p:nvCxnSpPr>
        <p:spPr>
          <a:xfrm>
            <a:off x="1999236" y="5976228"/>
            <a:ext cx="980668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2" name="橢圓 1251">
            <a:extLst>
              <a:ext uri="{FF2B5EF4-FFF2-40B4-BE49-F238E27FC236}">
                <a16:creationId xmlns:a16="http://schemas.microsoft.com/office/drawing/2014/main" id="{AFE5F4E0-72C3-4A80-8983-5FAC384AF4A7}"/>
              </a:ext>
            </a:extLst>
          </p:cNvPr>
          <p:cNvSpPr/>
          <p:nvPr/>
        </p:nvSpPr>
        <p:spPr>
          <a:xfrm>
            <a:off x="10059858" y="601732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53" name="直線接點 1252">
            <a:extLst>
              <a:ext uri="{FF2B5EF4-FFF2-40B4-BE49-F238E27FC236}">
                <a16:creationId xmlns:a16="http://schemas.microsoft.com/office/drawing/2014/main" id="{6DCCDCC5-DA99-4676-B976-B02498D7E7C6}"/>
              </a:ext>
            </a:extLst>
          </p:cNvPr>
          <p:cNvCxnSpPr>
            <a:cxnSpLocks/>
          </p:cNvCxnSpPr>
          <p:nvPr/>
        </p:nvCxnSpPr>
        <p:spPr>
          <a:xfrm>
            <a:off x="10107696" y="5985288"/>
            <a:ext cx="0" cy="34661"/>
          </a:xfrm>
          <a:prstGeom prst="line">
            <a:avLst/>
          </a:prstGeom>
          <a:ln w="28575"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4" name="文字方塊 1253">
            <a:extLst>
              <a:ext uri="{FF2B5EF4-FFF2-40B4-BE49-F238E27FC236}">
                <a16:creationId xmlns:a16="http://schemas.microsoft.com/office/drawing/2014/main" id="{DC62D2AD-4BE6-4CE3-BD75-7BA71CA2BBCE}"/>
              </a:ext>
            </a:extLst>
          </p:cNvPr>
          <p:cNvSpPr txBox="1"/>
          <p:nvPr/>
        </p:nvSpPr>
        <p:spPr>
          <a:xfrm>
            <a:off x="1721055" y="6374847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-6</a:t>
            </a:r>
            <a:endParaRPr lang="zh-TW" altLang="en-US" sz="900" dirty="0"/>
          </a:p>
        </p:txBody>
      </p:sp>
      <p:grpSp>
        <p:nvGrpSpPr>
          <p:cNvPr id="1255" name="群組 1254">
            <a:extLst>
              <a:ext uri="{FF2B5EF4-FFF2-40B4-BE49-F238E27FC236}">
                <a16:creationId xmlns:a16="http://schemas.microsoft.com/office/drawing/2014/main" id="{B7FB62DD-2DD8-4946-A525-DF3E1A7D9AD5}"/>
              </a:ext>
            </a:extLst>
          </p:cNvPr>
          <p:cNvGrpSpPr/>
          <p:nvPr/>
        </p:nvGrpSpPr>
        <p:grpSpPr>
          <a:xfrm>
            <a:off x="6481907" y="5837052"/>
            <a:ext cx="95676" cy="128325"/>
            <a:chOff x="7008799" y="2004793"/>
            <a:chExt cx="95676" cy="128325"/>
          </a:xfrm>
        </p:grpSpPr>
        <p:sp>
          <p:nvSpPr>
            <p:cNvPr id="1276" name="橢圓 1275">
              <a:extLst>
                <a:ext uri="{FF2B5EF4-FFF2-40B4-BE49-F238E27FC236}">
                  <a16:creationId xmlns:a16="http://schemas.microsoft.com/office/drawing/2014/main" id="{6B1CFFFD-DDF7-402A-8321-DB84CF00BD8F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77" name="直線接點 1276">
              <a:extLst>
                <a:ext uri="{FF2B5EF4-FFF2-40B4-BE49-F238E27FC236}">
                  <a16:creationId xmlns:a16="http://schemas.microsoft.com/office/drawing/2014/main" id="{8BA229DE-0A7D-46E7-A39C-669AC8312028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6" name="群組 1255">
            <a:extLst>
              <a:ext uri="{FF2B5EF4-FFF2-40B4-BE49-F238E27FC236}">
                <a16:creationId xmlns:a16="http://schemas.microsoft.com/office/drawing/2014/main" id="{AFA0A906-8502-49EC-9DAC-C86FE786A67C}"/>
              </a:ext>
            </a:extLst>
          </p:cNvPr>
          <p:cNvGrpSpPr/>
          <p:nvPr/>
        </p:nvGrpSpPr>
        <p:grpSpPr>
          <a:xfrm>
            <a:off x="6371592" y="5988568"/>
            <a:ext cx="95676" cy="125703"/>
            <a:chOff x="6674273" y="2145458"/>
            <a:chExt cx="95676" cy="125703"/>
          </a:xfrm>
        </p:grpSpPr>
        <p:sp>
          <p:nvSpPr>
            <p:cNvPr id="1274" name="橢圓 1273">
              <a:extLst>
                <a:ext uri="{FF2B5EF4-FFF2-40B4-BE49-F238E27FC236}">
                  <a16:creationId xmlns:a16="http://schemas.microsoft.com/office/drawing/2014/main" id="{3D1145DB-02F6-4B3A-BB7A-4FCAF251595A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5" name="直線接點 1274">
              <a:extLst>
                <a:ext uri="{FF2B5EF4-FFF2-40B4-BE49-F238E27FC236}">
                  <a16:creationId xmlns:a16="http://schemas.microsoft.com/office/drawing/2014/main" id="{5F0A6851-7304-4291-95DC-7B57EE2819DF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7" name="群組 1256">
            <a:extLst>
              <a:ext uri="{FF2B5EF4-FFF2-40B4-BE49-F238E27FC236}">
                <a16:creationId xmlns:a16="http://schemas.microsoft.com/office/drawing/2014/main" id="{AED968D7-32C7-4ACF-932B-D161371FEE08}"/>
              </a:ext>
            </a:extLst>
          </p:cNvPr>
          <p:cNvGrpSpPr/>
          <p:nvPr/>
        </p:nvGrpSpPr>
        <p:grpSpPr>
          <a:xfrm>
            <a:off x="6399223" y="5988568"/>
            <a:ext cx="95676" cy="125703"/>
            <a:chOff x="6674273" y="2145458"/>
            <a:chExt cx="95676" cy="125703"/>
          </a:xfrm>
        </p:grpSpPr>
        <p:sp>
          <p:nvSpPr>
            <p:cNvPr id="1272" name="橢圓 1271">
              <a:extLst>
                <a:ext uri="{FF2B5EF4-FFF2-40B4-BE49-F238E27FC236}">
                  <a16:creationId xmlns:a16="http://schemas.microsoft.com/office/drawing/2014/main" id="{207B34FE-D632-4106-AE86-29EFAE79DDCB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73" name="直線接點 1272">
              <a:extLst>
                <a:ext uri="{FF2B5EF4-FFF2-40B4-BE49-F238E27FC236}">
                  <a16:creationId xmlns:a16="http://schemas.microsoft.com/office/drawing/2014/main" id="{46A08379-AB1C-40F8-BF61-A80005B961A1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8" name="群組 1257">
            <a:extLst>
              <a:ext uri="{FF2B5EF4-FFF2-40B4-BE49-F238E27FC236}">
                <a16:creationId xmlns:a16="http://schemas.microsoft.com/office/drawing/2014/main" id="{C2B0EECB-2FDD-45D2-8FBB-ECC4F9C3E2F7}"/>
              </a:ext>
            </a:extLst>
          </p:cNvPr>
          <p:cNvGrpSpPr/>
          <p:nvPr/>
        </p:nvGrpSpPr>
        <p:grpSpPr>
          <a:xfrm>
            <a:off x="6447689" y="5837052"/>
            <a:ext cx="95676" cy="128325"/>
            <a:chOff x="7008799" y="2004793"/>
            <a:chExt cx="95676" cy="128325"/>
          </a:xfrm>
        </p:grpSpPr>
        <p:sp>
          <p:nvSpPr>
            <p:cNvPr id="1270" name="橢圓 1269">
              <a:extLst>
                <a:ext uri="{FF2B5EF4-FFF2-40B4-BE49-F238E27FC236}">
                  <a16:creationId xmlns:a16="http://schemas.microsoft.com/office/drawing/2014/main" id="{7E89EB14-6D29-49C9-B2E9-50AB67985490}"/>
                </a:ext>
              </a:extLst>
            </p:cNvPr>
            <p:cNvSpPr/>
            <p:nvPr/>
          </p:nvSpPr>
          <p:spPr>
            <a:xfrm>
              <a:off x="7008799" y="200479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1271" name="直線接點 1270">
              <a:extLst>
                <a:ext uri="{FF2B5EF4-FFF2-40B4-BE49-F238E27FC236}">
                  <a16:creationId xmlns:a16="http://schemas.microsoft.com/office/drawing/2014/main" id="{EFFF0253-420F-4DEF-9FEF-4C34099CC6A7}"/>
                </a:ext>
              </a:extLst>
            </p:cNvPr>
            <p:cNvCxnSpPr>
              <a:cxnSpLocks/>
            </p:cNvCxnSpPr>
            <p:nvPr/>
          </p:nvCxnSpPr>
          <p:spPr>
            <a:xfrm>
              <a:off x="7056637" y="2098457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9" name="群組 1258">
            <a:extLst>
              <a:ext uri="{FF2B5EF4-FFF2-40B4-BE49-F238E27FC236}">
                <a16:creationId xmlns:a16="http://schemas.microsoft.com/office/drawing/2014/main" id="{2375917C-535A-40BC-B2A8-2F490B45092A}"/>
              </a:ext>
            </a:extLst>
          </p:cNvPr>
          <p:cNvGrpSpPr/>
          <p:nvPr/>
        </p:nvGrpSpPr>
        <p:grpSpPr>
          <a:xfrm>
            <a:off x="6855652" y="5988568"/>
            <a:ext cx="95676" cy="125703"/>
            <a:chOff x="6674273" y="2145458"/>
            <a:chExt cx="95676" cy="125703"/>
          </a:xfrm>
        </p:grpSpPr>
        <p:sp>
          <p:nvSpPr>
            <p:cNvPr id="1268" name="橢圓 1267">
              <a:extLst>
                <a:ext uri="{FF2B5EF4-FFF2-40B4-BE49-F238E27FC236}">
                  <a16:creationId xmlns:a16="http://schemas.microsoft.com/office/drawing/2014/main" id="{B5EDA462-0A7A-4B8A-809A-B40DEEC59C1D}"/>
                </a:ext>
              </a:extLst>
            </p:cNvPr>
            <p:cNvSpPr/>
            <p:nvPr/>
          </p:nvSpPr>
          <p:spPr>
            <a:xfrm>
              <a:off x="6674273" y="217749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69" name="直線接點 1268">
              <a:extLst>
                <a:ext uri="{FF2B5EF4-FFF2-40B4-BE49-F238E27FC236}">
                  <a16:creationId xmlns:a16="http://schemas.microsoft.com/office/drawing/2014/main" id="{C5D3D5B0-9DFE-4E8C-ADE6-A6AA2501F141}"/>
                </a:ext>
              </a:extLst>
            </p:cNvPr>
            <p:cNvCxnSpPr>
              <a:cxnSpLocks/>
            </p:cNvCxnSpPr>
            <p:nvPr/>
          </p:nvCxnSpPr>
          <p:spPr>
            <a:xfrm>
              <a:off x="6722111" y="2145458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60" name="橢圓 1259">
            <a:extLst>
              <a:ext uri="{FF2B5EF4-FFF2-40B4-BE49-F238E27FC236}">
                <a16:creationId xmlns:a16="http://schemas.microsoft.com/office/drawing/2014/main" id="{E2095D58-E64F-4E17-A4F3-A9E98E3847FE}"/>
              </a:ext>
            </a:extLst>
          </p:cNvPr>
          <p:cNvSpPr/>
          <p:nvPr/>
        </p:nvSpPr>
        <p:spPr>
          <a:xfrm>
            <a:off x="7269491" y="5290000"/>
            <a:ext cx="280981" cy="27507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61" name="群組 1260">
            <a:extLst>
              <a:ext uri="{FF2B5EF4-FFF2-40B4-BE49-F238E27FC236}">
                <a16:creationId xmlns:a16="http://schemas.microsoft.com/office/drawing/2014/main" id="{677659F3-BCE6-4523-ABDE-418E70FA1CA5}"/>
              </a:ext>
            </a:extLst>
          </p:cNvPr>
          <p:cNvGrpSpPr/>
          <p:nvPr/>
        </p:nvGrpSpPr>
        <p:grpSpPr>
          <a:xfrm>
            <a:off x="8553967" y="6350352"/>
            <a:ext cx="280981" cy="275072"/>
            <a:chOff x="8553967" y="3641018"/>
            <a:chExt cx="280981" cy="275072"/>
          </a:xfrm>
        </p:grpSpPr>
        <p:sp>
          <p:nvSpPr>
            <p:cNvPr id="1266" name="橢圓 1265">
              <a:extLst>
                <a:ext uri="{FF2B5EF4-FFF2-40B4-BE49-F238E27FC236}">
                  <a16:creationId xmlns:a16="http://schemas.microsoft.com/office/drawing/2014/main" id="{60DAA7D6-22C2-46AD-9931-626F93493A25}"/>
                </a:ext>
              </a:extLst>
            </p:cNvPr>
            <p:cNvSpPr/>
            <p:nvPr/>
          </p:nvSpPr>
          <p:spPr>
            <a:xfrm>
              <a:off x="8642310" y="3728193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7" name="橢圓 1266">
              <a:extLst>
                <a:ext uri="{FF2B5EF4-FFF2-40B4-BE49-F238E27FC236}">
                  <a16:creationId xmlns:a16="http://schemas.microsoft.com/office/drawing/2014/main" id="{935CC591-E92F-4EED-AFA1-9F1CFAA1B168}"/>
                </a:ext>
              </a:extLst>
            </p:cNvPr>
            <p:cNvSpPr/>
            <p:nvPr/>
          </p:nvSpPr>
          <p:spPr>
            <a:xfrm>
              <a:off x="8553967" y="3641018"/>
              <a:ext cx="280981" cy="2750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262" name="橢圓 1261">
            <a:extLst>
              <a:ext uri="{FF2B5EF4-FFF2-40B4-BE49-F238E27FC236}">
                <a16:creationId xmlns:a16="http://schemas.microsoft.com/office/drawing/2014/main" id="{FF652B42-5355-4CE4-9160-CB064DCB4162}"/>
              </a:ext>
            </a:extLst>
          </p:cNvPr>
          <p:cNvSpPr/>
          <p:nvPr/>
        </p:nvSpPr>
        <p:spPr>
          <a:xfrm>
            <a:off x="7363269" y="5852777"/>
            <a:ext cx="95676" cy="936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3" name="橢圓 1262">
            <a:extLst>
              <a:ext uri="{FF2B5EF4-FFF2-40B4-BE49-F238E27FC236}">
                <a16:creationId xmlns:a16="http://schemas.microsoft.com/office/drawing/2014/main" id="{CC31C435-7F00-4091-8C0E-011FB1DE6C73}"/>
              </a:ext>
            </a:extLst>
          </p:cNvPr>
          <p:cNvSpPr/>
          <p:nvPr/>
        </p:nvSpPr>
        <p:spPr>
          <a:xfrm>
            <a:off x="8643507" y="6024397"/>
            <a:ext cx="95676" cy="936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64" name="直線接點 1263">
            <a:extLst>
              <a:ext uri="{FF2B5EF4-FFF2-40B4-BE49-F238E27FC236}">
                <a16:creationId xmlns:a16="http://schemas.microsoft.com/office/drawing/2014/main" id="{EE63C840-6693-4272-9D63-6F24AA505644}"/>
              </a:ext>
            </a:extLst>
          </p:cNvPr>
          <p:cNvCxnSpPr>
            <a:cxnSpLocks/>
            <a:stCxn id="1202" idx="4"/>
            <a:endCxn id="1262" idx="0"/>
          </p:cNvCxnSpPr>
          <p:nvPr/>
        </p:nvCxnSpPr>
        <p:spPr>
          <a:xfrm>
            <a:off x="7410031" y="5479404"/>
            <a:ext cx="1076" cy="373373"/>
          </a:xfrm>
          <a:prstGeom prst="line">
            <a:avLst/>
          </a:prstGeom>
          <a:ln w="28575">
            <a:solidFill>
              <a:srgbClr val="C55A1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直線接點 1264">
            <a:extLst>
              <a:ext uri="{FF2B5EF4-FFF2-40B4-BE49-F238E27FC236}">
                <a16:creationId xmlns:a16="http://schemas.microsoft.com/office/drawing/2014/main" id="{56220314-4EDB-47F9-A584-3CC4748B1951}"/>
              </a:ext>
            </a:extLst>
          </p:cNvPr>
          <p:cNvCxnSpPr>
            <a:cxnSpLocks/>
            <a:stCxn id="1263" idx="4"/>
            <a:endCxn id="1266" idx="0"/>
          </p:cNvCxnSpPr>
          <p:nvPr/>
        </p:nvCxnSpPr>
        <p:spPr>
          <a:xfrm flipH="1">
            <a:off x="8690148" y="6118061"/>
            <a:ext cx="1197" cy="319466"/>
          </a:xfrm>
          <a:prstGeom prst="line">
            <a:avLst/>
          </a:prstGeom>
          <a:ln w="28575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9" name="文字方塊 1278">
            <a:extLst>
              <a:ext uri="{FF2B5EF4-FFF2-40B4-BE49-F238E27FC236}">
                <a16:creationId xmlns:a16="http://schemas.microsoft.com/office/drawing/2014/main" id="{B1766667-2617-480B-874D-6FF4E1CEB5F5}"/>
              </a:ext>
            </a:extLst>
          </p:cNvPr>
          <p:cNvSpPr txBox="1"/>
          <p:nvPr/>
        </p:nvSpPr>
        <p:spPr>
          <a:xfrm>
            <a:off x="1543484" y="310800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Clipping Pileup</a:t>
            </a:r>
            <a:endParaRPr lang="zh-TW" altLang="en-US" sz="1200" dirty="0"/>
          </a:p>
        </p:txBody>
      </p:sp>
      <p:sp>
        <p:nvSpPr>
          <p:cNvPr id="1281" name="文字方塊 1280">
            <a:extLst>
              <a:ext uri="{FF2B5EF4-FFF2-40B4-BE49-F238E27FC236}">
                <a16:creationId xmlns:a16="http://schemas.microsoft.com/office/drawing/2014/main" id="{40FCD29D-D8F9-4A25-8DA0-E4A6CBB89B07}"/>
              </a:ext>
            </a:extLst>
          </p:cNvPr>
          <p:cNvSpPr txBox="1"/>
          <p:nvPr/>
        </p:nvSpPr>
        <p:spPr>
          <a:xfrm>
            <a:off x="1721055" y="4187389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-8</a:t>
            </a:r>
            <a:endParaRPr lang="zh-TW" altLang="en-US" sz="900" dirty="0"/>
          </a:p>
        </p:txBody>
      </p:sp>
      <p:cxnSp>
        <p:nvCxnSpPr>
          <p:cNvPr id="1282" name="直線接點 352">
            <a:extLst>
              <a:ext uri="{FF2B5EF4-FFF2-40B4-BE49-F238E27FC236}">
                <a16:creationId xmlns:a16="http://schemas.microsoft.com/office/drawing/2014/main" id="{B1B17BD3-CF9D-47E1-8DC4-5EEF7501AE85}"/>
              </a:ext>
            </a:extLst>
          </p:cNvPr>
          <p:cNvCxnSpPr>
            <a:cxnSpLocks/>
          </p:cNvCxnSpPr>
          <p:nvPr/>
        </p:nvCxnSpPr>
        <p:spPr>
          <a:xfrm>
            <a:off x="1998788" y="4305623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3" name="文字方塊 1282">
            <a:extLst>
              <a:ext uri="{FF2B5EF4-FFF2-40B4-BE49-F238E27FC236}">
                <a16:creationId xmlns:a16="http://schemas.microsoft.com/office/drawing/2014/main" id="{8ABE91B2-4C19-42FB-9058-B8412FECEABD}"/>
              </a:ext>
            </a:extLst>
          </p:cNvPr>
          <p:cNvSpPr txBox="1"/>
          <p:nvPr/>
        </p:nvSpPr>
        <p:spPr>
          <a:xfrm>
            <a:off x="1756321" y="328570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2</a:t>
            </a:r>
            <a:endParaRPr lang="zh-TW" altLang="en-US" sz="900" dirty="0"/>
          </a:p>
        </p:txBody>
      </p:sp>
      <p:sp>
        <p:nvSpPr>
          <p:cNvPr id="1284" name="文字方塊 1283">
            <a:extLst>
              <a:ext uri="{FF2B5EF4-FFF2-40B4-BE49-F238E27FC236}">
                <a16:creationId xmlns:a16="http://schemas.microsoft.com/office/drawing/2014/main" id="{015B134E-546A-43DE-AB31-CBB6A8A12E90}"/>
              </a:ext>
            </a:extLst>
          </p:cNvPr>
          <p:cNvSpPr txBox="1"/>
          <p:nvPr/>
        </p:nvSpPr>
        <p:spPr>
          <a:xfrm>
            <a:off x="1756321" y="3466638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0</a:t>
            </a:r>
            <a:endParaRPr lang="zh-TW" altLang="en-US" sz="900" dirty="0"/>
          </a:p>
        </p:txBody>
      </p:sp>
      <p:sp>
        <p:nvSpPr>
          <p:cNvPr id="1285" name="文字方塊 1284">
            <a:extLst>
              <a:ext uri="{FF2B5EF4-FFF2-40B4-BE49-F238E27FC236}">
                <a16:creationId xmlns:a16="http://schemas.microsoft.com/office/drawing/2014/main" id="{5FD800A2-D62E-4D74-93C0-805D407689DC}"/>
              </a:ext>
            </a:extLst>
          </p:cNvPr>
          <p:cNvSpPr txBox="1"/>
          <p:nvPr/>
        </p:nvSpPr>
        <p:spPr>
          <a:xfrm>
            <a:off x="1721055" y="3647567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-2</a:t>
            </a:r>
            <a:endParaRPr lang="zh-TW" altLang="en-US" sz="900" dirty="0"/>
          </a:p>
        </p:txBody>
      </p:sp>
      <p:sp>
        <p:nvSpPr>
          <p:cNvPr id="1286" name="文字方塊 1285">
            <a:extLst>
              <a:ext uri="{FF2B5EF4-FFF2-40B4-BE49-F238E27FC236}">
                <a16:creationId xmlns:a16="http://schemas.microsoft.com/office/drawing/2014/main" id="{9C1EC0E9-AE89-4046-A696-EC321D27E404}"/>
              </a:ext>
            </a:extLst>
          </p:cNvPr>
          <p:cNvSpPr txBox="1"/>
          <p:nvPr/>
        </p:nvSpPr>
        <p:spPr>
          <a:xfrm>
            <a:off x="1721055" y="3828496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-4</a:t>
            </a:r>
            <a:endParaRPr lang="zh-TW" altLang="en-US" sz="900" dirty="0"/>
          </a:p>
        </p:txBody>
      </p:sp>
      <p:sp>
        <p:nvSpPr>
          <p:cNvPr id="1287" name="文字方塊 1286">
            <a:extLst>
              <a:ext uri="{FF2B5EF4-FFF2-40B4-BE49-F238E27FC236}">
                <a16:creationId xmlns:a16="http://schemas.microsoft.com/office/drawing/2014/main" id="{BF39708B-BDC2-458E-8F94-F0F7763A873C}"/>
              </a:ext>
            </a:extLst>
          </p:cNvPr>
          <p:cNvSpPr txBox="1"/>
          <p:nvPr/>
        </p:nvSpPr>
        <p:spPr>
          <a:xfrm>
            <a:off x="1721055" y="4009428"/>
            <a:ext cx="2776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/>
              <a:t>-6</a:t>
            </a:r>
            <a:endParaRPr lang="zh-TW" altLang="en-US" sz="900" dirty="0"/>
          </a:p>
        </p:txBody>
      </p:sp>
      <p:cxnSp>
        <p:nvCxnSpPr>
          <p:cNvPr id="1288" name="直線接點 352">
            <a:extLst>
              <a:ext uri="{FF2B5EF4-FFF2-40B4-BE49-F238E27FC236}">
                <a16:creationId xmlns:a16="http://schemas.microsoft.com/office/drawing/2014/main" id="{D1AA89B8-0630-491E-8394-A17B3EA4727C}"/>
              </a:ext>
            </a:extLst>
          </p:cNvPr>
          <p:cNvCxnSpPr>
            <a:cxnSpLocks/>
          </p:cNvCxnSpPr>
          <p:nvPr/>
        </p:nvCxnSpPr>
        <p:spPr>
          <a:xfrm>
            <a:off x="1999237" y="3401125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9" name="直線接點 352">
            <a:extLst>
              <a:ext uri="{FF2B5EF4-FFF2-40B4-BE49-F238E27FC236}">
                <a16:creationId xmlns:a16="http://schemas.microsoft.com/office/drawing/2014/main" id="{D56B887D-F142-4F4A-AB72-33A81A595491}"/>
              </a:ext>
            </a:extLst>
          </p:cNvPr>
          <p:cNvCxnSpPr>
            <a:cxnSpLocks/>
          </p:cNvCxnSpPr>
          <p:nvPr/>
        </p:nvCxnSpPr>
        <p:spPr>
          <a:xfrm>
            <a:off x="1999237" y="3582054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0" name="直線接點 352">
            <a:extLst>
              <a:ext uri="{FF2B5EF4-FFF2-40B4-BE49-F238E27FC236}">
                <a16:creationId xmlns:a16="http://schemas.microsoft.com/office/drawing/2014/main" id="{CBD2CF42-D6BB-414F-92C7-F634C804CF92}"/>
              </a:ext>
            </a:extLst>
          </p:cNvPr>
          <p:cNvCxnSpPr>
            <a:cxnSpLocks/>
          </p:cNvCxnSpPr>
          <p:nvPr/>
        </p:nvCxnSpPr>
        <p:spPr>
          <a:xfrm>
            <a:off x="1999237" y="3762983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1" name="直線接點 352">
            <a:extLst>
              <a:ext uri="{FF2B5EF4-FFF2-40B4-BE49-F238E27FC236}">
                <a16:creationId xmlns:a16="http://schemas.microsoft.com/office/drawing/2014/main" id="{B727EF4A-BFB4-46B8-8A39-3925488C218C}"/>
              </a:ext>
            </a:extLst>
          </p:cNvPr>
          <p:cNvCxnSpPr>
            <a:cxnSpLocks/>
          </p:cNvCxnSpPr>
          <p:nvPr/>
        </p:nvCxnSpPr>
        <p:spPr>
          <a:xfrm>
            <a:off x="1999237" y="3943912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2" name="直線接點 352">
            <a:extLst>
              <a:ext uri="{FF2B5EF4-FFF2-40B4-BE49-F238E27FC236}">
                <a16:creationId xmlns:a16="http://schemas.microsoft.com/office/drawing/2014/main" id="{E999B614-3476-4A62-BA06-5C5A69D244A6}"/>
              </a:ext>
            </a:extLst>
          </p:cNvPr>
          <p:cNvCxnSpPr>
            <a:cxnSpLocks/>
          </p:cNvCxnSpPr>
          <p:nvPr/>
        </p:nvCxnSpPr>
        <p:spPr>
          <a:xfrm>
            <a:off x="1999237" y="4124844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3" name="橢圓 1292">
            <a:extLst>
              <a:ext uri="{FF2B5EF4-FFF2-40B4-BE49-F238E27FC236}">
                <a16:creationId xmlns:a16="http://schemas.microsoft.com/office/drawing/2014/main" id="{B9769064-C6BA-485A-86D7-3AF530AD75F4}"/>
              </a:ext>
            </a:extLst>
          </p:cNvPr>
          <p:cNvSpPr/>
          <p:nvPr/>
        </p:nvSpPr>
        <p:spPr>
          <a:xfrm>
            <a:off x="2247025" y="345086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4" name="橢圓 1293">
            <a:extLst>
              <a:ext uri="{FF2B5EF4-FFF2-40B4-BE49-F238E27FC236}">
                <a16:creationId xmlns:a16="http://schemas.microsoft.com/office/drawing/2014/main" id="{928711CF-5C7E-4D8D-A0C7-F681D9D32F4D}"/>
              </a:ext>
            </a:extLst>
          </p:cNvPr>
          <p:cNvSpPr/>
          <p:nvPr/>
        </p:nvSpPr>
        <p:spPr>
          <a:xfrm>
            <a:off x="3369734" y="3997545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5" name="橢圓 1294">
            <a:extLst>
              <a:ext uri="{FF2B5EF4-FFF2-40B4-BE49-F238E27FC236}">
                <a16:creationId xmlns:a16="http://schemas.microsoft.com/office/drawing/2014/main" id="{67F4E2B3-6C03-46EA-907F-EE9C19F98532}"/>
              </a:ext>
            </a:extLst>
          </p:cNvPr>
          <p:cNvSpPr/>
          <p:nvPr/>
        </p:nvSpPr>
        <p:spPr>
          <a:xfrm>
            <a:off x="4001460" y="3901563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6" name="橢圓 1295">
            <a:extLst>
              <a:ext uri="{FF2B5EF4-FFF2-40B4-BE49-F238E27FC236}">
                <a16:creationId xmlns:a16="http://schemas.microsoft.com/office/drawing/2014/main" id="{CBD52B7D-404C-491B-89C0-FDDB198E1B33}"/>
              </a:ext>
            </a:extLst>
          </p:cNvPr>
          <p:cNvSpPr/>
          <p:nvPr/>
        </p:nvSpPr>
        <p:spPr>
          <a:xfrm>
            <a:off x="4121044" y="380184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7" name="橢圓 1296">
            <a:extLst>
              <a:ext uri="{FF2B5EF4-FFF2-40B4-BE49-F238E27FC236}">
                <a16:creationId xmlns:a16="http://schemas.microsoft.com/office/drawing/2014/main" id="{45B6185C-DBE2-4AC0-B123-514590C6CE33}"/>
              </a:ext>
            </a:extLst>
          </p:cNvPr>
          <p:cNvSpPr/>
          <p:nvPr/>
        </p:nvSpPr>
        <p:spPr>
          <a:xfrm>
            <a:off x="4590187" y="3894730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8" name="橢圓 1297">
            <a:extLst>
              <a:ext uri="{FF2B5EF4-FFF2-40B4-BE49-F238E27FC236}">
                <a16:creationId xmlns:a16="http://schemas.microsoft.com/office/drawing/2014/main" id="{FA53C103-BC70-4B60-B7F2-EB12FD73F7AF}"/>
              </a:ext>
            </a:extLst>
          </p:cNvPr>
          <p:cNvSpPr/>
          <p:nvPr/>
        </p:nvSpPr>
        <p:spPr>
          <a:xfrm>
            <a:off x="4654149" y="399013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9" name="橢圓 1298">
            <a:extLst>
              <a:ext uri="{FF2B5EF4-FFF2-40B4-BE49-F238E27FC236}">
                <a16:creationId xmlns:a16="http://schemas.microsoft.com/office/drawing/2014/main" id="{1375CA8F-E387-4121-8057-FD7D95EC946E}"/>
              </a:ext>
            </a:extLst>
          </p:cNvPr>
          <p:cNvSpPr/>
          <p:nvPr/>
        </p:nvSpPr>
        <p:spPr>
          <a:xfrm>
            <a:off x="4718512" y="4079641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0" name="橢圓 1299">
            <a:extLst>
              <a:ext uri="{FF2B5EF4-FFF2-40B4-BE49-F238E27FC236}">
                <a16:creationId xmlns:a16="http://schemas.microsoft.com/office/drawing/2014/main" id="{33A599D8-1C08-411A-94B1-EB578236BADA}"/>
              </a:ext>
            </a:extLst>
          </p:cNvPr>
          <p:cNvSpPr/>
          <p:nvPr/>
        </p:nvSpPr>
        <p:spPr>
          <a:xfrm>
            <a:off x="4814245" y="399013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1" name="橢圓 1300">
            <a:extLst>
              <a:ext uri="{FF2B5EF4-FFF2-40B4-BE49-F238E27FC236}">
                <a16:creationId xmlns:a16="http://schemas.microsoft.com/office/drawing/2014/main" id="{5E83EF61-92D0-4819-81FD-BDA5E964009F}"/>
              </a:ext>
            </a:extLst>
          </p:cNvPr>
          <p:cNvSpPr/>
          <p:nvPr/>
        </p:nvSpPr>
        <p:spPr>
          <a:xfrm>
            <a:off x="5055071" y="4079641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2" name="橢圓 1301">
            <a:extLst>
              <a:ext uri="{FF2B5EF4-FFF2-40B4-BE49-F238E27FC236}">
                <a16:creationId xmlns:a16="http://schemas.microsoft.com/office/drawing/2014/main" id="{64F9439E-1B2C-406F-A291-1F27C8D87A69}"/>
              </a:ext>
            </a:extLst>
          </p:cNvPr>
          <p:cNvSpPr/>
          <p:nvPr/>
        </p:nvSpPr>
        <p:spPr>
          <a:xfrm>
            <a:off x="5349598" y="363115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3" name="橢圓 1302">
            <a:extLst>
              <a:ext uri="{FF2B5EF4-FFF2-40B4-BE49-F238E27FC236}">
                <a16:creationId xmlns:a16="http://schemas.microsoft.com/office/drawing/2014/main" id="{5AC9BE08-9D99-468D-9246-8597B5454865}"/>
              </a:ext>
            </a:extLst>
          </p:cNvPr>
          <p:cNvSpPr/>
          <p:nvPr/>
        </p:nvSpPr>
        <p:spPr>
          <a:xfrm>
            <a:off x="6147644" y="4088529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4" name="橢圓 1303">
            <a:extLst>
              <a:ext uri="{FF2B5EF4-FFF2-40B4-BE49-F238E27FC236}">
                <a16:creationId xmlns:a16="http://schemas.microsoft.com/office/drawing/2014/main" id="{B29B80EF-E0DA-49FF-9227-45D3087C4095}"/>
              </a:ext>
            </a:extLst>
          </p:cNvPr>
          <p:cNvSpPr/>
          <p:nvPr/>
        </p:nvSpPr>
        <p:spPr>
          <a:xfrm>
            <a:off x="6989565" y="426064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5" name="橢圓 1304">
            <a:extLst>
              <a:ext uri="{FF2B5EF4-FFF2-40B4-BE49-F238E27FC236}">
                <a16:creationId xmlns:a16="http://schemas.microsoft.com/office/drawing/2014/main" id="{0DB835CD-6809-4E81-A600-7BF0343CC1AB}"/>
              </a:ext>
            </a:extLst>
          </p:cNvPr>
          <p:cNvSpPr/>
          <p:nvPr/>
        </p:nvSpPr>
        <p:spPr>
          <a:xfrm>
            <a:off x="7362193" y="4173802"/>
            <a:ext cx="95676" cy="9366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06" name="橢圓 1305">
            <a:extLst>
              <a:ext uri="{FF2B5EF4-FFF2-40B4-BE49-F238E27FC236}">
                <a16:creationId xmlns:a16="http://schemas.microsoft.com/office/drawing/2014/main" id="{E1BE9D6F-7449-42FE-9FE4-E2DEF76CEB3D}"/>
              </a:ext>
            </a:extLst>
          </p:cNvPr>
          <p:cNvSpPr/>
          <p:nvPr/>
        </p:nvSpPr>
        <p:spPr>
          <a:xfrm>
            <a:off x="7533212" y="408390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7" name="橢圓 1306">
            <a:extLst>
              <a:ext uri="{FF2B5EF4-FFF2-40B4-BE49-F238E27FC236}">
                <a16:creationId xmlns:a16="http://schemas.microsoft.com/office/drawing/2014/main" id="{D0C7F6FF-F85D-4185-B442-73C78AEBB79C}"/>
              </a:ext>
            </a:extLst>
          </p:cNvPr>
          <p:cNvSpPr/>
          <p:nvPr/>
        </p:nvSpPr>
        <p:spPr>
          <a:xfrm>
            <a:off x="7613064" y="399649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8" name="橢圓 1307">
            <a:extLst>
              <a:ext uri="{FF2B5EF4-FFF2-40B4-BE49-F238E27FC236}">
                <a16:creationId xmlns:a16="http://schemas.microsoft.com/office/drawing/2014/main" id="{E26FF520-2FD0-4867-A141-F4355EAB96B8}"/>
              </a:ext>
            </a:extLst>
          </p:cNvPr>
          <p:cNvSpPr/>
          <p:nvPr/>
        </p:nvSpPr>
        <p:spPr>
          <a:xfrm>
            <a:off x="7696114" y="391027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9" name="橢圓 1308">
            <a:extLst>
              <a:ext uri="{FF2B5EF4-FFF2-40B4-BE49-F238E27FC236}">
                <a16:creationId xmlns:a16="http://schemas.microsoft.com/office/drawing/2014/main" id="{6701293F-EEE6-4AF7-B2FF-5C926DB903B4}"/>
              </a:ext>
            </a:extLst>
          </p:cNvPr>
          <p:cNvSpPr/>
          <p:nvPr/>
        </p:nvSpPr>
        <p:spPr>
          <a:xfrm>
            <a:off x="7772131" y="381015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0" name="橢圓 1309">
            <a:extLst>
              <a:ext uri="{FF2B5EF4-FFF2-40B4-BE49-F238E27FC236}">
                <a16:creationId xmlns:a16="http://schemas.microsoft.com/office/drawing/2014/main" id="{DD275768-B9A0-4A67-9AF3-3DE9A4665F00}"/>
              </a:ext>
            </a:extLst>
          </p:cNvPr>
          <p:cNvSpPr/>
          <p:nvPr/>
        </p:nvSpPr>
        <p:spPr>
          <a:xfrm>
            <a:off x="7862031" y="371649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1" name="橢圓 1310">
            <a:extLst>
              <a:ext uri="{FF2B5EF4-FFF2-40B4-BE49-F238E27FC236}">
                <a16:creationId xmlns:a16="http://schemas.microsoft.com/office/drawing/2014/main" id="{2221FBE1-723A-41A7-AEBA-29A608339171}"/>
              </a:ext>
            </a:extLst>
          </p:cNvPr>
          <p:cNvSpPr/>
          <p:nvPr/>
        </p:nvSpPr>
        <p:spPr>
          <a:xfrm>
            <a:off x="8176421" y="3810157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2" name="橢圓 1311">
            <a:extLst>
              <a:ext uri="{FF2B5EF4-FFF2-40B4-BE49-F238E27FC236}">
                <a16:creationId xmlns:a16="http://schemas.microsoft.com/office/drawing/2014/main" id="{0C7DB0BA-55BD-48F6-AAD2-B3CFB36ECB00}"/>
              </a:ext>
            </a:extLst>
          </p:cNvPr>
          <p:cNvSpPr/>
          <p:nvPr/>
        </p:nvSpPr>
        <p:spPr>
          <a:xfrm>
            <a:off x="8281137" y="391027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3" name="橢圓 1312">
            <a:extLst>
              <a:ext uri="{FF2B5EF4-FFF2-40B4-BE49-F238E27FC236}">
                <a16:creationId xmlns:a16="http://schemas.microsoft.com/office/drawing/2014/main" id="{EB86F132-D514-4A42-80E1-F4EF8D506B59}"/>
              </a:ext>
            </a:extLst>
          </p:cNvPr>
          <p:cNvSpPr/>
          <p:nvPr/>
        </p:nvSpPr>
        <p:spPr>
          <a:xfrm>
            <a:off x="8366126" y="3996493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4" name="橢圓 1313">
            <a:extLst>
              <a:ext uri="{FF2B5EF4-FFF2-40B4-BE49-F238E27FC236}">
                <a16:creationId xmlns:a16="http://schemas.microsoft.com/office/drawing/2014/main" id="{70713C1C-F141-42E2-91BF-2B66D288414C}"/>
              </a:ext>
            </a:extLst>
          </p:cNvPr>
          <p:cNvSpPr/>
          <p:nvPr/>
        </p:nvSpPr>
        <p:spPr>
          <a:xfrm>
            <a:off x="8463981" y="408390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5" name="橢圓 1314">
            <a:extLst>
              <a:ext uri="{FF2B5EF4-FFF2-40B4-BE49-F238E27FC236}">
                <a16:creationId xmlns:a16="http://schemas.microsoft.com/office/drawing/2014/main" id="{A91C5C45-9712-4938-8191-F02C7404CE26}"/>
              </a:ext>
            </a:extLst>
          </p:cNvPr>
          <p:cNvSpPr/>
          <p:nvPr/>
        </p:nvSpPr>
        <p:spPr>
          <a:xfrm>
            <a:off x="8563095" y="417380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6" name="橢圓 1315">
            <a:extLst>
              <a:ext uri="{FF2B5EF4-FFF2-40B4-BE49-F238E27FC236}">
                <a16:creationId xmlns:a16="http://schemas.microsoft.com/office/drawing/2014/main" id="{7BD0E3EA-9538-4B3C-AC21-49031C849AC7}"/>
              </a:ext>
            </a:extLst>
          </p:cNvPr>
          <p:cNvSpPr/>
          <p:nvPr/>
        </p:nvSpPr>
        <p:spPr>
          <a:xfrm>
            <a:off x="8642310" y="426064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1317" name="橢圓 1316">
            <a:extLst>
              <a:ext uri="{FF2B5EF4-FFF2-40B4-BE49-F238E27FC236}">
                <a16:creationId xmlns:a16="http://schemas.microsoft.com/office/drawing/2014/main" id="{AD59A345-F43C-4912-8DC2-939CC2191408}"/>
              </a:ext>
            </a:extLst>
          </p:cNvPr>
          <p:cNvSpPr/>
          <p:nvPr/>
        </p:nvSpPr>
        <p:spPr>
          <a:xfrm>
            <a:off x="8759532" y="417380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8" name="橢圓 1317">
            <a:extLst>
              <a:ext uri="{FF2B5EF4-FFF2-40B4-BE49-F238E27FC236}">
                <a16:creationId xmlns:a16="http://schemas.microsoft.com/office/drawing/2014/main" id="{507C7D50-82F6-43D9-A063-D27548FEE0A2}"/>
              </a:ext>
            </a:extLst>
          </p:cNvPr>
          <p:cNvSpPr/>
          <p:nvPr/>
        </p:nvSpPr>
        <p:spPr>
          <a:xfrm>
            <a:off x="8821646" y="4083905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9" name="橢圓 1318">
            <a:extLst>
              <a:ext uri="{FF2B5EF4-FFF2-40B4-BE49-F238E27FC236}">
                <a16:creationId xmlns:a16="http://schemas.microsoft.com/office/drawing/2014/main" id="{B9F88F90-7BD2-49AC-8F64-994C6584198D}"/>
              </a:ext>
            </a:extLst>
          </p:cNvPr>
          <p:cNvSpPr/>
          <p:nvPr/>
        </p:nvSpPr>
        <p:spPr>
          <a:xfrm>
            <a:off x="9290789" y="417380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0" name="橢圓 1319">
            <a:extLst>
              <a:ext uri="{FF2B5EF4-FFF2-40B4-BE49-F238E27FC236}">
                <a16:creationId xmlns:a16="http://schemas.microsoft.com/office/drawing/2014/main" id="{7D1E969D-920C-490D-B73A-5CA7C6B96876}"/>
              </a:ext>
            </a:extLst>
          </p:cNvPr>
          <p:cNvSpPr/>
          <p:nvPr/>
        </p:nvSpPr>
        <p:spPr>
          <a:xfrm>
            <a:off x="9351947" y="426064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1" name="橢圓 1320">
            <a:extLst>
              <a:ext uri="{FF2B5EF4-FFF2-40B4-BE49-F238E27FC236}">
                <a16:creationId xmlns:a16="http://schemas.microsoft.com/office/drawing/2014/main" id="{3F89F4D1-423A-4867-91CF-E530D2DC3FD5}"/>
              </a:ext>
            </a:extLst>
          </p:cNvPr>
          <p:cNvSpPr/>
          <p:nvPr/>
        </p:nvSpPr>
        <p:spPr>
          <a:xfrm>
            <a:off x="9419114" y="4349271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2" name="橢圓 1321">
            <a:extLst>
              <a:ext uri="{FF2B5EF4-FFF2-40B4-BE49-F238E27FC236}">
                <a16:creationId xmlns:a16="http://schemas.microsoft.com/office/drawing/2014/main" id="{4DB5E70E-1725-4D1E-BA3C-E6609DB2BA9C}"/>
              </a:ext>
            </a:extLst>
          </p:cNvPr>
          <p:cNvSpPr/>
          <p:nvPr/>
        </p:nvSpPr>
        <p:spPr>
          <a:xfrm>
            <a:off x="9514847" y="4260642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3" name="橢圓 1322">
            <a:extLst>
              <a:ext uri="{FF2B5EF4-FFF2-40B4-BE49-F238E27FC236}">
                <a16:creationId xmlns:a16="http://schemas.microsoft.com/office/drawing/2014/main" id="{833538DE-D57A-4D00-B2CB-ACB8ABAFA214}"/>
              </a:ext>
            </a:extLst>
          </p:cNvPr>
          <p:cNvSpPr/>
          <p:nvPr/>
        </p:nvSpPr>
        <p:spPr>
          <a:xfrm>
            <a:off x="9755673" y="4349271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4" name="橢圓 1323">
            <a:extLst>
              <a:ext uri="{FF2B5EF4-FFF2-40B4-BE49-F238E27FC236}">
                <a16:creationId xmlns:a16="http://schemas.microsoft.com/office/drawing/2014/main" id="{05C5137C-A557-4A57-B813-86279B03F862}"/>
              </a:ext>
            </a:extLst>
          </p:cNvPr>
          <p:cNvSpPr/>
          <p:nvPr/>
        </p:nvSpPr>
        <p:spPr>
          <a:xfrm>
            <a:off x="10263278" y="3810157"/>
            <a:ext cx="95676" cy="93664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25" name="直線接點 1324">
            <a:extLst>
              <a:ext uri="{FF2B5EF4-FFF2-40B4-BE49-F238E27FC236}">
                <a16:creationId xmlns:a16="http://schemas.microsoft.com/office/drawing/2014/main" id="{83AF611D-6D87-41A9-8CC7-D55761ADFB6E}"/>
              </a:ext>
            </a:extLst>
          </p:cNvPr>
          <p:cNvCxnSpPr>
            <a:cxnSpLocks/>
            <a:stCxn id="1312" idx="1"/>
            <a:endCxn id="1311" idx="5"/>
          </p:cNvCxnSpPr>
          <p:nvPr/>
        </p:nvCxnSpPr>
        <p:spPr>
          <a:xfrm flipH="1" flipV="1">
            <a:off x="8258086" y="3890104"/>
            <a:ext cx="37062" cy="338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6" name="直線接點 1325">
            <a:extLst>
              <a:ext uri="{FF2B5EF4-FFF2-40B4-BE49-F238E27FC236}">
                <a16:creationId xmlns:a16="http://schemas.microsoft.com/office/drawing/2014/main" id="{22516B12-1CF4-46F7-85B6-479CE6E8D15C}"/>
              </a:ext>
            </a:extLst>
          </p:cNvPr>
          <p:cNvCxnSpPr>
            <a:cxnSpLocks/>
            <a:stCxn id="1313" idx="1"/>
            <a:endCxn id="1312" idx="5"/>
          </p:cNvCxnSpPr>
          <p:nvPr/>
        </p:nvCxnSpPr>
        <p:spPr>
          <a:xfrm flipH="1" flipV="1">
            <a:off x="8362802" y="3990219"/>
            <a:ext cx="17335" cy="199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7" name="直線接點 1326">
            <a:extLst>
              <a:ext uri="{FF2B5EF4-FFF2-40B4-BE49-F238E27FC236}">
                <a16:creationId xmlns:a16="http://schemas.microsoft.com/office/drawing/2014/main" id="{6D3DC1AC-9676-4206-83E4-1512EEDAFAEB}"/>
              </a:ext>
            </a:extLst>
          </p:cNvPr>
          <p:cNvCxnSpPr>
            <a:cxnSpLocks/>
            <a:stCxn id="1314" idx="1"/>
            <a:endCxn id="1313" idx="5"/>
          </p:cNvCxnSpPr>
          <p:nvPr/>
        </p:nvCxnSpPr>
        <p:spPr>
          <a:xfrm flipH="1" flipV="1">
            <a:off x="8447791" y="4076440"/>
            <a:ext cx="30201" cy="21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8" name="直線接點 1327">
            <a:extLst>
              <a:ext uri="{FF2B5EF4-FFF2-40B4-BE49-F238E27FC236}">
                <a16:creationId xmlns:a16="http://schemas.microsoft.com/office/drawing/2014/main" id="{85FD769C-2C4E-4F86-A7DA-425344B489D2}"/>
              </a:ext>
            </a:extLst>
          </p:cNvPr>
          <p:cNvCxnSpPr>
            <a:cxnSpLocks/>
            <a:stCxn id="1314" idx="5"/>
            <a:endCxn id="1315" idx="1"/>
          </p:cNvCxnSpPr>
          <p:nvPr/>
        </p:nvCxnSpPr>
        <p:spPr>
          <a:xfrm>
            <a:off x="8545646" y="4163852"/>
            <a:ext cx="31460" cy="236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9" name="直線接點 1328">
            <a:extLst>
              <a:ext uri="{FF2B5EF4-FFF2-40B4-BE49-F238E27FC236}">
                <a16:creationId xmlns:a16="http://schemas.microsoft.com/office/drawing/2014/main" id="{38479FF9-A8CD-4017-9A60-278E46077295}"/>
              </a:ext>
            </a:extLst>
          </p:cNvPr>
          <p:cNvCxnSpPr>
            <a:cxnSpLocks/>
            <a:stCxn id="1315" idx="5"/>
            <a:endCxn id="1316" idx="1"/>
          </p:cNvCxnSpPr>
          <p:nvPr/>
        </p:nvCxnSpPr>
        <p:spPr>
          <a:xfrm>
            <a:off x="8644760" y="4253749"/>
            <a:ext cx="11561" cy="206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0" name="直線接點 1329">
            <a:extLst>
              <a:ext uri="{FF2B5EF4-FFF2-40B4-BE49-F238E27FC236}">
                <a16:creationId xmlns:a16="http://schemas.microsoft.com/office/drawing/2014/main" id="{51CF343E-407E-47B7-B7B8-F466EB9CE535}"/>
              </a:ext>
            </a:extLst>
          </p:cNvPr>
          <p:cNvCxnSpPr>
            <a:cxnSpLocks/>
            <a:stCxn id="1316" idx="7"/>
            <a:endCxn id="1317" idx="2"/>
          </p:cNvCxnSpPr>
          <p:nvPr/>
        </p:nvCxnSpPr>
        <p:spPr>
          <a:xfrm flipV="1">
            <a:off x="8723975" y="4220634"/>
            <a:ext cx="35557" cy="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1" name="直線接點 1330">
            <a:extLst>
              <a:ext uri="{FF2B5EF4-FFF2-40B4-BE49-F238E27FC236}">
                <a16:creationId xmlns:a16="http://schemas.microsoft.com/office/drawing/2014/main" id="{E6533CF5-3CD1-4C4A-B3DF-8B25EA975D78}"/>
              </a:ext>
            </a:extLst>
          </p:cNvPr>
          <p:cNvCxnSpPr>
            <a:cxnSpLocks/>
            <a:stCxn id="1318" idx="2"/>
            <a:endCxn id="1317" idx="1"/>
          </p:cNvCxnSpPr>
          <p:nvPr/>
        </p:nvCxnSpPr>
        <p:spPr>
          <a:xfrm flipH="1">
            <a:off x="8773543" y="4130737"/>
            <a:ext cx="48103" cy="56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2" name="直線接點 1331">
            <a:extLst>
              <a:ext uri="{FF2B5EF4-FFF2-40B4-BE49-F238E27FC236}">
                <a16:creationId xmlns:a16="http://schemas.microsoft.com/office/drawing/2014/main" id="{2CC33D8F-82D5-4F5D-814C-71AD25819494}"/>
              </a:ext>
            </a:extLst>
          </p:cNvPr>
          <p:cNvCxnSpPr>
            <a:cxnSpLocks/>
            <a:stCxn id="1319" idx="1"/>
            <a:endCxn id="1318" idx="6"/>
          </p:cNvCxnSpPr>
          <p:nvPr/>
        </p:nvCxnSpPr>
        <p:spPr>
          <a:xfrm flipH="1" flipV="1">
            <a:off x="8917322" y="4130737"/>
            <a:ext cx="387478" cy="56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3" name="直線接點 1332">
            <a:extLst>
              <a:ext uri="{FF2B5EF4-FFF2-40B4-BE49-F238E27FC236}">
                <a16:creationId xmlns:a16="http://schemas.microsoft.com/office/drawing/2014/main" id="{2A0E2CEA-FDB2-409B-92EF-D463628F2463}"/>
              </a:ext>
            </a:extLst>
          </p:cNvPr>
          <p:cNvCxnSpPr>
            <a:cxnSpLocks/>
            <a:stCxn id="1320" idx="7"/>
            <a:endCxn id="1319" idx="6"/>
          </p:cNvCxnSpPr>
          <p:nvPr/>
        </p:nvCxnSpPr>
        <p:spPr>
          <a:xfrm flipH="1" flipV="1">
            <a:off x="9386465" y="4220634"/>
            <a:ext cx="47147" cy="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4" name="直線接點 1333">
            <a:extLst>
              <a:ext uri="{FF2B5EF4-FFF2-40B4-BE49-F238E27FC236}">
                <a16:creationId xmlns:a16="http://schemas.microsoft.com/office/drawing/2014/main" id="{C58D848C-567B-4F78-9745-105A152BC6E2}"/>
              </a:ext>
            </a:extLst>
          </p:cNvPr>
          <p:cNvCxnSpPr>
            <a:cxnSpLocks/>
            <a:stCxn id="1321" idx="0"/>
            <a:endCxn id="1320" idx="6"/>
          </p:cNvCxnSpPr>
          <p:nvPr/>
        </p:nvCxnSpPr>
        <p:spPr>
          <a:xfrm flipH="1" flipV="1">
            <a:off x="9447623" y="4307474"/>
            <a:ext cx="19329" cy="41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5" name="直線接點 1334">
            <a:extLst>
              <a:ext uri="{FF2B5EF4-FFF2-40B4-BE49-F238E27FC236}">
                <a16:creationId xmlns:a16="http://schemas.microsoft.com/office/drawing/2014/main" id="{400D57AC-B649-4C34-8515-C6A7B90470CF}"/>
              </a:ext>
            </a:extLst>
          </p:cNvPr>
          <p:cNvCxnSpPr>
            <a:cxnSpLocks/>
            <a:stCxn id="1322" idx="3"/>
            <a:endCxn id="1321" idx="7"/>
          </p:cNvCxnSpPr>
          <p:nvPr/>
        </p:nvCxnSpPr>
        <p:spPr>
          <a:xfrm flipH="1">
            <a:off x="9500779" y="4340589"/>
            <a:ext cx="28079" cy="22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6" name="直線接點 1335">
            <a:extLst>
              <a:ext uri="{FF2B5EF4-FFF2-40B4-BE49-F238E27FC236}">
                <a16:creationId xmlns:a16="http://schemas.microsoft.com/office/drawing/2014/main" id="{8B753F63-B951-4250-A509-17CE7E7A9462}"/>
              </a:ext>
            </a:extLst>
          </p:cNvPr>
          <p:cNvCxnSpPr>
            <a:cxnSpLocks/>
            <a:stCxn id="1322" idx="7"/>
            <a:endCxn id="1323" idx="2"/>
          </p:cNvCxnSpPr>
          <p:nvPr/>
        </p:nvCxnSpPr>
        <p:spPr>
          <a:xfrm>
            <a:off x="9596512" y="4274359"/>
            <a:ext cx="159161" cy="1217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7" name="直線接點 1336">
            <a:extLst>
              <a:ext uri="{FF2B5EF4-FFF2-40B4-BE49-F238E27FC236}">
                <a16:creationId xmlns:a16="http://schemas.microsoft.com/office/drawing/2014/main" id="{5A7C6C2C-7919-43F0-A443-D03C55E7165D}"/>
              </a:ext>
            </a:extLst>
          </p:cNvPr>
          <p:cNvCxnSpPr>
            <a:cxnSpLocks/>
            <a:stCxn id="1323" idx="7"/>
            <a:endCxn id="1324" idx="2"/>
          </p:cNvCxnSpPr>
          <p:nvPr/>
        </p:nvCxnSpPr>
        <p:spPr>
          <a:xfrm flipV="1">
            <a:off x="9837338" y="3856989"/>
            <a:ext cx="425940" cy="5059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8" name="直線接點 1337">
            <a:extLst>
              <a:ext uri="{FF2B5EF4-FFF2-40B4-BE49-F238E27FC236}">
                <a16:creationId xmlns:a16="http://schemas.microsoft.com/office/drawing/2014/main" id="{1FF93CAE-E24E-48E8-8174-7147055F9D55}"/>
              </a:ext>
            </a:extLst>
          </p:cNvPr>
          <p:cNvCxnSpPr>
            <a:cxnSpLocks/>
            <a:stCxn id="1350" idx="1"/>
            <a:endCxn id="1303" idx="6"/>
          </p:cNvCxnSpPr>
          <p:nvPr/>
        </p:nvCxnSpPr>
        <p:spPr>
          <a:xfrm flipH="1" flipV="1">
            <a:off x="6243320" y="4135361"/>
            <a:ext cx="142283" cy="56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9" name="直線接點 1338">
            <a:extLst>
              <a:ext uri="{FF2B5EF4-FFF2-40B4-BE49-F238E27FC236}">
                <a16:creationId xmlns:a16="http://schemas.microsoft.com/office/drawing/2014/main" id="{1956E57B-22C9-480A-82DA-EF84E179F6CC}"/>
              </a:ext>
            </a:extLst>
          </p:cNvPr>
          <p:cNvCxnSpPr>
            <a:cxnSpLocks/>
            <a:stCxn id="1302" idx="6"/>
            <a:endCxn id="1303" idx="1"/>
          </p:cNvCxnSpPr>
          <p:nvPr/>
        </p:nvCxnSpPr>
        <p:spPr>
          <a:xfrm>
            <a:off x="5445274" y="3677989"/>
            <a:ext cx="716381" cy="424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0" name="直線接點 1339">
            <a:extLst>
              <a:ext uri="{FF2B5EF4-FFF2-40B4-BE49-F238E27FC236}">
                <a16:creationId xmlns:a16="http://schemas.microsoft.com/office/drawing/2014/main" id="{89DBAF94-3894-4027-B152-9180C081C8CE}"/>
              </a:ext>
            </a:extLst>
          </p:cNvPr>
          <p:cNvCxnSpPr>
            <a:cxnSpLocks/>
            <a:stCxn id="1301" idx="7"/>
            <a:endCxn id="1302" idx="2"/>
          </p:cNvCxnSpPr>
          <p:nvPr/>
        </p:nvCxnSpPr>
        <p:spPr>
          <a:xfrm flipV="1">
            <a:off x="5136736" y="3677989"/>
            <a:ext cx="212862" cy="4153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1" name="直線接點 1340">
            <a:extLst>
              <a:ext uri="{FF2B5EF4-FFF2-40B4-BE49-F238E27FC236}">
                <a16:creationId xmlns:a16="http://schemas.microsoft.com/office/drawing/2014/main" id="{3C35341B-58C7-4333-BD3D-9FEA3331A5F5}"/>
              </a:ext>
            </a:extLst>
          </p:cNvPr>
          <p:cNvCxnSpPr>
            <a:cxnSpLocks/>
            <a:stCxn id="1301" idx="2"/>
            <a:endCxn id="1300" idx="6"/>
          </p:cNvCxnSpPr>
          <p:nvPr/>
        </p:nvCxnSpPr>
        <p:spPr>
          <a:xfrm flipH="1" flipV="1">
            <a:off x="4909921" y="4036964"/>
            <a:ext cx="145150" cy="89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2" name="直線接點 1341">
            <a:extLst>
              <a:ext uri="{FF2B5EF4-FFF2-40B4-BE49-F238E27FC236}">
                <a16:creationId xmlns:a16="http://schemas.microsoft.com/office/drawing/2014/main" id="{833EB4D6-2521-4772-B8BA-AD804765CAAA}"/>
              </a:ext>
            </a:extLst>
          </p:cNvPr>
          <p:cNvCxnSpPr>
            <a:cxnSpLocks/>
            <a:stCxn id="1299" idx="7"/>
            <a:endCxn id="1300" idx="2"/>
          </p:cNvCxnSpPr>
          <p:nvPr/>
        </p:nvCxnSpPr>
        <p:spPr>
          <a:xfrm flipV="1">
            <a:off x="4800177" y="4036964"/>
            <a:ext cx="14068" cy="563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3" name="直線接點 1342">
            <a:extLst>
              <a:ext uri="{FF2B5EF4-FFF2-40B4-BE49-F238E27FC236}">
                <a16:creationId xmlns:a16="http://schemas.microsoft.com/office/drawing/2014/main" id="{115D8A2F-489C-4972-B88D-F5F2997E2B60}"/>
              </a:ext>
            </a:extLst>
          </p:cNvPr>
          <p:cNvCxnSpPr>
            <a:cxnSpLocks/>
            <a:stCxn id="1299" idx="2"/>
            <a:endCxn id="1298" idx="4"/>
          </p:cNvCxnSpPr>
          <p:nvPr/>
        </p:nvCxnSpPr>
        <p:spPr>
          <a:xfrm flipH="1" flipV="1">
            <a:off x="4701987" y="4083796"/>
            <a:ext cx="16525" cy="42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4" name="直線接點 1343">
            <a:extLst>
              <a:ext uri="{FF2B5EF4-FFF2-40B4-BE49-F238E27FC236}">
                <a16:creationId xmlns:a16="http://schemas.microsoft.com/office/drawing/2014/main" id="{359420D9-5BEB-4EEC-A3B5-8ABA71E9D109}"/>
              </a:ext>
            </a:extLst>
          </p:cNvPr>
          <p:cNvCxnSpPr>
            <a:cxnSpLocks/>
            <a:stCxn id="1298" idx="2"/>
            <a:endCxn id="1297" idx="4"/>
          </p:cNvCxnSpPr>
          <p:nvPr/>
        </p:nvCxnSpPr>
        <p:spPr>
          <a:xfrm flipH="1" flipV="1">
            <a:off x="4638025" y="3988394"/>
            <a:ext cx="16124" cy="485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5" name="直線接點 1344">
            <a:extLst>
              <a:ext uri="{FF2B5EF4-FFF2-40B4-BE49-F238E27FC236}">
                <a16:creationId xmlns:a16="http://schemas.microsoft.com/office/drawing/2014/main" id="{B977CDA8-9BE0-4001-BC42-52EC42131A8E}"/>
              </a:ext>
            </a:extLst>
          </p:cNvPr>
          <p:cNvCxnSpPr>
            <a:cxnSpLocks/>
            <a:stCxn id="1297" idx="1"/>
            <a:endCxn id="1296" idx="6"/>
          </p:cNvCxnSpPr>
          <p:nvPr/>
        </p:nvCxnSpPr>
        <p:spPr>
          <a:xfrm flipH="1" flipV="1">
            <a:off x="4216720" y="3848674"/>
            <a:ext cx="387478" cy="597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6" name="直線接點 1345">
            <a:extLst>
              <a:ext uri="{FF2B5EF4-FFF2-40B4-BE49-F238E27FC236}">
                <a16:creationId xmlns:a16="http://schemas.microsoft.com/office/drawing/2014/main" id="{BAF239CE-F343-4F15-8587-19C70035EE8D}"/>
              </a:ext>
            </a:extLst>
          </p:cNvPr>
          <p:cNvCxnSpPr>
            <a:cxnSpLocks/>
            <a:stCxn id="1295" idx="7"/>
            <a:endCxn id="1296" idx="2"/>
          </p:cNvCxnSpPr>
          <p:nvPr/>
        </p:nvCxnSpPr>
        <p:spPr>
          <a:xfrm flipV="1">
            <a:off x="4083125" y="3848674"/>
            <a:ext cx="37919" cy="66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7" name="直線接點 1346">
            <a:extLst>
              <a:ext uri="{FF2B5EF4-FFF2-40B4-BE49-F238E27FC236}">
                <a16:creationId xmlns:a16="http://schemas.microsoft.com/office/drawing/2014/main" id="{3BFC34E4-848D-407A-8BA4-1B478D33D00B}"/>
              </a:ext>
            </a:extLst>
          </p:cNvPr>
          <p:cNvCxnSpPr>
            <a:cxnSpLocks/>
            <a:stCxn id="1294" idx="7"/>
            <a:endCxn id="1295" idx="2"/>
          </p:cNvCxnSpPr>
          <p:nvPr/>
        </p:nvCxnSpPr>
        <p:spPr>
          <a:xfrm flipV="1">
            <a:off x="3451399" y="3948395"/>
            <a:ext cx="550061" cy="62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8" name="直線接點 1347">
            <a:extLst>
              <a:ext uri="{FF2B5EF4-FFF2-40B4-BE49-F238E27FC236}">
                <a16:creationId xmlns:a16="http://schemas.microsoft.com/office/drawing/2014/main" id="{73AB3EEB-2267-4E69-BA66-74301B6E9BBD}"/>
              </a:ext>
            </a:extLst>
          </p:cNvPr>
          <p:cNvCxnSpPr>
            <a:cxnSpLocks/>
            <a:stCxn id="1293" idx="5"/>
            <a:endCxn id="1294" idx="1"/>
          </p:cNvCxnSpPr>
          <p:nvPr/>
        </p:nvCxnSpPr>
        <p:spPr>
          <a:xfrm>
            <a:off x="2328690" y="3530812"/>
            <a:ext cx="1055055" cy="480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49" name="橢圓 1348">
            <a:extLst>
              <a:ext uri="{FF2B5EF4-FFF2-40B4-BE49-F238E27FC236}">
                <a16:creationId xmlns:a16="http://schemas.microsoft.com/office/drawing/2014/main" id="{D572B649-2687-45A9-8B96-1E2EC296E2C1}"/>
              </a:ext>
            </a:extLst>
          </p:cNvPr>
          <p:cNvSpPr/>
          <p:nvPr/>
        </p:nvSpPr>
        <p:spPr>
          <a:xfrm>
            <a:off x="6481907" y="409125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50" name="橢圓 1349">
            <a:extLst>
              <a:ext uri="{FF2B5EF4-FFF2-40B4-BE49-F238E27FC236}">
                <a16:creationId xmlns:a16="http://schemas.microsoft.com/office/drawing/2014/main" id="{1F8A0B0A-C2A4-4F33-AAD0-637AE08CFCE1}"/>
              </a:ext>
            </a:extLst>
          </p:cNvPr>
          <p:cNvSpPr/>
          <p:nvPr/>
        </p:nvSpPr>
        <p:spPr>
          <a:xfrm>
            <a:off x="6371592" y="417809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1" name="橢圓 1350">
            <a:extLst>
              <a:ext uri="{FF2B5EF4-FFF2-40B4-BE49-F238E27FC236}">
                <a16:creationId xmlns:a16="http://schemas.microsoft.com/office/drawing/2014/main" id="{CE7B940C-5268-4804-88AB-80B7412E39C6}"/>
              </a:ext>
            </a:extLst>
          </p:cNvPr>
          <p:cNvSpPr/>
          <p:nvPr/>
        </p:nvSpPr>
        <p:spPr>
          <a:xfrm>
            <a:off x="6399223" y="4266721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2" name="橢圓 1351">
            <a:extLst>
              <a:ext uri="{FF2B5EF4-FFF2-40B4-BE49-F238E27FC236}">
                <a16:creationId xmlns:a16="http://schemas.microsoft.com/office/drawing/2014/main" id="{47FB3355-13C2-4795-9339-3849F9D2E5A1}"/>
              </a:ext>
            </a:extLst>
          </p:cNvPr>
          <p:cNvSpPr/>
          <p:nvPr/>
        </p:nvSpPr>
        <p:spPr>
          <a:xfrm>
            <a:off x="6447689" y="417809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53" name="橢圓 1352">
            <a:extLst>
              <a:ext uri="{FF2B5EF4-FFF2-40B4-BE49-F238E27FC236}">
                <a16:creationId xmlns:a16="http://schemas.microsoft.com/office/drawing/2014/main" id="{3735B7A6-033A-4C64-878B-3962F6347B85}"/>
              </a:ext>
            </a:extLst>
          </p:cNvPr>
          <p:cNvSpPr/>
          <p:nvPr/>
        </p:nvSpPr>
        <p:spPr>
          <a:xfrm>
            <a:off x="6855652" y="4178092"/>
            <a:ext cx="95676" cy="9366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4" name="文字方塊 1353">
            <a:extLst>
              <a:ext uri="{FF2B5EF4-FFF2-40B4-BE49-F238E27FC236}">
                <a16:creationId xmlns:a16="http://schemas.microsoft.com/office/drawing/2014/main" id="{164DF351-2607-47C3-B66A-F6EA9C4F04FF}"/>
              </a:ext>
            </a:extLst>
          </p:cNvPr>
          <p:cNvSpPr txBox="1"/>
          <p:nvPr/>
        </p:nvSpPr>
        <p:spPr>
          <a:xfrm>
            <a:off x="1663347" y="4358173"/>
            <a:ext cx="3353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900" dirty="0"/>
              <a:t>-10</a:t>
            </a:r>
            <a:endParaRPr lang="zh-TW" altLang="en-US" sz="900" dirty="0"/>
          </a:p>
        </p:txBody>
      </p:sp>
      <p:cxnSp>
        <p:nvCxnSpPr>
          <p:cNvPr id="1355" name="直線接點 352">
            <a:extLst>
              <a:ext uri="{FF2B5EF4-FFF2-40B4-BE49-F238E27FC236}">
                <a16:creationId xmlns:a16="http://schemas.microsoft.com/office/drawing/2014/main" id="{7937C00D-3EDD-4E98-8C84-57E4F4EFA350}"/>
              </a:ext>
            </a:extLst>
          </p:cNvPr>
          <p:cNvCxnSpPr>
            <a:cxnSpLocks/>
          </p:cNvCxnSpPr>
          <p:nvPr/>
        </p:nvCxnSpPr>
        <p:spPr>
          <a:xfrm>
            <a:off x="2003930" y="4476407"/>
            <a:ext cx="9806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6" name="直線接點 1355">
            <a:extLst>
              <a:ext uri="{FF2B5EF4-FFF2-40B4-BE49-F238E27FC236}">
                <a16:creationId xmlns:a16="http://schemas.microsoft.com/office/drawing/2014/main" id="{470084AD-3BFB-49E4-AEB7-A15EAC095478}"/>
              </a:ext>
            </a:extLst>
          </p:cNvPr>
          <p:cNvCxnSpPr>
            <a:cxnSpLocks/>
            <a:stCxn id="1352" idx="1"/>
            <a:endCxn id="1349" idx="2"/>
          </p:cNvCxnSpPr>
          <p:nvPr/>
        </p:nvCxnSpPr>
        <p:spPr>
          <a:xfrm flipV="1">
            <a:off x="6461700" y="4138084"/>
            <a:ext cx="20207" cy="53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7" name="橢圓 1356">
            <a:extLst>
              <a:ext uri="{FF2B5EF4-FFF2-40B4-BE49-F238E27FC236}">
                <a16:creationId xmlns:a16="http://schemas.microsoft.com/office/drawing/2014/main" id="{47B62A1F-E9AA-46BC-8C8C-5B731F3A03C6}"/>
              </a:ext>
            </a:extLst>
          </p:cNvPr>
          <p:cNvSpPr/>
          <p:nvPr/>
        </p:nvSpPr>
        <p:spPr>
          <a:xfrm>
            <a:off x="7269491" y="4072624"/>
            <a:ext cx="280981" cy="275072"/>
          </a:xfrm>
          <a:prstGeom prst="ellipse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63" name="直線接點 1362">
            <a:extLst>
              <a:ext uri="{FF2B5EF4-FFF2-40B4-BE49-F238E27FC236}">
                <a16:creationId xmlns:a16="http://schemas.microsoft.com/office/drawing/2014/main" id="{C08197AE-EA96-42D8-9071-DE147BE17A42}"/>
              </a:ext>
            </a:extLst>
          </p:cNvPr>
          <p:cNvCxnSpPr>
            <a:cxnSpLocks/>
            <a:stCxn id="1353" idx="2"/>
            <a:endCxn id="1349" idx="6"/>
          </p:cNvCxnSpPr>
          <p:nvPr/>
        </p:nvCxnSpPr>
        <p:spPr>
          <a:xfrm flipH="1" flipV="1">
            <a:off x="6577583" y="4138084"/>
            <a:ext cx="278069" cy="86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4" name="直線接點 1363">
            <a:extLst>
              <a:ext uri="{FF2B5EF4-FFF2-40B4-BE49-F238E27FC236}">
                <a16:creationId xmlns:a16="http://schemas.microsoft.com/office/drawing/2014/main" id="{4EB0C32A-6503-46F9-B4A3-9E6DF19291AB}"/>
              </a:ext>
            </a:extLst>
          </p:cNvPr>
          <p:cNvCxnSpPr>
            <a:cxnSpLocks/>
            <a:stCxn id="1304" idx="2"/>
            <a:endCxn id="1353" idx="5"/>
          </p:cNvCxnSpPr>
          <p:nvPr/>
        </p:nvCxnSpPr>
        <p:spPr>
          <a:xfrm flipH="1" flipV="1">
            <a:off x="6937317" y="4258039"/>
            <a:ext cx="52248" cy="494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5" name="直線接點 1364">
            <a:extLst>
              <a:ext uri="{FF2B5EF4-FFF2-40B4-BE49-F238E27FC236}">
                <a16:creationId xmlns:a16="http://schemas.microsoft.com/office/drawing/2014/main" id="{CC776994-DE09-43B1-AC33-0C04AE4E7DAC}"/>
              </a:ext>
            </a:extLst>
          </p:cNvPr>
          <p:cNvCxnSpPr>
            <a:cxnSpLocks/>
            <a:stCxn id="1305" idx="2"/>
            <a:endCxn id="1304" idx="6"/>
          </p:cNvCxnSpPr>
          <p:nvPr/>
        </p:nvCxnSpPr>
        <p:spPr>
          <a:xfrm flipH="1">
            <a:off x="7085241" y="4220634"/>
            <a:ext cx="276952" cy="86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6" name="直線接點 1365">
            <a:extLst>
              <a:ext uri="{FF2B5EF4-FFF2-40B4-BE49-F238E27FC236}">
                <a16:creationId xmlns:a16="http://schemas.microsoft.com/office/drawing/2014/main" id="{A61D9180-DEAA-483E-B4BB-7D68A79E7F14}"/>
              </a:ext>
            </a:extLst>
          </p:cNvPr>
          <p:cNvCxnSpPr>
            <a:cxnSpLocks/>
            <a:stCxn id="1306" idx="2"/>
            <a:endCxn id="1305" idx="7"/>
          </p:cNvCxnSpPr>
          <p:nvPr/>
        </p:nvCxnSpPr>
        <p:spPr>
          <a:xfrm flipH="1">
            <a:off x="7443858" y="4130737"/>
            <a:ext cx="89354" cy="56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7" name="直線接點 1366">
            <a:extLst>
              <a:ext uri="{FF2B5EF4-FFF2-40B4-BE49-F238E27FC236}">
                <a16:creationId xmlns:a16="http://schemas.microsoft.com/office/drawing/2014/main" id="{51DEEA36-70D8-4C9C-97B0-07EEE6F4C4DA}"/>
              </a:ext>
            </a:extLst>
          </p:cNvPr>
          <p:cNvCxnSpPr>
            <a:cxnSpLocks/>
            <a:stCxn id="1307" idx="2"/>
            <a:endCxn id="1306" idx="0"/>
          </p:cNvCxnSpPr>
          <p:nvPr/>
        </p:nvCxnSpPr>
        <p:spPr>
          <a:xfrm flipH="1">
            <a:off x="7581050" y="4043325"/>
            <a:ext cx="32014" cy="40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8" name="直線接點 1367">
            <a:extLst>
              <a:ext uri="{FF2B5EF4-FFF2-40B4-BE49-F238E27FC236}">
                <a16:creationId xmlns:a16="http://schemas.microsoft.com/office/drawing/2014/main" id="{D8097295-AD84-40B1-8387-D6BB95C3EA48}"/>
              </a:ext>
            </a:extLst>
          </p:cNvPr>
          <p:cNvCxnSpPr>
            <a:cxnSpLocks/>
            <a:stCxn id="1308" idx="2"/>
            <a:endCxn id="1307" idx="0"/>
          </p:cNvCxnSpPr>
          <p:nvPr/>
        </p:nvCxnSpPr>
        <p:spPr>
          <a:xfrm flipH="1">
            <a:off x="7660902" y="3957104"/>
            <a:ext cx="35212" cy="39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9" name="直線接點 1368">
            <a:extLst>
              <a:ext uri="{FF2B5EF4-FFF2-40B4-BE49-F238E27FC236}">
                <a16:creationId xmlns:a16="http://schemas.microsoft.com/office/drawing/2014/main" id="{810D42FB-55A5-46C8-961F-15699DD2FDB0}"/>
              </a:ext>
            </a:extLst>
          </p:cNvPr>
          <p:cNvCxnSpPr>
            <a:cxnSpLocks/>
            <a:stCxn id="1309" idx="2"/>
            <a:endCxn id="1308" idx="0"/>
          </p:cNvCxnSpPr>
          <p:nvPr/>
        </p:nvCxnSpPr>
        <p:spPr>
          <a:xfrm flipH="1">
            <a:off x="7743952" y="3856989"/>
            <a:ext cx="28179" cy="532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0" name="直線接點 1369">
            <a:extLst>
              <a:ext uri="{FF2B5EF4-FFF2-40B4-BE49-F238E27FC236}">
                <a16:creationId xmlns:a16="http://schemas.microsoft.com/office/drawing/2014/main" id="{13F52B27-189B-4216-BFA5-E990F4F0D633}"/>
              </a:ext>
            </a:extLst>
          </p:cNvPr>
          <p:cNvCxnSpPr>
            <a:cxnSpLocks/>
            <a:stCxn id="1310" idx="2"/>
            <a:endCxn id="1309" idx="0"/>
          </p:cNvCxnSpPr>
          <p:nvPr/>
        </p:nvCxnSpPr>
        <p:spPr>
          <a:xfrm flipH="1">
            <a:off x="7819969" y="3763325"/>
            <a:ext cx="42062" cy="468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1" name="直線接點 1370">
            <a:extLst>
              <a:ext uri="{FF2B5EF4-FFF2-40B4-BE49-F238E27FC236}">
                <a16:creationId xmlns:a16="http://schemas.microsoft.com/office/drawing/2014/main" id="{6E72559B-72C4-41FD-A420-57054FE174E6}"/>
              </a:ext>
            </a:extLst>
          </p:cNvPr>
          <p:cNvCxnSpPr>
            <a:cxnSpLocks/>
            <a:stCxn id="1310" idx="6"/>
            <a:endCxn id="1311" idx="2"/>
          </p:cNvCxnSpPr>
          <p:nvPr/>
        </p:nvCxnSpPr>
        <p:spPr>
          <a:xfrm>
            <a:off x="7957707" y="3763325"/>
            <a:ext cx="218714" cy="936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2" name="直線接點 1371">
            <a:extLst>
              <a:ext uri="{FF2B5EF4-FFF2-40B4-BE49-F238E27FC236}">
                <a16:creationId xmlns:a16="http://schemas.microsoft.com/office/drawing/2014/main" id="{02913B87-ABF2-4A4F-92EA-14BDED34284C}"/>
              </a:ext>
            </a:extLst>
          </p:cNvPr>
          <p:cNvCxnSpPr>
            <a:cxnSpLocks/>
            <a:endCxn id="351" idx="2"/>
          </p:cNvCxnSpPr>
          <p:nvPr/>
        </p:nvCxnSpPr>
        <p:spPr>
          <a:xfrm flipV="1">
            <a:off x="7901888" y="3837984"/>
            <a:ext cx="0" cy="474736"/>
          </a:xfrm>
          <a:prstGeom prst="line">
            <a:avLst/>
          </a:prstGeom>
          <a:ln w="28575">
            <a:solidFill>
              <a:srgbClr val="C55A1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接點 312">
            <a:extLst>
              <a:ext uri="{FF2B5EF4-FFF2-40B4-BE49-F238E27FC236}">
                <a16:creationId xmlns:a16="http://schemas.microsoft.com/office/drawing/2014/main" id="{14C0E051-066C-4B63-85B5-4DD8FF62B325}"/>
              </a:ext>
            </a:extLst>
          </p:cNvPr>
          <p:cNvCxnSpPr>
            <a:cxnSpLocks/>
            <a:endCxn id="352" idx="3"/>
          </p:cNvCxnSpPr>
          <p:nvPr/>
        </p:nvCxnSpPr>
        <p:spPr>
          <a:xfrm flipH="1">
            <a:off x="6548373" y="4311358"/>
            <a:ext cx="1359346" cy="1362"/>
          </a:xfrm>
          <a:prstGeom prst="line">
            <a:avLst/>
          </a:prstGeom>
          <a:ln w="28575">
            <a:solidFill>
              <a:srgbClr val="C55A1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060AB578-339D-434A-AB2A-35BB4D1AFDE8}"/>
              </a:ext>
            </a:extLst>
          </p:cNvPr>
          <p:cNvSpPr txBox="1"/>
          <p:nvPr/>
        </p:nvSpPr>
        <p:spPr>
          <a:xfrm>
            <a:off x="6651299" y="4220433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333" name="文字方塊 332">
            <a:extLst>
              <a:ext uri="{FF2B5EF4-FFF2-40B4-BE49-F238E27FC236}">
                <a16:creationId xmlns:a16="http://schemas.microsoft.com/office/drawing/2014/main" id="{BA07BF98-BE54-4B26-95D7-6927AD5DEABE}"/>
              </a:ext>
            </a:extLst>
          </p:cNvPr>
          <p:cNvSpPr txBox="1"/>
          <p:nvPr/>
        </p:nvSpPr>
        <p:spPr>
          <a:xfrm>
            <a:off x="7451351" y="4220433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cxnSp>
        <p:nvCxnSpPr>
          <p:cNvPr id="336" name="接點: 弧形 335">
            <a:extLst>
              <a:ext uri="{FF2B5EF4-FFF2-40B4-BE49-F238E27FC236}">
                <a16:creationId xmlns:a16="http://schemas.microsoft.com/office/drawing/2014/main" id="{B15B683E-482E-4BA6-84E1-E10E1D7BAC2F}"/>
              </a:ext>
            </a:extLst>
          </p:cNvPr>
          <p:cNvCxnSpPr>
            <a:cxnSpLocks/>
          </p:cNvCxnSpPr>
          <p:nvPr/>
        </p:nvCxnSpPr>
        <p:spPr>
          <a:xfrm flipH="1">
            <a:off x="7540628" y="4037576"/>
            <a:ext cx="407235" cy="1664211"/>
          </a:xfrm>
          <a:prstGeom prst="curvedConnector3">
            <a:avLst>
              <a:gd name="adj1" fmla="val -56135"/>
            </a:avLst>
          </a:prstGeom>
          <a:ln w="19050">
            <a:solidFill>
              <a:schemeClr val="bg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文字方塊 344">
            <a:extLst>
              <a:ext uri="{FF2B5EF4-FFF2-40B4-BE49-F238E27FC236}">
                <a16:creationId xmlns:a16="http://schemas.microsoft.com/office/drawing/2014/main" id="{5240790D-5DF5-4746-8AF0-D10B16C92ADC}"/>
              </a:ext>
            </a:extLst>
          </p:cNvPr>
          <p:cNvSpPr txBox="1"/>
          <p:nvPr/>
        </p:nvSpPr>
        <p:spPr>
          <a:xfrm>
            <a:off x="1543484" y="5108686"/>
            <a:ext cx="1093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Clipping Count</a:t>
            </a:r>
            <a:endParaRPr lang="zh-TW" altLang="en-US" sz="1200" dirty="0"/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10DAFD1D-D862-4BDD-BF17-789A90C49FA5}"/>
              </a:ext>
            </a:extLst>
          </p:cNvPr>
          <p:cNvSpPr/>
          <p:nvPr/>
        </p:nvSpPr>
        <p:spPr>
          <a:xfrm>
            <a:off x="7812399" y="3657984"/>
            <a:ext cx="178977" cy="180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00C47A51-3094-4CBF-9EC2-67BBC11823E9}"/>
              </a:ext>
            </a:extLst>
          </p:cNvPr>
          <p:cNvSpPr/>
          <p:nvPr/>
        </p:nvSpPr>
        <p:spPr>
          <a:xfrm>
            <a:off x="6369396" y="4222720"/>
            <a:ext cx="178977" cy="180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7" name="文字方塊 356">
            <a:extLst>
              <a:ext uri="{FF2B5EF4-FFF2-40B4-BE49-F238E27FC236}">
                <a16:creationId xmlns:a16="http://schemas.microsoft.com/office/drawing/2014/main" id="{108B9A6E-C9D3-4618-9293-6ECD0F900ED1}"/>
              </a:ext>
            </a:extLst>
          </p:cNvPr>
          <p:cNvSpPr txBox="1"/>
          <p:nvPr/>
        </p:nvSpPr>
        <p:spPr>
          <a:xfrm>
            <a:off x="1543484" y="1050919"/>
            <a:ext cx="1093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Clipping Count</a:t>
            </a:r>
            <a:endParaRPr lang="zh-TW" altLang="en-US" sz="1200" dirty="0"/>
          </a:p>
        </p:txBody>
      </p:sp>
      <p:sp>
        <p:nvSpPr>
          <p:cNvPr id="358" name="文字方塊 357">
            <a:extLst>
              <a:ext uri="{FF2B5EF4-FFF2-40B4-BE49-F238E27FC236}">
                <a16:creationId xmlns:a16="http://schemas.microsoft.com/office/drawing/2014/main" id="{521B4CF0-3C67-4147-A68C-884996D6AA49}"/>
              </a:ext>
            </a:extLst>
          </p:cNvPr>
          <p:cNvSpPr txBox="1"/>
          <p:nvPr/>
        </p:nvSpPr>
        <p:spPr>
          <a:xfrm>
            <a:off x="7647923" y="154568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359" name="文字方塊 358">
            <a:extLst>
              <a:ext uri="{FF2B5EF4-FFF2-40B4-BE49-F238E27FC236}">
                <a16:creationId xmlns:a16="http://schemas.microsoft.com/office/drawing/2014/main" id="{1E1C9FCB-6264-4207-BA9C-EB154BE49D77}"/>
              </a:ext>
            </a:extLst>
          </p:cNvPr>
          <p:cNvSpPr txBox="1"/>
          <p:nvPr/>
        </p:nvSpPr>
        <p:spPr>
          <a:xfrm>
            <a:off x="4847072" y="1467857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361" name="文字方塊 360">
            <a:extLst>
              <a:ext uri="{FF2B5EF4-FFF2-40B4-BE49-F238E27FC236}">
                <a16:creationId xmlns:a16="http://schemas.microsoft.com/office/drawing/2014/main" id="{B10364C1-4D1E-42B7-8DBE-7E1BA840441C}"/>
              </a:ext>
            </a:extLst>
          </p:cNvPr>
          <p:cNvSpPr txBox="1"/>
          <p:nvPr/>
        </p:nvSpPr>
        <p:spPr>
          <a:xfrm>
            <a:off x="7724254" y="334823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-2</a:t>
            </a:r>
            <a:endParaRPr lang="zh-TW" altLang="en-US" dirty="0"/>
          </a:p>
        </p:txBody>
      </p:sp>
      <p:sp>
        <p:nvSpPr>
          <p:cNvPr id="362" name="文字方塊 361">
            <a:extLst>
              <a:ext uri="{FF2B5EF4-FFF2-40B4-BE49-F238E27FC236}">
                <a16:creationId xmlns:a16="http://schemas.microsoft.com/office/drawing/2014/main" id="{C8E3C454-2AF2-40DB-9DD4-35DC69AFBA57}"/>
              </a:ext>
            </a:extLst>
          </p:cNvPr>
          <p:cNvSpPr txBox="1"/>
          <p:nvPr/>
        </p:nvSpPr>
        <p:spPr>
          <a:xfrm>
            <a:off x="6213114" y="4391393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-8</a:t>
            </a:r>
            <a:endParaRPr lang="zh-TW" altLang="en-US" dirty="0"/>
          </a:p>
        </p:txBody>
      </p:sp>
      <p:sp>
        <p:nvSpPr>
          <p:cNvPr id="363" name="文字方塊 362">
            <a:extLst>
              <a:ext uri="{FF2B5EF4-FFF2-40B4-BE49-F238E27FC236}">
                <a16:creationId xmlns:a16="http://schemas.microsoft.com/office/drawing/2014/main" id="{1A90BF9E-4D51-4020-B114-E0AD70C422E6}"/>
              </a:ext>
            </a:extLst>
          </p:cNvPr>
          <p:cNvSpPr txBox="1"/>
          <p:nvPr/>
        </p:nvSpPr>
        <p:spPr>
          <a:xfrm>
            <a:off x="6329618" y="5005557"/>
            <a:ext cx="1215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-2 - (-8) = 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30363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6FF2ED-8D8F-460A-A5F2-031287579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CNV/BFB Interval Calling (cont.)</a:t>
            </a:r>
            <a:endParaRPr lang="zh-TW" altLang="en-US" dirty="0"/>
          </a:p>
        </p:txBody>
      </p:sp>
      <p:grpSp>
        <p:nvGrpSpPr>
          <p:cNvPr id="817" name="群組 816">
            <a:extLst>
              <a:ext uri="{FF2B5EF4-FFF2-40B4-BE49-F238E27FC236}">
                <a16:creationId xmlns:a16="http://schemas.microsoft.com/office/drawing/2014/main" id="{16E62D45-EE08-42B8-A198-14F6A3C11375}"/>
              </a:ext>
            </a:extLst>
          </p:cNvPr>
          <p:cNvGrpSpPr/>
          <p:nvPr/>
        </p:nvGrpSpPr>
        <p:grpSpPr>
          <a:xfrm>
            <a:off x="194190" y="2727757"/>
            <a:ext cx="3410933" cy="910420"/>
            <a:chOff x="194190" y="2727757"/>
            <a:chExt cx="3410933" cy="910420"/>
          </a:xfrm>
        </p:grpSpPr>
        <p:sp>
          <p:nvSpPr>
            <p:cNvPr id="399" name="文字方塊 398">
              <a:extLst>
                <a:ext uri="{FF2B5EF4-FFF2-40B4-BE49-F238E27FC236}">
                  <a16:creationId xmlns:a16="http://schemas.microsoft.com/office/drawing/2014/main" id="{DFAB9FB7-558A-400C-8866-FBF9A02E251D}"/>
                </a:ext>
              </a:extLst>
            </p:cNvPr>
            <p:cNvSpPr txBox="1"/>
            <p:nvPr/>
          </p:nvSpPr>
          <p:spPr>
            <a:xfrm>
              <a:off x="194190" y="2727757"/>
              <a:ext cx="15749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Interval Calling</a:t>
              </a:r>
              <a:endParaRPr lang="en-US" altLang="zh-TW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5" name="文字方塊 414">
                  <a:extLst>
                    <a:ext uri="{FF2B5EF4-FFF2-40B4-BE49-F238E27FC236}">
                      <a16:creationId xmlns:a16="http://schemas.microsoft.com/office/drawing/2014/main" id="{265BDA2B-06D1-4D2A-915B-E2372805CA5A}"/>
                    </a:ext>
                  </a:extLst>
                </p:cNvPr>
                <p:cNvSpPr txBox="1"/>
                <p:nvPr/>
              </p:nvSpPr>
              <p:spPr>
                <a:xfrm>
                  <a:off x="593208" y="3061288"/>
                  <a:ext cx="3011915" cy="5768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200" dirty="0"/>
                    <a:t>Event Burst: c &gt;</a:t>
                  </a:r>
                  <a:r>
                    <a:rPr lang="zh-TW" altLang="en-US" sz="1200" dirty="0"/>
                    <a:t> 𝜆</a:t>
                  </a:r>
                  <a:endParaRPr lang="en-US" altLang="zh-TW" sz="1200" dirty="0"/>
                </a:p>
                <a:p>
                  <a:r>
                    <a:rPr lang="en-US" altLang="zh-TW" sz="1200" dirty="0"/>
                    <a:t>Signal Swing (</a:t>
                  </a:r>
                  <a14:m>
                    <m:oMath xmlns:m="http://schemas.openxmlformats.org/officeDocument/2006/math"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en-US" altLang="zh-TW" sz="1200" dirty="0"/>
                    <a:t>) </a:t>
                  </a:r>
                  <a14:m>
                    <m:oMath xmlns:m="http://schemas.openxmlformats.org/officeDocument/2006/math"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⇔(</m:t>
                      </m:r>
                      <m:f>
                        <m:fPr>
                          <m:ctrlPr>
                            <a:rPr lang="en-US" altLang="zh-TW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TW" altLang="en-US" sz="12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)∧(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20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TW" altLang="en-US" sz="12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TW" sz="120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TW" sz="1200" dirty="0"/>
                </a:p>
              </p:txBody>
            </p:sp>
          </mc:Choice>
          <mc:Fallback xmlns="">
            <p:sp>
              <p:nvSpPr>
                <p:cNvPr id="415" name="文字方塊 414">
                  <a:extLst>
                    <a:ext uri="{FF2B5EF4-FFF2-40B4-BE49-F238E27FC236}">
                      <a16:creationId xmlns:a16="http://schemas.microsoft.com/office/drawing/2014/main" id="{265BDA2B-06D1-4D2A-915B-E2372805CA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208" y="3061288"/>
                  <a:ext cx="3011915" cy="57688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16" name="文字方塊 815">
            <a:extLst>
              <a:ext uri="{FF2B5EF4-FFF2-40B4-BE49-F238E27FC236}">
                <a16:creationId xmlns:a16="http://schemas.microsoft.com/office/drawing/2014/main" id="{8630FF7B-DA30-43FB-AE1E-B9379EAFBF1A}"/>
              </a:ext>
            </a:extLst>
          </p:cNvPr>
          <p:cNvSpPr txBox="1"/>
          <p:nvPr/>
        </p:nvSpPr>
        <p:spPr>
          <a:xfrm>
            <a:off x="180889" y="4824410"/>
            <a:ext cx="762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Result</a:t>
            </a:r>
          </a:p>
        </p:txBody>
      </p:sp>
      <p:grpSp>
        <p:nvGrpSpPr>
          <p:cNvPr id="702" name="群組 701">
            <a:extLst>
              <a:ext uri="{FF2B5EF4-FFF2-40B4-BE49-F238E27FC236}">
                <a16:creationId xmlns:a16="http://schemas.microsoft.com/office/drawing/2014/main" id="{6DFEB848-5E32-43FB-832F-96E7C8ED1F45}"/>
              </a:ext>
            </a:extLst>
          </p:cNvPr>
          <p:cNvGrpSpPr/>
          <p:nvPr/>
        </p:nvGrpSpPr>
        <p:grpSpPr>
          <a:xfrm>
            <a:off x="1720606" y="3704743"/>
            <a:ext cx="10084862" cy="1304333"/>
            <a:chOff x="1720606" y="3846191"/>
            <a:chExt cx="10084862" cy="1304333"/>
          </a:xfrm>
        </p:grpSpPr>
        <p:cxnSp>
          <p:nvCxnSpPr>
            <p:cNvPr id="466" name="直線接點 352">
              <a:extLst>
                <a:ext uri="{FF2B5EF4-FFF2-40B4-BE49-F238E27FC236}">
                  <a16:creationId xmlns:a16="http://schemas.microsoft.com/office/drawing/2014/main" id="{996C0314-A40F-4C4B-8BFE-B48CFDE98DA2}"/>
                </a:ext>
              </a:extLst>
            </p:cNvPr>
            <p:cNvCxnSpPr>
              <a:cxnSpLocks/>
            </p:cNvCxnSpPr>
            <p:nvPr/>
          </p:nvCxnSpPr>
          <p:spPr>
            <a:xfrm>
              <a:off x="1998787" y="4629803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線接點 352">
              <a:extLst>
                <a:ext uri="{FF2B5EF4-FFF2-40B4-BE49-F238E27FC236}">
                  <a16:creationId xmlns:a16="http://schemas.microsoft.com/office/drawing/2014/main" id="{4331DBF3-0EFF-4AEC-8A8E-A66AE0540507}"/>
                </a:ext>
              </a:extLst>
            </p:cNvPr>
            <p:cNvCxnSpPr>
              <a:cxnSpLocks/>
            </p:cNvCxnSpPr>
            <p:nvPr/>
          </p:nvCxnSpPr>
          <p:spPr>
            <a:xfrm>
              <a:off x="1998787" y="3961607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線接點 352">
              <a:extLst>
                <a:ext uri="{FF2B5EF4-FFF2-40B4-BE49-F238E27FC236}">
                  <a16:creationId xmlns:a16="http://schemas.microsoft.com/office/drawing/2014/main" id="{E9350B50-B9DE-4C49-B43D-CB0E0AE96DED}"/>
                </a:ext>
              </a:extLst>
            </p:cNvPr>
            <p:cNvCxnSpPr>
              <a:cxnSpLocks/>
            </p:cNvCxnSpPr>
            <p:nvPr/>
          </p:nvCxnSpPr>
          <p:spPr>
            <a:xfrm>
              <a:off x="1998787" y="4058715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線接點 352">
              <a:extLst>
                <a:ext uri="{FF2B5EF4-FFF2-40B4-BE49-F238E27FC236}">
                  <a16:creationId xmlns:a16="http://schemas.microsoft.com/office/drawing/2014/main" id="{5C307DDD-83F7-46CB-9AD1-7FAE7299069E}"/>
                </a:ext>
              </a:extLst>
            </p:cNvPr>
            <p:cNvCxnSpPr>
              <a:cxnSpLocks/>
            </p:cNvCxnSpPr>
            <p:nvPr/>
          </p:nvCxnSpPr>
          <p:spPr>
            <a:xfrm>
              <a:off x="1998787" y="4538589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文字方塊 469">
              <a:extLst>
                <a:ext uri="{FF2B5EF4-FFF2-40B4-BE49-F238E27FC236}">
                  <a16:creationId xmlns:a16="http://schemas.microsoft.com/office/drawing/2014/main" id="{A003CBE9-8A3D-4FF1-980C-C7E4F43AC964}"/>
                </a:ext>
              </a:extLst>
            </p:cNvPr>
            <p:cNvSpPr txBox="1"/>
            <p:nvPr/>
          </p:nvSpPr>
          <p:spPr>
            <a:xfrm>
              <a:off x="1755872" y="3846191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6</a:t>
              </a:r>
              <a:endParaRPr lang="zh-TW" altLang="en-US" sz="900" dirty="0"/>
            </a:p>
          </p:txBody>
        </p:sp>
        <p:sp>
          <p:nvSpPr>
            <p:cNvPr id="471" name="文字方塊 470">
              <a:extLst>
                <a:ext uri="{FF2B5EF4-FFF2-40B4-BE49-F238E27FC236}">
                  <a16:creationId xmlns:a16="http://schemas.microsoft.com/office/drawing/2014/main" id="{347F591E-5D28-4498-8132-2B3D4808CC41}"/>
                </a:ext>
              </a:extLst>
            </p:cNvPr>
            <p:cNvSpPr txBox="1"/>
            <p:nvPr/>
          </p:nvSpPr>
          <p:spPr>
            <a:xfrm>
              <a:off x="1755872" y="3943300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5</a:t>
              </a:r>
              <a:endParaRPr lang="zh-TW" altLang="en-US" sz="900" dirty="0"/>
            </a:p>
          </p:txBody>
        </p:sp>
        <p:sp>
          <p:nvSpPr>
            <p:cNvPr id="472" name="文字方塊 471">
              <a:extLst>
                <a:ext uri="{FF2B5EF4-FFF2-40B4-BE49-F238E27FC236}">
                  <a16:creationId xmlns:a16="http://schemas.microsoft.com/office/drawing/2014/main" id="{7AFF2851-8023-4F67-8C62-92E545A9800B}"/>
                </a:ext>
              </a:extLst>
            </p:cNvPr>
            <p:cNvSpPr txBox="1"/>
            <p:nvPr/>
          </p:nvSpPr>
          <p:spPr>
            <a:xfrm>
              <a:off x="1755872" y="4206097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0</a:t>
              </a:r>
              <a:endParaRPr lang="zh-TW" altLang="en-US" sz="900" dirty="0"/>
            </a:p>
          </p:txBody>
        </p:sp>
        <p:sp>
          <p:nvSpPr>
            <p:cNvPr id="473" name="文字方塊 472">
              <a:extLst>
                <a:ext uri="{FF2B5EF4-FFF2-40B4-BE49-F238E27FC236}">
                  <a16:creationId xmlns:a16="http://schemas.microsoft.com/office/drawing/2014/main" id="{1B392B14-F2EB-44A7-A565-19A9E0B05B59}"/>
                </a:ext>
              </a:extLst>
            </p:cNvPr>
            <p:cNvSpPr txBox="1"/>
            <p:nvPr/>
          </p:nvSpPr>
          <p:spPr>
            <a:xfrm>
              <a:off x="1720606" y="4423173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/>
                <a:t>-5</a:t>
              </a:r>
              <a:endParaRPr lang="zh-TW" altLang="en-US" sz="900" dirty="0"/>
            </a:p>
          </p:txBody>
        </p:sp>
        <p:sp>
          <p:nvSpPr>
            <p:cNvPr id="474" name="橢圓 473">
              <a:extLst>
                <a:ext uri="{FF2B5EF4-FFF2-40B4-BE49-F238E27FC236}">
                  <a16:creationId xmlns:a16="http://schemas.microsoft.com/office/drawing/2014/main" id="{D8385165-C6D4-496D-BCB8-9BFA1829320B}"/>
                </a:ext>
              </a:extLst>
            </p:cNvPr>
            <p:cNvSpPr/>
            <p:nvPr/>
          </p:nvSpPr>
          <p:spPr>
            <a:xfrm>
              <a:off x="3369285" y="4586395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5" name="橢圓 474">
              <a:extLst>
                <a:ext uri="{FF2B5EF4-FFF2-40B4-BE49-F238E27FC236}">
                  <a16:creationId xmlns:a16="http://schemas.microsoft.com/office/drawing/2014/main" id="{A4E023F9-9EF9-44EE-8ED3-763B4C01542A}"/>
                </a:ext>
              </a:extLst>
            </p:cNvPr>
            <p:cNvSpPr/>
            <p:nvPr/>
          </p:nvSpPr>
          <p:spPr>
            <a:xfrm>
              <a:off x="5349149" y="4015706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6" name="橢圓 475">
              <a:extLst>
                <a:ext uri="{FF2B5EF4-FFF2-40B4-BE49-F238E27FC236}">
                  <a16:creationId xmlns:a16="http://schemas.microsoft.com/office/drawing/2014/main" id="{F07461A3-2DD8-4F15-A7FE-5A98024B12C1}"/>
                </a:ext>
              </a:extLst>
            </p:cNvPr>
            <p:cNvSpPr/>
            <p:nvPr/>
          </p:nvSpPr>
          <p:spPr>
            <a:xfrm>
              <a:off x="6147195" y="4504656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7" name="橢圓 476">
              <a:extLst>
                <a:ext uri="{FF2B5EF4-FFF2-40B4-BE49-F238E27FC236}">
                  <a16:creationId xmlns:a16="http://schemas.microsoft.com/office/drawing/2014/main" id="{D41FBB8D-92B7-4DC0-A7A3-40C4FABFDE24}"/>
                </a:ext>
              </a:extLst>
            </p:cNvPr>
            <p:cNvSpPr/>
            <p:nvPr/>
          </p:nvSpPr>
          <p:spPr>
            <a:xfrm>
              <a:off x="10262829" y="3915184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78" name="直線接點 477">
              <a:extLst>
                <a:ext uri="{FF2B5EF4-FFF2-40B4-BE49-F238E27FC236}">
                  <a16:creationId xmlns:a16="http://schemas.microsoft.com/office/drawing/2014/main" id="{F148A94C-42C6-4709-9357-CE8CBD68F1E6}"/>
                </a:ext>
              </a:extLst>
            </p:cNvPr>
            <p:cNvCxnSpPr>
              <a:cxnSpLocks/>
            </p:cNvCxnSpPr>
            <p:nvPr/>
          </p:nvCxnSpPr>
          <p:spPr>
            <a:xfrm>
              <a:off x="3417123" y="4320181"/>
              <a:ext cx="0" cy="266214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9" name="直線接點 478">
              <a:extLst>
                <a:ext uri="{FF2B5EF4-FFF2-40B4-BE49-F238E27FC236}">
                  <a16:creationId xmlns:a16="http://schemas.microsoft.com/office/drawing/2014/main" id="{69731EF9-98B3-43F2-BA53-F23A654B83C3}"/>
                </a:ext>
              </a:extLst>
            </p:cNvPr>
            <p:cNvCxnSpPr>
              <a:cxnSpLocks/>
            </p:cNvCxnSpPr>
            <p:nvPr/>
          </p:nvCxnSpPr>
          <p:spPr>
            <a:xfrm>
              <a:off x="5396987" y="4109370"/>
              <a:ext cx="0" cy="212143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0" name="直線接點 479">
              <a:extLst>
                <a:ext uri="{FF2B5EF4-FFF2-40B4-BE49-F238E27FC236}">
                  <a16:creationId xmlns:a16="http://schemas.microsoft.com/office/drawing/2014/main" id="{BC59D975-5776-4F30-9F5B-A77A6FCBAF3A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33" y="4320181"/>
              <a:ext cx="0" cy="184475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1" name="直線接點 480">
              <a:extLst>
                <a:ext uri="{FF2B5EF4-FFF2-40B4-BE49-F238E27FC236}">
                  <a16:creationId xmlns:a16="http://schemas.microsoft.com/office/drawing/2014/main" id="{F798F54A-AF5C-495B-9294-B0C9F43CA88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0667" y="4008848"/>
              <a:ext cx="0" cy="312666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2" name="文字方塊 481">
              <a:extLst>
                <a:ext uri="{FF2B5EF4-FFF2-40B4-BE49-F238E27FC236}">
                  <a16:creationId xmlns:a16="http://schemas.microsoft.com/office/drawing/2014/main" id="{10C3CAF7-1FFB-4AB6-BD0E-7D6B5109B107}"/>
                </a:ext>
              </a:extLst>
            </p:cNvPr>
            <p:cNvSpPr txBox="1"/>
            <p:nvPr/>
          </p:nvSpPr>
          <p:spPr>
            <a:xfrm>
              <a:off x="1720606" y="4514390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-6</a:t>
              </a:r>
              <a:endParaRPr lang="zh-TW" altLang="en-US" sz="900" dirty="0"/>
            </a:p>
          </p:txBody>
        </p:sp>
        <p:sp>
          <p:nvSpPr>
            <p:cNvPr id="484" name="橢圓 483">
              <a:extLst>
                <a:ext uri="{FF2B5EF4-FFF2-40B4-BE49-F238E27FC236}">
                  <a16:creationId xmlns:a16="http://schemas.microsoft.com/office/drawing/2014/main" id="{35FAC157-7EE6-4959-9893-B69348FE3F96}"/>
                </a:ext>
              </a:extLst>
            </p:cNvPr>
            <p:cNvSpPr/>
            <p:nvPr/>
          </p:nvSpPr>
          <p:spPr>
            <a:xfrm>
              <a:off x="7361743" y="391714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86" name="直線接點 485">
              <a:extLst>
                <a:ext uri="{FF2B5EF4-FFF2-40B4-BE49-F238E27FC236}">
                  <a16:creationId xmlns:a16="http://schemas.microsoft.com/office/drawing/2014/main" id="{5F5ACB59-B2E5-4DE0-B478-F6992A3AC484}"/>
                </a:ext>
              </a:extLst>
            </p:cNvPr>
            <p:cNvCxnSpPr>
              <a:cxnSpLocks/>
              <a:stCxn id="484" idx="4"/>
            </p:cNvCxnSpPr>
            <p:nvPr/>
          </p:nvCxnSpPr>
          <p:spPr>
            <a:xfrm>
              <a:off x="7409581" y="4010811"/>
              <a:ext cx="0" cy="309370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9" name="橢圓 488">
              <a:extLst>
                <a:ext uri="{FF2B5EF4-FFF2-40B4-BE49-F238E27FC236}">
                  <a16:creationId xmlns:a16="http://schemas.microsoft.com/office/drawing/2014/main" id="{EA81A021-46C4-41DF-85FF-28DD9933700E}"/>
                </a:ext>
              </a:extLst>
            </p:cNvPr>
            <p:cNvSpPr/>
            <p:nvPr/>
          </p:nvSpPr>
          <p:spPr>
            <a:xfrm rot="10800000">
              <a:off x="8641811" y="4569137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cxnSp>
          <p:nvCxnSpPr>
            <p:cNvPr id="491" name="直線接點 490">
              <a:extLst>
                <a:ext uri="{FF2B5EF4-FFF2-40B4-BE49-F238E27FC236}">
                  <a16:creationId xmlns:a16="http://schemas.microsoft.com/office/drawing/2014/main" id="{E12D73A5-2FE9-4BF9-9B90-BBE0763832AE}"/>
                </a:ext>
              </a:extLst>
            </p:cNvPr>
            <p:cNvCxnSpPr>
              <a:cxnSpLocks/>
              <a:stCxn id="489" idx="4"/>
            </p:cNvCxnSpPr>
            <p:nvPr/>
          </p:nvCxnSpPr>
          <p:spPr>
            <a:xfrm flipV="1">
              <a:off x="8689649" y="4320181"/>
              <a:ext cx="0" cy="248956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95" name="群組 494">
              <a:extLst>
                <a:ext uri="{FF2B5EF4-FFF2-40B4-BE49-F238E27FC236}">
                  <a16:creationId xmlns:a16="http://schemas.microsoft.com/office/drawing/2014/main" id="{6FB8E882-9904-4CCC-8C7E-1BDACE6BF863}"/>
                </a:ext>
              </a:extLst>
            </p:cNvPr>
            <p:cNvGrpSpPr/>
            <p:nvPr/>
          </p:nvGrpSpPr>
          <p:grpSpPr>
            <a:xfrm>
              <a:off x="5336127" y="4695818"/>
              <a:ext cx="954107" cy="454706"/>
              <a:chOff x="5336127" y="4930951"/>
              <a:chExt cx="954107" cy="454706"/>
            </a:xfrm>
          </p:grpSpPr>
          <p:sp>
            <p:nvSpPr>
              <p:cNvPr id="425" name="手繪多邊形: 圖案 424">
                <a:extLst>
                  <a:ext uri="{FF2B5EF4-FFF2-40B4-BE49-F238E27FC236}">
                    <a16:creationId xmlns:a16="http://schemas.microsoft.com/office/drawing/2014/main" id="{6301790C-7C2C-4DB1-A1BD-5B74623C9DD3}"/>
                  </a:ext>
                </a:extLst>
              </p:cNvPr>
              <p:cNvSpPr/>
              <p:nvPr/>
            </p:nvSpPr>
            <p:spPr>
              <a:xfrm flipV="1">
                <a:off x="5381250" y="4930951"/>
                <a:ext cx="194134" cy="89213"/>
              </a:xfrm>
              <a:custGeom>
                <a:avLst/>
                <a:gdLst>
                  <a:gd name="connsiteX0" fmla="*/ 548934 w 548934"/>
                  <a:gd name="connsiteY0" fmla="*/ 0 h 252259"/>
                  <a:gd name="connsiteX1" fmla="*/ 548934 w 548934"/>
                  <a:gd name="connsiteY1" fmla="*/ 252259 h 252259"/>
                  <a:gd name="connsiteX2" fmla="*/ 0 w 548934"/>
                  <a:gd name="connsiteY2" fmla="*/ 252259 h 252259"/>
                  <a:gd name="connsiteX3" fmla="*/ 3209 w 548934"/>
                  <a:gd name="connsiteY3" fmla="*/ 244763 h 252259"/>
                  <a:gd name="connsiteX4" fmla="*/ 414234 w 548934"/>
                  <a:gd name="connsiteY4" fmla="*/ 26066 h 252259"/>
                  <a:gd name="connsiteX5" fmla="*/ 548934 w 548934"/>
                  <a:gd name="connsiteY5" fmla="*/ 0 h 252259"/>
                  <a:gd name="connsiteX0" fmla="*/ 548934 w 640374"/>
                  <a:gd name="connsiteY0" fmla="*/ 252259 h 343699"/>
                  <a:gd name="connsiteX1" fmla="*/ 0 w 640374"/>
                  <a:gd name="connsiteY1" fmla="*/ 252259 h 343699"/>
                  <a:gd name="connsiteX2" fmla="*/ 3209 w 640374"/>
                  <a:gd name="connsiteY2" fmla="*/ 244763 h 343699"/>
                  <a:gd name="connsiteX3" fmla="*/ 414234 w 640374"/>
                  <a:gd name="connsiteY3" fmla="*/ 26066 h 343699"/>
                  <a:gd name="connsiteX4" fmla="*/ 548934 w 640374"/>
                  <a:gd name="connsiteY4" fmla="*/ 0 h 343699"/>
                  <a:gd name="connsiteX5" fmla="*/ 640374 w 640374"/>
                  <a:gd name="connsiteY5" fmla="*/ 343699 h 343699"/>
                  <a:gd name="connsiteX0" fmla="*/ 548934 w 548934"/>
                  <a:gd name="connsiteY0" fmla="*/ 252259 h 252259"/>
                  <a:gd name="connsiteX1" fmla="*/ 0 w 548934"/>
                  <a:gd name="connsiteY1" fmla="*/ 252259 h 252259"/>
                  <a:gd name="connsiteX2" fmla="*/ 3209 w 548934"/>
                  <a:gd name="connsiteY2" fmla="*/ 244763 h 252259"/>
                  <a:gd name="connsiteX3" fmla="*/ 414234 w 548934"/>
                  <a:gd name="connsiteY3" fmla="*/ 26066 h 252259"/>
                  <a:gd name="connsiteX4" fmla="*/ 548934 w 548934"/>
                  <a:gd name="connsiteY4" fmla="*/ 0 h 252259"/>
                  <a:gd name="connsiteX0" fmla="*/ 0 w 548934"/>
                  <a:gd name="connsiteY0" fmla="*/ 252259 h 252259"/>
                  <a:gd name="connsiteX1" fmla="*/ 3209 w 548934"/>
                  <a:gd name="connsiteY1" fmla="*/ 244763 h 252259"/>
                  <a:gd name="connsiteX2" fmla="*/ 414234 w 548934"/>
                  <a:gd name="connsiteY2" fmla="*/ 26066 h 252259"/>
                  <a:gd name="connsiteX3" fmla="*/ 548934 w 548934"/>
                  <a:gd name="connsiteY3" fmla="*/ 0 h 252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934" h="252259">
                    <a:moveTo>
                      <a:pt x="0" y="252259"/>
                    </a:moveTo>
                    <a:lnTo>
                      <a:pt x="3209" y="244763"/>
                    </a:lnTo>
                    <a:cubicBezTo>
                      <a:pt x="55283" y="154037"/>
                      <a:pt x="206264" y="76157"/>
                      <a:pt x="414234" y="26066"/>
                    </a:cubicBezTo>
                    <a:lnTo>
                      <a:pt x="548934" y="0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kumimoji="1" lang="zh-TW" altLang="en-US" sz="1400" b="1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26" name="手繪多邊形: 圖案 425">
                <a:extLst>
                  <a:ext uri="{FF2B5EF4-FFF2-40B4-BE49-F238E27FC236}">
                    <a16:creationId xmlns:a16="http://schemas.microsoft.com/office/drawing/2014/main" id="{FD8B27A5-CD82-416D-B45F-7331DF319E39}"/>
                  </a:ext>
                </a:extLst>
              </p:cNvPr>
              <p:cNvSpPr/>
              <p:nvPr/>
            </p:nvSpPr>
            <p:spPr>
              <a:xfrm flipH="1" flipV="1">
                <a:off x="5981299" y="4930951"/>
                <a:ext cx="194134" cy="89213"/>
              </a:xfrm>
              <a:custGeom>
                <a:avLst/>
                <a:gdLst>
                  <a:gd name="connsiteX0" fmla="*/ 548934 w 548934"/>
                  <a:gd name="connsiteY0" fmla="*/ 0 h 252259"/>
                  <a:gd name="connsiteX1" fmla="*/ 548934 w 548934"/>
                  <a:gd name="connsiteY1" fmla="*/ 252259 h 252259"/>
                  <a:gd name="connsiteX2" fmla="*/ 0 w 548934"/>
                  <a:gd name="connsiteY2" fmla="*/ 252259 h 252259"/>
                  <a:gd name="connsiteX3" fmla="*/ 3209 w 548934"/>
                  <a:gd name="connsiteY3" fmla="*/ 244763 h 252259"/>
                  <a:gd name="connsiteX4" fmla="*/ 414234 w 548934"/>
                  <a:gd name="connsiteY4" fmla="*/ 26066 h 252259"/>
                  <a:gd name="connsiteX5" fmla="*/ 548934 w 548934"/>
                  <a:gd name="connsiteY5" fmla="*/ 0 h 252259"/>
                  <a:gd name="connsiteX0" fmla="*/ 548934 w 640374"/>
                  <a:gd name="connsiteY0" fmla="*/ 252259 h 343699"/>
                  <a:gd name="connsiteX1" fmla="*/ 0 w 640374"/>
                  <a:gd name="connsiteY1" fmla="*/ 252259 h 343699"/>
                  <a:gd name="connsiteX2" fmla="*/ 3209 w 640374"/>
                  <a:gd name="connsiteY2" fmla="*/ 244763 h 343699"/>
                  <a:gd name="connsiteX3" fmla="*/ 414234 w 640374"/>
                  <a:gd name="connsiteY3" fmla="*/ 26066 h 343699"/>
                  <a:gd name="connsiteX4" fmla="*/ 548934 w 640374"/>
                  <a:gd name="connsiteY4" fmla="*/ 0 h 343699"/>
                  <a:gd name="connsiteX5" fmla="*/ 640374 w 640374"/>
                  <a:gd name="connsiteY5" fmla="*/ 343699 h 343699"/>
                  <a:gd name="connsiteX0" fmla="*/ 548934 w 548934"/>
                  <a:gd name="connsiteY0" fmla="*/ 252259 h 252259"/>
                  <a:gd name="connsiteX1" fmla="*/ 0 w 548934"/>
                  <a:gd name="connsiteY1" fmla="*/ 252259 h 252259"/>
                  <a:gd name="connsiteX2" fmla="*/ 3209 w 548934"/>
                  <a:gd name="connsiteY2" fmla="*/ 244763 h 252259"/>
                  <a:gd name="connsiteX3" fmla="*/ 414234 w 548934"/>
                  <a:gd name="connsiteY3" fmla="*/ 26066 h 252259"/>
                  <a:gd name="connsiteX4" fmla="*/ 548934 w 548934"/>
                  <a:gd name="connsiteY4" fmla="*/ 0 h 252259"/>
                  <a:gd name="connsiteX0" fmla="*/ 0 w 548934"/>
                  <a:gd name="connsiteY0" fmla="*/ 252259 h 252259"/>
                  <a:gd name="connsiteX1" fmla="*/ 3209 w 548934"/>
                  <a:gd name="connsiteY1" fmla="*/ 244763 h 252259"/>
                  <a:gd name="connsiteX2" fmla="*/ 414234 w 548934"/>
                  <a:gd name="connsiteY2" fmla="*/ 26066 h 252259"/>
                  <a:gd name="connsiteX3" fmla="*/ 548934 w 548934"/>
                  <a:gd name="connsiteY3" fmla="*/ 0 h 252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934" h="252259">
                    <a:moveTo>
                      <a:pt x="0" y="252259"/>
                    </a:moveTo>
                    <a:lnTo>
                      <a:pt x="3209" y="244763"/>
                    </a:lnTo>
                    <a:cubicBezTo>
                      <a:pt x="55283" y="154037"/>
                      <a:pt x="206264" y="76157"/>
                      <a:pt x="414234" y="26066"/>
                    </a:cubicBezTo>
                    <a:lnTo>
                      <a:pt x="548934" y="0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kumimoji="1" lang="zh-TW" altLang="en-US" sz="1400" b="1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4" name="文字方塊 493">
                <a:extLst>
                  <a:ext uri="{FF2B5EF4-FFF2-40B4-BE49-F238E27FC236}">
                    <a16:creationId xmlns:a16="http://schemas.microsoft.com/office/drawing/2014/main" id="{1091BCD2-99C7-4874-98ED-5486314D1F84}"/>
                  </a:ext>
                </a:extLst>
              </p:cNvPr>
              <p:cNvSpPr txBox="1"/>
              <p:nvPr/>
            </p:nvSpPr>
            <p:spPr>
              <a:xfrm>
                <a:off x="5336127" y="5016325"/>
                <a:ext cx="9541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7,000bp</a:t>
                </a:r>
                <a:endParaRPr lang="zh-TW" altLang="en-US" dirty="0"/>
              </a:p>
            </p:txBody>
          </p:sp>
        </p:grpSp>
        <p:grpSp>
          <p:nvGrpSpPr>
            <p:cNvPr id="502" name="群組 501">
              <a:extLst>
                <a:ext uri="{FF2B5EF4-FFF2-40B4-BE49-F238E27FC236}">
                  <a16:creationId xmlns:a16="http://schemas.microsoft.com/office/drawing/2014/main" id="{A8B267D3-66A7-4DA7-92CE-AB34362FDB6D}"/>
                </a:ext>
              </a:extLst>
            </p:cNvPr>
            <p:cNvGrpSpPr/>
            <p:nvPr/>
          </p:nvGrpSpPr>
          <p:grpSpPr>
            <a:xfrm>
              <a:off x="7404729" y="4695818"/>
              <a:ext cx="1292228" cy="454706"/>
              <a:chOff x="7436361" y="4896799"/>
              <a:chExt cx="1292228" cy="454706"/>
            </a:xfrm>
          </p:grpSpPr>
          <p:sp>
            <p:nvSpPr>
              <p:cNvPr id="497" name="手繪多邊形: 圖案 496">
                <a:extLst>
                  <a:ext uri="{FF2B5EF4-FFF2-40B4-BE49-F238E27FC236}">
                    <a16:creationId xmlns:a16="http://schemas.microsoft.com/office/drawing/2014/main" id="{EF61FFF4-B17C-4349-B71A-50F24C9C5D52}"/>
                  </a:ext>
                </a:extLst>
              </p:cNvPr>
              <p:cNvSpPr/>
              <p:nvPr/>
            </p:nvSpPr>
            <p:spPr>
              <a:xfrm flipV="1">
                <a:off x="7436361" y="4896799"/>
                <a:ext cx="194134" cy="89213"/>
              </a:xfrm>
              <a:custGeom>
                <a:avLst/>
                <a:gdLst>
                  <a:gd name="connsiteX0" fmla="*/ 548934 w 548934"/>
                  <a:gd name="connsiteY0" fmla="*/ 0 h 252259"/>
                  <a:gd name="connsiteX1" fmla="*/ 548934 w 548934"/>
                  <a:gd name="connsiteY1" fmla="*/ 252259 h 252259"/>
                  <a:gd name="connsiteX2" fmla="*/ 0 w 548934"/>
                  <a:gd name="connsiteY2" fmla="*/ 252259 h 252259"/>
                  <a:gd name="connsiteX3" fmla="*/ 3209 w 548934"/>
                  <a:gd name="connsiteY3" fmla="*/ 244763 h 252259"/>
                  <a:gd name="connsiteX4" fmla="*/ 414234 w 548934"/>
                  <a:gd name="connsiteY4" fmla="*/ 26066 h 252259"/>
                  <a:gd name="connsiteX5" fmla="*/ 548934 w 548934"/>
                  <a:gd name="connsiteY5" fmla="*/ 0 h 252259"/>
                  <a:gd name="connsiteX0" fmla="*/ 548934 w 640374"/>
                  <a:gd name="connsiteY0" fmla="*/ 252259 h 343699"/>
                  <a:gd name="connsiteX1" fmla="*/ 0 w 640374"/>
                  <a:gd name="connsiteY1" fmla="*/ 252259 h 343699"/>
                  <a:gd name="connsiteX2" fmla="*/ 3209 w 640374"/>
                  <a:gd name="connsiteY2" fmla="*/ 244763 h 343699"/>
                  <a:gd name="connsiteX3" fmla="*/ 414234 w 640374"/>
                  <a:gd name="connsiteY3" fmla="*/ 26066 h 343699"/>
                  <a:gd name="connsiteX4" fmla="*/ 548934 w 640374"/>
                  <a:gd name="connsiteY4" fmla="*/ 0 h 343699"/>
                  <a:gd name="connsiteX5" fmla="*/ 640374 w 640374"/>
                  <a:gd name="connsiteY5" fmla="*/ 343699 h 343699"/>
                  <a:gd name="connsiteX0" fmla="*/ 548934 w 548934"/>
                  <a:gd name="connsiteY0" fmla="*/ 252259 h 252259"/>
                  <a:gd name="connsiteX1" fmla="*/ 0 w 548934"/>
                  <a:gd name="connsiteY1" fmla="*/ 252259 h 252259"/>
                  <a:gd name="connsiteX2" fmla="*/ 3209 w 548934"/>
                  <a:gd name="connsiteY2" fmla="*/ 244763 h 252259"/>
                  <a:gd name="connsiteX3" fmla="*/ 414234 w 548934"/>
                  <a:gd name="connsiteY3" fmla="*/ 26066 h 252259"/>
                  <a:gd name="connsiteX4" fmla="*/ 548934 w 548934"/>
                  <a:gd name="connsiteY4" fmla="*/ 0 h 252259"/>
                  <a:gd name="connsiteX0" fmla="*/ 0 w 548934"/>
                  <a:gd name="connsiteY0" fmla="*/ 252259 h 252259"/>
                  <a:gd name="connsiteX1" fmla="*/ 3209 w 548934"/>
                  <a:gd name="connsiteY1" fmla="*/ 244763 h 252259"/>
                  <a:gd name="connsiteX2" fmla="*/ 414234 w 548934"/>
                  <a:gd name="connsiteY2" fmla="*/ 26066 h 252259"/>
                  <a:gd name="connsiteX3" fmla="*/ 548934 w 548934"/>
                  <a:gd name="connsiteY3" fmla="*/ 0 h 252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934" h="252259">
                    <a:moveTo>
                      <a:pt x="0" y="252259"/>
                    </a:moveTo>
                    <a:lnTo>
                      <a:pt x="3209" y="244763"/>
                    </a:lnTo>
                    <a:cubicBezTo>
                      <a:pt x="55283" y="154037"/>
                      <a:pt x="206264" y="76157"/>
                      <a:pt x="414234" y="26066"/>
                    </a:cubicBezTo>
                    <a:lnTo>
                      <a:pt x="548934" y="0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kumimoji="1" lang="zh-TW" altLang="en-US" sz="1400" b="1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8" name="手繪多邊形: 圖案 497">
                <a:extLst>
                  <a:ext uri="{FF2B5EF4-FFF2-40B4-BE49-F238E27FC236}">
                    <a16:creationId xmlns:a16="http://schemas.microsoft.com/office/drawing/2014/main" id="{E587F841-752F-49A4-A0FD-FF4BBAC88593}"/>
                  </a:ext>
                </a:extLst>
              </p:cNvPr>
              <p:cNvSpPr/>
              <p:nvPr/>
            </p:nvSpPr>
            <p:spPr>
              <a:xfrm flipH="1" flipV="1">
                <a:off x="8534455" y="4896799"/>
                <a:ext cx="194134" cy="89213"/>
              </a:xfrm>
              <a:custGeom>
                <a:avLst/>
                <a:gdLst>
                  <a:gd name="connsiteX0" fmla="*/ 548934 w 548934"/>
                  <a:gd name="connsiteY0" fmla="*/ 0 h 252259"/>
                  <a:gd name="connsiteX1" fmla="*/ 548934 w 548934"/>
                  <a:gd name="connsiteY1" fmla="*/ 252259 h 252259"/>
                  <a:gd name="connsiteX2" fmla="*/ 0 w 548934"/>
                  <a:gd name="connsiteY2" fmla="*/ 252259 h 252259"/>
                  <a:gd name="connsiteX3" fmla="*/ 3209 w 548934"/>
                  <a:gd name="connsiteY3" fmla="*/ 244763 h 252259"/>
                  <a:gd name="connsiteX4" fmla="*/ 414234 w 548934"/>
                  <a:gd name="connsiteY4" fmla="*/ 26066 h 252259"/>
                  <a:gd name="connsiteX5" fmla="*/ 548934 w 548934"/>
                  <a:gd name="connsiteY5" fmla="*/ 0 h 252259"/>
                  <a:gd name="connsiteX0" fmla="*/ 548934 w 640374"/>
                  <a:gd name="connsiteY0" fmla="*/ 252259 h 343699"/>
                  <a:gd name="connsiteX1" fmla="*/ 0 w 640374"/>
                  <a:gd name="connsiteY1" fmla="*/ 252259 h 343699"/>
                  <a:gd name="connsiteX2" fmla="*/ 3209 w 640374"/>
                  <a:gd name="connsiteY2" fmla="*/ 244763 h 343699"/>
                  <a:gd name="connsiteX3" fmla="*/ 414234 w 640374"/>
                  <a:gd name="connsiteY3" fmla="*/ 26066 h 343699"/>
                  <a:gd name="connsiteX4" fmla="*/ 548934 w 640374"/>
                  <a:gd name="connsiteY4" fmla="*/ 0 h 343699"/>
                  <a:gd name="connsiteX5" fmla="*/ 640374 w 640374"/>
                  <a:gd name="connsiteY5" fmla="*/ 343699 h 343699"/>
                  <a:gd name="connsiteX0" fmla="*/ 548934 w 548934"/>
                  <a:gd name="connsiteY0" fmla="*/ 252259 h 252259"/>
                  <a:gd name="connsiteX1" fmla="*/ 0 w 548934"/>
                  <a:gd name="connsiteY1" fmla="*/ 252259 h 252259"/>
                  <a:gd name="connsiteX2" fmla="*/ 3209 w 548934"/>
                  <a:gd name="connsiteY2" fmla="*/ 244763 h 252259"/>
                  <a:gd name="connsiteX3" fmla="*/ 414234 w 548934"/>
                  <a:gd name="connsiteY3" fmla="*/ 26066 h 252259"/>
                  <a:gd name="connsiteX4" fmla="*/ 548934 w 548934"/>
                  <a:gd name="connsiteY4" fmla="*/ 0 h 252259"/>
                  <a:gd name="connsiteX0" fmla="*/ 0 w 548934"/>
                  <a:gd name="connsiteY0" fmla="*/ 252259 h 252259"/>
                  <a:gd name="connsiteX1" fmla="*/ 3209 w 548934"/>
                  <a:gd name="connsiteY1" fmla="*/ 244763 h 252259"/>
                  <a:gd name="connsiteX2" fmla="*/ 414234 w 548934"/>
                  <a:gd name="connsiteY2" fmla="*/ 26066 h 252259"/>
                  <a:gd name="connsiteX3" fmla="*/ 548934 w 548934"/>
                  <a:gd name="connsiteY3" fmla="*/ 0 h 252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8934" h="252259">
                    <a:moveTo>
                      <a:pt x="0" y="252259"/>
                    </a:moveTo>
                    <a:lnTo>
                      <a:pt x="3209" y="244763"/>
                    </a:lnTo>
                    <a:cubicBezTo>
                      <a:pt x="55283" y="154037"/>
                      <a:pt x="206264" y="76157"/>
                      <a:pt x="414234" y="26066"/>
                    </a:cubicBezTo>
                    <a:lnTo>
                      <a:pt x="548934" y="0"/>
                    </a:lnTo>
                  </a:path>
                </a:pathLst>
              </a:custGeom>
              <a:solidFill>
                <a:schemeClr val="bg1"/>
              </a:solidFill>
              <a:ln w="2540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kumimoji="1" lang="zh-TW" altLang="en-US" sz="1400" b="1">
                  <a:solidFill>
                    <a:schemeClr val="bg1">
                      <a:lumMod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9" name="文字方塊 498">
                <a:extLst>
                  <a:ext uri="{FF2B5EF4-FFF2-40B4-BE49-F238E27FC236}">
                    <a16:creationId xmlns:a16="http://schemas.microsoft.com/office/drawing/2014/main" id="{F2E6D12E-EF49-4684-BDF8-6170D8E5CA66}"/>
                  </a:ext>
                </a:extLst>
              </p:cNvPr>
              <p:cNvSpPr txBox="1"/>
              <p:nvPr/>
            </p:nvSpPr>
            <p:spPr>
              <a:xfrm>
                <a:off x="7605422" y="4982173"/>
                <a:ext cx="9541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9,000bp</a:t>
                </a:r>
                <a:endParaRPr lang="zh-TW" altLang="en-US" dirty="0"/>
              </a:p>
            </p:txBody>
          </p:sp>
        </p:grpSp>
        <p:cxnSp>
          <p:nvCxnSpPr>
            <p:cNvPr id="483" name="直線接點 352">
              <a:extLst>
                <a:ext uri="{FF2B5EF4-FFF2-40B4-BE49-F238E27FC236}">
                  <a16:creationId xmlns:a16="http://schemas.microsoft.com/office/drawing/2014/main" id="{BBA07E92-D587-4FA5-9A14-1840196F7CA3}"/>
                </a:ext>
              </a:extLst>
            </p:cNvPr>
            <p:cNvCxnSpPr>
              <a:cxnSpLocks/>
            </p:cNvCxnSpPr>
            <p:nvPr/>
          </p:nvCxnSpPr>
          <p:spPr>
            <a:xfrm>
              <a:off x="1998787" y="4321511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線單箭頭接點 513">
              <a:extLst>
                <a:ext uri="{FF2B5EF4-FFF2-40B4-BE49-F238E27FC236}">
                  <a16:creationId xmlns:a16="http://schemas.microsoft.com/office/drawing/2014/main" id="{AF467284-B9BD-4951-99FE-1572212E9784}"/>
                </a:ext>
              </a:extLst>
            </p:cNvPr>
            <p:cNvCxnSpPr>
              <a:cxnSpLocks/>
            </p:cNvCxnSpPr>
            <p:nvPr/>
          </p:nvCxnSpPr>
          <p:spPr>
            <a:xfrm>
              <a:off x="5478317" y="4123221"/>
              <a:ext cx="651197" cy="381435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8" name="直線單箭頭接點 517">
              <a:extLst>
                <a:ext uri="{FF2B5EF4-FFF2-40B4-BE49-F238E27FC236}">
                  <a16:creationId xmlns:a16="http://schemas.microsoft.com/office/drawing/2014/main" id="{E97811CA-C9E1-4B1C-B9BA-9124C32C8EC4}"/>
                </a:ext>
              </a:extLst>
            </p:cNvPr>
            <p:cNvCxnSpPr>
              <a:cxnSpLocks/>
            </p:cNvCxnSpPr>
            <p:nvPr/>
          </p:nvCxnSpPr>
          <p:spPr>
            <a:xfrm>
              <a:off x="7524545" y="4008053"/>
              <a:ext cx="1069429" cy="574614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6" name="文字方塊 705">
            <a:extLst>
              <a:ext uri="{FF2B5EF4-FFF2-40B4-BE49-F238E27FC236}">
                <a16:creationId xmlns:a16="http://schemas.microsoft.com/office/drawing/2014/main" id="{3416B2DA-D099-423D-8E16-7D091B5C9F37}"/>
              </a:ext>
            </a:extLst>
          </p:cNvPr>
          <p:cNvSpPr txBox="1"/>
          <p:nvPr/>
        </p:nvSpPr>
        <p:spPr>
          <a:xfrm>
            <a:off x="194190" y="811643"/>
            <a:ext cx="2394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Amplify </a:t>
            </a:r>
            <a:r>
              <a:rPr lang="en-US" altLang="zh-TW" dirty="0"/>
              <a:t>Gentle Clipping</a:t>
            </a:r>
            <a:endParaRPr lang="zh-TW" altLang="en-US" dirty="0"/>
          </a:p>
        </p:txBody>
      </p:sp>
      <p:grpSp>
        <p:nvGrpSpPr>
          <p:cNvPr id="707" name="群組 706">
            <a:extLst>
              <a:ext uri="{FF2B5EF4-FFF2-40B4-BE49-F238E27FC236}">
                <a16:creationId xmlns:a16="http://schemas.microsoft.com/office/drawing/2014/main" id="{C9BA486B-2B4A-4968-96D0-5C12F0D991A2}"/>
              </a:ext>
            </a:extLst>
          </p:cNvPr>
          <p:cNvGrpSpPr/>
          <p:nvPr/>
        </p:nvGrpSpPr>
        <p:grpSpPr>
          <a:xfrm>
            <a:off x="1721055" y="1286654"/>
            <a:ext cx="10084862" cy="1335424"/>
            <a:chOff x="1721055" y="2453666"/>
            <a:chExt cx="10084862" cy="1335424"/>
          </a:xfrm>
        </p:grpSpPr>
        <p:cxnSp>
          <p:nvCxnSpPr>
            <p:cNvPr id="708" name="直線接點 352">
              <a:extLst>
                <a:ext uri="{FF2B5EF4-FFF2-40B4-BE49-F238E27FC236}">
                  <a16:creationId xmlns:a16="http://schemas.microsoft.com/office/drawing/2014/main" id="{2E02B584-3BE6-4A45-9D68-66A51EC8E82D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3653926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直線接點 352">
              <a:extLst>
                <a:ext uri="{FF2B5EF4-FFF2-40B4-BE49-F238E27FC236}">
                  <a16:creationId xmlns:a16="http://schemas.microsoft.com/office/drawing/2014/main" id="{41180DBF-9AD4-469A-8910-DF8498D323E6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2597110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直線接點 352">
              <a:extLst>
                <a:ext uri="{FF2B5EF4-FFF2-40B4-BE49-F238E27FC236}">
                  <a16:creationId xmlns:a16="http://schemas.microsoft.com/office/drawing/2014/main" id="{4DD2062B-8436-4395-9B59-3765CABD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2778038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直線接點 352">
              <a:extLst>
                <a:ext uri="{FF2B5EF4-FFF2-40B4-BE49-F238E27FC236}">
                  <a16:creationId xmlns:a16="http://schemas.microsoft.com/office/drawing/2014/main" id="{FDC6E28B-782D-4B14-86BD-A57F4B72DAAD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2958967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直線接點 352">
              <a:extLst>
                <a:ext uri="{FF2B5EF4-FFF2-40B4-BE49-F238E27FC236}">
                  <a16:creationId xmlns:a16="http://schemas.microsoft.com/office/drawing/2014/main" id="{D514F405-B090-4A28-AD06-02380C0E14CA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3320824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直線接點 352">
              <a:extLst>
                <a:ext uri="{FF2B5EF4-FFF2-40B4-BE49-F238E27FC236}">
                  <a16:creationId xmlns:a16="http://schemas.microsoft.com/office/drawing/2014/main" id="{C97573F6-03F9-474D-A9BC-64F01D46195E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3501752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4" name="文字方塊 713">
              <a:extLst>
                <a:ext uri="{FF2B5EF4-FFF2-40B4-BE49-F238E27FC236}">
                  <a16:creationId xmlns:a16="http://schemas.microsoft.com/office/drawing/2014/main" id="{D2CF72EB-CF25-4380-9A43-12D2AD60CF1A}"/>
                </a:ext>
              </a:extLst>
            </p:cNvPr>
            <p:cNvSpPr txBox="1"/>
            <p:nvPr/>
          </p:nvSpPr>
          <p:spPr>
            <a:xfrm>
              <a:off x="1756321" y="2481694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6</a:t>
              </a:r>
              <a:endParaRPr lang="zh-TW" altLang="en-US" sz="900" dirty="0"/>
            </a:p>
          </p:txBody>
        </p:sp>
        <p:sp>
          <p:nvSpPr>
            <p:cNvPr id="715" name="文字方塊 714">
              <a:extLst>
                <a:ext uri="{FF2B5EF4-FFF2-40B4-BE49-F238E27FC236}">
                  <a16:creationId xmlns:a16="http://schemas.microsoft.com/office/drawing/2014/main" id="{6C9B2865-B1BA-4D86-B5F3-A479DA005FDA}"/>
                </a:ext>
              </a:extLst>
            </p:cNvPr>
            <p:cNvSpPr txBox="1"/>
            <p:nvPr/>
          </p:nvSpPr>
          <p:spPr>
            <a:xfrm>
              <a:off x="1756321" y="2662623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4</a:t>
              </a:r>
              <a:endParaRPr lang="zh-TW" altLang="en-US" sz="900" dirty="0"/>
            </a:p>
          </p:txBody>
        </p:sp>
        <p:sp>
          <p:nvSpPr>
            <p:cNvPr id="716" name="文字方塊 715">
              <a:extLst>
                <a:ext uri="{FF2B5EF4-FFF2-40B4-BE49-F238E27FC236}">
                  <a16:creationId xmlns:a16="http://schemas.microsoft.com/office/drawing/2014/main" id="{A460ABE0-EC54-4F00-B2D3-F8051FF37497}"/>
                </a:ext>
              </a:extLst>
            </p:cNvPr>
            <p:cNvSpPr txBox="1"/>
            <p:nvPr/>
          </p:nvSpPr>
          <p:spPr>
            <a:xfrm>
              <a:off x="1756321" y="2843552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2</a:t>
              </a:r>
              <a:endParaRPr lang="zh-TW" altLang="en-US" sz="900" dirty="0"/>
            </a:p>
          </p:txBody>
        </p:sp>
        <p:sp>
          <p:nvSpPr>
            <p:cNvPr id="717" name="文字方塊 716">
              <a:extLst>
                <a:ext uri="{FF2B5EF4-FFF2-40B4-BE49-F238E27FC236}">
                  <a16:creationId xmlns:a16="http://schemas.microsoft.com/office/drawing/2014/main" id="{F92DA20C-5EA2-4578-A7AB-1BF9530CEC05}"/>
                </a:ext>
              </a:extLst>
            </p:cNvPr>
            <p:cNvSpPr txBox="1"/>
            <p:nvPr/>
          </p:nvSpPr>
          <p:spPr>
            <a:xfrm>
              <a:off x="1756321" y="3024480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0</a:t>
              </a:r>
              <a:endParaRPr lang="zh-TW" altLang="en-US" sz="900" dirty="0"/>
            </a:p>
          </p:txBody>
        </p:sp>
        <p:sp>
          <p:nvSpPr>
            <p:cNvPr id="718" name="文字方塊 717">
              <a:extLst>
                <a:ext uri="{FF2B5EF4-FFF2-40B4-BE49-F238E27FC236}">
                  <a16:creationId xmlns:a16="http://schemas.microsoft.com/office/drawing/2014/main" id="{FE6A1A50-EF0A-4E3C-9FB7-65A789D42B5F}"/>
                </a:ext>
              </a:extLst>
            </p:cNvPr>
            <p:cNvSpPr txBox="1"/>
            <p:nvPr/>
          </p:nvSpPr>
          <p:spPr>
            <a:xfrm>
              <a:off x="1721055" y="3205408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-2</a:t>
              </a:r>
              <a:endParaRPr lang="zh-TW" altLang="en-US" sz="900" dirty="0"/>
            </a:p>
          </p:txBody>
        </p:sp>
        <p:sp>
          <p:nvSpPr>
            <p:cNvPr id="719" name="文字方塊 718">
              <a:extLst>
                <a:ext uri="{FF2B5EF4-FFF2-40B4-BE49-F238E27FC236}">
                  <a16:creationId xmlns:a16="http://schemas.microsoft.com/office/drawing/2014/main" id="{3564196B-66C4-4A8E-8040-253FAF0B3A2E}"/>
                </a:ext>
              </a:extLst>
            </p:cNvPr>
            <p:cNvSpPr txBox="1"/>
            <p:nvPr/>
          </p:nvSpPr>
          <p:spPr>
            <a:xfrm>
              <a:off x="1721055" y="3386336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-4</a:t>
              </a:r>
              <a:endParaRPr lang="zh-TW" altLang="en-US" sz="900" dirty="0"/>
            </a:p>
          </p:txBody>
        </p:sp>
        <p:sp>
          <p:nvSpPr>
            <p:cNvPr id="720" name="橢圓 719">
              <a:extLst>
                <a:ext uri="{FF2B5EF4-FFF2-40B4-BE49-F238E27FC236}">
                  <a16:creationId xmlns:a16="http://schemas.microsoft.com/office/drawing/2014/main" id="{57A7F9E3-F410-475F-AAC9-EABFC02E8BD1}"/>
                </a:ext>
              </a:extLst>
            </p:cNvPr>
            <p:cNvSpPr/>
            <p:nvPr/>
          </p:nvSpPr>
          <p:spPr>
            <a:xfrm>
              <a:off x="2247025" y="30115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1" name="橢圓 720">
              <a:extLst>
                <a:ext uri="{FF2B5EF4-FFF2-40B4-BE49-F238E27FC236}">
                  <a16:creationId xmlns:a16="http://schemas.microsoft.com/office/drawing/2014/main" id="{523CE28C-4677-490F-A0AE-A9394C2A959C}"/>
                </a:ext>
              </a:extLst>
            </p:cNvPr>
            <p:cNvSpPr/>
            <p:nvPr/>
          </p:nvSpPr>
          <p:spPr>
            <a:xfrm>
              <a:off x="3369734" y="3610518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2" name="橢圓 721">
              <a:extLst>
                <a:ext uri="{FF2B5EF4-FFF2-40B4-BE49-F238E27FC236}">
                  <a16:creationId xmlns:a16="http://schemas.microsoft.com/office/drawing/2014/main" id="{29DD2376-A500-42B4-9B72-7D062A174653}"/>
                </a:ext>
              </a:extLst>
            </p:cNvPr>
            <p:cNvSpPr/>
            <p:nvPr/>
          </p:nvSpPr>
          <p:spPr>
            <a:xfrm>
              <a:off x="4001460" y="30115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3" name="橢圓 722">
              <a:extLst>
                <a:ext uri="{FF2B5EF4-FFF2-40B4-BE49-F238E27FC236}">
                  <a16:creationId xmlns:a16="http://schemas.microsoft.com/office/drawing/2014/main" id="{C186429D-9A09-472E-95F3-004E47F8BABD}"/>
                </a:ext>
              </a:extLst>
            </p:cNvPr>
            <p:cNvSpPr/>
            <p:nvPr/>
          </p:nvSpPr>
          <p:spPr>
            <a:xfrm>
              <a:off x="4121044" y="30115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4" name="橢圓 723">
              <a:extLst>
                <a:ext uri="{FF2B5EF4-FFF2-40B4-BE49-F238E27FC236}">
                  <a16:creationId xmlns:a16="http://schemas.microsoft.com/office/drawing/2014/main" id="{13239966-C083-4E16-977C-3B895EBE3EE7}"/>
                </a:ext>
              </a:extLst>
            </p:cNvPr>
            <p:cNvSpPr/>
            <p:nvPr/>
          </p:nvSpPr>
          <p:spPr>
            <a:xfrm>
              <a:off x="4590187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5" name="橢圓 724">
              <a:extLst>
                <a:ext uri="{FF2B5EF4-FFF2-40B4-BE49-F238E27FC236}">
                  <a16:creationId xmlns:a16="http://schemas.microsoft.com/office/drawing/2014/main" id="{0CD3A5BB-30F0-46C9-B407-B0024C143F9D}"/>
                </a:ext>
              </a:extLst>
            </p:cNvPr>
            <p:cNvSpPr/>
            <p:nvPr/>
          </p:nvSpPr>
          <p:spPr>
            <a:xfrm>
              <a:off x="4654149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6" name="橢圓 725">
              <a:extLst>
                <a:ext uri="{FF2B5EF4-FFF2-40B4-BE49-F238E27FC236}">
                  <a16:creationId xmlns:a16="http://schemas.microsoft.com/office/drawing/2014/main" id="{7EFFB1D1-8E1D-4AED-9DB8-D99DD0555147}"/>
                </a:ext>
              </a:extLst>
            </p:cNvPr>
            <p:cNvSpPr/>
            <p:nvPr/>
          </p:nvSpPr>
          <p:spPr>
            <a:xfrm>
              <a:off x="4718512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7" name="橢圓 726">
              <a:extLst>
                <a:ext uri="{FF2B5EF4-FFF2-40B4-BE49-F238E27FC236}">
                  <a16:creationId xmlns:a16="http://schemas.microsoft.com/office/drawing/2014/main" id="{4D2C91E5-2D5B-4CB1-B098-63833E49D969}"/>
                </a:ext>
              </a:extLst>
            </p:cNvPr>
            <p:cNvSpPr/>
            <p:nvPr/>
          </p:nvSpPr>
          <p:spPr>
            <a:xfrm>
              <a:off x="4814245" y="30115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8" name="橢圓 727">
              <a:extLst>
                <a:ext uri="{FF2B5EF4-FFF2-40B4-BE49-F238E27FC236}">
                  <a16:creationId xmlns:a16="http://schemas.microsoft.com/office/drawing/2014/main" id="{A23228A3-D666-48B2-9DA0-D3060BC854C5}"/>
                </a:ext>
              </a:extLst>
            </p:cNvPr>
            <p:cNvSpPr/>
            <p:nvPr/>
          </p:nvSpPr>
          <p:spPr>
            <a:xfrm>
              <a:off x="5055071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9" name="橢圓 728">
              <a:extLst>
                <a:ext uri="{FF2B5EF4-FFF2-40B4-BE49-F238E27FC236}">
                  <a16:creationId xmlns:a16="http://schemas.microsoft.com/office/drawing/2014/main" id="{867C5E43-7957-4FB7-99B6-796749496106}"/>
                </a:ext>
              </a:extLst>
            </p:cNvPr>
            <p:cNvSpPr/>
            <p:nvPr/>
          </p:nvSpPr>
          <p:spPr>
            <a:xfrm>
              <a:off x="5349598" y="265120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98488EAE-44E5-49A2-81E6-3918D828C48C}"/>
                </a:ext>
              </a:extLst>
            </p:cNvPr>
            <p:cNvSpPr/>
            <p:nvPr/>
          </p:nvSpPr>
          <p:spPr>
            <a:xfrm>
              <a:off x="6147644" y="352877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1" name="橢圓 730">
              <a:extLst>
                <a:ext uri="{FF2B5EF4-FFF2-40B4-BE49-F238E27FC236}">
                  <a16:creationId xmlns:a16="http://schemas.microsoft.com/office/drawing/2014/main" id="{085CD9DA-6ACB-4C5D-99D5-C2A8EC55EC27}"/>
                </a:ext>
              </a:extLst>
            </p:cNvPr>
            <p:cNvSpPr/>
            <p:nvPr/>
          </p:nvSpPr>
          <p:spPr>
            <a:xfrm>
              <a:off x="6989565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2" name="橢圓 731">
              <a:extLst>
                <a:ext uri="{FF2B5EF4-FFF2-40B4-BE49-F238E27FC236}">
                  <a16:creationId xmlns:a16="http://schemas.microsoft.com/office/drawing/2014/main" id="{33C85384-F947-4071-B540-116798B42FC7}"/>
                </a:ext>
              </a:extLst>
            </p:cNvPr>
            <p:cNvSpPr/>
            <p:nvPr/>
          </p:nvSpPr>
          <p:spPr>
            <a:xfrm>
              <a:off x="7362193" y="2549406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33" name="橢圓 732">
              <a:extLst>
                <a:ext uri="{FF2B5EF4-FFF2-40B4-BE49-F238E27FC236}">
                  <a16:creationId xmlns:a16="http://schemas.microsoft.com/office/drawing/2014/main" id="{D90E27B0-ADEB-4A89-9452-984447AB0F2D}"/>
                </a:ext>
              </a:extLst>
            </p:cNvPr>
            <p:cNvSpPr/>
            <p:nvPr/>
          </p:nvSpPr>
          <p:spPr>
            <a:xfrm>
              <a:off x="7533212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4" name="橢圓 733">
              <a:extLst>
                <a:ext uri="{FF2B5EF4-FFF2-40B4-BE49-F238E27FC236}">
                  <a16:creationId xmlns:a16="http://schemas.microsoft.com/office/drawing/2014/main" id="{D6CD30DE-75EB-414D-A4C8-DC3E1BE81A52}"/>
                </a:ext>
              </a:extLst>
            </p:cNvPr>
            <p:cNvSpPr/>
            <p:nvPr/>
          </p:nvSpPr>
          <p:spPr>
            <a:xfrm>
              <a:off x="7613064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5" name="橢圓 734">
              <a:extLst>
                <a:ext uri="{FF2B5EF4-FFF2-40B4-BE49-F238E27FC236}">
                  <a16:creationId xmlns:a16="http://schemas.microsoft.com/office/drawing/2014/main" id="{41D174CD-93C3-4D1C-A2E1-25878C3A6E0A}"/>
                </a:ext>
              </a:extLst>
            </p:cNvPr>
            <p:cNvSpPr/>
            <p:nvPr/>
          </p:nvSpPr>
          <p:spPr>
            <a:xfrm>
              <a:off x="7696114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6" name="橢圓 735">
              <a:extLst>
                <a:ext uri="{FF2B5EF4-FFF2-40B4-BE49-F238E27FC236}">
                  <a16:creationId xmlns:a16="http://schemas.microsoft.com/office/drawing/2014/main" id="{96633BD3-85C1-465B-A061-B27AE4135D3C}"/>
                </a:ext>
              </a:extLst>
            </p:cNvPr>
            <p:cNvSpPr/>
            <p:nvPr/>
          </p:nvSpPr>
          <p:spPr>
            <a:xfrm>
              <a:off x="7772131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7" name="橢圓 736">
              <a:extLst>
                <a:ext uri="{FF2B5EF4-FFF2-40B4-BE49-F238E27FC236}">
                  <a16:creationId xmlns:a16="http://schemas.microsoft.com/office/drawing/2014/main" id="{025EBE97-518B-4A46-85FD-BC19070D910C}"/>
                </a:ext>
              </a:extLst>
            </p:cNvPr>
            <p:cNvSpPr/>
            <p:nvPr/>
          </p:nvSpPr>
          <p:spPr>
            <a:xfrm>
              <a:off x="7862031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8" name="橢圓 737">
              <a:extLst>
                <a:ext uri="{FF2B5EF4-FFF2-40B4-BE49-F238E27FC236}">
                  <a16:creationId xmlns:a16="http://schemas.microsoft.com/office/drawing/2014/main" id="{0B36D19E-EAF8-40B9-B278-088E17EDBDCE}"/>
                </a:ext>
              </a:extLst>
            </p:cNvPr>
            <p:cNvSpPr/>
            <p:nvPr/>
          </p:nvSpPr>
          <p:spPr>
            <a:xfrm>
              <a:off x="8176421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9" name="橢圓 738">
              <a:extLst>
                <a:ext uri="{FF2B5EF4-FFF2-40B4-BE49-F238E27FC236}">
                  <a16:creationId xmlns:a16="http://schemas.microsoft.com/office/drawing/2014/main" id="{7A368F28-F102-4ACD-9A48-D09DA0C20531}"/>
                </a:ext>
              </a:extLst>
            </p:cNvPr>
            <p:cNvSpPr/>
            <p:nvPr/>
          </p:nvSpPr>
          <p:spPr>
            <a:xfrm>
              <a:off x="8281137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0" name="橢圓 739">
              <a:extLst>
                <a:ext uri="{FF2B5EF4-FFF2-40B4-BE49-F238E27FC236}">
                  <a16:creationId xmlns:a16="http://schemas.microsoft.com/office/drawing/2014/main" id="{E8BB1B43-4A34-4AAA-8692-D6E3F93E6968}"/>
                </a:ext>
              </a:extLst>
            </p:cNvPr>
            <p:cNvSpPr/>
            <p:nvPr/>
          </p:nvSpPr>
          <p:spPr>
            <a:xfrm>
              <a:off x="8366126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1" name="橢圓 740">
              <a:extLst>
                <a:ext uri="{FF2B5EF4-FFF2-40B4-BE49-F238E27FC236}">
                  <a16:creationId xmlns:a16="http://schemas.microsoft.com/office/drawing/2014/main" id="{A8376DF3-588B-4CC0-9053-45B367068193}"/>
                </a:ext>
              </a:extLst>
            </p:cNvPr>
            <p:cNvSpPr/>
            <p:nvPr/>
          </p:nvSpPr>
          <p:spPr>
            <a:xfrm>
              <a:off x="8463981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2" name="橢圓 741">
              <a:extLst>
                <a:ext uri="{FF2B5EF4-FFF2-40B4-BE49-F238E27FC236}">
                  <a16:creationId xmlns:a16="http://schemas.microsoft.com/office/drawing/2014/main" id="{F5608BA1-7833-48B5-BE43-FB6BFD3FEC46}"/>
                </a:ext>
              </a:extLst>
            </p:cNvPr>
            <p:cNvSpPr/>
            <p:nvPr/>
          </p:nvSpPr>
          <p:spPr>
            <a:xfrm>
              <a:off x="8563095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3" name="橢圓 742">
              <a:extLst>
                <a:ext uri="{FF2B5EF4-FFF2-40B4-BE49-F238E27FC236}">
                  <a16:creationId xmlns:a16="http://schemas.microsoft.com/office/drawing/2014/main" id="{3458E554-BC5E-431C-BE5F-0D0A04B288CA}"/>
                </a:ext>
              </a:extLst>
            </p:cNvPr>
            <p:cNvSpPr/>
            <p:nvPr/>
          </p:nvSpPr>
          <p:spPr>
            <a:xfrm>
              <a:off x="8759532" y="3011569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4" name="橢圓 743">
              <a:extLst>
                <a:ext uri="{FF2B5EF4-FFF2-40B4-BE49-F238E27FC236}">
                  <a16:creationId xmlns:a16="http://schemas.microsoft.com/office/drawing/2014/main" id="{D674F610-4509-49A4-91CB-38B6361C8625}"/>
                </a:ext>
              </a:extLst>
            </p:cNvPr>
            <p:cNvSpPr/>
            <p:nvPr/>
          </p:nvSpPr>
          <p:spPr>
            <a:xfrm>
              <a:off x="8821646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5" name="橢圓 744">
              <a:extLst>
                <a:ext uri="{FF2B5EF4-FFF2-40B4-BE49-F238E27FC236}">
                  <a16:creationId xmlns:a16="http://schemas.microsoft.com/office/drawing/2014/main" id="{664EF583-2E15-4432-8F65-8496073AE96E}"/>
                </a:ext>
              </a:extLst>
            </p:cNvPr>
            <p:cNvSpPr/>
            <p:nvPr/>
          </p:nvSpPr>
          <p:spPr>
            <a:xfrm>
              <a:off x="9290789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6" name="橢圓 745">
              <a:extLst>
                <a:ext uri="{FF2B5EF4-FFF2-40B4-BE49-F238E27FC236}">
                  <a16:creationId xmlns:a16="http://schemas.microsoft.com/office/drawing/2014/main" id="{860B7C04-A85F-449E-B5A5-ABF4ADDCC348}"/>
                </a:ext>
              </a:extLst>
            </p:cNvPr>
            <p:cNvSpPr/>
            <p:nvPr/>
          </p:nvSpPr>
          <p:spPr>
            <a:xfrm>
              <a:off x="9351947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7" name="橢圓 746">
              <a:extLst>
                <a:ext uri="{FF2B5EF4-FFF2-40B4-BE49-F238E27FC236}">
                  <a16:creationId xmlns:a16="http://schemas.microsoft.com/office/drawing/2014/main" id="{9E2C83D5-43EC-4C0B-A051-752806CBC188}"/>
                </a:ext>
              </a:extLst>
            </p:cNvPr>
            <p:cNvSpPr/>
            <p:nvPr/>
          </p:nvSpPr>
          <p:spPr>
            <a:xfrm>
              <a:off x="9419114" y="3184273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8" name="橢圓 747">
              <a:extLst>
                <a:ext uri="{FF2B5EF4-FFF2-40B4-BE49-F238E27FC236}">
                  <a16:creationId xmlns:a16="http://schemas.microsoft.com/office/drawing/2014/main" id="{76DA1220-6BE5-4083-A4B4-6DEF64A96FE8}"/>
                </a:ext>
              </a:extLst>
            </p:cNvPr>
            <p:cNvSpPr/>
            <p:nvPr/>
          </p:nvSpPr>
          <p:spPr>
            <a:xfrm>
              <a:off x="9514847" y="3011569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9" name="橢圓 748">
              <a:extLst>
                <a:ext uri="{FF2B5EF4-FFF2-40B4-BE49-F238E27FC236}">
                  <a16:creationId xmlns:a16="http://schemas.microsoft.com/office/drawing/2014/main" id="{166187CE-58A4-4038-B58E-AEEF1092FE85}"/>
                </a:ext>
              </a:extLst>
            </p:cNvPr>
            <p:cNvSpPr/>
            <p:nvPr/>
          </p:nvSpPr>
          <p:spPr>
            <a:xfrm>
              <a:off x="9755673" y="3184273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0" name="橢圓 749">
              <a:extLst>
                <a:ext uri="{FF2B5EF4-FFF2-40B4-BE49-F238E27FC236}">
                  <a16:creationId xmlns:a16="http://schemas.microsoft.com/office/drawing/2014/main" id="{D6BA17F1-EC47-4A6D-96B6-0ED0A53DFDB0}"/>
                </a:ext>
              </a:extLst>
            </p:cNvPr>
            <p:cNvSpPr/>
            <p:nvPr/>
          </p:nvSpPr>
          <p:spPr>
            <a:xfrm>
              <a:off x="10263278" y="2550687"/>
              <a:ext cx="95676" cy="93664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51" name="直線接點 750">
              <a:extLst>
                <a:ext uri="{FF2B5EF4-FFF2-40B4-BE49-F238E27FC236}">
                  <a16:creationId xmlns:a16="http://schemas.microsoft.com/office/drawing/2014/main" id="{AE5A296F-90E8-4851-882B-392C7D34B949}"/>
                </a:ext>
              </a:extLst>
            </p:cNvPr>
            <p:cNvCxnSpPr>
              <a:cxnSpLocks/>
            </p:cNvCxnSpPr>
            <p:nvPr/>
          </p:nvCxnSpPr>
          <p:spPr>
            <a:xfrm>
              <a:off x="2294863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2" name="直線接點 751">
              <a:extLst>
                <a:ext uri="{FF2B5EF4-FFF2-40B4-BE49-F238E27FC236}">
                  <a16:creationId xmlns:a16="http://schemas.microsoft.com/office/drawing/2014/main" id="{2A6CA16E-E90C-4B3E-B66D-61EC276D474C}"/>
                </a:ext>
              </a:extLst>
            </p:cNvPr>
            <p:cNvCxnSpPr>
              <a:cxnSpLocks/>
            </p:cNvCxnSpPr>
            <p:nvPr/>
          </p:nvCxnSpPr>
          <p:spPr>
            <a:xfrm>
              <a:off x="3417572" y="3138564"/>
              <a:ext cx="0" cy="495545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3" name="直線接點 752">
              <a:extLst>
                <a:ext uri="{FF2B5EF4-FFF2-40B4-BE49-F238E27FC236}">
                  <a16:creationId xmlns:a16="http://schemas.microsoft.com/office/drawing/2014/main" id="{D6775358-21D2-4A41-B424-3A22674D5C06}"/>
                </a:ext>
              </a:extLst>
            </p:cNvPr>
            <p:cNvCxnSpPr>
              <a:cxnSpLocks/>
            </p:cNvCxnSpPr>
            <p:nvPr/>
          </p:nvCxnSpPr>
          <p:spPr>
            <a:xfrm>
              <a:off x="5397436" y="2735560"/>
              <a:ext cx="0" cy="404336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4" name="直線接點 753">
              <a:extLst>
                <a:ext uri="{FF2B5EF4-FFF2-40B4-BE49-F238E27FC236}">
                  <a16:creationId xmlns:a16="http://schemas.microsoft.com/office/drawing/2014/main" id="{0DF576C6-2FB1-4816-8429-B85B80FF4D9D}"/>
                </a:ext>
              </a:extLst>
            </p:cNvPr>
            <p:cNvCxnSpPr>
              <a:cxnSpLocks/>
            </p:cNvCxnSpPr>
            <p:nvPr/>
          </p:nvCxnSpPr>
          <p:spPr>
            <a:xfrm>
              <a:off x="4049298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5" name="直線接點 754">
              <a:extLst>
                <a:ext uri="{FF2B5EF4-FFF2-40B4-BE49-F238E27FC236}">
                  <a16:creationId xmlns:a16="http://schemas.microsoft.com/office/drawing/2014/main" id="{29151E49-5AAB-40A0-B109-F7BE6734727F}"/>
                </a:ext>
              </a:extLst>
            </p:cNvPr>
            <p:cNvCxnSpPr>
              <a:cxnSpLocks/>
            </p:cNvCxnSpPr>
            <p:nvPr/>
          </p:nvCxnSpPr>
          <p:spPr>
            <a:xfrm>
              <a:off x="4168882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6" name="直線接點 755">
              <a:extLst>
                <a:ext uri="{FF2B5EF4-FFF2-40B4-BE49-F238E27FC236}">
                  <a16:creationId xmlns:a16="http://schemas.microsoft.com/office/drawing/2014/main" id="{8C184529-1AA8-467F-B354-9E03250238CE}"/>
                </a:ext>
              </a:extLst>
            </p:cNvPr>
            <p:cNvCxnSpPr>
              <a:cxnSpLocks/>
            </p:cNvCxnSpPr>
            <p:nvPr/>
          </p:nvCxnSpPr>
          <p:spPr>
            <a:xfrm>
              <a:off x="4862083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7" name="直線接點 756">
              <a:extLst>
                <a:ext uri="{FF2B5EF4-FFF2-40B4-BE49-F238E27FC236}">
                  <a16:creationId xmlns:a16="http://schemas.microsoft.com/office/drawing/2014/main" id="{B9637D9E-92D8-408D-8A5A-21411F96110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050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8" name="直線接點 757">
              <a:extLst>
                <a:ext uri="{FF2B5EF4-FFF2-40B4-BE49-F238E27FC236}">
                  <a16:creationId xmlns:a16="http://schemas.microsoft.com/office/drawing/2014/main" id="{EFA92306-4EF3-4D92-AD86-F9A3CF12237A}"/>
                </a:ext>
              </a:extLst>
            </p:cNvPr>
            <p:cNvCxnSpPr>
              <a:cxnSpLocks/>
            </p:cNvCxnSpPr>
            <p:nvPr/>
          </p:nvCxnSpPr>
          <p:spPr>
            <a:xfrm>
              <a:off x="7660902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9" name="直線接點 758">
              <a:extLst>
                <a:ext uri="{FF2B5EF4-FFF2-40B4-BE49-F238E27FC236}">
                  <a16:creationId xmlns:a16="http://schemas.microsoft.com/office/drawing/2014/main" id="{6F7D84BA-4F23-4F92-94A1-4EFD8513E10A}"/>
                </a:ext>
              </a:extLst>
            </p:cNvPr>
            <p:cNvCxnSpPr>
              <a:cxnSpLocks/>
            </p:cNvCxnSpPr>
            <p:nvPr/>
          </p:nvCxnSpPr>
          <p:spPr>
            <a:xfrm>
              <a:off x="7743952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0" name="直線接點 759">
              <a:extLst>
                <a:ext uri="{FF2B5EF4-FFF2-40B4-BE49-F238E27FC236}">
                  <a16:creationId xmlns:a16="http://schemas.microsoft.com/office/drawing/2014/main" id="{4BE59376-EF55-49D7-9DF2-C169876E5017}"/>
                </a:ext>
              </a:extLst>
            </p:cNvPr>
            <p:cNvCxnSpPr>
              <a:cxnSpLocks/>
            </p:cNvCxnSpPr>
            <p:nvPr/>
          </p:nvCxnSpPr>
          <p:spPr>
            <a:xfrm>
              <a:off x="7819969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1" name="直線接點 760">
              <a:extLst>
                <a:ext uri="{FF2B5EF4-FFF2-40B4-BE49-F238E27FC236}">
                  <a16:creationId xmlns:a16="http://schemas.microsoft.com/office/drawing/2014/main" id="{FCAED8C3-639D-4B71-BCEE-A775569FC70E}"/>
                </a:ext>
              </a:extLst>
            </p:cNvPr>
            <p:cNvCxnSpPr>
              <a:cxnSpLocks/>
            </p:cNvCxnSpPr>
            <p:nvPr/>
          </p:nvCxnSpPr>
          <p:spPr>
            <a:xfrm>
              <a:off x="7909869" y="3105233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2" name="直線接點 761">
              <a:extLst>
                <a:ext uri="{FF2B5EF4-FFF2-40B4-BE49-F238E27FC236}">
                  <a16:creationId xmlns:a16="http://schemas.microsoft.com/office/drawing/2014/main" id="{472C4B69-3B9E-4CED-A8E7-9AB0C0D3E014}"/>
                </a:ext>
              </a:extLst>
            </p:cNvPr>
            <p:cNvCxnSpPr>
              <a:cxnSpLocks/>
              <a:endCxn id="730" idx="0"/>
            </p:cNvCxnSpPr>
            <p:nvPr/>
          </p:nvCxnSpPr>
          <p:spPr>
            <a:xfrm>
              <a:off x="6195482" y="3139896"/>
              <a:ext cx="0" cy="388883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3" name="直線接點 762">
              <a:extLst>
                <a:ext uri="{FF2B5EF4-FFF2-40B4-BE49-F238E27FC236}">
                  <a16:creationId xmlns:a16="http://schemas.microsoft.com/office/drawing/2014/main" id="{D0C32A46-1C93-4B56-9CC2-A2BDE6EB9BFF}"/>
                </a:ext>
              </a:extLst>
            </p:cNvPr>
            <p:cNvCxnSpPr>
              <a:cxnSpLocks/>
            </p:cNvCxnSpPr>
            <p:nvPr/>
          </p:nvCxnSpPr>
          <p:spPr>
            <a:xfrm>
              <a:off x="10311116" y="2624747"/>
              <a:ext cx="0" cy="515150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4" name="直線接點 763">
              <a:extLst>
                <a:ext uri="{FF2B5EF4-FFF2-40B4-BE49-F238E27FC236}">
                  <a16:creationId xmlns:a16="http://schemas.microsoft.com/office/drawing/2014/main" id="{CFEEC115-D9A3-47C2-B15A-DDC3D2D6B1B6}"/>
                </a:ext>
              </a:extLst>
            </p:cNvPr>
            <p:cNvCxnSpPr>
              <a:cxnSpLocks/>
            </p:cNvCxnSpPr>
            <p:nvPr/>
          </p:nvCxnSpPr>
          <p:spPr>
            <a:xfrm>
              <a:off x="8807370" y="3105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5" name="直線接點 764">
              <a:extLst>
                <a:ext uri="{FF2B5EF4-FFF2-40B4-BE49-F238E27FC236}">
                  <a16:creationId xmlns:a16="http://schemas.microsoft.com/office/drawing/2014/main" id="{A0C48B72-C1BC-460C-9A7A-3B26D283B3B4}"/>
                </a:ext>
              </a:extLst>
            </p:cNvPr>
            <p:cNvCxnSpPr>
              <a:cxnSpLocks/>
            </p:cNvCxnSpPr>
            <p:nvPr/>
          </p:nvCxnSpPr>
          <p:spPr>
            <a:xfrm>
              <a:off x="8869484" y="3105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6" name="直線接點 765">
              <a:extLst>
                <a:ext uri="{FF2B5EF4-FFF2-40B4-BE49-F238E27FC236}">
                  <a16:creationId xmlns:a16="http://schemas.microsoft.com/office/drawing/2014/main" id="{3DFE1F4D-0D8E-431E-A7E6-C8CE0E2D8484}"/>
                </a:ext>
              </a:extLst>
            </p:cNvPr>
            <p:cNvCxnSpPr>
              <a:cxnSpLocks/>
            </p:cNvCxnSpPr>
            <p:nvPr/>
          </p:nvCxnSpPr>
          <p:spPr>
            <a:xfrm>
              <a:off x="9338627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7" name="直線接點 766">
              <a:extLst>
                <a:ext uri="{FF2B5EF4-FFF2-40B4-BE49-F238E27FC236}">
                  <a16:creationId xmlns:a16="http://schemas.microsoft.com/office/drawing/2014/main" id="{91F47FA0-441F-4D1A-8297-969EE8C48EC2}"/>
                </a:ext>
              </a:extLst>
            </p:cNvPr>
            <p:cNvCxnSpPr>
              <a:cxnSpLocks/>
            </p:cNvCxnSpPr>
            <p:nvPr/>
          </p:nvCxnSpPr>
          <p:spPr>
            <a:xfrm>
              <a:off x="9399785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8" name="直線接點 767">
              <a:extLst>
                <a:ext uri="{FF2B5EF4-FFF2-40B4-BE49-F238E27FC236}">
                  <a16:creationId xmlns:a16="http://schemas.microsoft.com/office/drawing/2014/main" id="{BAC076C9-951E-4915-812F-DB87751AB7D4}"/>
                </a:ext>
              </a:extLst>
            </p:cNvPr>
            <p:cNvCxnSpPr>
              <a:cxnSpLocks/>
            </p:cNvCxnSpPr>
            <p:nvPr/>
          </p:nvCxnSpPr>
          <p:spPr>
            <a:xfrm>
              <a:off x="9466952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9" name="直線接點 768">
              <a:extLst>
                <a:ext uri="{FF2B5EF4-FFF2-40B4-BE49-F238E27FC236}">
                  <a16:creationId xmlns:a16="http://schemas.microsoft.com/office/drawing/2014/main" id="{FB3C117B-5717-4A3E-BD9D-16BBD7296B02}"/>
                </a:ext>
              </a:extLst>
            </p:cNvPr>
            <p:cNvCxnSpPr>
              <a:cxnSpLocks/>
            </p:cNvCxnSpPr>
            <p:nvPr/>
          </p:nvCxnSpPr>
          <p:spPr>
            <a:xfrm>
              <a:off x="9562685" y="3105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0" name="直線接點 769">
              <a:extLst>
                <a:ext uri="{FF2B5EF4-FFF2-40B4-BE49-F238E27FC236}">
                  <a16:creationId xmlns:a16="http://schemas.microsoft.com/office/drawing/2014/main" id="{998F7D36-2E0B-45ED-8D38-91DE54FEE59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819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1" name="直線接點 770">
              <a:extLst>
                <a:ext uri="{FF2B5EF4-FFF2-40B4-BE49-F238E27FC236}">
                  <a16:creationId xmlns:a16="http://schemas.microsoft.com/office/drawing/2014/main" id="{91BDC74D-4C00-4F83-965E-8E05AF665D8E}"/>
                </a:ext>
              </a:extLst>
            </p:cNvPr>
            <p:cNvCxnSpPr>
              <a:cxnSpLocks/>
            </p:cNvCxnSpPr>
            <p:nvPr/>
          </p:nvCxnSpPr>
          <p:spPr>
            <a:xfrm>
              <a:off x="8610933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2" name="直線接點 771">
              <a:extLst>
                <a:ext uri="{FF2B5EF4-FFF2-40B4-BE49-F238E27FC236}">
                  <a16:creationId xmlns:a16="http://schemas.microsoft.com/office/drawing/2014/main" id="{58FA4365-0909-4346-9D85-5159CD6C4D20}"/>
                </a:ext>
              </a:extLst>
            </p:cNvPr>
            <p:cNvCxnSpPr>
              <a:cxnSpLocks/>
            </p:cNvCxnSpPr>
            <p:nvPr/>
          </p:nvCxnSpPr>
          <p:spPr>
            <a:xfrm>
              <a:off x="8224259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3" name="直線接點 772">
              <a:extLst>
                <a:ext uri="{FF2B5EF4-FFF2-40B4-BE49-F238E27FC236}">
                  <a16:creationId xmlns:a16="http://schemas.microsoft.com/office/drawing/2014/main" id="{2718B477-4E10-457B-BABB-1D12246F3DD1}"/>
                </a:ext>
              </a:extLst>
            </p:cNvPr>
            <p:cNvCxnSpPr>
              <a:cxnSpLocks/>
            </p:cNvCxnSpPr>
            <p:nvPr/>
          </p:nvCxnSpPr>
          <p:spPr>
            <a:xfrm>
              <a:off x="8328975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4" name="直線接點 773">
              <a:extLst>
                <a:ext uri="{FF2B5EF4-FFF2-40B4-BE49-F238E27FC236}">
                  <a16:creationId xmlns:a16="http://schemas.microsoft.com/office/drawing/2014/main" id="{92CD4885-8D91-4EA7-AA22-D190D4FB1F40}"/>
                </a:ext>
              </a:extLst>
            </p:cNvPr>
            <p:cNvCxnSpPr>
              <a:cxnSpLocks/>
            </p:cNvCxnSpPr>
            <p:nvPr/>
          </p:nvCxnSpPr>
          <p:spPr>
            <a:xfrm>
              <a:off x="8413964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5" name="直線接點 774">
              <a:extLst>
                <a:ext uri="{FF2B5EF4-FFF2-40B4-BE49-F238E27FC236}">
                  <a16:creationId xmlns:a16="http://schemas.microsoft.com/office/drawing/2014/main" id="{8D2B60AD-A972-457C-8BE9-545F72C09FBD}"/>
                </a:ext>
              </a:extLst>
            </p:cNvPr>
            <p:cNvCxnSpPr>
              <a:cxnSpLocks/>
            </p:cNvCxnSpPr>
            <p:nvPr/>
          </p:nvCxnSpPr>
          <p:spPr>
            <a:xfrm>
              <a:off x="9803511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6" name="直線接點 775">
              <a:extLst>
                <a:ext uri="{FF2B5EF4-FFF2-40B4-BE49-F238E27FC236}">
                  <a16:creationId xmlns:a16="http://schemas.microsoft.com/office/drawing/2014/main" id="{6A3825B1-6CBE-4EB7-9B1F-6B872370D4B2}"/>
                </a:ext>
              </a:extLst>
            </p:cNvPr>
            <p:cNvCxnSpPr>
              <a:cxnSpLocks/>
            </p:cNvCxnSpPr>
            <p:nvPr/>
          </p:nvCxnSpPr>
          <p:spPr>
            <a:xfrm>
              <a:off x="7037403" y="315223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7" name="直線接點 776">
              <a:extLst>
                <a:ext uri="{FF2B5EF4-FFF2-40B4-BE49-F238E27FC236}">
                  <a16:creationId xmlns:a16="http://schemas.microsoft.com/office/drawing/2014/main" id="{34931E42-B735-4EF2-BFF4-86E0302D89FC}"/>
                </a:ext>
              </a:extLst>
            </p:cNvPr>
            <p:cNvCxnSpPr>
              <a:cxnSpLocks/>
            </p:cNvCxnSpPr>
            <p:nvPr/>
          </p:nvCxnSpPr>
          <p:spPr>
            <a:xfrm>
              <a:off x="4638025" y="3154609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8" name="直線接點 777">
              <a:extLst>
                <a:ext uri="{FF2B5EF4-FFF2-40B4-BE49-F238E27FC236}">
                  <a16:creationId xmlns:a16="http://schemas.microsoft.com/office/drawing/2014/main" id="{D02121CA-3B68-4136-A6CD-0123B0F51418}"/>
                </a:ext>
              </a:extLst>
            </p:cNvPr>
            <p:cNvCxnSpPr>
              <a:cxnSpLocks/>
            </p:cNvCxnSpPr>
            <p:nvPr/>
          </p:nvCxnSpPr>
          <p:spPr>
            <a:xfrm>
              <a:off x="4701987" y="3154609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9" name="直線接點 778">
              <a:extLst>
                <a:ext uri="{FF2B5EF4-FFF2-40B4-BE49-F238E27FC236}">
                  <a16:creationId xmlns:a16="http://schemas.microsoft.com/office/drawing/2014/main" id="{3AEB2BE0-C5A7-4667-B529-5142C0F1755D}"/>
                </a:ext>
              </a:extLst>
            </p:cNvPr>
            <p:cNvCxnSpPr>
              <a:cxnSpLocks/>
            </p:cNvCxnSpPr>
            <p:nvPr/>
          </p:nvCxnSpPr>
          <p:spPr>
            <a:xfrm>
              <a:off x="4766350" y="3154609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0" name="直線接點 779">
              <a:extLst>
                <a:ext uri="{FF2B5EF4-FFF2-40B4-BE49-F238E27FC236}">
                  <a16:creationId xmlns:a16="http://schemas.microsoft.com/office/drawing/2014/main" id="{26DCC7B5-8EC7-47B4-9FA3-CC89B5869D4F}"/>
                </a:ext>
              </a:extLst>
            </p:cNvPr>
            <p:cNvCxnSpPr>
              <a:cxnSpLocks/>
            </p:cNvCxnSpPr>
            <p:nvPr/>
          </p:nvCxnSpPr>
          <p:spPr>
            <a:xfrm>
              <a:off x="5102909" y="3154609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1" name="直線接點 352">
              <a:extLst>
                <a:ext uri="{FF2B5EF4-FFF2-40B4-BE49-F238E27FC236}">
                  <a16:creationId xmlns:a16="http://schemas.microsoft.com/office/drawing/2014/main" id="{CC76FF22-407D-4B84-83BC-B41B14DB2285}"/>
                </a:ext>
              </a:extLst>
            </p:cNvPr>
            <p:cNvCxnSpPr>
              <a:cxnSpLocks/>
            </p:cNvCxnSpPr>
            <p:nvPr/>
          </p:nvCxnSpPr>
          <p:spPr>
            <a:xfrm>
              <a:off x="1999236" y="3139894"/>
              <a:ext cx="9806681" cy="0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2" name="橢圓 781">
              <a:extLst>
                <a:ext uri="{FF2B5EF4-FFF2-40B4-BE49-F238E27FC236}">
                  <a16:creationId xmlns:a16="http://schemas.microsoft.com/office/drawing/2014/main" id="{C5810B01-C5EF-4FA6-BB27-C74BDF8A55FA}"/>
                </a:ext>
              </a:extLst>
            </p:cNvPr>
            <p:cNvSpPr/>
            <p:nvPr/>
          </p:nvSpPr>
          <p:spPr>
            <a:xfrm>
              <a:off x="10059858" y="3180995"/>
              <a:ext cx="95676" cy="9366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83" name="直線接點 782">
              <a:extLst>
                <a:ext uri="{FF2B5EF4-FFF2-40B4-BE49-F238E27FC236}">
                  <a16:creationId xmlns:a16="http://schemas.microsoft.com/office/drawing/2014/main" id="{17FD36DC-B079-42DE-BE0C-33451DC7D60D}"/>
                </a:ext>
              </a:extLst>
            </p:cNvPr>
            <p:cNvCxnSpPr>
              <a:cxnSpLocks/>
            </p:cNvCxnSpPr>
            <p:nvPr/>
          </p:nvCxnSpPr>
          <p:spPr>
            <a:xfrm>
              <a:off x="10107696" y="3148954"/>
              <a:ext cx="0" cy="34661"/>
            </a:xfrm>
            <a:prstGeom prst="line">
              <a:avLst/>
            </a:prstGeom>
            <a:ln w="28575">
              <a:solidFill>
                <a:srgbClr val="7F7F7F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4" name="文字方塊 783">
              <a:extLst>
                <a:ext uri="{FF2B5EF4-FFF2-40B4-BE49-F238E27FC236}">
                  <a16:creationId xmlns:a16="http://schemas.microsoft.com/office/drawing/2014/main" id="{864372D1-FF9F-40D8-A8BC-0BF8BF057DB0}"/>
                </a:ext>
              </a:extLst>
            </p:cNvPr>
            <p:cNvSpPr txBox="1"/>
            <p:nvPr/>
          </p:nvSpPr>
          <p:spPr>
            <a:xfrm>
              <a:off x="1721055" y="3538513"/>
              <a:ext cx="27764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/>
                <a:t>-6</a:t>
              </a:r>
              <a:endParaRPr lang="zh-TW" altLang="en-US" sz="900" dirty="0"/>
            </a:p>
          </p:txBody>
        </p:sp>
        <p:grpSp>
          <p:nvGrpSpPr>
            <p:cNvPr id="785" name="群組 784">
              <a:extLst>
                <a:ext uri="{FF2B5EF4-FFF2-40B4-BE49-F238E27FC236}">
                  <a16:creationId xmlns:a16="http://schemas.microsoft.com/office/drawing/2014/main" id="{D1FBD48A-E467-4762-BCA4-B27D89CFBCD4}"/>
                </a:ext>
              </a:extLst>
            </p:cNvPr>
            <p:cNvGrpSpPr/>
            <p:nvPr/>
          </p:nvGrpSpPr>
          <p:grpSpPr>
            <a:xfrm>
              <a:off x="6481907" y="3000718"/>
              <a:ext cx="95676" cy="128325"/>
              <a:chOff x="7008799" y="2004793"/>
              <a:chExt cx="95676" cy="128325"/>
            </a:xfrm>
          </p:grpSpPr>
          <p:sp>
            <p:nvSpPr>
              <p:cNvPr id="806" name="橢圓 805">
                <a:extLst>
                  <a:ext uri="{FF2B5EF4-FFF2-40B4-BE49-F238E27FC236}">
                    <a16:creationId xmlns:a16="http://schemas.microsoft.com/office/drawing/2014/main" id="{9DEF6F74-59D9-43F7-9A95-D35D4E00E29B}"/>
                  </a:ext>
                </a:extLst>
              </p:cNvPr>
              <p:cNvSpPr/>
              <p:nvPr/>
            </p:nvSpPr>
            <p:spPr>
              <a:xfrm>
                <a:off x="7008799" y="2004793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807" name="直線接點 806">
                <a:extLst>
                  <a:ext uri="{FF2B5EF4-FFF2-40B4-BE49-F238E27FC236}">
                    <a16:creationId xmlns:a16="http://schemas.microsoft.com/office/drawing/2014/main" id="{187517AE-B5DF-42A1-BBFA-038F3F545F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6637" y="209845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86" name="群組 785">
              <a:extLst>
                <a:ext uri="{FF2B5EF4-FFF2-40B4-BE49-F238E27FC236}">
                  <a16:creationId xmlns:a16="http://schemas.microsoft.com/office/drawing/2014/main" id="{7E961525-F166-49CE-97E6-F34F55F67A7D}"/>
                </a:ext>
              </a:extLst>
            </p:cNvPr>
            <p:cNvGrpSpPr/>
            <p:nvPr/>
          </p:nvGrpSpPr>
          <p:grpSpPr>
            <a:xfrm>
              <a:off x="6371592" y="3152234"/>
              <a:ext cx="95676" cy="125703"/>
              <a:chOff x="6674273" y="2145458"/>
              <a:chExt cx="95676" cy="125703"/>
            </a:xfrm>
          </p:grpSpPr>
          <p:sp>
            <p:nvSpPr>
              <p:cNvPr id="804" name="橢圓 803">
                <a:extLst>
                  <a:ext uri="{FF2B5EF4-FFF2-40B4-BE49-F238E27FC236}">
                    <a16:creationId xmlns:a16="http://schemas.microsoft.com/office/drawing/2014/main" id="{9D38A668-28B9-424F-890C-2A238E929616}"/>
                  </a:ext>
                </a:extLst>
              </p:cNvPr>
              <p:cNvSpPr/>
              <p:nvPr/>
            </p:nvSpPr>
            <p:spPr>
              <a:xfrm>
                <a:off x="6674273" y="2177497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5" name="直線接點 804">
                <a:extLst>
                  <a:ext uri="{FF2B5EF4-FFF2-40B4-BE49-F238E27FC236}">
                    <a16:creationId xmlns:a16="http://schemas.microsoft.com/office/drawing/2014/main" id="{570FB467-893F-4CDD-9589-CDB2CBEB7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2111" y="2145458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87" name="群組 786">
              <a:extLst>
                <a:ext uri="{FF2B5EF4-FFF2-40B4-BE49-F238E27FC236}">
                  <a16:creationId xmlns:a16="http://schemas.microsoft.com/office/drawing/2014/main" id="{F2533D95-9A5D-4B47-A415-3D98ADC4B975}"/>
                </a:ext>
              </a:extLst>
            </p:cNvPr>
            <p:cNvGrpSpPr/>
            <p:nvPr/>
          </p:nvGrpSpPr>
          <p:grpSpPr>
            <a:xfrm>
              <a:off x="6399223" y="3152234"/>
              <a:ext cx="95676" cy="125703"/>
              <a:chOff x="6674273" y="2145458"/>
              <a:chExt cx="95676" cy="125703"/>
            </a:xfrm>
          </p:grpSpPr>
          <p:sp>
            <p:nvSpPr>
              <p:cNvPr id="802" name="橢圓 801">
                <a:extLst>
                  <a:ext uri="{FF2B5EF4-FFF2-40B4-BE49-F238E27FC236}">
                    <a16:creationId xmlns:a16="http://schemas.microsoft.com/office/drawing/2014/main" id="{F7F88BCE-41F1-4E1E-96C9-1682BF61ECAD}"/>
                  </a:ext>
                </a:extLst>
              </p:cNvPr>
              <p:cNvSpPr/>
              <p:nvPr/>
            </p:nvSpPr>
            <p:spPr>
              <a:xfrm>
                <a:off x="6674273" y="2177497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803" name="直線接點 802">
                <a:extLst>
                  <a:ext uri="{FF2B5EF4-FFF2-40B4-BE49-F238E27FC236}">
                    <a16:creationId xmlns:a16="http://schemas.microsoft.com/office/drawing/2014/main" id="{276509EA-3485-475D-95EB-681252A94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2111" y="2145458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88" name="群組 787">
              <a:extLst>
                <a:ext uri="{FF2B5EF4-FFF2-40B4-BE49-F238E27FC236}">
                  <a16:creationId xmlns:a16="http://schemas.microsoft.com/office/drawing/2014/main" id="{F449C1B1-18A2-4794-BE6E-488AA4FCA4B1}"/>
                </a:ext>
              </a:extLst>
            </p:cNvPr>
            <p:cNvGrpSpPr/>
            <p:nvPr/>
          </p:nvGrpSpPr>
          <p:grpSpPr>
            <a:xfrm>
              <a:off x="6447689" y="3000718"/>
              <a:ext cx="95676" cy="128325"/>
              <a:chOff x="7008799" y="2004793"/>
              <a:chExt cx="95676" cy="128325"/>
            </a:xfrm>
          </p:grpSpPr>
          <p:sp>
            <p:nvSpPr>
              <p:cNvPr id="800" name="橢圓 799">
                <a:extLst>
                  <a:ext uri="{FF2B5EF4-FFF2-40B4-BE49-F238E27FC236}">
                    <a16:creationId xmlns:a16="http://schemas.microsoft.com/office/drawing/2014/main" id="{C2F572F9-EC1D-434A-A086-ADFEEDD7A758}"/>
                  </a:ext>
                </a:extLst>
              </p:cNvPr>
              <p:cNvSpPr/>
              <p:nvPr/>
            </p:nvSpPr>
            <p:spPr>
              <a:xfrm>
                <a:off x="7008799" y="2004793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801" name="直線接點 800">
                <a:extLst>
                  <a:ext uri="{FF2B5EF4-FFF2-40B4-BE49-F238E27FC236}">
                    <a16:creationId xmlns:a16="http://schemas.microsoft.com/office/drawing/2014/main" id="{FB7F7588-0D62-4D51-8A73-C4C6486E3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56637" y="2098457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89" name="群組 788">
              <a:extLst>
                <a:ext uri="{FF2B5EF4-FFF2-40B4-BE49-F238E27FC236}">
                  <a16:creationId xmlns:a16="http://schemas.microsoft.com/office/drawing/2014/main" id="{6D4BF680-0B06-4CBC-BCC1-FB6D4EE95D65}"/>
                </a:ext>
              </a:extLst>
            </p:cNvPr>
            <p:cNvGrpSpPr/>
            <p:nvPr/>
          </p:nvGrpSpPr>
          <p:grpSpPr>
            <a:xfrm>
              <a:off x="6855652" y="3152234"/>
              <a:ext cx="95676" cy="125703"/>
              <a:chOff x="6674273" y="2145458"/>
              <a:chExt cx="95676" cy="125703"/>
            </a:xfrm>
          </p:grpSpPr>
          <p:sp>
            <p:nvSpPr>
              <p:cNvPr id="798" name="橢圓 797">
                <a:extLst>
                  <a:ext uri="{FF2B5EF4-FFF2-40B4-BE49-F238E27FC236}">
                    <a16:creationId xmlns:a16="http://schemas.microsoft.com/office/drawing/2014/main" id="{F857243B-D25B-4240-B64B-757455B60E4B}"/>
                  </a:ext>
                </a:extLst>
              </p:cNvPr>
              <p:cNvSpPr/>
              <p:nvPr/>
            </p:nvSpPr>
            <p:spPr>
              <a:xfrm>
                <a:off x="6674273" y="2177497"/>
                <a:ext cx="95676" cy="93664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99" name="直線接點 798">
                <a:extLst>
                  <a:ext uri="{FF2B5EF4-FFF2-40B4-BE49-F238E27FC236}">
                    <a16:creationId xmlns:a16="http://schemas.microsoft.com/office/drawing/2014/main" id="{2ED70337-0058-49F1-A7BC-6F169FB99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2111" y="2145458"/>
                <a:ext cx="0" cy="34661"/>
              </a:xfrm>
              <a:prstGeom prst="line">
                <a:avLst/>
              </a:prstGeom>
              <a:ln w="28575">
                <a:solidFill>
                  <a:srgbClr val="7F7F7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90" name="橢圓 789">
              <a:extLst>
                <a:ext uri="{FF2B5EF4-FFF2-40B4-BE49-F238E27FC236}">
                  <a16:creationId xmlns:a16="http://schemas.microsoft.com/office/drawing/2014/main" id="{74949E9F-E0FD-4A7D-ADC0-7F2319A5C333}"/>
                </a:ext>
              </a:extLst>
            </p:cNvPr>
            <p:cNvSpPr/>
            <p:nvPr/>
          </p:nvSpPr>
          <p:spPr>
            <a:xfrm>
              <a:off x="7269491" y="2453666"/>
              <a:ext cx="280981" cy="275072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791" name="群組 790">
              <a:extLst>
                <a:ext uri="{FF2B5EF4-FFF2-40B4-BE49-F238E27FC236}">
                  <a16:creationId xmlns:a16="http://schemas.microsoft.com/office/drawing/2014/main" id="{D0AE950B-95C0-4850-BCF4-F4193C4AC50E}"/>
                </a:ext>
              </a:extLst>
            </p:cNvPr>
            <p:cNvGrpSpPr/>
            <p:nvPr/>
          </p:nvGrpSpPr>
          <p:grpSpPr>
            <a:xfrm>
              <a:off x="8553967" y="3514018"/>
              <a:ext cx="280981" cy="275072"/>
              <a:chOff x="8553967" y="3641018"/>
              <a:chExt cx="280981" cy="275072"/>
            </a:xfrm>
          </p:grpSpPr>
          <p:sp>
            <p:nvSpPr>
              <p:cNvPr id="796" name="橢圓 795">
                <a:extLst>
                  <a:ext uri="{FF2B5EF4-FFF2-40B4-BE49-F238E27FC236}">
                    <a16:creationId xmlns:a16="http://schemas.microsoft.com/office/drawing/2014/main" id="{80707399-68BE-4143-BB5A-E90C7D2569D6}"/>
                  </a:ext>
                </a:extLst>
              </p:cNvPr>
              <p:cNvSpPr/>
              <p:nvPr/>
            </p:nvSpPr>
            <p:spPr>
              <a:xfrm>
                <a:off x="8642310" y="3728193"/>
                <a:ext cx="95676" cy="9366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7" name="橢圓 796">
                <a:extLst>
                  <a:ext uri="{FF2B5EF4-FFF2-40B4-BE49-F238E27FC236}">
                    <a16:creationId xmlns:a16="http://schemas.microsoft.com/office/drawing/2014/main" id="{DFBC891D-C6FD-4505-A550-1901715D5F6F}"/>
                  </a:ext>
                </a:extLst>
              </p:cNvPr>
              <p:cNvSpPr/>
              <p:nvPr/>
            </p:nvSpPr>
            <p:spPr>
              <a:xfrm>
                <a:off x="8553967" y="3641018"/>
                <a:ext cx="280981" cy="27507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92" name="橢圓 791">
              <a:extLst>
                <a:ext uri="{FF2B5EF4-FFF2-40B4-BE49-F238E27FC236}">
                  <a16:creationId xmlns:a16="http://schemas.microsoft.com/office/drawing/2014/main" id="{7D488FFD-648D-40F3-A90C-24C003F4BAB0}"/>
                </a:ext>
              </a:extLst>
            </p:cNvPr>
            <p:cNvSpPr/>
            <p:nvPr/>
          </p:nvSpPr>
          <p:spPr>
            <a:xfrm>
              <a:off x="7363269" y="3016443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3" name="橢圓 792">
              <a:extLst>
                <a:ext uri="{FF2B5EF4-FFF2-40B4-BE49-F238E27FC236}">
                  <a16:creationId xmlns:a16="http://schemas.microsoft.com/office/drawing/2014/main" id="{6F74BFDB-5FD2-4579-B452-2C09D04C02AC}"/>
                </a:ext>
              </a:extLst>
            </p:cNvPr>
            <p:cNvSpPr/>
            <p:nvPr/>
          </p:nvSpPr>
          <p:spPr>
            <a:xfrm>
              <a:off x="8643507" y="3188063"/>
              <a:ext cx="95676" cy="9366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794" name="直線接點 793">
              <a:extLst>
                <a:ext uri="{FF2B5EF4-FFF2-40B4-BE49-F238E27FC236}">
                  <a16:creationId xmlns:a16="http://schemas.microsoft.com/office/drawing/2014/main" id="{06D343A1-7E2C-4D06-B251-7942AAAFCC9B}"/>
                </a:ext>
              </a:extLst>
            </p:cNvPr>
            <p:cNvCxnSpPr>
              <a:cxnSpLocks/>
              <a:stCxn id="732" idx="4"/>
              <a:endCxn id="792" idx="0"/>
            </p:cNvCxnSpPr>
            <p:nvPr/>
          </p:nvCxnSpPr>
          <p:spPr>
            <a:xfrm>
              <a:off x="7410031" y="2643070"/>
              <a:ext cx="1076" cy="373373"/>
            </a:xfrm>
            <a:prstGeom prst="line">
              <a:avLst/>
            </a:prstGeom>
            <a:ln w="28575">
              <a:solidFill>
                <a:srgbClr val="C55A1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直線接點 794">
              <a:extLst>
                <a:ext uri="{FF2B5EF4-FFF2-40B4-BE49-F238E27FC236}">
                  <a16:creationId xmlns:a16="http://schemas.microsoft.com/office/drawing/2014/main" id="{B3F501F0-6D32-48A7-AA20-627F94FFE923}"/>
                </a:ext>
              </a:extLst>
            </p:cNvPr>
            <p:cNvCxnSpPr>
              <a:cxnSpLocks/>
              <a:stCxn id="793" idx="4"/>
              <a:endCxn id="796" idx="0"/>
            </p:cNvCxnSpPr>
            <p:nvPr/>
          </p:nvCxnSpPr>
          <p:spPr>
            <a:xfrm flipH="1">
              <a:off x="8690148" y="3281727"/>
              <a:ext cx="1197" cy="319466"/>
            </a:xfrm>
            <a:prstGeom prst="line">
              <a:avLst/>
            </a:prstGeom>
            <a:ln w="28575">
              <a:solidFill>
                <a:srgbClr val="C55A1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8" name="文字方塊 437">
            <a:extLst>
              <a:ext uri="{FF2B5EF4-FFF2-40B4-BE49-F238E27FC236}">
                <a16:creationId xmlns:a16="http://schemas.microsoft.com/office/drawing/2014/main" id="{99CC4715-B1E3-42B5-82EE-E733BDBE9CED}"/>
              </a:ext>
            </a:extLst>
          </p:cNvPr>
          <p:cNvSpPr txBox="1"/>
          <p:nvPr/>
        </p:nvSpPr>
        <p:spPr>
          <a:xfrm>
            <a:off x="482061" y="6103168"/>
            <a:ext cx="138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Small </a:t>
            </a:r>
            <a:r>
              <a:rPr lang="en-US" altLang="zh-TW" sz="1800" dirty="0"/>
              <a:t>Region</a:t>
            </a:r>
          </a:p>
        </p:txBody>
      </p:sp>
      <p:sp>
        <p:nvSpPr>
          <p:cNvPr id="439" name="文字方塊 438">
            <a:extLst>
              <a:ext uri="{FF2B5EF4-FFF2-40B4-BE49-F238E27FC236}">
                <a16:creationId xmlns:a16="http://schemas.microsoft.com/office/drawing/2014/main" id="{2B2D8A6E-CDCF-4165-8365-3B21EA505319}"/>
              </a:ext>
            </a:extLst>
          </p:cNvPr>
          <p:cNvSpPr txBox="1"/>
          <p:nvPr/>
        </p:nvSpPr>
        <p:spPr>
          <a:xfrm>
            <a:off x="482061" y="5673379"/>
            <a:ext cx="89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Interval</a:t>
            </a:r>
            <a:endParaRPr lang="en-US" altLang="zh-TW" sz="1800" dirty="0"/>
          </a:p>
        </p:txBody>
      </p:sp>
      <p:grpSp>
        <p:nvGrpSpPr>
          <p:cNvPr id="521" name="群組 520">
            <a:extLst>
              <a:ext uri="{FF2B5EF4-FFF2-40B4-BE49-F238E27FC236}">
                <a16:creationId xmlns:a16="http://schemas.microsoft.com/office/drawing/2014/main" id="{91B41523-D2E2-45D7-AE6C-AA9705B86131}"/>
              </a:ext>
            </a:extLst>
          </p:cNvPr>
          <p:cNvGrpSpPr/>
          <p:nvPr/>
        </p:nvGrpSpPr>
        <p:grpSpPr>
          <a:xfrm>
            <a:off x="1856935" y="5114756"/>
            <a:ext cx="9997434" cy="1181681"/>
            <a:chOff x="1862192" y="796076"/>
            <a:chExt cx="9997434" cy="1181681"/>
          </a:xfrm>
          <a:noFill/>
        </p:grpSpPr>
        <p:grpSp>
          <p:nvGrpSpPr>
            <p:cNvPr id="522" name="群組 521">
              <a:extLst>
                <a:ext uri="{FF2B5EF4-FFF2-40B4-BE49-F238E27FC236}">
                  <a16:creationId xmlns:a16="http://schemas.microsoft.com/office/drawing/2014/main" id="{6D542977-1F9A-4482-8A40-B9E17843A228}"/>
                </a:ext>
              </a:extLst>
            </p:cNvPr>
            <p:cNvGrpSpPr/>
            <p:nvPr/>
          </p:nvGrpSpPr>
          <p:grpSpPr>
            <a:xfrm>
              <a:off x="2157900" y="1671036"/>
              <a:ext cx="9392661" cy="87985"/>
              <a:chOff x="2157900" y="2388326"/>
              <a:chExt cx="9392661" cy="87985"/>
            </a:xfrm>
            <a:grpFill/>
          </p:grpSpPr>
          <p:sp>
            <p:nvSpPr>
              <p:cNvPr id="679" name="箭號: 五邊形 678">
                <a:extLst>
                  <a:ext uri="{FF2B5EF4-FFF2-40B4-BE49-F238E27FC236}">
                    <a16:creationId xmlns:a16="http://schemas.microsoft.com/office/drawing/2014/main" id="{2CC66574-8762-418B-8780-70A230E6ECD5}"/>
                  </a:ext>
                </a:extLst>
              </p:cNvPr>
              <p:cNvSpPr/>
              <p:nvPr/>
            </p:nvSpPr>
            <p:spPr>
              <a:xfrm>
                <a:off x="6896516" y="2392725"/>
                <a:ext cx="7970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0" name="箭號: 五邊形 679">
                <a:extLst>
                  <a:ext uri="{FF2B5EF4-FFF2-40B4-BE49-F238E27FC236}">
                    <a16:creationId xmlns:a16="http://schemas.microsoft.com/office/drawing/2014/main" id="{C669CA96-57E5-414B-BE2C-04CDC9D7591B}"/>
                  </a:ext>
                </a:extLst>
              </p:cNvPr>
              <p:cNvSpPr/>
              <p:nvPr/>
            </p:nvSpPr>
            <p:spPr>
              <a:xfrm>
                <a:off x="7748971" y="2392725"/>
                <a:ext cx="100858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1" name="箭號: 五邊形 680">
                <a:extLst>
                  <a:ext uri="{FF2B5EF4-FFF2-40B4-BE49-F238E27FC236}">
                    <a16:creationId xmlns:a16="http://schemas.microsoft.com/office/drawing/2014/main" id="{08674EBE-0CF0-4F69-A2E0-B48A9FE2B618}"/>
                  </a:ext>
                </a:extLst>
              </p:cNvPr>
              <p:cNvSpPr/>
              <p:nvPr/>
            </p:nvSpPr>
            <p:spPr>
              <a:xfrm>
                <a:off x="10232214" y="2392725"/>
                <a:ext cx="60798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2" name="箭號: 五邊形 681">
                <a:extLst>
                  <a:ext uri="{FF2B5EF4-FFF2-40B4-BE49-F238E27FC236}">
                    <a16:creationId xmlns:a16="http://schemas.microsoft.com/office/drawing/2014/main" id="{91CF06CA-814A-49AE-B505-1EC508356430}"/>
                  </a:ext>
                </a:extLst>
              </p:cNvPr>
              <p:cNvSpPr/>
              <p:nvPr/>
            </p:nvSpPr>
            <p:spPr>
              <a:xfrm>
                <a:off x="9560972" y="2392725"/>
                <a:ext cx="64835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3" name="箭號: 五邊形 682">
                <a:extLst>
                  <a:ext uri="{FF2B5EF4-FFF2-40B4-BE49-F238E27FC236}">
                    <a16:creationId xmlns:a16="http://schemas.microsoft.com/office/drawing/2014/main" id="{C0692354-D9C8-4C12-B0EC-34D0587A0994}"/>
                  </a:ext>
                </a:extLst>
              </p:cNvPr>
              <p:cNvSpPr/>
              <p:nvPr/>
            </p:nvSpPr>
            <p:spPr>
              <a:xfrm>
                <a:off x="8819122" y="2392725"/>
                <a:ext cx="64388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4" name="箭號: 五邊形 683">
                <a:extLst>
                  <a:ext uri="{FF2B5EF4-FFF2-40B4-BE49-F238E27FC236}">
                    <a16:creationId xmlns:a16="http://schemas.microsoft.com/office/drawing/2014/main" id="{3A17048D-56A3-4110-AEA9-7022014707AC}"/>
                  </a:ext>
                </a:extLst>
              </p:cNvPr>
              <p:cNvSpPr/>
              <p:nvPr/>
            </p:nvSpPr>
            <p:spPr>
              <a:xfrm>
                <a:off x="11025561" y="2392725"/>
                <a:ext cx="52500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85" name="直線接點 684">
                <a:extLst>
                  <a:ext uri="{FF2B5EF4-FFF2-40B4-BE49-F238E27FC236}">
                    <a16:creationId xmlns:a16="http://schemas.microsoft.com/office/drawing/2014/main" id="{6D54C47A-699A-4690-96DC-54073A6A50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7633" y="238832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直線接點 685">
                <a:extLst>
                  <a:ext uri="{FF2B5EF4-FFF2-40B4-BE49-F238E27FC236}">
                    <a16:creationId xmlns:a16="http://schemas.microsoft.com/office/drawing/2014/main" id="{ABD75D2C-42A2-4A2F-BC3B-D5261A806C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6451" y="238832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箭號: 五邊形 686">
                <a:extLst>
                  <a:ext uri="{FF2B5EF4-FFF2-40B4-BE49-F238E27FC236}">
                    <a16:creationId xmlns:a16="http://schemas.microsoft.com/office/drawing/2014/main" id="{6030E110-9F3F-44E0-8197-164FF5862030}"/>
                  </a:ext>
                </a:extLst>
              </p:cNvPr>
              <p:cNvSpPr/>
              <p:nvPr/>
            </p:nvSpPr>
            <p:spPr>
              <a:xfrm>
                <a:off x="2157900" y="2392725"/>
                <a:ext cx="7970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8" name="箭號: 五邊形 687">
                <a:extLst>
                  <a:ext uri="{FF2B5EF4-FFF2-40B4-BE49-F238E27FC236}">
                    <a16:creationId xmlns:a16="http://schemas.microsoft.com/office/drawing/2014/main" id="{35232B62-9D08-4D22-AD03-34593AEF58E9}"/>
                  </a:ext>
                </a:extLst>
              </p:cNvPr>
              <p:cNvSpPr/>
              <p:nvPr/>
            </p:nvSpPr>
            <p:spPr>
              <a:xfrm>
                <a:off x="3010355" y="2392725"/>
                <a:ext cx="7970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89" name="箭號: 五邊形 688">
                <a:extLst>
                  <a:ext uri="{FF2B5EF4-FFF2-40B4-BE49-F238E27FC236}">
                    <a16:creationId xmlns:a16="http://schemas.microsoft.com/office/drawing/2014/main" id="{5A7D9D94-AC03-415B-8175-7224E50DB2F0}"/>
                  </a:ext>
                </a:extLst>
              </p:cNvPr>
              <p:cNvSpPr/>
              <p:nvPr/>
            </p:nvSpPr>
            <p:spPr>
              <a:xfrm>
                <a:off x="5493598" y="2392725"/>
                <a:ext cx="60798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90" name="箭號: 五邊形 689">
                <a:extLst>
                  <a:ext uri="{FF2B5EF4-FFF2-40B4-BE49-F238E27FC236}">
                    <a16:creationId xmlns:a16="http://schemas.microsoft.com/office/drawing/2014/main" id="{2E295458-9CA4-4505-85AF-79FBF8078842}"/>
                  </a:ext>
                </a:extLst>
              </p:cNvPr>
              <p:cNvSpPr/>
              <p:nvPr/>
            </p:nvSpPr>
            <p:spPr>
              <a:xfrm>
                <a:off x="4827834" y="2392725"/>
                <a:ext cx="64287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91" name="箭號: 五邊形 690">
                <a:extLst>
                  <a:ext uri="{FF2B5EF4-FFF2-40B4-BE49-F238E27FC236}">
                    <a16:creationId xmlns:a16="http://schemas.microsoft.com/office/drawing/2014/main" id="{3790D503-60CB-4977-86C0-EE4AF37C7F7F}"/>
                  </a:ext>
                </a:extLst>
              </p:cNvPr>
              <p:cNvSpPr/>
              <p:nvPr/>
            </p:nvSpPr>
            <p:spPr>
              <a:xfrm>
                <a:off x="4095669" y="2392725"/>
                <a:ext cx="69748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92" name="箭號: 五邊形 691">
                <a:extLst>
                  <a:ext uri="{FF2B5EF4-FFF2-40B4-BE49-F238E27FC236}">
                    <a16:creationId xmlns:a16="http://schemas.microsoft.com/office/drawing/2014/main" id="{8DC13E32-4584-41F9-9344-21B6BD5A347D}"/>
                  </a:ext>
                </a:extLst>
              </p:cNvPr>
              <p:cNvSpPr/>
              <p:nvPr/>
            </p:nvSpPr>
            <p:spPr>
              <a:xfrm>
                <a:off x="6175217" y="2392725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93" name="直線接點 692">
                <a:extLst>
                  <a:ext uri="{FF2B5EF4-FFF2-40B4-BE49-F238E27FC236}">
                    <a16:creationId xmlns:a16="http://schemas.microsoft.com/office/drawing/2014/main" id="{ECA790C3-2368-443E-88BD-EEA7EFDDF7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9017" y="238832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直線接點 693">
                <a:extLst>
                  <a:ext uri="{FF2B5EF4-FFF2-40B4-BE49-F238E27FC236}">
                    <a16:creationId xmlns:a16="http://schemas.microsoft.com/office/drawing/2014/main" id="{8D3F857B-6C07-490A-84D5-4FDCFA27AB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7835" y="238832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3" name="群組 522">
              <a:extLst>
                <a:ext uri="{FF2B5EF4-FFF2-40B4-BE49-F238E27FC236}">
                  <a16:creationId xmlns:a16="http://schemas.microsoft.com/office/drawing/2014/main" id="{18626B3B-EA1D-4348-ACB7-DCABDE07F53F}"/>
                </a:ext>
              </a:extLst>
            </p:cNvPr>
            <p:cNvGrpSpPr/>
            <p:nvPr/>
          </p:nvGrpSpPr>
          <p:grpSpPr>
            <a:xfrm>
              <a:off x="1862192" y="1561666"/>
              <a:ext cx="9758173" cy="96325"/>
              <a:chOff x="1862192" y="2286019"/>
              <a:chExt cx="9758173" cy="96325"/>
            </a:xfrm>
            <a:grpFill/>
          </p:grpSpPr>
          <p:sp>
            <p:nvSpPr>
              <p:cNvPr id="662" name="箭號: 五邊形 661">
                <a:extLst>
                  <a:ext uri="{FF2B5EF4-FFF2-40B4-BE49-F238E27FC236}">
                    <a16:creationId xmlns:a16="http://schemas.microsoft.com/office/drawing/2014/main" id="{EF2982CF-87F5-4B95-A951-63BB31D4D3DE}"/>
                  </a:ext>
                </a:extLst>
              </p:cNvPr>
              <p:cNvSpPr/>
              <p:nvPr/>
            </p:nvSpPr>
            <p:spPr>
              <a:xfrm>
                <a:off x="7086897" y="2294588"/>
                <a:ext cx="104522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3" name="箭號: 五邊形 662">
                <a:extLst>
                  <a:ext uri="{FF2B5EF4-FFF2-40B4-BE49-F238E27FC236}">
                    <a16:creationId xmlns:a16="http://schemas.microsoft.com/office/drawing/2014/main" id="{57A3A5A0-4741-47ED-BB5A-A80EF330590F}"/>
                  </a:ext>
                </a:extLst>
              </p:cNvPr>
              <p:cNvSpPr/>
              <p:nvPr/>
            </p:nvSpPr>
            <p:spPr>
              <a:xfrm>
                <a:off x="6517284" y="2294588"/>
                <a:ext cx="52203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4" name="箭號: 五邊形 663">
                <a:extLst>
                  <a:ext uri="{FF2B5EF4-FFF2-40B4-BE49-F238E27FC236}">
                    <a16:creationId xmlns:a16="http://schemas.microsoft.com/office/drawing/2014/main" id="{C4E4AF5A-1845-40AB-884C-29676B0EC2D7}"/>
                  </a:ext>
                </a:extLst>
              </p:cNvPr>
              <p:cNvSpPr/>
              <p:nvPr/>
            </p:nvSpPr>
            <p:spPr>
              <a:xfrm>
                <a:off x="8179700" y="2294588"/>
                <a:ext cx="64294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5" name="箭號: 五邊形 664">
                <a:extLst>
                  <a:ext uri="{FF2B5EF4-FFF2-40B4-BE49-F238E27FC236}">
                    <a16:creationId xmlns:a16="http://schemas.microsoft.com/office/drawing/2014/main" id="{BDB7C013-CA2D-45CD-B6BE-DDF8C76CDF6D}"/>
                  </a:ext>
                </a:extLst>
              </p:cNvPr>
              <p:cNvSpPr/>
              <p:nvPr/>
            </p:nvSpPr>
            <p:spPr>
              <a:xfrm>
                <a:off x="10593898" y="2294588"/>
                <a:ext cx="56110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6" name="箭號: 五邊形 665">
                <a:extLst>
                  <a:ext uri="{FF2B5EF4-FFF2-40B4-BE49-F238E27FC236}">
                    <a16:creationId xmlns:a16="http://schemas.microsoft.com/office/drawing/2014/main" id="{9B4D8C82-0E94-4AD2-8356-91E8D6680C59}"/>
                  </a:ext>
                </a:extLst>
              </p:cNvPr>
              <p:cNvSpPr/>
              <p:nvPr/>
            </p:nvSpPr>
            <p:spPr>
              <a:xfrm>
                <a:off x="9979501" y="2294588"/>
                <a:ext cx="56110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7" name="箭號: 五邊形 666">
                <a:extLst>
                  <a:ext uri="{FF2B5EF4-FFF2-40B4-BE49-F238E27FC236}">
                    <a16:creationId xmlns:a16="http://schemas.microsoft.com/office/drawing/2014/main" id="{16B5645C-AC30-49DE-A844-005C14759E7F}"/>
                  </a:ext>
                </a:extLst>
              </p:cNvPr>
              <p:cNvSpPr/>
              <p:nvPr/>
            </p:nvSpPr>
            <p:spPr>
              <a:xfrm>
                <a:off x="8883861" y="2294588"/>
                <a:ext cx="77325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8" name="箭號: 五邊形 667">
                <a:extLst>
                  <a:ext uri="{FF2B5EF4-FFF2-40B4-BE49-F238E27FC236}">
                    <a16:creationId xmlns:a16="http://schemas.microsoft.com/office/drawing/2014/main" id="{FC54FB70-F97E-44A2-AF9B-AA68CA5899F2}"/>
                  </a:ext>
                </a:extLst>
              </p:cNvPr>
              <p:cNvSpPr/>
              <p:nvPr/>
            </p:nvSpPr>
            <p:spPr>
              <a:xfrm>
                <a:off x="11201361" y="2294588"/>
                <a:ext cx="41900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69" name="直線接點 668">
                <a:extLst>
                  <a:ext uri="{FF2B5EF4-FFF2-40B4-BE49-F238E27FC236}">
                    <a16:creationId xmlns:a16="http://schemas.microsoft.com/office/drawing/2014/main" id="{71EE87C1-DBEF-473D-9069-587080683D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80016" y="2290189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0" name="手繪多邊形: 圖案 669">
                <a:extLst>
                  <a:ext uri="{FF2B5EF4-FFF2-40B4-BE49-F238E27FC236}">
                    <a16:creationId xmlns:a16="http://schemas.microsoft.com/office/drawing/2014/main" id="{B8D8D146-A416-43A3-859A-7CC3D906107C}"/>
                  </a:ext>
                </a:extLst>
              </p:cNvPr>
              <p:cNvSpPr/>
              <p:nvPr/>
            </p:nvSpPr>
            <p:spPr>
              <a:xfrm>
                <a:off x="6996750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71" name="箭號: 五邊形 670">
                <a:extLst>
                  <a:ext uri="{FF2B5EF4-FFF2-40B4-BE49-F238E27FC236}">
                    <a16:creationId xmlns:a16="http://schemas.microsoft.com/office/drawing/2014/main" id="{ABC02D1A-CEE8-4D3B-B946-D2C0931EFDD2}"/>
                  </a:ext>
                </a:extLst>
              </p:cNvPr>
              <p:cNvSpPr/>
              <p:nvPr/>
            </p:nvSpPr>
            <p:spPr>
              <a:xfrm>
                <a:off x="2614367" y="2294588"/>
                <a:ext cx="77913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72" name="箭號: 五邊形 671">
                <a:extLst>
                  <a:ext uri="{FF2B5EF4-FFF2-40B4-BE49-F238E27FC236}">
                    <a16:creationId xmlns:a16="http://schemas.microsoft.com/office/drawing/2014/main" id="{3E9546EF-8C21-4775-AE30-190F780C09B4}"/>
                  </a:ext>
                </a:extLst>
              </p:cNvPr>
              <p:cNvSpPr/>
              <p:nvPr/>
            </p:nvSpPr>
            <p:spPr>
              <a:xfrm>
                <a:off x="1862192" y="2294588"/>
                <a:ext cx="43850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73" name="箭號: 五邊形 672">
                <a:extLst>
                  <a:ext uri="{FF2B5EF4-FFF2-40B4-BE49-F238E27FC236}">
                    <a16:creationId xmlns:a16="http://schemas.microsoft.com/office/drawing/2014/main" id="{C3FD9391-3D2A-467E-A0E3-9756B2D436F6}"/>
                  </a:ext>
                </a:extLst>
              </p:cNvPr>
              <p:cNvSpPr/>
              <p:nvPr/>
            </p:nvSpPr>
            <p:spPr>
              <a:xfrm>
                <a:off x="3441084" y="2294588"/>
                <a:ext cx="64294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74" name="箭號: 五邊形 673">
                <a:extLst>
                  <a:ext uri="{FF2B5EF4-FFF2-40B4-BE49-F238E27FC236}">
                    <a16:creationId xmlns:a16="http://schemas.microsoft.com/office/drawing/2014/main" id="{A3800309-9200-4F3E-A5DC-558307D9BEAA}"/>
                  </a:ext>
                </a:extLst>
              </p:cNvPr>
              <p:cNvSpPr/>
              <p:nvPr/>
            </p:nvSpPr>
            <p:spPr>
              <a:xfrm>
                <a:off x="5855282" y="2294588"/>
                <a:ext cx="56110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75" name="箭號: 五邊形 674">
                <a:extLst>
                  <a:ext uri="{FF2B5EF4-FFF2-40B4-BE49-F238E27FC236}">
                    <a16:creationId xmlns:a16="http://schemas.microsoft.com/office/drawing/2014/main" id="{2BF2A42C-2F9C-4EFD-94CD-857AA47FF4E3}"/>
                  </a:ext>
                </a:extLst>
              </p:cNvPr>
              <p:cNvSpPr/>
              <p:nvPr/>
            </p:nvSpPr>
            <p:spPr>
              <a:xfrm>
                <a:off x="5079358" y="2294588"/>
                <a:ext cx="60798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76" name="箭號: 五邊形 675">
                <a:extLst>
                  <a:ext uri="{FF2B5EF4-FFF2-40B4-BE49-F238E27FC236}">
                    <a16:creationId xmlns:a16="http://schemas.microsoft.com/office/drawing/2014/main" id="{971F47A1-19AC-4068-A223-D5A48ECF0062}"/>
                  </a:ext>
                </a:extLst>
              </p:cNvPr>
              <p:cNvSpPr/>
              <p:nvPr/>
            </p:nvSpPr>
            <p:spPr>
              <a:xfrm>
                <a:off x="4145245" y="2294588"/>
                <a:ext cx="77325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77" name="直線接點 676">
                <a:extLst>
                  <a:ext uri="{FF2B5EF4-FFF2-40B4-BE49-F238E27FC236}">
                    <a16:creationId xmlns:a16="http://schemas.microsoft.com/office/drawing/2014/main" id="{A8288992-D2E0-49A3-A5F9-04B835EB7B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1400" y="2290189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8" name="手繪多邊形: 圖案 677">
                <a:extLst>
                  <a:ext uri="{FF2B5EF4-FFF2-40B4-BE49-F238E27FC236}">
                    <a16:creationId xmlns:a16="http://schemas.microsoft.com/office/drawing/2014/main" id="{6A9C891F-1C2F-4B4D-B5C5-2D44C7E9FF65}"/>
                  </a:ext>
                </a:extLst>
              </p:cNvPr>
              <p:cNvSpPr/>
              <p:nvPr/>
            </p:nvSpPr>
            <p:spPr>
              <a:xfrm>
                <a:off x="2258134" y="228601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4" name="群組 523">
              <a:extLst>
                <a:ext uri="{FF2B5EF4-FFF2-40B4-BE49-F238E27FC236}">
                  <a16:creationId xmlns:a16="http://schemas.microsoft.com/office/drawing/2014/main" id="{D4CC7295-2465-4FC5-ADF6-A1E674D2B30D}"/>
                </a:ext>
              </a:extLst>
            </p:cNvPr>
            <p:cNvGrpSpPr/>
            <p:nvPr/>
          </p:nvGrpSpPr>
          <p:grpSpPr>
            <a:xfrm>
              <a:off x="2182398" y="796076"/>
              <a:ext cx="9286774" cy="96325"/>
              <a:chOff x="2182398" y="1085334"/>
              <a:chExt cx="9286774" cy="96325"/>
            </a:xfrm>
            <a:grpFill/>
          </p:grpSpPr>
          <p:sp>
            <p:nvSpPr>
              <p:cNvPr id="653" name="箭號: 五邊形 652">
                <a:extLst>
                  <a:ext uri="{FF2B5EF4-FFF2-40B4-BE49-F238E27FC236}">
                    <a16:creationId xmlns:a16="http://schemas.microsoft.com/office/drawing/2014/main" id="{5F0F49AA-1136-4766-8919-7BBE66BE8E1A}"/>
                  </a:ext>
                </a:extLst>
              </p:cNvPr>
              <p:cNvSpPr/>
              <p:nvPr/>
            </p:nvSpPr>
            <p:spPr>
              <a:xfrm>
                <a:off x="7939279" y="1093903"/>
                <a:ext cx="31209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54" name="直線接點 653">
                <a:extLst>
                  <a:ext uri="{FF2B5EF4-FFF2-40B4-BE49-F238E27FC236}">
                    <a16:creationId xmlns:a16="http://schemas.microsoft.com/office/drawing/2014/main" id="{A0E3A86E-2AB7-435D-A426-8AA636EAC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35354" y="1089504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5" name="手繪多邊形: 圖案 654">
                <a:extLst>
                  <a:ext uri="{FF2B5EF4-FFF2-40B4-BE49-F238E27FC236}">
                    <a16:creationId xmlns:a16="http://schemas.microsoft.com/office/drawing/2014/main" id="{0DCA3B2C-1EBB-4019-AB67-B4CAD6183526}"/>
                  </a:ext>
                </a:extLst>
              </p:cNvPr>
              <p:cNvSpPr/>
              <p:nvPr/>
            </p:nvSpPr>
            <p:spPr>
              <a:xfrm>
                <a:off x="8199441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56" name="箭號: 五邊形 655">
                <a:extLst>
                  <a:ext uri="{FF2B5EF4-FFF2-40B4-BE49-F238E27FC236}">
                    <a16:creationId xmlns:a16="http://schemas.microsoft.com/office/drawing/2014/main" id="{6336F704-DB8A-4DE6-A461-A2903779C7E5}"/>
                  </a:ext>
                </a:extLst>
              </p:cNvPr>
              <p:cNvSpPr/>
              <p:nvPr/>
            </p:nvSpPr>
            <p:spPr>
              <a:xfrm>
                <a:off x="10316931" y="1093903"/>
                <a:ext cx="51421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57" name="直線接點 656">
                <a:extLst>
                  <a:ext uri="{FF2B5EF4-FFF2-40B4-BE49-F238E27FC236}">
                    <a16:creationId xmlns:a16="http://schemas.microsoft.com/office/drawing/2014/main" id="{3E54123A-6E4A-4273-9584-30B788C9CE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089504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8" name="箭號: 五邊形 657">
                <a:extLst>
                  <a:ext uri="{FF2B5EF4-FFF2-40B4-BE49-F238E27FC236}">
                    <a16:creationId xmlns:a16="http://schemas.microsoft.com/office/drawing/2014/main" id="{DCB3CEBF-0FFF-46F5-A543-B9B854CD9EA0}"/>
                  </a:ext>
                </a:extLst>
              </p:cNvPr>
              <p:cNvSpPr/>
              <p:nvPr/>
            </p:nvSpPr>
            <p:spPr>
              <a:xfrm>
                <a:off x="10867516" y="1093903"/>
                <a:ext cx="60165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59" name="箭號: 五邊形 658">
                <a:extLst>
                  <a:ext uri="{FF2B5EF4-FFF2-40B4-BE49-F238E27FC236}">
                    <a16:creationId xmlns:a16="http://schemas.microsoft.com/office/drawing/2014/main" id="{FD9896F8-6028-4510-8C52-9A03C1413AD0}"/>
                  </a:ext>
                </a:extLst>
              </p:cNvPr>
              <p:cNvSpPr/>
              <p:nvPr/>
            </p:nvSpPr>
            <p:spPr>
              <a:xfrm>
                <a:off x="2182398" y="1093903"/>
                <a:ext cx="38588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0" name="箭號: 五邊形 659">
                <a:extLst>
                  <a:ext uri="{FF2B5EF4-FFF2-40B4-BE49-F238E27FC236}">
                    <a16:creationId xmlns:a16="http://schemas.microsoft.com/office/drawing/2014/main" id="{2C64614B-F20A-4696-9A05-5975D174709F}"/>
                  </a:ext>
                </a:extLst>
              </p:cNvPr>
              <p:cNvSpPr/>
              <p:nvPr/>
            </p:nvSpPr>
            <p:spPr>
              <a:xfrm>
                <a:off x="2604650" y="1093903"/>
                <a:ext cx="83409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61" name="手繪多邊形: 圖案 660">
                <a:extLst>
                  <a:ext uri="{FF2B5EF4-FFF2-40B4-BE49-F238E27FC236}">
                    <a16:creationId xmlns:a16="http://schemas.microsoft.com/office/drawing/2014/main" id="{6BBBC379-2147-45AF-BEC0-6BC46B75F177}"/>
                  </a:ext>
                </a:extLst>
              </p:cNvPr>
              <p:cNvSpPr/>
              <p:nvPr/>
            </p:nvSpPr>
            <p:spPr>
              <a:xfrm>
                <a:off x="3386804" y="108533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5" name="群組 524">
              <a:extLst>
                <a:ext uri="{FF2B5EF4-FFF2-40B4-BE49-F238E27FC236}">
                  <a16:creationId xmlns:a16="http://schemas.microsoft.com/office/drawing/2014/main" id="{8E4CF795-1D38-4A34-B4E9-97B8667A13CD}"/>
                </a:ext>
              </a:extLst>
            </p:cNvPr>
            <p:cNvGrpSpPr/>
            <p:nvPr/>
          </p:nvGrpSpPr>
          <p:grpSpPr>
            <a:xfrm>
              <a:off x="2252074" y="1014816"/>
              <a:ext cx="9486148" cy="96325"/>
              <a:chOff x="2252074" y="1771386"/>
              <a:chExt cx="9486148" cy="96325"/>
            </a:xfrm>
            <a:grpFill/>
          </p:grpSpPr>
          <p:sp>
            <p:nvSpPr>
              <p:cNvPr id="640" name="箭號: 五邊形 639">
                <a:extLst>
                  <a:ext uri="{FF2B5EF4-FFF2-40B4-BE49-F238E27FC236}">
                    <a16:creationId xmlns:a16="http://schemas.microsoft.com/office/drawing/2014/main" id="{4B913109-4F7D-4342-BA61-DB7E1EA27769}"/>
                  </a:ext>
                </a:extLst>
              </p:cNvPr>
              <p:cNvSpPr/>
              <p:nvPr/>
            </p:nvSpPr>
            <p:spPr>
              <a:xfrm>
                <a:off x="7769656" y="1779955"/>
                <a:ext cx="66520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41" name="直線接點 640">
                <a:extLst>
                  <a:ext uri="{FF2B5EF4-FFF2-40B4-BE49-F238E27FC236}">
                    <a16:creationId xmlns:a16="http://schemas.microsoft.com/office/drawing/2014/main" id="{AA3F0467-8D49-4FDF-AB02-2C66CE20E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65731" y="177555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手繪多邊形: 圖案 641">
                <a:extLst>
                  <a:ext uri="{FF2B5EF4-FFF2-40B4-BE49-F238E27FC236}">
                    <a16:creationId xmlns:a16="http://schemas.microsoft.com/office/drawing/2014/main" id="{E7D2527A-C500-4C0E-8E34-A9F7C4B42BC1}"/>
                  </a:ext>
                </a:extLst>
              </p:cNvPr>
              <p:cNvSpPr/>
              <p:nvPr/>
            </p:nvSpPr>
            <p:spPr>
              <a:xfrm>
                <a:off x="8382922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43" name="箭號: 五邊形 642">
                <a:extLst>
                  <a:ext uri="{FF2B5EF4-FFF2-40B4-BE49-F238E27FC236}">
                    <a16:creationId xmlns:a16="http://schemas.microsoft.com/office/drawing/2014/main" id="{478E06C7-F421-4582-8733-B1928C23DF6F}"/>
                  </a:ext>
                </a:extLst>
              </p:cNvPr>
              <p:cNvSpPr/>
              <p:nvPr/>
            </p:nvSpPr>
            <p:spPr>
              <a:xfrm>
                <a:off x="11345931" y="1779955"/>
                <a:ext cx="39229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44" name="箭號: 五邊形 643">
                <a:extLst>
                  <a:ext uri="{FF2B5EF4-FFF2-40B4-BE49-F238E27FC236}">
                    <a16:creationId xmlns:a16="http://schemas.microsoft.com/office/drawing/2014/main" id="{1E4938C0-53B3-4C67-8E39-96D3DBF94D71}"/>
                  </a:ext>
                </a:extLst>
              </p:cNvPr>
              <p:cNvSpPr/>
              <p:nvPr/>
            </p:nvSpPr>
            <p:spPr>
              <a:xfrm>
                <a:off x="10313006" y="1779955"/>
                <a:ext cx="75599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45" name="直線接點 644">
                <a:extLst>
                  <a:ext uri="{FF2B5EF4-FFF2-40B4-BE49-F238E27FC236}">
                    <a16:creationId xmlns:a16="http://schemas.microsoft.com/office/drawing/2014/main" id="{2C5E3B35-60B3-40E2-AC9C-D08A7F0F1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77555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6" name="箭號: 五邊形 645">
                <a:extLst>
                  <a:ext uri="{FF2B5EF4-FFF2-40B4-BE49-F238E27FC236}">
                    <a16:creationId xmlns:a16="http://schemas.microsoft.com/office/drawing/2014/main" id="{92994FB8-C389-48DB-92DA-94E6B5C59505}"/>
                  </a:ext>
                </a:extLst>
              </p:cNvPr>
              <p:cNvSpPr/>
              <p:nvPr/>
            </p:nvSpPr>
            <p:spPr>
              <a:xfrm>
                <a:off x="3083066" y="1779955"/>
                <a:ext cx="35567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47" name="箭號: 五邊形 646">
                <a:extLst>
                  <a:ext uri="{FF2B5EF4-FFF2-40B4-BE49-F238E27FC236}">
                    <a16:creationId xmlns:a16="http://schemas.microsoft.com/office/drawing/2014/main" id="{780CC08C-39EE-46D2-8500-C29BBA3DF50C}"/>
                  </a:ext>
                </a:extLst>
              </p:cNvPr>
              <p:cNvSpPr/>
              <p:nvPr/>
            </p:nvSpPr>
            <p:spPr>
              <a:xfrm>
                <a:off x="2252074" y="1779955"/>
                <a:ext cx="7970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48" name="手繪多邊形: 圖案 647">
                <a:extLst>
                  <a:ext uri="{FF2B5EF4-FFF2-40B4-BE49-F238E27FC236}">
                    <a16:creationId xmlns:a16="http://schemas.microsoft.com/office/drawing/2014/main" id="{DA0ED7B2-BF23-4FE3-8C8F-76413FE9A679}"/>
                  </a:ext>
                </a:extLst>
              </p:cNvPr>
              <p:cNvSpPr/>
              <p:nvPr/>
            </p:nvSpPr>
            <p:spPr>
              <a:xfrm>
                <a:off x="338680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49" name="箭號: 五邊形 648">
                <a:extLst>
                  <a:ext uri="{FF2B5EF4-FFF2-40B4-BE49-F238E27FC236}">
                    <a16:creationId xmlns:a16="http://schemas.microsoft.com/office/drawing/2014/main" id="{C1FB5A89-8A4C-4393-A47F-3D0D06B1D29A}"/>
                  </a:ext>
                </a:extLst>
              </p:cNvPr>
              <p:cNvSpPr/>
              <p:nvPr/>
            </p:nvSpPr>
            <p:spPr>
              <a:xfrm>
                <a:off x="5390205" y="1779955"/>
                <a:ext cx="69940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50" name="直線接點 649">
                <a:extLst>
                  <a:ext uri="{FF2B5EF4-FFF2-40B4-BE49-F238E27FC236}">
                    <a16:creationId xmlns:a16="http://schemas.microsoft.com/office/drawing/2014/main" id="{AC7B9405-984B-436B-A764-9AAF194F2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77555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1" name="箭號: 五邊形 650">
                <a:extLst>
                  <a:ext uri="{FF2B5EF4-FFF2-40B4-BE49-F238E27FC236}">
                    <a16:creationId xmlns:a16="http://schemas.microsoft.com/office/drawing/2014/main" id="{12942423-972B-4E75-A649-430C2EA04282}"/>
                  </a:ext>
                </a:extLst>
              </p:cNvPr>
              <p:cNvSpPr/>
              <p:nvPr/>
            </p:nvSpPr>
            <p:spPr>
              <a:xfrm>
                <a:off x="6129731" y="1779955"/>
                <a:ext cx="8456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52" name="手繪多邊形: 圖案 651">
                <a:extLst>
                  <a:ext uri="{FF2B5EF4-FFF2-40B4-BE49-F238E27FC236}">
                    <a16:creationId xmlns:a16="http://schemas.microsoft.com/office/drawing/2014/main" id="{AB2A9D43-DA96-41C0-A987-05973B5594AB}"/>
                  </a:ext>
                </a:extLst>
              </p:cNvPr>
              <p:cNvSpPr/>
              <p:nvPr/>
            </p:nvSpPr>
            <p:spPr>
              <a:xfrm>
                <a:off x="6169514" y="177138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6" name="群組 525">
              <a:extLst>
                <a:ext uri="{FF2B5EF4-FFF2-40B4-BE49-F238E27FC236}">
                  <a16:creationId xmlns:a16="http://schemas.microsoft.com/office/drawing/2014/main" id="{470A845D-5D3C-43B7-AB88-C596842FD260}"/>
                </a:ext>
              </a:extLst>
            </p:cNvPr>
            <p:cNvGrpSpPr/>
            <p:nvPr/>
          </p:nvGrpSpPr>
          <p:grpSpPr>
            <a:xfrm>
              <a:off x="2050140" y="1124186"/>
              <a:ext cx="9809486" cy="96325"/>
              <a:chOff x="2050140" y="1413444"/>
              <a:chExt cx="9809486" cy="96325"/>
            </a:xfrm>
            <a:grpFill/>
          </p:grpSpPr>
          <p:sp>
            <p:nvSpPr>
              <p:cNvPr id="623" name="箭號: 五邊形 622">
                <a:extLst>
                  <a:ext uri="{FF2B5EF4-FFF2-40B4-BE49-F238E27FC236}">
                    <a16:creationId xmlns:a16="http://schemas.microsoft.com/office/drawing/2014/main" id="{A141C7E5-BA72-42F2-9F15-AF4876BE3AE0}"/>
                  </a:ext>
                </a:extLst>
              </p:cNvPr>
              <p:cNvSpPr/>
              <p:nvPr/>
            </p:nvSpPr>
            <p:spPr>
              <a:xfrm>
                <a:off x="8253678" y="1421684"/>
                <a:ext cx="27956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24" name="箭號: 五邊形 623">
                <a:extLst>
                  <a:ext uri="{FF2B5EF4-FFF2-40B4-BE49-F238E27FC236}">
                    <a16:creationId xmlns:a16="http://schemas.microsoft.com/office/drawing/2014/main" id="{654AF9DC-E636-4AC3-BC6C-7B551666CB40}"/>
                  </a:ext>
                </a:extLst>
              </p:cNvPr>
              <p:cNvSpPr/>
              <p:nvPr/>
            </p:nvSpPr>
            <p:spPr>
              <a:xfrm>
                <a:off x="7686607" y="1422013"/>
                <a:ext cx="55198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25" name="直線接點 624">
                <a:extLst>
                  <a:ext uri="{FF2B5EF4-FFF2-40B4-BE49-F238E27FC236}">
                    <a16:creationId xmlns:a16="http://schemas.microsoft.com/office/drawing/2014/main" id="{CB7EE52E-72DE-4CAB-9AD1-703ADA3C46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2681" y="1417614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6" name="手繪多邊形: 圖案 625">
                <a:extLst>
                  <a:ext uri="{FF2B5EF4-FFF2-40B4-BE49-F238E27FC236}">
                    <a16:creationId xmlns:a16="http://schemas.microsoft.com/office/drawing/2014/main" id="{B098F6CF-0887-49FA-84B0-270D35192BF0}"/>
                  </a:ext>
                </a:extLst>
              </p:cNvPr>
              <p:cNvSpPr/>
              <p:nvPr/>
            </p:nvSpPr>
            <p:spPr>
              <a:xfrm>
                <a:off x="8484818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27" name="箭號: 五邊形 626">
                <a:extLst>
                  <a:ext uri="{FF2B5EF4-FFF2-40B4-BE49-F238E27FC236}">
                    <a16:creationId xmlns:a16="http://schemas.microsoft.com/office/drawing/2014/main" id="{DF0DB443-BFBE-4464-95D5-13758C133163}"/>
                  </a:ext>
                </a:extLst>
              </p:cNvPr>
              <p:cNvSpPr/>
              <p:nvPr/>
            </p:nvSpPr>
            <p:spPr>
              <a:xfrm>
                <a:off x="10612603" y="1422013"/>
                <a:ext cx="7970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28" name="箭號: 五邊形 627">
                <a:extLst>
                  <a:ext uri="{FF2B5EF4-FFF2-40B4-BE49-F238E27FC236}">
                    <a16:creationId xmlns:a16="http://schemas.microsoft.com/office/drawing/2014/main" id="{66A65D43-927A-4712-BA7D-C67813059676}"/>
                  </a:ext>
                </a:extLst>
              </p:cNvPr>
              <p:cNvSpPr/>
              <p:nvPr/>
            </p:nvSpPr>
            <p:spPr>
              <a:xfrm>
                <a:off x="10313006" y="1422013"/>
                <a:ext cx="25178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29" name="直線接點 628">
                <a:extLst>
                  <a:ext uri="{FF2B5EF4-FFF2-40B4-BE49-F238E27FC236}">
                    <a16:creationId xmlns:a16="http://schemas.microsoft.com/office/drawing/2014/main" id="{2BB725D3-9E19-4D90-92F1-D23E8607B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417614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0" name="箭號: 五邊形 629">
                <a:extLst>
                  <a:ext uri="{FF2B5EF4-FFF2-40B4-BE49-F238E27FC236}">
                    <a16:creationId xmlns:a16="http://schemas.microsoft.com/office/drawing/2014/main" id="{13F30759-E0CF-4DE3-9FE8-C5F87B39B368}"/>
                  </a:ext>
                </a:extLst>
              </p:cNvPr>
              <p:cNvSpPr/>
              <p:nvPr/>
            </p:nvSpPr>
            <p:spPr>
              <a:xfrm>
                <a:off x="11443526" y="1422013"/>
                <a:ext cx="41610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1" name="箭號: 五邊形 630">
                <a:extLst>
                  <a:ext uri="{FF2B5EF4-FFF2-40B4-BE49-F238E27FC236}">
                    <a16:creationId xmlns:a16="http://schemas.microsoft.com/office/drawing/2014/main" id="{0D96AC74-31F0-467B-95EC-791CDF224DF3}"/>
                  </a:ext>
                </a:extLst>
              </p:cNvPr>
              <p:cNvSpPr/>
              <p:nvPr/>
            </p:nvSpPr>
            <p:spPr>
              <a:xfrm>
                <a:off x="2349737" y="1422013"/>
                <a:ext cx="49468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2" name="箭號: 五邊形 631">
                <a:extLst>
                  <a:ext uri="{FF2B5EF4-FFF2-40B4-BE49-F238E27FC236}">
                    <a16:creationId xmlns:a16="http://schemas.microsoft.com/office/drawing/2014/main" id="{BD532A04-CFA1-4A4D-A3DA-48F9E1EA4F27}"/>
                  </a:ext>
                </a:extLst>
              </p:cNvPr>
              <p:cNvSpPr/>
              <p:nvPr/>
            </p:nvSpPr>
            <p:spPr>
              <a:xfrm>
                <a:off x="2050140" y="1422013"/>
                <a:ext cx="25178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3" name="箭號: 五邊形 632">
                <a:extLst>
                  <a:ext uri="{FF2B5EF4-FFF2-40B4-BE49-F238E27FC236}">
                    <a16:creationId xmlns:a16="http://schemas.microsoft.com/office/drawing/2014/main" id="{80B14901-19D1-42BA-8E24-4A2A05E9B57F}"/>
                  </a:ext>
                </a:extLst>
              </p:cNvPr>
              <p:cNvSpPr/>
              <p:nvPr/>
            </p:nvSpPr>
            <p:spPr>
              <a:xfrm>
                <a:off x="2920660" y="1422013"/>
                <a:ext cx="51925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4" name="手繪多邊形: 圖案 633">
                <a:extLst>
                  <a:ext uri="{FF2B5EF4-FFF2-40B4-BE49-F238E27FC236}">
                    <a16:creationId xmlns:a16="http://schemas.microsoft.com/office/drawing/2014/main" id="{75532FE7-3E23-468C-889B-89438AF248F5}"/>
                  </a:ext>
                </a:extLst>
              </p:cNvPr>
              <p:cNvSpPr/>
              <p:nvPr/>
            </p:nvSpPr>
            <p:spPr>
              <a:xfrm>
                <a:off x="338680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35" name="箭號: 五邊形 634">
                <a:extLst>
                  <a:ext uri="{FF2B5EF4-FFF2-40B4-BE49-F238E27FC236}">
                    <a16:creationId xmlns:a16="http://schemas.microsoft.com/office/drawing/2014/main" id="{75B124CF-5033-429C-9CAA-AAE0BD2DBE06}"/>
                  </a:ext>
                </a:extLst>
              </p:cNvPr>
              <p:cNvSpPr/>
              <p:nvPr/>
            </p:nvSpPr>
            <p:spPr>
              <a:xfrm>
                <a:off x="5608752" y="1422013"/>
                <a:ext cx="307234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6" name="箭號: 五邊形 635">
                <a:extLst>
                  <a:ext uri="{FF2B5EF4-FFF2-40B4-BE49-F238E27FC236}">
                    <a16:creationId xmlns:a16="http://schemas.microsoft.com/office/drawing/2014/main" id="{9E453AFA-E9AB-4E72-9087-FD9DFB797EC7}"/>
                  </a:ext>
                </a:extLst>
              </p:cNvPr>
              <p:cNvSpPr/>
              <p:nvPr/>
            </p:nvSpPr>
            <p:spPr>
              <a:xfrm>
                <a:off x="5390205" y="1422013"/>
                <a:ext cx="20657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37" name="直線接點 636">
                <a:extLst>
                  <a:ext uri="{FF2B5EF4-FFF2-40B4-BE49-F238E27FC236}">
                    <a16:creationId xmlns:a16="http://schemas.microsoft.com/office/drawing/2014/main" id="{9BEAB3C7-196A-46F7-836E-C4680AF0F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417614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8" name="箭號: 五邊形 637">
                <a:extLst>
                  <a:ext uri="{FF2B5EF4-FFF2-40B4-BE49-F238E27FC236}">
                    <a16:creationId xmlns:a16="http://schemas.microsoft.com/office/drawing/2014/main" id="{870C6CFE-29AF-414C-8521-D62A5F785B63}"/>
                  </a:ext>
                </a:extLst>
              </p:cNvPr>
              <p:cNvSpPr/>
              <p:nvPr/>
            </p:nvSpPr>
            <p:spPr>
              <a:xfrm>
                <a:off x="5967326" y="1422013"/>
                <a:ext cx="25529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39" name="手繪多邊形: 圖案 638">
                <a:extLst>
                  <a:ext uri="{FF2B5EF4-FFF2-40B4-BE49-F238E27FC236}">
                    <a16:creationId xmlns:a16="http://schemas.microsoft.com/office/drawing/2014/main" id="{0D255DD2-3F73-46C0-905B-6FCF2FD5B751}"/>
                  </a:ext>
                </a:extLst>
              </p:cNvPr>
              <p:cNvSpPr/>
              <p:nvPr/>
            </p:nvSpPr>
            <p:spPr>
              <a:xfrm>
                <a:off x="6169514" y="141344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7" name="群組 526">
              <a:extLst>
                <a:ext uri="{FF2B5EF4-FFF2-40B4-BE49-F238E27FC236}">
                  <a16:creationId xmlns:a16="http://schemas.microsoft.com/office/drawing/2014/main" id="{7E901AA2-2C78-4AAD-BCB5-42FE4ADAA045}"/>
                </a:ext>
              </a:extLst>
            </p:cNvPr>
            <p:cNvGrpSpPr/>
            <p:nvPr/>
          </p:nvGrpSpPr>
          <p:grpSpPr>
            <a:xfrm>
              <a:off x="2096567" y="1233556"/>
              <a:ext cx="9610333" cy="96325"/>
              <a:chOff x="2096567" y="1984708"/>
              <a:chExt cx="9610333" cy="96325"/>
            </a:xfrm>
            <a:grpFill/>
          </p:grpSpPr>
          <p:sp>
            <p:nvSpPr>
              <p:cNvPr id="609" name="箭號: 五邊形 608">
                <a:extLst>
                  <a:ext uri="{FF2B5EF4-FFF2-40B4-BE49-F238E27FC236}">
                    <a16:creationId xmlns:a16="http://schemas.microsoft.com/office/drawing/2014/main" id="{99CDE866-79BB-4352-B783-83206D618F4A}"/>
                  </a:ext>
                </a:extLst>
              </p:cNvPr>
              <p:cNvSpPr/>
              <p:nvPr/>
            </p:nvSpPr>
            <p:spPr>
              <a:xfrm>
                <a:off x="8251670" y="1993277"/>
                <a:ext cx="38298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10" name="箭號: 五邊形 609">
                <a:extLst>
                  <a:ext uri="{FF2B5EF4-FFF2-40B4-BE49-F238E27FC236}">
                    <a16:creationId xmlns:a16="http://schemas.microsoft.com/office/drawing/2014/main" id="{9717C2DE-8D43-4B86-830A-980B1F2D1318}"/>
                  </a:ext>
                </a:extLst>
              </p:cNvPr>
              <p:cNvSpPr/>
              <p:nvPr/>
            </p:nvSpPr>
            <p:spPr>
              <a:xfrm>
                <a:off x="7606754" y="1993277"/>
                <a:ext cx="5089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11" name="直線接點 610">
                <a:extLst>
                  <a:ext uri="{FF2B5EF4-FFF2-40B4-BE49-F238E27FC236}">
                    <a16:creationId xmlns:a16="http://schemas.microsoft.com/office/drawing/2014/main" id="{D39C101E-7694-4C55-9949-82F54B7D1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02829" y="1988878"/>
                <a:ext cx="1173" cy="87984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2" name="手繪多邊形: 圖案 611">
                <a:extLst>
                  <a:ext uri="{FF2B5EF4-FFF2-40B4-BE49-F238E27FC236}">
                    <a16:creationId xmlns:a16="http://schemas.microsoft.com/office/drawing/2014/main" id="{FD5CBA71-5118-4ECE-9990-D33C4CD4233C}"/>
                  </a:ext>
                </a:extLst>
              </p:cNvPr>
              <p:cNvSpPr/>
              <p:nvPr/>
            </p:nvSpPr>
            <p:spPr>
              <a:xfrm>
                <a:off x="8583893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13" name="箭號: 五邊形 612">
                <a:extLst>
                  <a:ext uri="{FF2B5EF4-FFF2-40B4-BE49-F238E27FC236}">
                    <a16:creationId xmlns:a16="http://schemas.microsoft.com/office/drawing/2014/main" id="{B433C111-8A57-496F-A985-970ED3B08B21}"/>
                  </a:ext>
                </a:extLst>
              </p:cNvPr>
              <p:cNvSpPr/>
              <p:nvPr/>
            </p:nvSpPr>
            <p:spPr>
              <a:xfrm>
                <a:off x="10316931" y="1993277"/>
                <a:ext cx="71237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14" name="箭號: 五邊形 613">
                <a:extLst>
                  <a:ext uri="{FF2B5EF4-FFF2-40B4-BE49-F238E27FC236}">
                    <a16:creationId xmlns:a16="http://schemas.microsoft.com/office/drawing/2014/main" id="{217E6788-9FA2-489B-8DB9-47B20A99887E}"/>
                  </a:ext>
                </a:extLst>
              </p:cNvPr>
              <p:cNvSpPr/>
              <p:nvPr/>
            </p:nvSpPr>
            <p:spPr>
              <a:xfrm>
                <a:off x="11251237" y="1993277"/>
                <a:ext cx="455663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15" name="直線接點 614">
                <a:extLst>
                  <a:ext uri="{FF2B5EF4-FFF2-40B4-BE49-F238E27FC236}">
                    <a16:creationId xmlns:a16="http://schemas.microsoft.com/office/drawing/2014/main" id="{FB5A2EEA-8D52-4EA8-A425-291D9205AB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988878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6" name="箭號: 五邊形 615">
                <a:extLst>
                  <a:ext uri="{FF2B5EF4-FFF2-40B4-BE49-F238E27FC236}">
                    <a16:creationId xmlns:a16="http://schemas.microsoft.com/office/drawing/2014/main" id="{61DD7871-7BA0-4C5C-B368-1FA0315B2D0D}"/>
                  </a:ext>
                </a:extLst>
              </p:cNvPr>
              <p:cNvSpPr/>
              <p:nvPr/>
            </p:nvSpPr>
            <p:spPr>
              <a:xfrm>
                <a:off x="2096567" y="1993277"/>
                <a:ext cx="66987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17" name="箭號: 五邊形 616">
                <a:extLst>
                  <a:ext uri="{FF2B5EF4-FFF2-40B4-BE49-F238E27FC236}">
                    <a16:creationId xmlns:a16="http://schemas.microsoft.com/office/drawing/2014/main" id="{79024F03-DEE4-40E2-B5FD-E39178AEFDAC}"/>
                  </a:ext>
                </a:extLst>
              </p:cNvPr>
              <p:cNvSpPr/>
              <p:nvPr/>
            </p:nvSpPr>
            <p:spPr>
              <a:xfrm>
                <a:off x="2977709" y="1993277"/>
                <a:ext cx="46632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18" name="手繪多邊形: 圖案 617">
                <a:extLst>
                  <a:ext uri="{FF2B5EF4-FFF2-40B4-BE49-F238E27FC236}">
                    <a16:creationId xmlns:a16="http://schemas.microsoft.com/office/drawing/2014/main" id="{11E2C1F9-37C9-4FD9-B40C-16C0AA151C60}"/>
                  </a:ext>
                </a:extLst>
              </p:cNvPr>
              <p:cNvSpPr/>
              <p:nvPr/>
            </p:nvSpPr>
            <p:spPr>
              <a:xfrm>
                <a:off x="338680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19" name="箭號: 五邊形 618">
                <a:extLst>
                  <a:ext uri="{FF2B5EF4-FFF2-40B4-BE49-F238E27FC236}">
                    <a16:creationId xmlns:a16="http://schemas.microsoft.com/office/drawing/2014/main" id="{960CC2F8-600A-4E60-84B7-1262565F6082}"/>
                  </a:ext>
                </a:extLst>
              </p:cNvPr>
              <p:cNvSpPr/>
              <p:nvPr/>
            </p:nvSpPr>
            <p:spPr>
              <a:xfrm>
                <a:off x="5390203" y="1993277"/>
                <a:ext cx="41670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20" name="直線接點 619">
                <a:extLst>
                  <a:ext uri="{FF2B5EF4-FFF2-40B4-BE49-F238E27FC236}">
                    <a16:creationId xmlns:a16="http://schemas.microsoft.com/office/drawing/2014/main" id="{3B52C5E8-1752-4E12-8648-16E09121FC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988878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1" name="箭號: 五邊形 620">
                <a:extLst>
                  <a:ext uri="{FF2B5EF4-FFF2-40B4-BE49-F238E27FC236}">
                    <a16:creationId xmlns:a16="http://schemas.microsoft.com/office/drawing/2014/main" id="{EF730040-DC42-4FC2-BA15-3E5BE4CCEA3E}"/>
                  </a:ext>
                </a:extLst>
              </p:cNvPr>
              <p:cNvSpPr/>
              <p:nvPr/>
            </p:nvSpPr>
            <p:spPr>
              <a:xfrm>
                <a:off x="5853972" y="1993277"/>
                <a:ext cx="36747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22" name="手繪多邊形: 圖案 621">
                <a:extLst>
                  <a:ext uri="{FF2B5EF4-FFF2-40B4-BE49-F238E27FC236}">
                    <a16:creationId xmlns:a16="http://schemas.microsoft.com/office/drawing/2014/main" id="{808C2E60-6D65-4644-8D93-261A056DC9C8}"/>
                  </a:ext>
                </a:extLst>
              </p:cNvPr>
              <p:cNvSpPr/>
              <p:nvPr/>
            </p:nvSpPr>
            <p:spPr>
              <a:xfrm>
                <a:off x="6169514" y="1984708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8" name="群組 527">
              <a:extLst>
                <a:ext uri="{FF2B5EF4-FFF2-40B4-BE49-F238E27FC236}">
                  <a16:creationId xmlns:a16="http://schemas.microsoft.com/office/drawing/2014/main" id="{253BCE70-3AF5-4B2C-8F00-CA2D91F893D1}"/>
                </a:ext>
              </a:extLst>
            </p:cNvPr>
            <p:cNvGrpSpPr/>
            <p:nvPr/>
          </p:nvGrpSpPr>
          <p:grpSpPr>
            <a:xfrm>
              <a:off x="1962117" y="1342926"/>
              <a:ext cx="9703893" cy="96325"/>
              <a:chOff x="1962117" y="1632181"/>
              <a:chExt cx="9703893" cy="96325"/>
            </a:xfrm>
            <a:grpFill/>
          </p:grpSpPr>
          <p:sp>
            <p:nvSpPr>
              <p:cNvPr id="595" name="箭號: 五邊形 594">
                <a:extLst>
                  <a:ext uri="{FF2B5EF4-FFF2-40B4-BE49-F238E27FC236}">
                    <a16:creationId xmlns:a16="http://schemas.microsoft.com/office/drawing/2014/main" id="{11DF0E42-8113-4B14-B016-F3DA79957F05}"/>
                  </a:ext>
                </a:extLst>
              </p:cNvPr>
              <p:cNvSpPr/>
              <p:nvPr/>
            </p:nvSpPr>
            <p:spPr>
              <a:xfrm>
                <a:off x="7769656" y="1640750"/>
                <a:ext cx="94439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6" name="箭號: 五邊形 595">
                <a:extLst>
                  <a:ext uri="{FF2B5EF4-FFF2-40B4-BE49-F238E27FC236}">
                    <a16:creationId xmlns:a16="http://schemas.microsoft.com/office/drawing/2014/main" id="{B7252548-9F68-43F8-A266-463EFAD7105B}"/>
                  </a:ext>
                </a:extLst>
              </p:cNvPr>
              <p:cNvSpPr/>
              <p:nvPr/>
            </p:nvSpPr>
            <p:spPr>
              <a:xfrm>
                <a:off x="7435735" y="1640750"/>
                <a:ext cx="31254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597" name="直線接點 596">
                <a:extLst>
                  <a:ext uri="{FF2B5EF4-FFF2-40B4-BE49-F238E27FC236}">
                    <a16:creationId xmlns:a16="http://schemas.microsoft.com/office/drawing/2014/main" id="{1E18D8EC-86EB-4AB2-81D3-85F8B598A7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1810" y="1636351"/>
                <a:ext cx="1173" cy="87984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8" name="手繪多邊形: 圖案 597">
                <a:extLst>
                  <a:ext uri="{FF2B5EF4-FFF2-40B4-BE49-F238E27FC236}">
                    <a16:creationId xmlns:a16="http://schemas.microsoft.com/office/drawing/2014/main" id="{1609770D-0305-46E6-8C89-11D297F5A422}"/>
                  </a:ext>
                </a:extLst>
              </p:cNvPr>
              <p:cNvSpPr/>
              <p:nvPr/>
            </p:nvSpPr>
            <p:spPr>
              <a:xfrm>
                <a:off x="8664461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99" name="箭號: 五邊形 598">
                <a:extLst>
                  <a:ext uri="{FF2B5EF4-FFF2-40B4-BE49-F238E27FC236}">
                    <a16:creationId xmlns:a16="http://schemas.microsoft.com/office/drawing/2014/main" id="{478E91E8-308B-4024-B302-EB505D7105B2}"/>
                  </a:ext>
                </a:extLst>
              </p:cNvPr>
              <p:cNvSpPr/>
              <p:nvPr/>
            </p:nvSpPr>
            <p:spPr>
              <a:xfrm>
                <a:off x="10316931" y="1640750"/>
                <a:ext cx="51421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00" name="直線接點 599">
                <a:extLst>
                  <a:ext uri="{FF2B5EF4-FFF2-40B4-BE49-F238E27FC236}">
                    <a16:creationId xmlns:a16="http://schemas.microsoft.com/office/drawing/2014/main" id="{27D87C8B-126A-4340-8F9B-D3C0E8ED0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1636351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1" name="箭號: 五邊形 600">
                <a:extLst>
                  <a:ext uri="{FF2B5EF4-FFF2-40B4-BE49-F238E27FC236}">
                    <a16:creationId xmlns:a16="http://schemas.microsoft.com/office/drawing/2014/main" id="{428801E5-6EA4-4268-9248-740AF9018067}"/>
                  </a:ext>
                </a:extLst>
              </p:cNvPr>
              <p:cNvSpPr/>
              <p:nvPr/>
            </p:nvSpPr>
            <p:spPr>
              <a:xfrm>
                <a:off x="11029282" y="1640750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02" name="箭號: 五邊形 601">
                <a:extLst>
                  <a:ext uri="{FF2B5EF4-FFF2-40B4-BE49-F238E27FC236}">
                    <a16:creationId xmlns:a16="http://schemas.microsoft.com/office/drawing/2014/main" id="{F336DE71-15FB-46A1-93AE-68977FB00793}"/>
                  </a:ext>
                </a:extLst>
              </p:cNvPr>
              <p:cNvSpPr/>
              <p:nvPr/>
            </p:nvSpPr>
            <p:spPr>
              <a:xfrm>
                <a:off x="1962117" y="1640750"/>
                <a:ext cx="60616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03" name="箭號: 五邊形 602">
                <a:extLst>
                  <a:ext uri="{FF2B5EF4-FFF2-40B4-BE49-F238E27FC236}">
                    <a16:creationId xmlns:a16="http://schemas.microsoft.com/office/drawing/2014/main" id="{F73E141C-0DEB-4ADB-8F84-1E2F0DCCE321}"/>
                  </a:ext>
                </a:extLst>
              </p:cNvPr>
              <p:cNvSpPr/>
              <p:nvPr/>
            </p:nvSpPr>
            <p:spPr>
              <a:xfrm>
                <a:off x="2604650" y="1640750"/>
                <a:ext cx="83526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04" name="手繪多邊形: 圖案 603">
                <a:extLst>
                  <a:ext uri="{FF2B5EF4-FFF2-40B4-BE49-F238E27FC236}">
                    <a16:creationId xmlns:a16="http://schemas.microsoft.com/office/drawing/2014/main" id="{8D4352B5-12D6-4859-A52A-6265C3154414}"/>
                  </a:ext>
                </a:extLst>
              </p:cNvPr>
              <p:cNvSpPr/>
              <p:nvPr/>
            </p:nvSpPr>
            <p:spPr>
              <a:xfrm>
                <a:off x="338680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605" name="箭號: 五邊形 604">
                <a:extLst>
                  <a:ext uri="{FF2B5EF4-FFF2-40B4-BE49-F238E27FC236}">
                    <a16:creationId xmlns:a16="http://schemas.microsoft.com/office/drawing/2014/main" id="{B70A4483-1AF5-412A-84F9-B9363C723760}"/>
                  </a:ext>
                </a:extLst>
              </p:cNvPr>
              <p:cNvSpPr/>
              <p:nvPr/>
            </p:nvSpPr>
            <p:spPr>
              <a:xfrm>
                <a:off x="5390203" y="1640750"/>
                <a:ext cx="21854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606" name="直線接點 605">
                <a:extLst>
                  <a:ext uri="{FF2B5EF4-FFF2-40B4-BE49-F238E27FC236}">
                    <a16:creationId xmlns:a16="http://schemas.microsoft.com/office/drawing/2014/main" id="{26FC185A-5C88-4C47-9E7E-B1CAF106CD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1636351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7" name="箭號: 五邊形 606">
                <a:extLst>
                  <a:ext uri="{FF2B5EF4-FFF2-40B4-BE49-F238E27FC236}">
                    <a16:creationId xmlns:a16="http://schemas.microsoft.com/office/drawing/2014/main" id="{EF9E9244-E29F-4A03-AC4D-9700D6C96877}"/>
                  </a:ext>
                </a:extLst>
              </p:cNvPr>
              <p:cNvSpPr/>
              <p:nvPr/>
            </p:nvSpPr>
            <p:spPr>
              <a:xfrm>
                <a:off x="5651315" y="1640750"/>
                <a:ext cx="57013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608" name="手繪多邊形: 圖案 607">
                <a:extLst>
                  <a:ext uri="{FF2B5EF4-FFF2-40B4-BE49-F238E27FC236}">
                    <a16:creationId xmlns:a16="http://schemas.microsoft.com/office/drawing/2014/main" id="{8501EB12-9646-48BF-8C0B-4183487517AE}"/>
                  </a:ext>
                </a:extLst>
              </p:cNvPr>
              <p:cNvSpPr/>
              <p:nvPr/>
            </p:nvSpPr>
            <p:spPr>
              <a:xfrm>
                <a:off x="6169514" y="1632181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29" name="群組 528">
              <a:extLst>
                <a:ext uri="{FF2B5EF4-FFF2-40B4-BE49-F238E27FC236}">
                  <a16:creationId xmlns:a16="http://schemas.microsoft.com/office/drawing/2014/main" id="{F8D3EB5C-A473-4CE7-9AD8-4DB8C3527C70}"/>
                </a:ext>
              </a:extLst>
            </p:cNvPr>
            <p:cNvGrpSpPr/>
            <p:nvPr/>
          </p:nvGrpSpPr>
          <p:grpSpPr>
            <a:xfrm>
              <a:off x="2204656" y="1452296"/>
              <a:ext cx="9303909" cy="96325"/>
              <a:chOff x="2204656" y="1452296"/>
              <a:chExt cx="9303909" cy="96325"/>
            </a:xfrm>
            <a:grpFill/>
          </p:grpSpPr>
          <p:sp>
            <p:nvSpPr>
              <p:cNvPr id="579" name="箭號: 五邊形 578">
                <a:extLst>
                  <a:ext uri="{FF2B5EF4-FFF2-40B4-BE49-F238E27FC236}">
                    <a16:creationId xmlns:a16="http://schemas.microsoft.com/office/drawing/2014/main" id="{EB1B0CFF-84C8-47DB-9733-13C4AA28F44A}"/>
                  </a:ext>
                </a:extLst>
              </p:cNvPr>
              <p:cNvSpPr/>
              <p:nvPr/>
            </p:nvSpPr>
            <p:spPr>
              <a:xfrm>
                <a:off x="6787043" y="1460865"/>
                <a:ext cx="71355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0" name="箭號: 五邊形 579">
                <a:extLst>
                  <a:ext uri="{FF2B5EF4-FFF2-40B4-BE49-F238E27FC236}">
                    <a16:creationId xmlns:a16="http://schemas.microsoft.com/office/drawing/2014/main" id="{870546CB-46A8-49B3-AF23-EAC8E6EE1987}"/>
                  </a:ext>
                </a:extLst>
              </p:cNvPr>
              <p:cNvSpPr/>
              <p:nvPr/>
            </p:nvSpPr>
            <p:spPr>
              <a:xfrm>
                <a:off x="8391874" y="1460865"/>
                <a:ext cx="64294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1" name="箭號: 五邊形 580">
                <a:extLst>
                  <a:ext uri="{FF2B5EF4-FFF2-40B4-BE49-F238E27FC236}">
                    <a16:creationId xmlns:a16="http://schemas.microsoft.com/office/drawing/2014/main" id="{E110A1C0-F798-414C-AB4E-4DA159E9FD17}"/>
                  </a:ext>
                </a:extLst>
              </p:cNvPr>
              <p:cNvSpPr/>
              <p:nvPr/>
            </p:nvSpPr>
            <p:spPr>
              <a:xfrm>
                <a:off x="7521475" y="1460865"/>
                <a:ext cx="82026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2" name="箭號: 五邊形 581">
                <a:extLst>
                  <a:ext uri="{FF2B5EF4-FFF2-40B4-BE49-F238E27FC236}">
                    <a16:creationId xmlns:a16="http://schemas.microsoft.com/office/drawing/2014/main" id="{5B22B59E-95D0-472C-905B-0A8CB8C99465}"/>
                  </a:ext>
                </a:extLst>
              </p:cNvPr>
              <p:cNvSpPr/>
              <p:nvPr/>
            </p:nvSpPr>
            <p:spPr>
              <a:xfrm>
                <a:off x="10126645" y="1460865"/>
                <a:ext cx="71355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3" name="箭號: 五邊形 582">
                <a:extLst>
                  <a:ext uri="{FF2B5EF4-FFF2-40B4-BE49-F238E27FC236}">
                    <a16:creationId xmlns:a16="http://schemas.microsoft.com/office/drawing/2014/main" id="{6B1598DD-A282-4FFF-A5B3-581B92A77F61}"/>
                  </a:ext>
                </a:extLst>
              </p:cNvPr>
              <p:cNvSpPr/>
              <p:nvPr/>
            </p:nvSpPr>
            <p:spPr>
              <a:xfrm>
                <a:off x="9500393" y="1460865"/>
                <a:ext cx="59461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4" name="箭號: 五邊形 583">
                <a:extLst>
                  <a:ext uri="{FF2B5EF4-FFF2-40B4-BE49-F238E27FC236}">
                    <a16:creationId xmlns:a16="http://schemas.microsoft.com/office/drawing/2014/main" id="{58960A1E-5FAA-4883-A8E6-F7FCCDB7926F}"/>
                  </a:ext>
                </a:extLst>
              </p:cNvPr>
              <p:cNvSpPr/>
              <p:nvPr/>
            </p:nvSpPr>
            <p:spPr>
              <a:xfrm>
                <a:off x="9099561" y="1460865"/>
                <a:ext cx="35673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5" name="箭號: 五邊形 584">
                <a:extLst>
                  <a:ext uri="{FF2B5EF4-FFF2-40B4-BE49-F238E27FC236}">
                    <a16:creationId xmlns:a16="http://schemas.microsoft.com/office/drawing/2014/main" id="{EE1965A0-9502-45A3-9F4F-0C034E842940}"/>
                  </a:ext>
                </a:extLst>
              </p:cNvPr>
              <p:cNvSpPr/>
              <p:nvPr/>
            </p:nvSpPr>
            <p:spPr>
              <a:xfrm>
                <a:off x="10871837" y="1460865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6" name="手繪多邊形: 圖案 585">
                <a:extLst>
                  <a:ext uri="{FF2B5EF4-FFF2-40B4-BE49-F238E27FC236}">
                    <a16:creationId xmlns:a16="http://schemas.microsoft.com/office/drawing/2014/main" id="{D33FF510-1B82-4775-8713-D435950DFE54}"/>
                  </a:ext>
                </a:extLst>
              </p:cNvPr>
              <p:cNvSpPr/>
              <p:nvPr/>
            </p:nvSpPr>
            <p:spPr>
              <a:xfrm>
                <a:off x="9411068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87" name="箭號: 五邊形 586">
                <a:extLst>
                  <a:ext uri="{FF2B5EF4-FFF2-40B4-BE49-F238E27FC236}">
                    <a16:creationId xmlns:a16="http://schemas.microsoft.com/office/drawing/2014/main" id="{54273AFB-7C72-4E9D-BB7D-A385CD226687}"/>
                  </a:ext>
                </a:extLst>
              </p:cNvPr>
              <p:cNvSpPr/>
              <p:nvPr/>
            </p:nvSpPr>
            <p:spPr>
              <a:xfrm>
                <a:off x="2204656" y="1460865"/>
                <a:ext cx="55732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8" name="箭號: 五邊形 587">
                <a:extLst>
                  <a:ext uri="{FF2B5EF4-FFF2-40B4-BE49-F238E27FC236}">
                    <a16:creationId xmlns:a16="http://schemas.microsoft.com/office/drawing/2014/main" id="{A2579C87-22D2-4888-90EF-D0A7611CBC79}"/>
                  </a:ext>
                </a:extLst>
              </p:cNvPr>
              <p:cNvSpPr/>
              <p:nvPr/>
            </p:nvSpPr>
            <p:spPr>
              <a:xfrm>
                <a:off x="3654424" y="1460865"/>
                <a:ext cx="55530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89" name="箭號: 五邊形 588">
                <a:extLst>
                  <a:ext uri="{FF2B5EF4-FFF2-40B4-BE49-F238E27FC236}">
                    <a16:creationId xmlns:a16="http://schemas.microsoft.com/office/drawing/2014/main" id="{76B3A170-B5E3-4C92-A6AE-D81436710CD1}"/>
                  </a:ext>
                </a:extLst>
              </p:cNvPr>
              <p:cNvSpPr/>
              <p:nvPr/>
            </p:nvSpPr>
            <p:spPr>
              <a:xfrm>
                <a:off x="2782859" y="1460865"/>
                <a:ext cx="72034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0" name="箭號: 五邊形 589">
                <a:extLst>
                  <a:ext uri="{FF2B5EF4-FFF2-40B4-BE49-F238E27FC236}">
                    <a16:creationId xmlns:a16="http://schemas.microsoft.com/office/drawing/2014/main" id="{3B9C9469-8DE5-4AEE-A8E5-0C9033D275CF}"/>
                  </a:ext>
                </a:extLst>
              </p:cNvPr>
              <p:cNvSpPr/>
              <p:nvPr/>
            </p:nvSpPr>
            <p:spPr>
              <a:xfrm>
                <a:off x="5651315" y="1460865"/>
                <a:ext cx="45026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1" name="箭號: 五邊形 590">
                <a:extLst>
                  <a:ext uri="{FF2B5EF4-FFF2-40B4-BE49-F238E27FC236}">
                    <a16:creationId xmlns:a16="http://schemas.microsoft.com/office/drawing/2014/main" id="{57D82C4B-5A4C-4DCF-B73E-7D80274FC0CB}"/>
                  </a:ext>
                </a:extLst>
              </p:cNvPr>
              <p:cNvSpPr/>
              <p:nvPr/>
            </p:nvSpPr>
            <p:spPr>
              <a:xfrm>
                <a:off x="4761777" y="1460865"/>
                <a:ext cx="83940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2" name="箭號: 五邊形 591">
                <a:extLst>
                  <a:ext uri="{FF2B5EF4-FFF2-40B4-BE49-F238E27FC236}">
                    <a16:creationId xmlns:a16="http://schemas.microsoft.com/office/drawing/2014/main" id="{0CBC77D0-F804-4915-8027-E2B34C06978C}"/>
                  </a:ext>
                </a:extLst>
              </p:cNvPr>
              <p:cNvSpPr/>
              <p:nvPr/>
            </p:nvSpPr>
            <p:spPr>
              <a:xfrm>
                <a:off x="4360945" y="1460865"/>
                <a:ext cx="35673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3" name="箭號: 五邊形 592">
                <a:extLst>
                  <a:ext uri="{FF2B5EF4-FFF2-40B4-BE49-F238E27FC236}">
                    <a16:creationId xmlns:a16="http://schemas.microsoft.com/office/drawing/2014/main" id="{880983A5-7E72-43A1-B7AA-9F438678B9EE}"/>
                  </a:ext>
                </a:extLst>
              </p:cNvPr>
              <p:cNvSpPr/>
              <p:nvPr/>
            </p:nvSpPr>
            <p:spPr>
              <a:xfrm>
                <a:off x="6133221" y="1460865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94" name="手繪多邊形: 圖案 593">
                <a:extLst>
                  <a:ext uri="{FF2B5EF4-FFF2-40B4-BE49-F238E27FC236}">
                    <a16:creationId xmlns:a16="http://schemas.microsoft.com/office/drawing/2014/main" id="{303D0401-12FD-4331-9D66-930A07573C4C}"/>
                  </a:ext>
                </a:extLst>
              </p:cNvPr>
              <p:cNvSpPr/>
              <p:nvPr/>
            </p:nvSpPr>
            <p:spPr>
              <a:xfrm>
                <a:off x="4672452" y="145229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30" name="群組 529">
              <a:extLst>
                <a:ext uri="{FF2B5EF4-FFF2-40B4-BE49-F238E27FC236}">
                  <a16:creationId xmlns:a16="http://schemas.microsoft.com/office/drawing/2014/main" id="{297C15CC-62B9-41F7-B032-CB7309A3FC03}"/>
                </a:ext>
              </a:extLst>
            </p:cNvPr>
            <p:cNvGrpSpPr/>
            <p:nvPr/>
          </p:nvGrpSpPr>
          <p:grpSpPr>
            <a:xfrm>
              <a:off x="2126325" y="1881433"/>
              <a:ext cx="9539685" cy="96324"/>
              <a:chOff x="2126325" y="2584497"/>
              <a:chExt cx="9539685" cy="96325"/>
            </a:xfrm>
            <a:grpFill/>
          </p:grpSpPr>
          <p:sp>
            <p:nvSpPr>
              <p:cNvPr id="565" name="箭號: 五邊形 564">
                <a:extLst>
                  <a:ext uri="{FF2B5EF4-FFF2-40B4-BE49-F238E27FC236}">
                    <a16:creationId xmlns:a16="http://schemas.microsoft.com/office/drawing/2014/main" id="{8FE93821-B7C7-449E-8B00-63AE91C8304C}"/>
                  </a:ext>
                </a:extLst>
              </p:cNvPr>
              <p:cNvSpPr/>
              <p:nvPr/>
            </p:nvSpPr>
            <p:spPr>
              <a:xfrm>
                <a:off x="8819123" y="2593066"/>
                <a:ext cx="66831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6" name="箭號: 五邊形 565">
                <a:extLst>
                  <a:ext uri="{FF2B5EF4-FFF2-40B4-BE49-F238E27FC236}">
                    <a16:creationId xmlns:a16="http://schemas.microsoft.com/office/drawing/2014/main" id="{4F29FF25-DDB1-448C-BD72-38EAD1955739}"/>
                  </a:ext>
                </a:extLst>
              </p:cNvPr>
              <p:cNvSpPr/>
              <p:nvPr/>
            </p:nvSpPr>
            <p:spPr>
              <a:xfrm>
                <a:off x="7716325" y="2593066"/>
                <a:ext cx="962203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7" name="箭號: 五邊形 566">
                <a:extLst>
                  <a:ext uri="{FF2B5EF4-FFF2-40B4-BE49-F238E27FC236}">
                    <a16:creationId xmlns:a16="http://schemas.microsoft.com/office/drawing/2014/main" id="{9B48720B-01E1-46F2-922F-D67A805DAD1D}"/>
                  </a:ext>
                </a:extLst>
              </p:cNvPr>
              <p:cNvSpPr/>
              <p:nvPr/>
            </p:nvSpPr>
            <p:spPr>
              <a:xfrm>
                <a:off x="7027883" y="2593066"/>
                <a:ext cx="578663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8" name="箭號: 五邊形 567">
                <a:extLst>
                  <a:ext uri="{FF2B5EF4-FFF2-40B4-BE49-F238E27FC236}">
                    <a16:creationId xmlns:a16="http://schemas.microsoft.com/office/drawing/2014/main" id="{FBEF0E27-AD73-429C-9763-F1DD19A4404F}"/>
                  </a:ext>
                </a:extLst>
              </p:cNvPr>
              <p:cNvSpPr/>
              <p:nvPr/>
            </p:nvSpPr>
            <p:spPr>
              <a:xfrm>
                <a:off x="9532939" y="2593066"/>
                <a:ext cx="64294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9" name="箭號: 五邊形 568">
                <a:extLst>
                  <a:ext uri="{FF2B5EF4-FFF2-40B4-BE49-F238E27FC236}">
                    <a16:creationId xmlns:a16="http://schemas.microsoft.com/office/drawing/2014/main" id="{A994C8F1-96D5-48A7-9F9F-A0AE3E9D508C}"/>
                  </a:ext>
                </a:extLst>
              </p:cNvPr>
              <p:cNvSpPr/>
              <p:nvPr/>
            </p:nvSpPr>
            <p:spPr>
              <a:xfrm>
                <a:off x="10247479" y="2593066"/>
                <a:ext cx="74160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0" name="箭號: 五邊形 569">
                <a:extLst>
                  <a:ext uri="{FF2B5EF4-FFF2-40B4-BE49-F238E27FC236}">
                    <a16:creationId xmlns:a16="http://schemas.microsoft.com/office/drawing/2014/main" id="{828CD945-D3B8-4925-9454-0B1E4FC3548A}"/>
                  </a:ext>
                </a:extLst>
              </p:cNvPr>
              <p:cNvSpPr/>
              <p:nvPr/>
            </p:nvSpPr>
            <p:spPr>
              <a:xfrm>
                <a:off x="11029282" y="2593066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1" name="手繪多邊形: 圖案 570">
                <a:extLst>
                  <a:ext uri="{FF2B5EF4-FFF2-40B4-BE49-F238E27FC236}">
                    <a16:creationId xmlns:a16="http://schemas.microsoft.com/office/drawing/2014/main" id="{16C32125-09C6-4732-B56B-CD3F52BEFE8A}"/>
                  </a:ext>
                </a:extLst>
              </p:cNvPr>
              <p:cNvSpPr/>
              <p:nvPr/>
            </p:nvSpPr>
            <p:spPr>
              <a:xfrm>
                <a:off x="9437036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72" name="箭號: 五邊形 571">
                <a:extLst>
                  <a:ext uri="{FF2B5EF4-FFF2-40B4-BE49-F238E27FC236}">
                    <a16:creationId xmlns:a16="http://schemas.microsoft.com/office/drawing/2014/main" id="{48EAC2ED-E406-454B-9FF7-69CACD053D70}"/>
                  </a:ext>
                </a:extLst>
              </p:cNvPr>
              <p:cNvSpPr/>
              <p:nvPr/>
            </p:nvSpPr>
            <p:spPr>
              <a:xfrm>
                <a:off x="4080507" y="2593066"/>
                <a:ext cx="668316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3" name="箭號: 五邊形 572">
                <a:extLst>
                  <a:ext uri="{FF2B5EF4-FFF2-40B4-BE49-F238E27FC236}">
                    <a16:creationId xmlns:a16="http://schemas.microsoft.com/office/drawing/2014/main" id="{476B705F-9352-4EF8-AC27-5C7C1CA725A5}"/>
                  </a:ext>
                </a:extLst>
              </p:cNvPr>
              <p:cNvSpPr/>
              <p:nvPr/>
            </p:nvSpPr>
            <p:spPr>
              <a:xfrm>
                <a:off x="2977709" y="2593066"/>
                <a:ext cx="100230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4" name="箭號: 五邊形 573">
                <a:extLst>
                  <a:ext uri="{FF2B5EF4-FFF2-40B4-BE49-F238E27FC236}">
                    <a16:creationId xmlns:a16="http://schemas.microsoft.com/office/drawing/2014/main" id="{5D2B4AA9-F7FF-4648-BE95-D9F752DBD2E9}"/>
                  </a:ext>
                </a:extLst>
              </p:cNvPr>
              <p:cNvSpPr/>
              <p:nvPr/>
            </p:nvSpPr>
            <p:spPr>
              <a:xfrm>
                <a:off x="2126325" y="2593066"/>
                <a:ext cx="74160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5" name="箭號: 五邊形 574">
                <a:extLst>
                  <a:ext uri="{FF2B5EF4-FFF2-40B4-BE49-F238E27FC236}">
                    <a16:creationId xmlns:a16="http://schemas.microsoft.com/office/drawing/2014/main" id="{A3DF0178-A8D8-417E-A766-DBFC1CA97E71}"/>
                  </a:ext>
                </a:extLst>
              </p:cNvPr>
              <p:cNvSpPr/>
              <p:nvPr/>
            </p:nvSpPr>
            <p:spPr>
              <a:xfrm>
                <a:off x="4794323" y="2593066"/>
                <a:ext cx="52062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6" name="箭號: 五邊形 575">
                <a:extLst>
                  <a:ext uri="{FF2B5EF4-FFF2-40B4-BE49-F238E27FC236}">
                    <a16:creationId xmlns:a16="http://schemas.microsoft.com/office/drawing/2014/main" id="{35A73093-9CB6-427C-89D1-0A5728D1EA41}"/>
                  </a:ext>
                </a:extLst>
              </p:cNvPr>
              <p:cNvSpPr/>
              <p:nvPr/>
            </p:nvSpPr>
            <p:spPr>
              <a:xfrm>
                <a:off x="5508863" y="2593066"/>
                <a:ext cx="74160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7" name="箭號: 五邊形 576">
                <a:extLst>
                  <a:ext uri="{FF2B5EF4-FFF2-40B4-BE49-F238E27FC236}">
                    <a16:creationId xmlns:a16="http://schemas.microsoft.com/office/drawing/2014/main" id="{FCC8A713-7BEB-4A5D-8BB7-F8B41481444E}"/>
                  </a:ext>
                </a:extLst>
              </p:cNvPr>
              <p:cNvSpPr/>
              <p:nvPr/>
            </p:nvSpPr>
            <p:spPr>
              <a:xfrm>
                <a:off x="6290666" y="2593066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78" name="手繪多邊形: 圖案 577">
                <a:extLst>
                  <a:ext uri="{FF2B5EF4-FFF2-40B4-BE49-F238E27FC236}">
                    <a16:creationId xmlns:a16="http://schemas.microsoft.com/office/drawing/2014/main" id="{D666CD86-93D8-448A-B9D8-0F48E1BF08E2}"/>
                  </a:ext>
                </a:extLst>
              </p:cNvPr>
              <p:cNvSpPr/>
              <p:nvPr/>
            </p:nvSpPr>
            <p:spPr>
              <a:xfrm>
                <a:off x="4698420" y="2584497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31" name="群組 530">
              <a:extLst>
                <a:ext uri="{FF2B5EF4-FFF2-40B4-BE49-F238E27FC236}">
                  <a16:creationId xmlns:a16="http://schemas.microsoft.com/office/drawing/2014/main" id="{B7C0193D-2E26-4C10-938A-25DD4FCF416F}"/>
                </a:ext>
              </a:extLst>
            </p:cNvPr>
            <p:cNvGrpSpPr/>
            <p:nvPr/>
          </p:nvGrpSpPr>
          <p:grpSpPr>
            <a:xfrm>
              <a:off x="1992496" y="1772066"/>
              <a:ext cx="9687884" cy="96324"/>
              <a:chOff x="1992496" y="2494109"/>
              <a:chExt cx="9687884" cy="96325"/>
            </a:xfrm>
            <a:grpFill/>
          </p:grpSpPr>
          <p:sp>
            <p:nvSpPr>
              <p:cNvPr id="546" name="箭號: 五邊形 545">
                <a:extLst>
                  <a:ext uri="{FF2B5EF4-FFF2-40B4-BE49-F238E27FC236}">
                    <a16:creationId xmlns:a16="http://schemas.microsoft.com/office/drawing/2014/main" id="{9223B16E-FB07-46B8-8C00-688B44EC94F3}"/>
                  </a:ext>
                </a:extLst>
              </p:cNvPr>
              <p:cNvSpPr/>
              <p:nvPr/>
            </p:nvSpPr>
            <p:spPr>
              <a:xfrm>
                <a:off x="9381098" y="2502678"/>
                <a:ext cx="45229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7" name="箭號: 五邊形 546">
                <a:extLst>
                  <a:ext uri="{FF2B5EF4-FFF2-40B4-BE49-F238E27FC236}">
                    <a16:creationId xmlns:a16="http://schemas.microsoft.com/office/drawing/2014/main" id="{95CB457A-F905-4512-A833-4A544D1467D7}"/>
                  </a:ext>
                </a:extLst>
              </p:cNvPr>
              <p:cNvSpPr/>
              <p:nvPr/>
            </p:nvSpPr>
            <p:spPr>
              <a:xfrm>
                <a:off x="8132121" y="2502678"/>
                <a:ext cx="43309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8" name="箭號: 五邊形 547">
                <a:extLst>
                  <a:ext uri="{FF2B5EF4-FFF2-40B4-BE49-F238E27FC236}">
                    <a16:creationId xmlns:a16="http://schemas.microsoft.com/office/drawing/2014/main" id="{50237929-C08D-4C70-9672-21F08A0FC214}"/>
                  </a:ext>
                </a:extLst>
              </p:cNvPr>
              <p:cNvSpPr/>
              <p:nvPr/>
            </p:nvSpPr>
            <p:spPr>
              <a:xfrm>
                <a:off x="7510352" y="2502678"/>
                <a:ext cx="57418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9" name="箭號: 五邊形 548">
                <a:extLst>
                  <a:ext uri="{FF2B5EF4-FFF2-40B4-BE49-F238E27FC236}">
                    <a16:creationId xmlns:a16="http://schemas.microsoft.com/office/drawing/2014/main" id="{BC0526F8-F356-495D-A0DD-DE4FABEE1E17}"/>
                  </a:ext>
                </a:extLst>
              </p:cNvPr>
              <p:cNvSpPr/>
              <p:nvPr/>
            </p:nvSpPr>
            <p:spPr>
              <a:xfrm>
                <a:off x="9872265" y="2502678"/>
                <a:ext cx="53907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0" name="箭號: 五邊形 549">
                <a:extLst>
                  <a:ext uri="{FF2B5EF4-FFF2-40B4-BE49-F238E27FC236}">
                    <a16:creationId xmlns:a16="http://schemas.microsoft.com/office/drawing/2014/main" id="{DBDE31B9-A8A7-401E-A69F-B3614FEF9811}"/>
                  </a:ext>
                </a:extLst>
              </p:cNvPr>
              <p:cNvSpPr/>
              <p:nvPr/>
            </p:nvSpPr>
            <p:spPr>
              <a:xfrm>
                <a:off x="10722557" y="2502678"/>
                <a:ext cx="45566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1" name="箭號: 五邊形 550">
                <a:extLst>
                  <a:ext uri="{FF2B5EF4-FFF2-40B4-BE49-F238E27FC236}">
                    <a16:creationId xmlns:a16="http://schemas.microsoft.com/office/drawing/2014/main" id="{A9582ECC-28C9-4599-A9EA-090F80887B0B}"/>
                  </a:ext>
                </a:extLst>
              </p:cNvPr>
              <p:cNvSpPr/>
              <p:nvPr/>
            </p:nvSpPr>
            <p:spPr>
              <a:xfrm>
                <a:off x="8664461" y="2502678"/>
                <a:ext cx="68657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2" name="箭號: 五邊形 551">
                <a:extLst>
                  <a:ext uri="{FF2B5EF4-FFF2-40B4-BE49-F238E27FC236}">
                    <a16:creationId xmlns:a16="http://schemas.microsoft.com/office/drawing/2014/main" id="{C7A01B08-DBD4-4D37-B27C-8C0046C837B7}"/>
                  </a:ext>
                </a:extLst>
              </p:cNvPr>
              <p:cNvSpPr/>
              <p:nvPr/>
            </p:nvSpPr>
            <p:spPr>
              <a:xfrm>
                <a:off x="11224718" y="2502678"/>
                <a:ext cx="45566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3" name="手繪多邊形: 圖案 552">
                <a:extLst>
                  <a:ext uri="{FF2B5EF4-FFF2-40B4-BE49-F238E27FC236}">
                    <a16:creationId xmlns:a16="http://schemas.microsoft.com/office/drawing/2014/main" id="{10413A77-66AC-4E8B-AB8F-0EEB6E63E59A}"/>
                  </a:ext>
                </a:extLst>
              </p:cNvPr>
              <p:cNvSpPr/>
              <p:nvPr/>
            </p:nvSpPr>
            <p:spPr>
              <a:xfrm>
                <a:off x="9314245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54" name="手繪多邊形: 圖案 553">
                <a:extLst>
                  <a:ext uri="{FF2B5EF4-FFF2-40B4-BE49-F238E27FC236}">
                    <a16:creationId xmlns:a16="http://schemas.microsoft.com/office/drawing/2014/main" id="{077F71F3-36AD-47EF-9A27-CEC595287553}"/>
                  </a:ext>
                </a:extLst>
              </p:cNvPr>
              <p:cNvSpPr/>
              <p:nvPr/>
            </p:nvSpPr>
            <p:spPr>
              <a:xfrm>
                <a:off x="9792070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55" name="箭號: 五邊形 554">
                <a:extLst>
                  <a:ext uri="{FF2B5EF4-FFF2-40B4-BE49-F238E27FC236}">
                    <a16:creationId xmlns:a16="http://schemas.microsoft.com/office/drawing/2014/main" id="{F5FE89F0-8089-40FE-BEB4-8769DC5FFAFD}"/>
                  </a:ext>
                </a:extLst>
              </p:cNvPr>
              <p:cNvSpPr/>
              <p:nvPr/>
            </p:nvSpPr>
            <p:spPr>
              <a:xfrm>
                <a:off x="4642482" y="2502678"/>
                <a:ext cx="45229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6" name="箭號: 五邊形 555">
                <a:extLst>
                  <a:ext uri="{FF2B5EF4-FFF2-40B4-BE49-F238E27FC236}">
                    <a16:creationId xmlns:a16="http://schemas.microsoft.com/office/drawing/2014/main" id="{F9868169-FEDE-48F3-B5A3-681704BAFF18}"/>
                  </a:ext>
                </a:extLst>
              </p:cNvPr>
              <p:cNvSpPr/>
              <p:nvPr/>
            </p:nvSpPr>
            <p:spPr>
              <a:xfrm>
                <a:off x="3393505" y="2502678"/>
                <a:ext cx="43309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7" name="箭號: 五邊形 556">
                <a:extLst>
                  <a:ext uri="{FF2B5EF4-FFF2-40B4-BE49-F238E27FC236}">
                    <a16:creationId xmlns:a16="http://schemas.microsoft.com/office/drawing/2014/main" id="{D95DCECC-A3DE-411B-A9BD-F77156C3F31F}"/>
                  </a:ext>
                </a:extLst>
              </p:cNvPr>
              <p:cNvSpPr/>
              <p:nvPr/>
            </p:nvSpPr>
            <p:spPr>
              <a:xfrm>
                <a:off x="2912826" y="2502678"/>
                <a:ext cx="433099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8" name="箭號: 五邊形 557">
                <a:extLst>
                  <a:ext uri="{FF2B5EF4-FFF2-40B4-BE49-F238E27FC236}">
                    <a16:creationId xmlns:a16="http://schemas.microsoft.com/office/drawing/2014/main" id="{B3E1EC4D-D3C7-4A43-B352-9BEF598C13E7}"/>
                  </a:ext>
                </a:extLst>
              </p:cNvPr>
              <p:cNvSpPr/>
              <p:nvPr/>
            </p:nvSpPr>
            <p:spPr>
              <a:xfrm>
                <a:off x="1992496" y="2502678"/>
                <a:ext cx="69658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59" name="箭號: 五邊形 558">
                <a:extLst>
                  <a:ext uri="{FF2B5EF4-FFF2-40B4-BE49-F238E27FC236}">
                    <a16:creationId xmlns:a16="http://schemas.microsoft.com/office/drawing/2014/main" id="{7C3A8F36-E71F-40C0-973C-346E1E0BFBAD}"/>
                  </a:ext>
                </a:extLst>
              </p:cNvPr>
              <p:cNvSpPr/>
              <p:nvPr/>
            </p:nvSpPr>
            <p:spPr>
              <a:xfrm>
                <a:off x="5133649" y="2502678"/>
                <a:ext cx="70847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0" name="箭號: 五邊形 559">
                <a:extLst>
                  <a:ext uri="{FF2B5EF4-FFF2-40B4-BE49-F238E27FC236}">
                    <a16:creationId xmlns:a16="http://schemas.microsoft.com/office/drawing/2014/main" id="{DF67A15F-5B8C-4D5B-9E3E-3D6C244343A5}"/>
                  </a:ext>
                </a:extLst>
              </p:cNvPr>
              <p:cNvSpPr/>
              <p:nvPr/>
            </p:nvSpPr>
            <p:spPr>
              <a:xfrm>
                <a:off x="5983941" y="2502678"/>
                <a:ext cx="45566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1" name="箭號: 五邊形 560">
                <a:extLst>
                  <a:ext uri="{FF2B5EF4-FFF2-40B4-BE49-F238E27FC236}">
                    <a16:creationId xmlns:a16="http://schemas.microsoft.com/office/drawing/2014/main" id="{01298A71-D70D-4D13-BBF0-627E2DEAB0AF}"/>
                  </a:ext>
                </a:extLst>
              </p:cNvPr>
              <p:cNvSpPr/>
              <p:nvPr/>
            </p:nvSpPr>
            <p:spPr>
              <a:xfrm>
                <a:off x="3879992" y="2502678"/>
                <a:ext cx="732425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2" name="箭號: 五邊形 561">
                <a:extLst>
                  <a:ext uri="{FF2B5EF4-FFF2-40B4-BE49-F238E27FC236}">
                    <a16:creationId xmlns:a16="http://schemas.microsoft.com/office/drawing/2014/main" id="{24E2311F-AABB-40CE-A367-C44D759CE413}"/>
                  </a:ext>
                </a:extLst>
              </p:cNvPr>
              <p:cNvSpPr/>
              <p:nvPr/>
            </p:nvSpPr>
            <p:spPr>
              <a:xfrm>
                <a:off x="6486102" y="2502678"/>
                <a:ext cx="63672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63" name="手繪多邊形: 圖案 562">
                <a:extLst>
                  <a:ext uri="{FF2B5EF4-FFF2-40B4-BE49-F238E27FC236}">
                    <a16:creationId xmlns:a16="http://schemas.microsoft.com/office/drawing/2014/main" id="{275070F9-9E90-4708-8AF1-A558C12F4779}"/>
                  </a:ext>
                </a:extLst>
              </p:cNvPr>
              <p:cNvSpPr/>
              <p:nvPr/>
            </p:nvSpPr>
            <p:spPr>
              <a:xfrm>
                <a:off x="4575629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64" name="手繪多邊形: 圖案 563">
                <a:extLst>
                  <a:ext uri="{FF2B5EF4-FFF2-40B4-BE49-F238E27FC236}">
                    <a16:creationId xmlns:a16="http://schemas.microsoft.com/office/drawing/2014/main" id="{C9AA8544-2588-4E11-9E09-D86833B489CD}"/>
                  </a:ext>
                </a:extLst>
              </p:cNvPr>
              <p:cNvSpPr/>
              <p:nvPr/>
            </p:nvSpPr>
            <p:spPr>
              <a:xfrm>
                <a:off x="5053454" y="2494109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32" name="群組 531">
              <a:extLst>
                <a:ext uri="{FF2B5EF4-FFF2-40B4-BE49-F238E27FC236}">
                  <a16:creationId xmlns:a16="http://schemas.microsoft.com/office/drawing/2014/main" id="{23FA0764-C0D0-4C6D-82F8-C6FB4728B33C}"/>
                </a:ext>
              </a:extLst>
            </p:cNvPr>
            <p:cNvGrpSpPr/>
            <p:nvPr/>
          </p:nvGrpSpPr>
          <p:grpSpPr>
            <a:xfrm>
              <a:off x="2050140" y="904894"/>
              <a:ext cx="9755778" cy="96877"/>
              <a:chOff x="2050140" y="904894"/>
              <a:chExt cx="9755778" cy="96877"/>
            </a:xfrm>
            <a:grpFill/>
          </p:grpSpPr>
          <p:sp>
            <p:nvSpPr>
              <p:cNvPr id="533" name="箭號: 五邊形 532">
                <a:extLst>
                  <a:ext uri="{FF2B5EF4-FFF2-40B4-BE49-F238E27FC236}">
                    <a16:creationId xmlns:a16="http://schemas.microsoft.com/office/drawing/2014/main" id="{605C6832-E4D4-48E0-BAAA-EA634F28E1FF}"/>
                  </a:ext>
                </a:extLst>
              </p:cNvPr>
              <p:cNvSpPr/>
              <p:nvPr/>
            </p:nvSpPr>
            <p:spPr>
              <a:xfrm>
                <a:off x="7851245" y="914015"/>
                <a:ext cx="501807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534" name="直線接點 533">
                <a:extLst>
                  <a:ext uri="{FF2B5EF4-FFF2-40B4-BE49-F238E27FC236}">
                    <a16:creationId xmlns:a16="http://schemas.microsoft.com/office/drawing/2014/main" id="{36D9CC60-98F2-4A7D-B82E-6F0CCADBD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7320" y="90961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5" name="手繪多邊形: 圖案 534">
                <a:extLst>
                  <a:ext uri="{FF2B5EF4-FFF2-40B4-BE49-F238E27FC236}">
                    <a16:creationId xmlns:a16="http://schemas.microsoft.com/office/drawing/2014/main" id="{B18D3BF3-BAA3-4B69-9AD6-9A586D187C65}"/>
                  </a:ext>
                </a:extLst>
              </p:cNvPr>
              <p:cNvSpPr/>
              <p:nvPr/>
            </p:nvSpPr>
            <p:spPr>
              <a:xfrm>
                <a:off x="8301116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36" name="箭號: 五邊形 535">
                <a:extLst>
                  <a:ext uri="{FF2B5EF4-FFF2-40B4-BE49-F238E27FC236}">
                    <a16:creationId xmlns:a16="http://schemas.microsoft.com/office/drawing/2014/main" id="{84058BB3-6DA7-498F-B3C9-49E00D37AC1F}"/>
                  </a:ext>
                </a:extLst>
              </p:cNvPr>
              <p:cNvSpPr/>
              <p:nvPr/>
            </p:nvSpPr>
            <p:spPr>
              <a:xfrm>
                <a:off x="11183526" y="914015"/>
                <a:ext cx="62239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37" name="箭號: 五邊形 536">
                <a:extLst>
                  <a:ext uri="{FF2B5EF4-FFF2-40B4-BE49-F238E27FC236}">
                    <a16:creationId xmlns:a16="http://schemas.microsoft.com/office/drawing/2014/main" id="{95A78920-D158-45D7-8451-AF0CF2BA3F21}"/>
                  </a:ext>
                </a:extLst>
              </p:cNvPr>
              <p:cNvSpPr/>
              <p:nvPr/>
            </p:nvSpPr>
            <p:spPr>
              <a:xfrm>
                <a:off x="10313006" y="914015"/>
                <a:ext cx="82537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538" name="直線接點 537">
                <a:extLst>
                  <a:ext uri="{FF2B5EF4-FFF2-40B4-BE49-F238E27FC236}">
                    <a16:creationId xmlns:a16="http://schemas.microsoft.com/office/drawing/2014/main" id="{9254357E-B26B-4F2B-8A5D-0887E1CAD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7397" y="90961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9" name="箭號: 五邊形 538">
                <a:extLst>
                  <a:ext uri="{FF2B5EF4-FFF2-40B4-BE49-F238E27FC236}">
                    <a16:creationId xmlns:a16="http://schemas.microsoft.com/office/drawing/2014/main" id="{5CD33E31-7C1C-48A6-B262-B66E580232B4}"/>
                  </a:ext>
                </a:extLst>
              </p:cNvPr>
              <p:cNvSpPr/>
              <p:nvPr/>
            </p:nvSpPr>
            <p:spPr>
              <a:xfrm>
                <a:off x="2920660" y="914015"/>
                <a:ext cx="518080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0" name="箭號: 五邊形 539">
                <a:extLst>
                  <a:ext uri="{FF2B5EF4-FFF2-40B4-BE49-F238E27FC236}">
                    <a16:creationId xmlns:a16="http://schemas.microsoft.com/office/drawing/2014/main" id="{C35DA986-40A0-4A0F-8844-06BF6A6769C5}"/>
                  </a:ext>
                </a:extLst>
              </p:cNvPr>
              <p:cNvSpPr/>
              <p:nvPr/>
            </p:nvSpPr>
            <p:spPr>
              <a:xfrm>
                <a:off x="2050140" y="914015"/>
                <a:ext cx="825378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1" name="手繪多邊形: 圖案 540">
                <a:extLst>
                  <a:ext uri="{FF2B5EF4-FFF2-40B4-BE49-F238E27FC236}">
                    <a16:creationId xmlns:a16="http://schemas.microsoft.com/office/drawing/2014/main" id="{578E4557-84D0-4441-B778-A947A2CE87C0}"/>
                  </a:ext>
                </a:extLst>
              </p:cNvPr>
              <p:cNvSpPr/>
              <p:nvPr/>
            </p:nvSpPr>
            <p:spPr>
              <a:xfrm>
                <a:off x="3386804" y="905446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542" name="箭號: 五邊形 541">
                <a:extLst>
                  <a:ext uri="{FF2B5EF4-FFF2-40B4-BE49-F238E27FC236}">
                    <a16:creationId xmlns:a16="http://schemas.microsoft.com/office/drawing/2014/main" id="{C0ABB5EE-6F30-4111-A64E-E11764AB5858}"/>
                  </a:ext>
                </a:extLst>
              </p:cNvPr>
              <p:cNvSpPr/>
              <p:nvPr/>
            </p:nvSpPr>
            <p:spPr>
              <a:xfrm>
                <a:off x="5390204" y="914015"/>
                <a:ext cx="525781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cxnSp>
            <p:nvCxnSpPr>
              <p:cNvPr id="543" name="直線接點 542">
                <a:extLst>
                  <a:ext uri="{FF2B5EF4-FFF2-40B4-BE49-F238E27FC236}">
                    <a16:creationId xmlns:a16="http://schemas.microsoft.com/office/drawing/2014/main" id="{27E8852D-A255-4015-B4D6-5A6E7EAF8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0203" y="909616"/>
                <a:ext cx="1173" cy="87985"/>
              </a:xfrm>
              <a:prstGeom prst="line">
                <a:avLst/>
              </a:prstGeom>
              <a:grpFill/>
              <a:ln w="19050">
                <a:solidFill>
                  <a:srgbClr val="FF6C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4" name="箭號: 五邊形 543">
                <a:extLst>
                  <a:ext uri="{FF2B5EF4-FFF2-40B4-BE49-F238E27FC236}">
                    <a16:creationId xmlns:a16="http://schemas.microsoft.com/office/drawing/2014/main" id="{E132E5E0-BEE4-4D1F-BD71-7A7768744A2B}"/>
                  </a:ext>
                </a:extLst>
              </p:cNvPr>
              <p:cNvSpPr/>
              <p:nvPr/>
            </p:nvSpPr>
            <p:spPr>
              <a:xfrm>
                <a:off x="5967325" y="914015"/>
                <a:ext cx="252952" cy="79186"/>
              </a:xfrm>
              <a:prstGeom prst="homePlate">
                <a:avLst/>
              </a:prstGeom>
              <a:grpFill/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0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545" name="手繪多邊形: 圖案 544">
                <a:extLst>
                  <a:ext uri="{FF2B5EF4-FFF2-40B4-BE49-F238E27FC236}">
                    <a16:creationId xmlns:a16="http://schemas.microsoft.com/office/drawing/2014/main" id="{E5012172-7444-4A64-A6BE-31744C739463}"/>
                  </a:ext>
                </a:extLst>
              </p:cNvPr>
              <p:cNvSpPr/>
              <p:nvPr/>
            </p:nvSpPr>
            <p:spPr>
              <a:xfrm>
                <a:off x="6178929" y="904894"/>
                <a:ext cx="51936" cy="96325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grp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</p:grpSp>
      <p:cxnSp>
        <p:nvCxnSpPr>
          <p:cNvPr id="442" name="直線接點 352">
            <a:extLst>
              <a:ext uri="{FF2B5EF4-FFF2-40B4-BE49-F238E27FC236}">
                <a16:creationId xmlns:a16="http://schemas.microsoft.com/office/drawing/2014/main" id="{76DEC674-2AFF-42D3-B278-44DA30B8D027}"/>
              </a:ext>
            </a:extLst>
          </p:cNvPr>
          <p:cNvCxnSpPr>
            <a:cxnSpLocks/>
          </p:cNvCxnSpPr>
          <p:nvPr/>
        </p:nvCxnSpPr>
        <p:spPr>
          <a:xfrm>
            <a:off x="1998246" y="5858045"/>
            <a:ext cx="980722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直線接點 352">
            <a:extLst>
              <a:ext uri="{FF2B5EF4-FFF2-40B4-BE49-F238E27FC236}">
                <a16:creationId xmlns:a16="http://schemas.microsoft.com/office/drawing/2014/main" id="{292627FD-F00C-4C66-A595-AD66591D9C90}"/>
              </a:ext>
            </a:extLst>
          </p:cNvPr>
          <p:cNvCxnSpPr>
            <a:cxnSpLocks/>
          </p:cNvCxnSpPr>
          <p:nvPr/>
        </p:nvCxnSpPr>
        <p:spPr>
          <a:xfrm>
            <a:off x="1998246" y="6287834"/>
            <a:ext cx="980722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1" name="直線接點 440">
            <a:extLst>
              <a:ext uri="{FF2B5EF4-FFF2-40B4-BE49-F238E27FC236}">
                <a16:creationId xmlns:a16="http://schemas.microsoft.com/office/drawing/2014/main" id="{B9C713DF-16A0-4956-91CF-B7DBE8C6DA23}"/>
              </a:ext>
            </a:extLst>
          </p:cNvPr>
          <p:cNvCxnSpPr>
            <a:cxnSpLocks/>
          </p:cNvCxnSpPr>
          <p:nvPr/>
        </p:nvCxnSpPr>
        <p:spPr>
          <a:xfrm>
            <a:off x="10310667" y="5678045"/>
            <a:ext cx="0" cy="3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直線接點 507">
            <a:extLst>
              <a:ext uri="{FF2B5EF4-FFF2-40B4-BE49-F238E27FC236}">
                <a16:creationId xmlns:a16="http://schemas.microsoft.com/office/drawing/2014/main" id="{F2BD2A35-FD79-4639-9C00-C6750CC54CD0}"/>
              </a:ext>
            </a:extLst>
          </p:cNvPr>
          <p:cNvCxnSpPr>
            <a:cxnSpLocks/>
          </p:cNvCxnSpPr>
          <p:nvPr/>
        </p:nvCxnSpPr>
        <p:spPr>
          <a:xfrm>
            <a:off x="3417123" y="5678045"/>
            <a:ext cx="0" cy="360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4" name="群組 813">
            <a:extLst>
              <a:ext uri="{FF2B5EF4-FFF2-40B4-BE49-F238E27FC236}">
                <a16:creationId xmlns:a16="http://schemas.microsoft.com/office/drawing/2014/main" id="{0480C4A9-A4E6-4CC3-B9E6-0DCB7FC973FB}"/>
              </a:ext>
            </a:extLst>
          </p:cNvPr>
          <p:cNvGrpSpPr/>
          <p:nvPr/>
        </p:nvGrpSpPr>
        <p:grpSpPr>
          <a:xfrm>
            <a:off x="5400634" y="6197737"/>
            <a:ext cx="3277289" cy="180194"/>
            <a:chOff x="5400634" y="5669685"/>
            <a:chExt cx="3277289" cy="360000"/>
          </a:xfrm>
        </p:grpSpPr>
        <p:cxnSp>
          <p:nvCxnSpPr>
            <p:cNvPr id="444" name="直線接點 443">
              <a:extLst>
                <a:ext uri="{FF2B5EF4-FFF2-40B4-BE49-F238E27FC236}">
                  <a16:creationId xmlns:a16="http://schemas.microsoft.com/office/drawing/2014/main" id="{C924B046-9FAD-4D8D-A8B1-CFDC87EAEC60}"/>
                </a:ext>
              </a:extLst>
            </p:cNvPr>
            <p:cNvCxnSpPr>
              <a:cxnSpLocks/>
            </p:cNvCxnSpPr>
            <p:nvPr/>
          </p:nvCxnSpPr>
          <p:spPr>
            <a:xfrm>
              <a:off x="7404729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6" name="矩形 445">
              <a:extLst>
                <a:ext uri="{FF2B5EF4-FFF2-40B4-BE49-F238E27FC236}">
                  <a16:creationId xmlns:a16="http://schemas.microsoft.com/office/drawing/2014/main" id="{88354700-DABC-4CFD-902E-071F1B2B624C}"/>
                </a:ext>
              </a:extLst>
            </p:cNvPr>
            <p:cNvSpPr/>
            <p:nvPr/>
          </p:nvSpPr>
          <p:spPr>
            <a:xfrm>
              <a:off x="7404729" y="5800640"/>
              <a:ext cx="1262643" cy="9809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47" name="直線接點 446">
              <a:extLst>
                <a:ext uri="{FF2B5EF4-FFF2-40B4-BE49-F238E27FC236}">
                  <a16:creationId xmlns:a16="http://schemas.microsoft.com/office/drawing/2014/main" id="{4ABD98DF-C49C-4CD1-937C-D0B466F2F6D5}"/>
                </a:ext>
              </a:extLst>
            </p:cNvPr>
            <p:cNvCxnSpPr>
              <a:cxnSpLocks/>
            </p:cNvCxnSpPr>
            <p:nvPr/>
          </p:nvCxnSpPr>
          <p:spPr>
            <a:xfrm>
              <a:off x="8677923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直線接點 504">
              <a:extLst>
                <a:ext uri="{FF2B5EF4-FFF2-40B4-BE49-F238E27FC236}">
                  <a16:creationId xmlns:a16="http://schemas.microsoft.com/office/drawing/2014/main" id="{8624A4E3-79FF-4D3D-9511-B3406FE384F8}"/>
                </a:ext>
              </a:extLst>
            </p:cNvPr>
            <p:cNvCxnSpPr>
              <a:cxnSpLocks/>
            </p:cNvCxnSpPr>
            <p:nvPr/>
          </p:nvCxnSpPr>
          <p:spPr>
            <a:xfrm>
              <a:off x="5400634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矩形 505">
              <a:extLst>
                <a:ext uri="{FF2B5EF4-FFF2-40B4-BE49-F238E27FC236}">
                  <a16:creationId xmlns:a16="http://schemas.microsoft.com/office/drawing/2014/main" id="{B48EA27B-C3D9-40BC-BF52-B6BFC569DF53}"/>
                </a:ext>
              </a:extLst>
            </p:cNvPr>
            <p:cNvSpPr/>
            <p:nvPr/>
          </p:nvSpPr>
          <p:spPr>
            <a:xfrm>
              <a:off x="5400635" y="5800640"/>
              <a:ext cx="794398" cy="9809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07" name="直線接點 506">
              <a:extLst>
                <a:ext uri="{FF2B5EF4-FFF2-40B4-BE49-F238E27FC236}">
                  <a16:creationId xmlns:a16="http://schemas.microsoft.com/office/drawing/2014/main" id="{1CDB0BE0-DF3D-4413-9038-285159EA3B35}"/>
                </a:ext>
              </a:extLst>
            </p:cNvPr>
            <p:cNvCxnSpPr>
              <a:cxnSpLocks/>
            </p:cNvCxnSpPr>
            <p:nvPr/>
          </p:nvCxnSpPr>
          <p:spPr>
            <a:xfrm>
              <a:off x="6195033" y="5669685"/>
              <a:ext cx="0" cy="360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12341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2794DE1-64C5-46BA-A3CB-E2C46C6C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Method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 Chromosomal-Scale LOH Detection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(cont.)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D61CBB2-CB10-408E-80DA-616A6BF51C19}"/>
              </a:ext>
            </a:extLst>
          </p:cNvPr>
          <p:cNvGrpSpPr/>
          <p:nvPr/>
        </p:nvGrpSpPr>
        <p:grpSpPr>
          <a:xfrm>
            <a:off x="2989489" y="1298014"/>
            <a:ext cx="6213022" cy="954522"/>
            <a:chOff x="2989489" y="1298014"/>
            <a:chExt cx="6213022" cy="954522"/>
          </a:xfrm>
        </p:grpSpPr>
        <p:sp>
          <p:nvSpPr>
            <p:cNvPr id="1748" name="箭號: 五邊形 1747">
              <a:extLst>
                <a:ext uri="{FF2B5EF4-FFF2-40B4-BE49-F238E27FC236}">
                  <a16:creationId xmlns:a16="http://schemas.microsoft.com/office/drawing/2014/main" id="{9D8216E3-36AD-4581-9DC6-481D0794068E}"/>
                </a:ext>
              </a:extLst>
            </p:cNvPr>
            <p:cNvSpPr/>
            <p:nvPr/>
          </p:nvSpPr>
          <p:spPr>
            <a:xfrm>
              <a:off x="6660751" y="1745778"/>
              <a:ext cx="58690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9" name="箭號: 五邊形 1748">
              <a:extLst>
                <a:ext uri="{FF2B5EF4-FFF2-40B4-BE49-F238E27FC236}">
                  <a16:creationId xmlns:a16="http://schemas.microsoft.com/office/drawing/2014/main" id="{2902C65D-0981-486F-95A7-F318E5CBEE98}"/>
                </a:ext>
              </a:extLst>
            </p:cNvPr>
            <p:cNvSpPr/>
            <p:nvPr/>
          </p:nvSpPr>
          <p:spPr>
            <a:xfrm>
              <a:off x="6453232" y="1745778"/>
              <a:ext cx="19423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50" name="直線接點 1749">
              <a:extLst>
                <a:ext uri="{FF2B5EF4-FFF2-40B4-BE49-F238E27FC236}">
                  <a16:creationId xmlns:a16="http://schemas.microsoft.com/office/drawing/2014/main" id="{8337D26E-CB6A-4E1C-9C86-D519D34A8247}"/>
                </a:ext>
              </a:extLst>
            </p:cNvPr>
            <p:cNvCxnSpPr>
              <a:cxnSpLocks/>
            </p:cNvCxnSpPr>
            <p:nvPr/>
          </p:nvCxnSpPr>
          <p:spPr>
            <a:xfrm>
              <a:off x="6450793" y="174226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1" name="手繪多邊形: 圖案 1750">
              <a:extLst>
                <a:ext uri="{FF2B5EF4-FFF2-40B4-BE49-F238E27FC236}">
                  <a16:creationId xmlns:a16="http://schemas.microsoft.com/office/drawing/2014/main" id="{815C3AEC-4663-45A2-948E-C6F399DC1625}"/>
                </a:ext>
              </a:extLst>
            </p:cNvPr>
            <p:cNvSpPr/>
            <p:nvPr/>
          </p:nvSpPr>
          <p:spPr>
            <a:xfrm>
              <a:off x="7216838" y="1738929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52" name="箭號: 五邊形 1751">
              <a:extLst>
                <a:ext uri="{FF2B5EF4-FFF2-40B4-BE49-F238E27FC236}">
                  <a16:creationId xmlns:a16="http://schemas.microsoft.com/office/drawing/2014/main" id="{FD294098-2795-4778-A47D-0580D2B93227}"/>
                </a:ext>
              </a:extLst>
            </p:cNvPr>
            <p:cNvSpPr/>
            <p:nvPr/>
          </p:nvSpPr>
          <p:spPr>
            <a:xfrm>
              <a:off x="8243785" y="1745778"/>
              <a:ext cx="31956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53" name="直線接點 1752">
              <a:extLst>
                <a:ext uri="{FF2B5EF4-FFF2-40B4-BE49-F238E27FC236}">
                  <a16:creationId xmlns:a16="http://schemas.microsoft.com/office/drawing/2014/main" id="{497665F1-B97F-44B6-90AC-4FD5C2ED1BF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5" y="174226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4" name="箭號: 五邊形 1753">
              <a:extLst>
                <a:ext uri="{FF2B5EF4-FFF2-40B4-BE49-F238E27FC236}">
                  <a16:creationId xmlns:a16="http://schemas.microsoft.com/office/drawing/2014/main" id="{A0DEBB05-4AC8-4073-A1F7-C478EDAEF139}"/>
                </a:ext>
              </a:extLst>
            </p:cNvPr>
            <p:cNvSpPr/>
            <p:nvPr/>
          </p:nvSpPr>
          <p:spPr>
            <a:xfrm>
              <a:off x="8686484" y="1745778"/>
              <a:ext cx="395702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55" name="箭號: 五邊形 1754">
              <a:extLst>
                <a:ext uri="{FF2B5EF4-FFF2-40B4-BE49-F238E27FC236}">
                  <a16:creationId xmlns:a16="http://schemas.microsoft.com/office/drawing/2014/main" id="{60DB35B5-5FE4-4790-9C1B-3C0DD5C46EC2}"/>
                </a:ext>
              </a:extLst>
            </p:cNvPr>
            <p:cNvSpPr/>
            <p:nvPr/>
          </p:nvSpPr>
          <p:spPr>
            <a:xfrm>
              <a:off x="3051588" y="1745778"/>
              <a:ext cx="376710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56" name="箭號: 五邊形 1755">
              <a:extLst>
                <a:ext uri="{FF2B5EF4-FFF2-40B4-BE49-F238E27FC236}">
                  <a16:creationId xmlns:a16="http://schemas.microsoft.com/office/drawing/2014/main" id="{2F9730C7-598E-4F06-8C96-55C8D2747E42}"/>
                </a:ext>
              </a:extLst>
            </p:cNvPr>
            <p:cNvSpPr/>
            <p:nvPr/>
          </p:nvSpPr>
          <p:spPr>
            <a:xfrm>
              <a:off x="3450898" y="1745778"/>
              <a:ext cx="51908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57" name="手繪多邊形: 圖案 1756">
              <a:extLst>
                <a:ext uri="{FF2B5EF4-FFF2-40B4-BE49-F238E27FC236}">
                  <a16:creationId xmlns:a16="http://schemas.microsoft.com/office/drawing/2014/main" id="{76D1AD57-03D3-40DB-A596-372408A6CACE}"/>
                </a:ext>
              </a:extLst>
            </p:cNvPr>
            <p:cNvSpPr/>
            <p:nvPr/>
          </p:nvSpPr>
          <p:spPr>
            <a:xfrm>
              <a:off x="3936976" y="1738929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58" name="箭號: 五邊形 1757">
              <a:extLst>
                <a:ext uri="{FF2B5EF4-FFF2-40B4-BE49-F238E27FC236}">
                  <a16:creationId xmlns:a16="http://schemas.microsoft.com/office/drawing/2014/main" id="{0D79727F-CD1C-4241-B0BF-9BD134CC1588}"/>
                </a:ext>
              </a:extLst>
            </p:cNvPr>
            <p:cNvSpPr/>
            <p:nvPr/>
          </p:nvSpPr>
          <p:spPr>
            <a:xfrm>
              <a:off x="5182012" y="1745778"/>
              <a:ext cx="13582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59" name="直線接點 1758">
              <a:extLst>
                <a:ext uri="{FF2B5EF4-FFF2-40B4-BE49-F238E27FC236}">
                  <a16:creationId xmlns:a16="http://schemas.microsoft.com/office/drawing/2014/main" id="{91E3FBD5-6E9E-46C3-9285-8CBEA289B9A4}"/>
                </a:ext>
              </a:extLst>
            </p:cNvPr>
            <p:cNvCxnSpPr>
              <a:cxnSpLocks/>
            </p:cNvCxnSpPr>
            <p:nvPr/>
          </p:nvCxnSpPr>
          <p:spPr>
            <a:xfrm>
              <a:off x="5182012" y="174226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0" name="箭號: 五邊形 1759">
              <a:extLst>
                <a:ext uri="{FF2B5EF4-FFF2-40B4-BE49-F238E27FC236}">
                  <a16:creationId xmlns:a16="http://schemas.microsoft.com/office/drawing/2014/main" id="{5730258D-46A5-4776-8337-27FC3A3FB1F3}"/>
                </a:ext>
              </a:extLst>
            </p:cNvPr>
            <p:cNvSpPr/>
            <p:nvPr/>
          </p:nvSpPr>
          <p:spPr>
            <a:xfrm>
              <a:off x="5344283" y="1745778"/>
              <a:ext cx="35431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61" name="手繪多邊形: 圖案 1760">
              <a:extLst>
                <a:ext uri="{FF2B5EF4-FFF2-40B4-BE49-F238E27FC236}">
                  <a16:creationId xmlns:a16="http://schemas.microsoft.com/office/drawing/2014/main" id="{B7694599-BD19-4348-9BAD-B795D82A2621}"/>
                </a:ext>
              </a:extLst>
            </p:cNvPr>
            <p:cNvSpPr/>
            <p:nvPr/>
          </p:nvSpPr>
          <p:spPr>
            <a:xfrm>
              <a:off x="5666324" y="1738929"/>
              <a:ext cx="32276" cy="76983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1523" name="直線接點 1522">
              <a:extLst>
                <a:ext uri="{FF2B5EF4-FFF2-40B4-BE49-F238E27FC236}">
                  <a16:creationId xmlns:a16="http://schemas.microsoft.com/office/drawing/2014/main" id="{691401A8-C497-48E8-BCA4-D75170A75F41}"/>
                </a:ext>
              </a:extLst>
            </p:cNvPr>
            <p:cNvCxnSpPr>
              <a:cxnSpLocks/>
            </p:cNvCxnSpPr>
            <p:nvPr/>
          </p:nvCxnSpPr>
          <p:spPr>
            <a:xfrm>
              <a:off x="5221794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8" name="直線接點 1527">
              <a:extLst>
                <a:ext uri="{FF2B5EF4-FFF2-40B4-BE49-F238E27FC236}">
                  <a16:creationId xmlns:a16="http://schemas.microsoft.com/office/drawing/2014/main" id="{9804EB92-A990-4D9F-943C-1DE0C262CE29}"/>
                </a:ext>
              </a:extLst>
            </p:cNvPr>
            <p:cNvCxnSpPr>
              <a:cxnSpLocks/>
            </p:cNvCxnSpPr>
            <p:nvPr/>
          </p:nvCxnSpPr>
          <p:spPr>
            <a:xfrm>
              <a:off x="5374452" y="174059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5" name="直線接點 1544">
              <a:extLst>
                <a:ext uri="{FF2B5EF4-FFF2-40B4-BE49-F238E27FC236}">
                  <a16:creationId xmlns:a16="http://schemas.microsoft.com/office/drawing/2014/main" id="{6669BA49-039C-406B-B74D-3302C0CC496A}"/>
                </a:ext>
              </a:extLst>
            </p:cNvPr>
            <p:cNvCxnSpPr>
              <a:cxnSpLocks/>
            </p:cNvCxnSpPr>
            <p:nvPr/>
          </p:nvCxnSpPr>
          <p:spPr>
            <a:xfrm>
              <a:off x="6493550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6" name="直線接點 1545">
              <a:extLst>
                <a:ext uri="{FF2B5EF4-FFF2-40B4-BE49-F238E27FC236}">
                  <a16:creationId xmlns:a16="http://schemas.microsoft.com/office/drawing/2014/main" id="{3138920B-190F-4B2C-AF4E-D52B8F8DEF84}"/>
                </a:ext>
              </a:extLst>
            </p:cNvPr>
            <p:cNvCxnSpPr>
              <a:cxnSpLocks/>
            </p:cNvCxnSpPr>
            <p:nvPr/>
          </p:nvCxnSpPr>
          <p:spPr>
            <a:xfrm>
              <a:off x="6511833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7" name="直線接點 1546">
              <a:extLst>
                <a:ext uri="{FF2B5EF4-FFF2-40B4-BE49-F238E27FC236}">
                  <a16:creationId xmlns:a16="http://schemas.microsoft.com/office/drawing/2014/main" id="{E62856A1-DD1A-4A3D-A974-7AE296FA44EA}"/>
                </a:ext>
              </a:extLst>
            </p:cNvPr>
            <p:cNvCxnSpPr>
              <a:cxnSpLocks/>
            </p:cNvCxnSpPr>
            <p:nvPr/>
          </p:nvCxnSpPr>
          <p:spPr>
            <a:xfrm>
              <a:off x="6474544" y="173696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8" name="直線接點 1547">
              <a:extLst>
                <a:ext uri="{FF2B5EF4-FFF2-40B4-BE49-F238E27FC236}">
                  <a16:creationId xmlns:a16="http://schemas.microsoft.com/office/drawing/2014/main" id="{C618FDA6-D9BD-4BC2-AD22-1DCAB189D269}"/>
                </a:ext>
              </a:extLst>
            </p:cNvPr>
            <p:cNvCxnSpPr>
              <a:cxnSpLocks/>
            </p:cNvCxnSpPr>
            <p:nvPr/>
          </p:nvCxnSpPr>
          <p:spPr>
            <a:xfrm>
              <a:off x="6533867" y="173696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0" name="直線接點 1549">
              <a:extLst>
                <a:ext uri="{FF2B5EF4-FFF2-40B4-BE49-F238E27FC236}">
                  <a16:creationId xmlns:a16="http://schemas.microsoft.com/office/drawing/2014/main" id="{8920393D-E2B2-4B14-9D80-171812490AE4}"/>
                </a:ext>
              </a:extLst>
            </p:cNvPr>
            <p:cNvCxnSpPr>
              <a:cxnSpLocks/>
            </p:cNvCxnSpPr>
            <p:nvPr/>
          </p:nvCxnSpPr>
          <p:spPr>
            <a:xfrm>
              <a:off x="6586089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2" name="直線接點 1551">
              <a:extLst>
                <a:ext uri="{FF2B5EF4-FFF2-40B4-BE49-F238E27FC236}">
                  <a16:creationId xmlns:a16="http://schemas.microsoft.com/office/drawing/2014/main" id="{9F9D5DA7-F3CC-44BA-AB60-A43950C89301}"/>
                </a:ext>
              </a:extLst>
            </p:cNvPr>
            <p:cNvCxnSpPr>
              <a:cxnSpLocks/>
            </p:cNvCxnSpPr>
            <p:nvPr/>
          </p:nvCxnSpPr>
          <p:spPr>
            <a:xfrm>
              <a:off x="6604373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4" name="直線接點 1553">
              <a:extLst>
                <a:ext uri="{FF2B5EF4-FFF2-40B4-BE49-F238E27FC236}">
                  <a16:creationId xmlns:a16="http://schemas.microsoft.com/office/drawing/2014/main" id="{31AA9166-5DD5-46AC-9766-E7E823D7297A}"/>
                </a:ext>
              </a:extLst>
            </p:cNvPr>
            <p:cNvCxnSpPr>
              <a:cxnSpLocks/>
            </p:cNvCxnSpPr>
            <p:nvPr/>
          </p:nvCxnSpPr>
          <p:spPr>
            <a:xfrm>
              <a:off x="6567083" y="173696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7" name="直線接點 1556">
              <a:extLst>
                <a:ext uri="{FF2B5EF4-FFF2-40B4-BE49-F238E27FC236}">
                  <a16:creationId xmlns:a16="http://schemas.microsoft.com/office/drawing/2014/main" id="{EF15691E-E7F9-4C4E-AEE2-00CABBF0D481}"/>
                </a:ext>
              </a:extLst>
            </p:cNvPr>
            <p:cNvCxnSpPr>
              <a:cxnSpLocks/>
            </p:cNvCxnSpPr>
            <p:nvPr/>
          </p:nvCxnSpPr>
          <p:spPr>
            <a:xfrm>
              <a:off x="6626407" y="173696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0" name="直線接點 1559">
              <a:extLst>
                <a:ext uri="{FF2B5EF4-FFF2-40B4-BE49-F238E27FC236}">
                  <a16:creationId xmlns:a16="http://schemas.microsoft.com/office/drawing/2014/main" id="{B059EDE7-B0D5-41CF-A6D7-60497BF9FD89}"/>
                </a:ext>
              </a:extLst>
            </p:cNvPr>
            <p:cNvCxnSpPr>
              <a:cxnSpLocks/>
            </p:cNvCxnSpPr>
            <p:nvPr/>
          </p:nvCxnSpPr>
          <p:spPr>
            <a:xfrm>
              <a:off x="7060149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3" name="直線接點 1562">
              <a:extLst>
                <a:ext uri="{FF2B5EF4-FFF2-40B4-BE49-F238E27FC236}">
                  <a16:creationId xmlns:a16="http://schemas.microsoft.com/office/drawing/2014/main" id="{87CE476D-6286-45D9-ACD6-1C0F377F355D}"/>
                </a:ext>
              </a:extLst>
            </p:cNvPr>
            <p:cNvCxnSpPr>
              <a:cxnSpLocks/>
            </p:cNvCxnSpPr>
            <p:nvPr/>
          </p:nvCxnSpPr>
          <p:spPr>
            <a:xfrm>
              <a:off x="7078432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7" name="直線接點 1566">
              <a:extLst>
                <a:ext uri="{FF2B5EF4-FFF2-40B4-BE49-F238E27FC236}">
                  <a16:creationId xmlns:a16="http://schemas.microsoft.com/office/drawing/2014/main" id="{5F01293B-045E-45C9-852D-DBDC06B2FFED}"/>
                </a:ext>
              </a:extLst>
            </p:cNvPr>
            <p:cNvCxnSpPr>
              <a:cxnSpLocks/>
            </p:cNvCxnSpPr>
            <p:nvPr/>
          </p:nvCxnSpPr>
          <p:spPr>
            <a:xfrm>
              <a:off x="7041143" y="173696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0" name="直線接點 1569">
              <a:extLst>
                <a:ext uri="{FF2B5EF4-FFF2-40B4-BE49-F238E27FC236}">
                  <a16:creationId xmlns:a16="http://schemas.microsoft.com/office/drawing/2014/main" id="{DB70DF7F-AFBF-4CF3-93B6-08D7321C39DA}"/>
                </a:ext>
              </a:extLst>
            </p:cNvPr>
            <p:cNvCxnSpPr>
              <a:cxnSpLocks/>
            </p:cNvCxnSpPr>
            <p:nvPr/>
          </p:nvCxnSpPr>
          <p:spPr>
            <a:xfrm>
              <a:off x="7100466" y="173696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2" name="直線接點 1571">
              <a:extLst>
                <a:ext uri="{FF2B5EF4-FFF2-40B4-BE49-F238E27FC236}">
                  <a16:creationId xmlns:a16="http://schemas.microsoft.com/office/drawing/2014/main" id="{6E1B4671-9DAC-4ABD-8619-D82831E177AD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18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4" name="直線接點 1573">
              <a:extLst>
                <a:ext uri="{FF2B5EF4-FFF2-40B4-BE49-F238E27FC236}">
                  <a16:creationId xmlns:a16="http://schemas.microsoft.com/office/drawing/2014/main" id="{37C74D59-C702-4E8C-B28F-7023724AAA0D}"/>
                </a:ext>
              </a:extLst>
            </p:cNvPr>
            <p:cNvCxnSpPr>
              <a:cxnSpLocks/>
            </p:cNvCxnSpPr>
            <p:nvPr/>
          </p:nvCxnSpPr>
          <p:spPr>
            <a:xfrm>
              <a:off x="7165302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6" name="直線接點 1575">
              <a:extLst>
                <a:ext uri="{FF2B5EF4-FFF2-40B4-BE49-F238E27FC236}">
                  <a16:creationId xmlns:a16="http://schemas.microsoft.com/office/drawing/2014/main" id="{4F7B6B2D-BE55-483B-BD18-9852FA90F934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12" y="173696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7" name="直線接點 1576">
              <a:extLst>
                <a:ext uri="{FF2B5EF4-FFF2-40B4-BE49-F238E27FC236}">
                  <a16:creationId xmlns:a16="http://schemas.microsoft.com/office/drawing/2014/main" id="{9C17AB9E-FE92-44B6-B995-8C89BC8C8320}"/>
                </a:ext>
              </a:extLst>
            </p:cNvPr>
            <p:cNvCxnSpPr>
              <a:cxnSpLocks/>
            </p:cNvCxnSpPr>
            <p:nvPr/>
          </p:nvCxnSpPr>
          <p:spPr>
            <a:xfrm>
              <a:off x="7187336" y="173696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2" name="直線接點 1581">
              <a:extLst>
                <a:ext uri="{FF2B5EF4-FFF2-40B4-BE49-F238E27FC236}">
                  <a16:creationId xmlns:a16="http://schemas.microsoft.com/office/drawing/2014/main" id="{9A653A49-0141-4359-97BC-AE5C44417F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4583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7" name="直線接點 1586">
              <a:extLst>
                <a:ext uri="{FF2B5EF4-FFF2-40B4-BE49-F238E27FC236}">
                  <a16:creationId xmlns:a16="http://schemas.microsoft.com/office/drawing/2014/main" id="{52403015-C1B5-4184-A2B2-D4C306F9DA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0555" y="173696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2" name="直線接點 1591">
              <a:extLst>
                <a:ext uri="{FF2B5EF4-FFF2-40B4-BE49-F238E27FC236}">
                  <a16:creationId xmlns:a16="http://schemas.microsoft.com/office/drawing/2014/main" id="{57A7FE93-A090-417E-8C7D-3259912AD2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5190" y="173696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52" name="直線接點 1951">
              <a:extLst>
                <a:ext uri="{FF2B5EF4-FFF2-40B4-BE49-F238E27FC236}">
                  <a16:creationId xmlns:a16="http://schemas.microsoft.com/office/drawing/2014/main" id="{FC14BC91-B4F1-4AD3-8755-65FCBEB7B103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73687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6" name="直線接點 1985">
              <a:extLst>
                <a:ext uri="{FF2B5EF4-FFF2-40B4-BE49-F238E27FC236}">
                  <a16:creationId xmlns:a16="http://schemas.microsoft.com/office/drawing/2014/main" id="{84A20388-6934-4335-BFF4-59B1B62B6152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72403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1" name="直線接點 1990">
              <a:extLst>
                <a:ext uri="{FF2B5EF4-FFF2-40B4-BE49-F238E27FC236}">
                  <a16:creationId xmlns:a16="http://schemas.microsoft.com/office/drawing/2014/main" id="{87992079-F0D4-4DC7-BB55-C6957B95C7C1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73934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4" name="直線接點 483">
              <a:extLst>
                <a:ext uri="{FF2B5EF4-FFF2-40B4-BE49-F238E27FC236}">
                  <a16:creationId xmlns:a16="http://schemas.microsoft.com/office/drawing/2014/main" id="{D0EE2E29-7F01-4F3E-8808-764B360BF3B6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2" y="173687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32" name="箭號: 五邊形 1831">
              <a:extLst>
                <a:ext uri="{FF2B5EF4-FFF2-40B4-BE49-F238E27FC236}">
                  <a16:creationId xmlns:a16="http://schemas.microsoft.com/office/drawing/2014/main" id="{3DB4F790-2F92-490F-8076-17FEFACFD8D0}"/>
                </a:ext>
              </a:extLst>
            </p:cNvPr>
            <p:cNvSpPr/>
            <p:nvPr/>
          </p:nvSpPr>
          <p:spPr>
            <a:xfrm>
              <a:off x="6118129" y="2001338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33" name="箭號: 五邊形 1832">
              <a:extLst>
                <a:ext uri="{FF2B5EF4-FFF2-40B4-BE49-F238E27FC236}">
                  <a16:creationId xmlns:a16="http://schemas.microsoft.com/office/drawing/2014/main" id="{E960160B-E3D3-4282-8DA4-859B511F5571}"/>
                </a:ext>
              </a:extLst>
            </p:cNvPr>
            <p:cNvSpPr/>
            <p:nvPr/>
          </p:nvSpPr>
          <p:spPr>
            <a:xfrm>
              <a:off x="6647897" y="2001338"/>
              <a:ext cx="62679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34" name="箭號: 五邊形 1833">
              <a:extLst>
                <a:ext uri="{FF2B5EF4-FFF2-40B4-BE49-F238E27FC236}">
                  <a16:creationId xmlns:a16="http://schemas.microsoft.com/office/drawing/2014/main" id="{88390CC6-269B-4CDD-B7BE-AFDEEEBB76CA}"/>
                </a:ext>
              </a:extLst>
            </p:cNvPr>
            <p:cNvSpPr/>
            <p:nvPr/>
          </p:nvSpPr>
          <p:spPr>
            <a:xfrm>
              <a:off x="8191138" y="2001338"/>
              <a:ext cx="37783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35" name="箭號: 五邊形 1834">
              <a:extLst>
                <a:ext uri="{FF2B5EF4-FFF2-40B4-BE49-F238E27FC236}">
                  <a16:creationId xmlns:a16="http://schemas.microsoft.com/office/drawing/2014/main" id="{C4DEE1F0-3041-4910-8F97-4292AB432CFD}"/>
                </a:ext>
              </a:extLst>
            </p:cNvPr>
            <p:cNvSpPr/>
            <p:nvPr/>
          </p:nvSpPr>
          <p:spPr>
            <a:xfrm>
              <a:off x="7773987" y="2001338"/>
              <a:ext cx="402930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36" name="箭號: 五邊形 1835">
              <a:extLst>
                <a:ext uri="{FF2B5EF4-FFF2-40B4-BE49-F238E27FC236}">
                  <a16:creationId xmlns:a16="http://schemas.microsoft.com/office/drawing/2014/main" id="{9F13F2F6-313D-45C7-8E1B-C000529BF1CF}"/>
                </a:ext>
              </a:extLst>
            </p:cNvPr>
            <p:cNvSpPr/>
            <p:nvPr/>
          </p:nvSpPr>
          <p:spPr>
            <a:xfrm>
              <a:off x="7312955" y="2001338"/>
              <a:ext cx="4001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37" name="箭號: 五邊形 1836">
              <a:extLst>
                <a:ext uri="{FF2B5EF4-FFF2-40B4-BE49-F238E27FC236}">
                  <a16:creationId xmlns:a16="http://schemas.microsoft.com/office/drawing/2014/main" id="{80D0CE05-3B9A-464F-85EF-2CB2AB952F44}"/>
                </a:ext>
              </a:extLst>
            </p:cNvPr>
            <p:cNvSpPr/>
            <p:nvPr/>
          </p:nvSpPr>
          <p:spPr>
            <a:xfrm>
              <a:off x="8684173" y="2001338"/>
              <a:ext cx="32626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38" name="直線接點 1837">
              <a:extLst>
                <a:ext uri="{FF2B5EF4-FFF2-40B4-BE49-F238E27FC236}">
                  <a16:creationId xmlns:a16="http://schemas.microsoft.com/office/drawing/2014/main" id="{5344531F-9B3B-4C0D-9602-C5B62CFA584D}"/>
                </a:ext>
              </a:extLst>
            </p:cNvPr>
            <p:cNvCxnSpPr>
              <a:cxnSpLocks/>
            </p:cNvCxnSpPr>
            <p:nvPr/>
          </p:nvCxnSpPr>
          <p:spPr>
            <a:xfrm>
              <a:off x="7318245" y="19978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直線接點 1838">
              <a:extLst>
                <a:ext uri="{FF2B5EF4-FFF2-40B4-BE49-F238E27FC236}">
                  <a16:creationId xmlns:a16="http://schemas.microsoft.com/office/drawing/2014/main" id="{CF94941C-8F51-4D99-A27B-1610C106F119}"/>
                </a:ext>
              </a:extLst>
            </p:cNvPr>
            <p:cNvCxnSpPr>
              <a:cxnSpLocks/>
            </p:cNvCxnSpPr>
            <p:nvPr/>
          </p:nvCxnSpPr>
          <p:spPr>
            <a:xfrm>
              <a:off x="7777392" y="19978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0" name="箭號: 五邊形 1839">
              <a:extLst>
                <a:ext uri="{FF2B5EF4-FFF2-40B4-BE49-F238E27FC236}">
                  <a16:creationId xmlns:a16="http://schemas.microsoft.com/office/drawing/2014/main" id="{3CD222F8-8038-4AB7-A07F-B38714145CF3}"/>
                </a:ext>
              </a:extLst>
            </p:cNvPr>
            <p:cNvSpPr/>
            <p:nvPr/>
          </p:nvSpPr>
          <p:spPr>
            <a:xfrm>
              <a:off x="3173261" y="2001338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41" name="箭號: 五邊形 1840">
              <a:extLst>
                <a:ext uri="{FF2B5EF4-FFF2-40B4-BE49-F238E27FC236}">
                  <a16:creationId xmlns:a16="http://schemas.microsoft.com/office/drawing/2014/main" id="{2000DD83-A7DC-45E0-BCD7-61EC35C90B39}"/>
                </a:ext>
              </a:extLst>
            </p:cNvPr>
            <p:cNvSpPr/>
            <p:nvPr/>
          </p:nvSpPr>
          <p:spPr>
            <a:xfrm>
              <a:off x="3703029" y="2001338"/>
              <a:ext cx="49534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42" name="箭號: 五邊形 1841">
              <a:extLst>
                <a:ext uri="{FF2B5EF4-FFF2-40B4-BE49-F238E27FC236}">
                  <a16:creationId xmlns:a16="http://schemas.microsoft.com/office/drawing/2014/main" id="{8BE8782E-2B8C-4625-86C8-CA940EC55D85}"/>
                </a:ext>
              </a:extLst>
            </p:cNvPr>
            <p:cNvSpPr/>
            <p:nvPr/>
          </p:nvSpPr>
          <p:spPr>
            <a:xfrm>
              <a:off x="5246270" y="2001338"/>
              <a:ext cx="37783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43" name="箭號: 五邊形 1842">
              <a:extLst>
                <a:ext uri="{FF2B5EF4-FFF2-40B4-BE49-F238E27FC236}">
                  <a16:creationId xmlns:a16="http://schemas.microsoft.com/office/drawing/2014/main" id="{0B0F0895-1BE9-4496-98BD-24EC7434933C}"/>
                </a:ext>
              </a:extLst>
            </p:cNvPr>
            <p:cNvSpPr/>
            <p:nvPr/>
          </p:nvSpPr>
          <p:spPr>
            <a:xfrm>
              <a:off x="4832523" y="2001338"/>
              <a:ext cx="39952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44" name="箭號: 五邊形 1843">
              <a:extLst>
                <a:ext uri="{FF2B5EF4-FFF2-40B4-BE49-F238E27FC236}">
                  <a16:creationId xmlns:a16="http://schemas.microsoft.com/office/drawing/2014/main" id="{8F20C03A-96AE-4DDE-B5F3-736085A6A08E}"/>
                </a:ext>
              </a:extLst>
            </p:cNvPr>
            <p:cNvSpPr/>
            <p:nvPr/>
          </p:nvSpPr>
          <p:spPr>
            <a:xfrm>
              <a:off x="4377510" y="2001338"/>
              <a:ext cx="43345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45" name="箭號: 五邊形 1844">
              <a:extLst>
                <a:ext uri="{FF2B5EF4-FFF2-40B4-BE49-F238E27FC236}">
                  <a16:creationId xmlns:a16="http://schemas.microsoft.com/office/drawing/2014/main" id="{8BB80BA5-EF09-4715-83C0-C85B2D331E95}"/>
                </a:ext>
              </a:extLst>
            </p:cNvPr>
            <p:cNvSpPr/>
            <p:nvPr/>
          </p:nvSpPr>
          <p:spPr>
            <a:xfrm>
              <a:off x="5669870" y="2001338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46" name="直線接點 1845">
              <a:extLst>
                <a:ext uri="{FF2B5EF4-FFF2-40B4-BE49-F238E27FC236}">
                  <a16:creationId xmlns:a16="http://schemas.microsoft.com/office/drawing/2014/main" id="{4E35E02C-7DDD-4A7A-A924-19F54BAAA805}"/>
                </a:ext>
              </a:extLst>
            </p:cNvPr>
            <p:cNvCxnSpPr>
              <a:cxnSpLocks/>
            </p:cNvCxnSpPr>
            <p:nvPr/>
          </p:nvCxnSpPr>
          <p:spPr>
            <a:xfrm>
              <a:off x="4373378" y="19978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直線接點 1846">
              <a:extLst>
                <a:ext uri="{FF2B5EF4-FFF2-40B4-BE49-F238E27FC236}">
                  <a16:creationId xmlns:a16="http://schemas.microsoft.com/office/drawing/2014/main" id="{1C033700-535A-4794-A10F-1B036C3808C4}"/>
                </a:ext>
              </a:extLst>
            </p:cNvPr>
            <p:cNvCxnSpPr>
              <a:cxnSpLocks/>
            </p:cNvCxnSpPr>
            <p:nvPr/>
          </p:nvCxnSpPr>
          <p:spPr>
            <a:xfrm>
              <a:off x="4832629" y="19978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5" name="箭號: 五邊形 1814">
              <a:extLst>
                <a:ext uri="{FF2B5EF4-FFF2-40B4-BE49-F238E27FC236}">
                  <a16:creationId xmlns:a16="http://schemas.microsoft.com/office/drawing/2014/main" id="{FCD8E512-07F6-4300-8751-B5ADB60F06EC}"/>
                </a:ext>
              </a:extLst>
            </p:cNvPr>
            <p:cNvSpPr/>
            <p:nvPr/>
          </p:nvSpPr>
          <p:spPr>
            <a:xfrm>
              <a:off x="6236443" y="1920595"/>
              <a:ext cx="64956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6" name="箭號: 五邊形 1815">
              <a:extLst>
                <a:ext uri="{FF2B5EF4-FFF2-40B4-BE49-F238E27FC236}">
                  <a16:creationId xmlns:a16="http://schemas.microsoft.com/office/drawing/2014/main" id="{715A0167-DB19-4BA8-BEC0-DE3CB7D9DEE1}"/>
                </a:ext>
              </a:extLst>
            </p:cNvPr>
            <p:cNvSpPr/>
            <p:nvPr/>
          </p:nvSpPr>
          <p:spPr>
            <a:xfrm>
              <a:off x="5882450" y="1920595"/>
              <a:ext cx="32442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7" name="箭號: 五邊形 1816">
              <a:extLst>
                <a:ext uri="{FF2B5EF4-FFF2-40B4-BE49-F238E27FC236}">
                  <a16:creationId xmlns:a16="http://schemas.microsoft.com/office/drawing/2014/main" id="{1E2AB076-BB19-4CC4-BA46-2823EB307877}"/>
                </a:ext>
              </a:extLst>
            </p:cNvPr>
            <p:cNvSpPr/>
            <p:nvPr/>
          </p:nvSpPr>
          <p:spPr>
            <a:xfrm>
              <a:off x="6915578" y="1920595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8" name="箭號: 五邊形 1817">
              <a:extLst>
                <a:ext uri="{FF2B5EF4-FFF2-40B4-BE49-F238E27FC236}">
                  <a16:creationId xmlns:a16="http://schemas.microsoft.com/office/drawing/2014/main" id="{5D0D5CED-3CC6-4B72-B4D2-A06F17429E12}"/>
                </a:ext>
              </a:extLst>
            </p:cNvPr>
            <p:cNvSpPr/>
            <p:nvPr/>
          </p:nvSpPr>
          <p:spPr>
            <a:xfrm>
              <a:off x="8415909" y="1920595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9" name="箭號: 五邊形 1818">
              <a:extLst>
                <a:ext uri="{FF2B5EF4-FFF2-40B4-BE49-F238E27FC236}">
                  <a16:creationId xmlns:a16="http://schemas.microsoft.com/office/drawing/2014/main" id="{42743F24-2F79-49FB-85DB-4D303C2F591C}"/>
                </a:ext>
              </a:extLst>
            </p:cNvPr>
            <p:cNvSpPr/>
            <p:nvPr/>
          </p:nvSpPr>
          <p:spPr>
            <a:xfrm>
              <a:off x="8034085" y="1920595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0" name="箭號: 五邊形 1819">
              <a:extLst>
                <a:ext uri="{FF2B5EF4-FFF2-40B4-BE49-F238E27FC236}">
                  <a16:creationId xmlns:a16="http://schemas.microsoft.com/office/drawing/2014/main" id="{A5774017-A327-459B-B3A2-D1EEE18E1842}"/>
                </a:ext>
              </a:extLst>
            </p:cNvPr>
            <p:cNvSpPr/>
            <p:nvPr/>
          </p:nvSpPr>
          <p:spPr>
            <a:xfrm>
              <a:off x="7353187" y="1920595"/>
              <a:ext cx="48054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1" name="箭號: 五邊形 1820">
              <a:extLst>
                <a:ext uri="{FF2B5EF4-FFF2-40B4-BE49-F238E27FC236}">
                  <a16:creationId xmlns:a16="http://schemas.microsoft.com/office/drawing/2014/main" id="{224DCC43-B458-499F-AE1D-DD9F9C720326}"/>
                </a:ext>
              </a:extLst>
            </p:cNvPr>
            <p:cNvSpPr/>
            <p:nvPr/>
          </p:nvSpPr>
          <p:spPr>
            <a:xfrm>
              <a:off x="8793424" y="1920595"/>
              <a:ext cx="26039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22" name="直線接點 1821">
              <a:extLst>
                <a:ext uri="{FF2B5EF4-FFF2-40B4-BE49-F238E27FC236}">
                  <a16:creationId xmlns:a16="http://schemas.microsoft.com/office/drawing/2014/main" id="{32DDF486-5E76-4369-A39E-D2E4E687A801}"/>
                </a:ext>
              </a:extLst>
            </p:cNvPr>
            <p:cNvCxnSpPr>
              <a:cxnSpLocks/>
            </p:cNvCxnSpPr>
            <p:nvPr/>
          </p:nvCxnSpPr>
          <p:spPr>
            <a:xfrm>
              <a:off x="7350797" y="19170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3" name="手繪多邊形: 圖案 1822">
              <a:extLst>
                <a:ext uri="{FF2B5EF4-FFF2-40B4-BE49-F238E27FC236}">
                  <a16:creationId xmlns:a16="http://schemas.microsoft.com/office/drawing/2014/main" id="{BA3BBA94-8BE6-44FA-A066-9C762D18FA78}"/>
                </a:ext>
              </a:extLst>
            </p:cNvPr>
            <p:cNvSpPr/>
            <p:nvPr/>
          </p:nvSpPr>
          <p:spPr>
            <a:xfrm>
              <a:off x="6180420" y="19137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24" name="箭號: 五邊形 1823">
              <a:extLst>
                <a:ext uri="{FF2B5EF4-FFF2-40B4-BE49-F238E27FC236}">
                  <a16:creationId xmlns:a16="http://schemas.microsoft.com/office/drawing/2014/main" id="{D00243BC-37D8-4A45-BE05-B8ACEBC0CC67}"/>
                </a:ext>
              </a:extLst>
            </p:cNvPr>
            <p:cNvSpPr/>
            <p:nvPr/>
          </p:nvSpPr>
          <p:spPr>
            <a:xfrm>
              <a:off x="3456937" y="1920595"/>
              <a:ext cx="48420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5" name="箭號: 五邊形 1824">
              <a:extLst>
                <a:ext uri="{FF2B5EF4-FFF2-40B4-BE49-F238E27FC236}">
                  <a16:creationId xmlns:a16="http://schemas.microsoft.com/office/drawing/2014/main" id="{362E28BB-21B6-45FD-A1D0-87EDA95D5B19}"/>
                </a:ext>
              </a:extLst>
            </p:cNvPr>
            <p:cNvSpPr/>
            <p:nvPr/>
          </p:nvSpPr>
          <p:spPr>
            <a:xfrm>
              <a:off x="2989489" y="1920595"/>
              <a:ext cx="27251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6" name="箭號: 五邊形 1825">
              <a:extLst>
                <a:ext uri="{FF2B5EF4-FFF2-40B4-BE49-F238E27FC236}">
                  <a16:creationId xmlns:a16="http://schemas.microsoft.com/office/drawing/2014/main" id="{6F1F7BCC-33DE-452F-9C86-4F075C35E8D0}"/>
                </a:ext>
              </a:extLst>
            </p:cNvPr>
            <p:cNvSpPr/>
            <p:nvPr/>
          </p:nvSpPr>
          <p:spPr>
            <a:xfrm>
              <a:off x="3970710" y="1920595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7" name="箭號: 五邊形 1826">
              <a:extLst>
                <a:ext uri="{FF2B5EF4-FFF2-40B4-BE49-F238E27FC236}">
                  <a16:creationId xmlns:a16="http://schemas.microsoft.com/office/drawing/2014/main" id="{F9CE989B-A788-4FB3-9B5A-7848F332B5F2}"/>
                </a:ext>
              </a:extLst>
            </p:cNvPr>
            <p:cNvSpPr/>
            <p:nvPr/>
          </p:nvSpPr>
          <p:spPr>
            <a:xfrm>
              <a:off x="5471041" y="1920595"/>
              <a:ext cx="34870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8" name="箭號: 五邊形 1827">
              <a:extLst>
                <a:ext uri="{FF2B5EF4-FFF2-40B4-BE49-F238E27FC236}">
                  <a16:creationId xmlns:a16="http://schemas.microsoft.com/office/drawing/2014/main" id="{CC09467A-82DC-43E1-B4E1-883EEF142ED6}"/>
                </a:ext>
              </a:extLst>
            </p:cNvPr>
            <p:cNvSpPr/>
            <p:nvPr/>
          </p:nvSpPr>
          <p:spPr>
            <a:xfrm>
              <a:off x="4988834" y="1920595"/>
              <a:ext cx="377837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29" name="箭號: 五邊形 1828">
              <a:extLst>
                <a:ext uri="{FF2B5EF4-FFF2-40B4-BE49-F238E27FC236}">
                  <a16:creationId xmlns:a16="http://schemas.microsoft.com/office/drawing/2014/main" id="{AD36E2BB-9AE8-4F77-8882-C0FACEC23B2E}"/>
                </a:ext>
              </a:extLst>
            </p:cNvPr>
            <p:cNvSpPr/>
            <p:nvPr/>
          </p:nvSpPr>
          <p:spPr>
            <a:xfrm>
              <a:off x="4408319" y="1920595"/>
              <a:ext cx="480546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30" name="直線接點 1829">
              <a:extLst>
                <a:ext uri="{FF2B5EF4-FFF2-40B4-BE49-F238E27FC236}">
                  <a16:creationId xmlns:a16="http://schemas.microsoft.com/office/drawing/2014/main" id="{369FF9E7-629C-463F-9495-89FD76BCDBD5}"/>
                </a:ext>
              </a:extLst>
            </p:cNvPr>
            <p:cNvCxnSpPr>
              <a:cxnSpLocks/>
            </p:cNvCxnSpPr>
            <p:nvPr/>
          </p:nvCxnSpPr>
          <p:spPr>
            <a:xfrm>
              <a:off x="4405929" y="1917080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1" name="手繪多邊形: 圖案 1830">
              <a:extLst>
                <a:ext uri="{FF2B5EF4-FFF2-40B4-BE49-F238E27FC236}">
                  <a16:creationId xmlns:a16="http://schemas.microsoft.com/office/drawing/2014/main" id="{D6102D1B-0089-4495-AF7C-B72500C7BD10}"/>
                </a:ext>
              </a:extLst>
            </p:cNvPr>
            <p:cNvSpPr/>
            <p:nvPr/>
          </p:nvSpPr>
          <p:spPr>
            <a:xfrm>
              <a:off x="3235542" y="1913747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06" name="箭號: 五邊形 1805">
              <a:extLst>
                <a:ext uri="{FF2B5EF4-FFF2-40B4-BE49-F238E27FC236}">
                  <a16:creationId xmlns:a16="http://schemas.microsoft.com/office/drawing/2014/main" id="{B361F182-0FA1-40DF-83AF-579657E254CE}"/>
                </a:ext>
              </a:extLst>
            </p:cNvPr>
            <p:cNvSpPr/>
            <p:nvPr/>
          </p:nvSpPr>
          <p:spPr>
            <a:xfrm>
              <a:off x="6766166" y="1308737"/>
              <a:ext cx="19395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07" name="直線接點 1806">
              <a:extLst>
                <a:ext uri="{FF2B5EF4-FFF2-40B4-BE49-F238E27FC236}">
                  <a16:creationId xmlns:a16="http://schemas.microsoft.com/office/drawing/2014/main" id="{C2CFE464-7A45-4FAB-95EF-FBD428A458D0}"/>
                </a:ext>
              </a:extLst>
            </p:cNvPr>
            <p:cNvCxnSpPr>
              <a:cxnSpLocks/>
            </p:cNvCxnSpPr>
            <p:nvPr/>
          </p:nvCxnSpPr>
          <p:spPr>
            <a:xfrm>
              <a:off x="6763726" y="13052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8" name="手繪多邊形: 圖案 1807">
              <a:extLst>
                <a:ext uri="{FF2B5EF4-FFF2-40B4-BE49-F238E27FC236}">
                  <a16:creationId xmlns:a16="http://schemas.microsoft.com/office/drawing/2014/main" id="{211064DF-2452-4C32-B55B-BF1719BD469E}"/>
                </a:ext>
              </a:extLst>
            </p:cNvPr>
            <p:cNvSpPr/>
            <p:nvPr/>
          </p:nvSpPr>
          <p:spPr>
            <a:xfrm>
              <a:off x="6927846" y="13018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09" name="箭號: 五邊形 1808">
              <a:extLst>
                <a:ext uri="{FF2B5EF4-FFF2-40B4-BE49-F238E27FC236}">
                  <a16:creationId xmlns:a16="http://schemas.microsoft.com/office/drawing/2014/main" id="{B8FA056B-CAD7-485A-A416-01E93FD372F9}"/>
                </a:ext>
              </a:extLst>
            </p:cNvPr>
            <p:cNvSpPr/>
            <p:nvPr/>
          </p:nvSpPr>
          <p:spPr>
            <a:xfrm>
              <a:off x="8243785" y="1308737"/>
              <a:ext cx="31956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10" name="直線接點 1809">
              <a:extLst>
                <a:ext uri="{FF2B5EF4-FFF2-40B4-BE49-F238E27FC236}">
                  <a16:creationId xmlns:a16="http://schemas.microsoft.com/office/drawing/2014/main" id="{AC5F0B78-01FE-4AA0-A4D1-DD9B264BF64A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5" y="1305222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1" name="箭號: 五邊形 1810">
              <a:extLst>
                <a:ext uri="{FF2B5EF4-FFF2-40B4-BE49-F238E27FC236}">
                  <a16:creationId xmlns:a16="http://schemas.microsoft.com/office/drawing/2014/main" id="{F22F43C2-B2B2-4A15-B1F1-95785F9E102B}"/>
                </a:ext>
              </a:extLst>
            </p:cNvPr>
            <p:cNvSpPr/>
            <p:nvPr/>
          </p:nvSpPr>
          <p:spPr>
            <a:xfrm>
              <a:off x="8585953" y="1308737"/>
              <a:ext cx="373906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2" name="箭號: 五邊形 1811">
              <a:extLst>
                <a:ext uri="{FF2B5EF4-FFF2-40B4-BE49-F238E27FC236}">
                  <a16:creationId xmlns:a16="http://schemas.microsoft.com/office/drawing/2014/main" id="{55F4EE04-5D95-4B9B-91FF-A41AC076905D}"/>
                </a:ext>
              </a:extLst>
            </p:cNvPr>
            <p:cNvSpPr/>
            <p:nvPr/>
          </p:nvSpPr>
          <p:spPr>
            <a:xfrm>
              <a:off x="3188485" y="1308737"/>
              <a:ext cx="23981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3" name="箭號: 五邊形 1812">
              <a:extLst>
                <a:ext uri="{FF2B5EF4-FFF2-40B4-BE49-F238E27FC236}">
                  <a16:creationId xmlns:a16="http://schemas.microsoft.com/office/drawing/2014/main" id="{F74BC0B0-E6F2-458F-9DDC-020FCF207197}"/>
                </a:ext>
              </a:extLst>
            </p:cNvPr>
            <p:cNvSpPr/>
            <p:nvPr/>
          </p:nvSpPr>
          <p:spPr>
            <a:xfrm>
              <a:off x="3450898" y="1308737"/>
              <a:ext cx="51835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14" name="手繪多邊形: 圖案 1813">
              <a:extLst>
                <a:ext uri="{FF2B5EF4-FFF2-40B4-BE49-F238E27FC236}">
                  <a16:creationId xmlns:a16="http://schemas.microsoft.com/office/drawing/2014/main" id="{2AE797F1-AD9E-458B-93DB-2CE5D593EB9B}"/>
                </a:ext>
              </a:extLst>
            </p:cNvPr>
            <p:cNvSpPr/>
            <p:nvPr/>
          </p:nvSpPr>
          <p:spPr>
            <a:xfrm>
              <a:off x="3936962" y="1301889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93" name="箭號: 五邊形 1792">
              <a:extLst>
                <a:ext uri="{FF2B5EF4-FFF2-40B4-BE49-F238E27FC236}">
                  <a16:creationId xmlns:a16="http://schemas.microsoft.com/office/drawing/2014/main" id="{4F08DBB8-997A-467B-A1F9-D8D72A95A404}"/>
                </a:ext>
              </a:extLst>
            </p:cNvPr>
            <p:cNvSpPr/>
            <p:nvPr/>
          </p:nvSpPr>
          <p:spPr>
            <a:xfrm>
              <a:off x="6660752" y="1483553"/>
              <a:ext cx="41339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94" name="直線接點 1793">
              <a:extLst>
                <a:ext uri="{FF2B5EF4-FFF2-40B4-BE49-F238E27FC236}">
                  <a16:creationId xmlns:a16="http://schemas.microsoft.com/office/drawing/2014/main" id="{15570FBD-D759-4331-BB15-1477716B7F4C}"/>
                </a:ext>
              </a:extLst>
            </p:cNvPr>
            <p:cNvCxnSpPr>
              <a:cxnSpLocks/>
            </p:cNvCxnSpPr>
            <p:nvPr/>
          </p:nvCxnSpPr>
          <p:spPr>
            <a:xfrm>
              <a:off x="6658312" y="1480038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5" name="手繪多邊形: 圖案 1794">
              <a:extLst>
                <a:ext uri="{FF2B5EF4-FFF2-40B4-BE49-F238E27FC236}">
                  <a16:creationId xmlns:a16="http://schemas.microsoft.com/office/drawing/2014/main" id="{9DB53162-B913-418A-934D-C22406F008EA}"/>
                </a:ext>
              </a:extLst>
            </p:cNvPr>
            <p:cNvSpPr/>
            <p:nvPr/>
          </p:nvSpPr>
          <p:spPr>
            <a:xfrm>
              <a:off x="7041873" y="1476705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96" name="箭號: 五邊形 1795">
              <a:extLst>
                <a:ext uri="{FF2B5EF4-FFF2-40B4-BE49-F238E27FC236}">
                  <a16:creationId xmlns:a16="http://schemas.microsoft.com/office/drawing/2014/main" id="{A27EA757-0896-48A3-A51B-E8CD68CCEF28}"/>
                </a:ext>
              </a:extLst>
            </p:cNvPr>
            <p:cNvSpPr/>
            <p:nvPr/>
          </p:nvSpPr>
          <p:spPr>
            <a:xfrm>
              <a:off x="8883269" y="1483553"/>
              <a:ext cx="243794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97" name="箭號: 五邊形 1796">
              <a:extLst>
                <a:ext uri="{FF2B5EF4-FFF2-40B4-BE49-F238E27FC236}">
                  <a16:creationId xmlns:a16="http://schemas.microsoft.com/office/drawing/2014/main" id="{9D5096A3-3E70-4C33-A6CC-269237647C75}"/>
                </a:ext>
              </a:extLst>
            </p:cNvPr>
            <p:cNvSpPr/>
            <p:nvPr/>
          </p:nvSpPr>
          <p:spPr>
            <a:xfrm>
              <a:off x="8241346" y="1483553"/>
              <a:ext cx="469823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98" name="直線接點 1797">
              <a:extLst>
                <a:ext uri="{FF2B5EF4-FFF2-40B4-BE49-F238E27FC236}">
                  <a16:creationId xmlns:a16="http://schemas.microsoft.com/office/drawing/2014/main" id="{2BAE6FD5-B5FA-4D47-8433-5C65F7A39774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5" y="1480038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9" name="箭號: 五邊形 1798">
              <a:extLst>
                <a:ext uri="{FF2B5EF4-FFF2-40B4-BE49-F238E27FC236}">
                  <a16:creationId xmlns:a16="http://schemas.microsoft.com/office/drawing/2014/main" id="{2401EF82-5064-42BB-94EA-95E00D008A0D}"/>
                </a:ext>
              </a:extLst>
            </p:cNvPr>
            <p:cNvSpPr/>
            <p:nvPr/>
          </p:nvSpPr>
          <p:spPr>
            <a:xfrm>
              <a:off x="3748216" y="1483553"/>
              <a:ext cx="221038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00" name="箭號: 五邊形 1799">
              <a:extLst>
                <a:ext uri="{FF2B5EF4-FFF2-40B4-BE49-F238E27FC236}">
                  <a16:creationId xmlns:a16="http://schemas.microsoft.com/office/drawing/2014/main" id="{2722A338-36EC-440E-A0BC-17A866E0725B}"/>
                </a:ext>
              </a:extLst>
            </p:cNvPr>
            <p:cNvSpPr/>
            <p:nvPr/>
          </p:nvSpPr>
          <p:spPr>
            <a:xfrm>
              <a:off x="3231786" y="1483553"/>
              <a:ext cx="49534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01" name="手繪多邊形: 圖案 1800">
              <a:extLst>
                <a:ext uri="{FF2B5EF4-FFF2-40B4-BE49-F238E27FC236}">
                  <a16:creationId xmlns:a16="http://schemas.microsoft.com/office/drawing/2014/main" id="{AAAE31C7-EBBA-485A-94D7-C800E27115F9}"/>
                </a:ext>
              </a:extLst>
            </p:cNvPr>
            <p:cNvSpPr/>
            <p:nvPr/>
          </p:nvSpPr>
          <p:spPr>
            <a:xfrm>
              <a:off x="3936977" y="1476705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802" name="箭號: 五邊形 1801">
              <a:extLst>
                <a:ext uri="{FF2B5EF4-FFF2-40B4-BE49-F238E27FC236}">
                  <a16:creationId xmlns:a16="http://schemas.microsoft.com/office/drawing/2014/main" id="{E1060164-5DE1-4810-B51D-74FFF6AB2058}"/>
                </a:ext>
              </a:extLst>
            </p:cNvPr>
            <p:cNvSpPr/>
            <p:nvPr/>
          </p:nvSpPr>
          <p:spPr>
            <a:xfrm>
              <a:off x="5182014" y="1483553"/>
              <a:ext cx="434653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803" name="直線接點 1802">
              <a:extLst>
                <a:ext uri="{FF2B5EF4-FFF2-40B4-BE49-F238E27FC236}">
                  <a16:creationId xmlns:a16="http://schemas.microsoft.com/office/drawing/2014/main" id="{EC8D57E5-6D79-46DD-8639-A9D8EA5019A2}"/>
                </a:ext>
              </a:extLst>
            </p:cNvPr>
            <p:cNvCxnSpPr>
              <a:cxnSpLocks/>
            </p:cNvCxnSpPr>
            <p:nvPr/>
          </p:nvCxnSpPr>
          <p:spPr>
            <a:xfrm>
              <a:off x="5182014" y="1480038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4" name="箭號: 五邊形 1803">
              <a:extLst>
                <a:ext uri="{FF2B5EF4-FFF2-40B4-BE49-F238E27FC236}">
                  <a16:creationId xmlns:a16="http://schemas.microsoft.com/office/drawing/2014/main" id="{45422403-20CB-4B76-9ADA-01925FEEB065}"/>
                </a:ext>
              </a:extLst>
            </p:cNvPr>
            <p:cNvSpPr/>
            <p:nvPr/>
          </p:nvSpPr>
          <p:spPr>
            <a:xfrm>
              <a:off x="5641622" y="1483553"/>
              <a:ext cx="5255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805" name="手繪多邊形: 圖案 1804">
              <a:extLst>
                <a:ext uri="{FF2B5EF4-FFF2-40B4-BE49-F238E27FC236}">
                  <a16:creationId xmlns:a16="http://schemas.microsoft.com/office/drawing/2014/main" id="{FF217445-6337-4326-B096-B483E6D8EB43}"/>
                </a:ext>
              </a:extLst>
            </p:cNvPr>
            <p:cNvSpPr/>
            <p:nvPr/>
          </p:nvSpPr>
          <p:spPr>
            <a:xfrm>
              <a:off x="5666319" y="1476705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76" name="箭號: 五邊形 1775">
              <a:extLst>
                <a:ext uri="{FF2B5EF4-FFF2-40B4-BE49-F238E27FC236}">
                  <a16:creationId xmlns:a16="http://schemas.microsoft.com/office/drawing/2014/main" id="{C8831202-40A7-48E2-96BC-541D888DDCC3}"/>
                </a:ext>
              </a:extLst>
            </p:cNvPr>
            <p:cNvSpPr/>
            <p:nvPr/>
          </p:nvSpPr>
          <p:spPr>
            <a:xfrm>
              <a:off x="6961552" y="1570699"/>
              <a:ext cx="173736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77" name="箭號: 五邊形 1776">
              <a:extLst>
                <a:ext uri="{FF2B5EF4-FFF2-40B4-BE49-F238E27FC236}">
                  <a16:creationId xmlns:a16="http://schemas.microsoft.com/office/drawing/2014/main" id="{1806FF30-A5B6-4754-8A09-B333CC763849}"/>
                </a:ext>
              </a:extLst>
            </p:cNvPr>
            <p:cNvSpPr/>
            <p:nvPr/>
          </p:nvSpPr>
          <p:spPr>
            <a:xfrm>
              <a:off x="6609139" y="1570962"/>
              <a:ext cx="34303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78" name="直線接點 1777">
              <a:extLst>
                <a:ext uri="{FF2B5EF4-FFF2-40B4-BE49-F238E27FC236}">
                  <a16:creationId xmlns:a16="http://schemas.microsoft.com/office/drawing/2014/main" id="{47970CE3-E85C-4C01-8E64-B12F88341FD0}"/>
                </a:ext>
              </a:extLst>
            </p:cNvPr>
            <p:cNvCxnSpPr>
              <a:cxnSpLocks/>
            </p:cNvCxnSpPr>
            <p:nvPr/>
          </p:nvCxnSpPr>
          <p:spPr>
            <a:xfrm>
              <a:off x="6606700" y="156744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9" name="手繪多邊形: 圖案 1778">
              <a:extLst>
                <a:ext uri="{FF2B5EF4-FFF2-40B4-BE49-F238E27FC236}">
                  <a16:creationId xmlns:a16="http://schemas.microsoft.com/office/drawing/2014/main" id="{B58D27B7-453E-404A-9075-82E161B0ED03}"/>
                </a:ext>
              </a:extLst>
            </p:cNvPr>
            <p:cNvSpPr/>
            <p:nvPr/>
          </p:nvSpPr>
          <p:spPr>
            <a:xfrm>
              <a:off x="7105197" y="156411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80" name="箭號: 五邊形 1779">
              <a:extLst>
                <a:ext uri="{FF2B5EF4-FFF2-40B4-BE49-F238E27FC236}">
                  <a16:creationId xmlns:a16="http://schemas.microsoft.com/office/drawing/2014/main" id="{04AA9860-6CF1-455D-B991-E53AF9D53495}"/>
                </a:ext>
              </a:extLst>
            </p:cNvPr>
            <p:cNvSpPr/>
            <p:nvPr/>
          </p:nvSpPr>
          <p:spPr>
            <a:xfrm>
              <a:off x="8427534" y="1570962"/>
              <a:ext cx="49534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1" name="箭號: 五邊形 1780">
              <a:extLst>
                <a:ext uri="{FF2B5EF4-FFF2-40B4-BE49-F238E27FC236}">
                  <a16:creationId xmlns:a16="http://schemas.microsoft.com/office/drawing/2014/main" id="{9A97C9EA-4FD6-4810-BEBA-B809450E2DAB}"/>
                </a:ext>
              </a:extLst>
            </p:cNvPr>
            <p:cNvSpPr/>
            <p:nvPr/>
          </p:nvSpPr>
          <p:spPr>
            <a:xfrm>
              <a:off x="8241346" y="1570962"/>
              <a:ext cx="1564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82" name="直線接點 1781">
              <a:extLst>
                <a:ext uri="{FF2B5EF4-FFF2-40B4-BE49-F238E27FC236}">
                  <a16:creationId xmlns:a16="http://schemas.microsoft.com/office/drawing/2014/main" id="{FF9A7B43-0F6F-41FF-BEB6-E1D0D6245519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5" y="156744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3" name="箭號: 五邊形 1782">
              <a:extLst>
                <a:ext uri="{FF2B5EF4-FFF2-40B4-BE49-F238E27FC236}">
                  <a16:creationId xmlns:a16="http://schemas.microsoft.com/office/drawing/2014/main" id="{CEE0C569-8F53-4E53-9CEB-534C474BC7F4}"/>
                </a:ext>
              </a:extLst>
            </p:cNvPr>
            <p:cNvSpPr/>
            <p:nvPr/>
          </p:nvSpPr>
          <p:spPr>
            <a:xfrm>
              <a:off x="8943921" y="1570962"/>
              <a:ext cx="258590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4" name="箭號: 五邊形 1783">
              <a:extLst>
                <a:ext uri="{FF2B5EF4-FFF2-40B4-BE49-F238E27FC236}">
                  <a16:creationId xmlns:a16="http://schemas.microsoft.com/office/drawing/2014/main" id="{ADE313D1-065E-4436-B284-B02569BBE4A5}"/>
                </a:ext>
              </a:extLst>
            </p:cNvPr>
            <p:cNvSpPr/>
            <p:nvPr/>
          </p:nvSpPr>
          <p:spPr>
            <a:xfrm>
              <a:off x="3292479" y="1570962"/>
              <a:ext cx="30742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5" name="箭號: 五邊形 1784">
              <a:extLst>
                <a:ext uri="{FF2B5EF4-FFF2-40B4-BE49-F238E27FC236}">
                  <a16:creationId xmlns:a16="http://schemas.microsoft.com/office/drawing/2014/main" id="{23276A78-D836-4ED9-9087-4496648FEE28}"/>
                </a:ext>
              </a:extLst>
            </p:cNvPr>
            <p:cNvSpPr/>
            <p:nvPr/>
          </p:nvSpPr>
          <p:spPr>
            <a:xfrm>
              <a:off x="3106291" y="1570962"/>
              <a:ext cx="1564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6" name="箭號: 五邊形 1785">
              <a:extLst>
                <a:ext uri="{FF2B5EF4-FFF2-40B4-BE49-F238E27FC236}">
                  <a16:creationId xmlns:a16="http://schemas.microsoft.com/office/drawing/2014/main" id="{F00809EB-7084-4616-89F6-0412A2D5D3EF}"/>
                </a:ext>
              </a:extLst>
            </p:cNvPr>
            <p:cNvSpPr/>
            <p:nvPr/>
          </p:nvSpPr>
          <p:spPr>
            <a:xfrm>
              <a:off x="3647286" y="1570962"/>
              <a:ext cx="322695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7" name="手繪多邊形: 圖案 1786">
              <a:extLst>
                <a:ext uri="{FF2B5EF4-FFF2-40B4-BE49-F238E27FC236}">
                  <a16:creationId xmlns:a16="http://schemas.microsoft.com/office/drawing/2014/main" id="{D6E15A99-54D4-40BD-8D7E-D54E7BCBFCE9}"/>
                </a:ext>
              </a:extLst>
            </p:cNvPr>
            <p:cNvSpPr/>
            <p:nvPr/>
          </p:nvSpPr>
          <p:spPr>
            <a:xfrm>
              <a:off x="3936976" y="156411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88" name="箭號: 五邊形 1787">
              <a:extLst>
                <a:ext uri="{FF2B5EF4-FFF2-40B4-BE49-F238E27FC236}">
                  <a16:creationId xmlns:a16="http://schemas.microsoft.com/office/drawing/2014/main" id="{461900DA-5022-4913-AD94-C98E06EE112B}"/>
                </a:ext>
              </a:extLst>
            </p:cNvPr>
            <p:cNvSpPr/>
            <p:nvPr/>
          </p:nvSpPr>
          <p:spPr>
            <a:xfrm>
              <a:off x="5317831" y="1570962"/>
              <a:ext cx="19093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89" name="箭號: 五邊形 1788">
              <a:extLst>
                <a:ext uri="{FF2B5EF4-FFF2-40B4-BE49-F238E27FC236}">
                  <a16:creationId xmlns:a16="http://schemas.microsoft.com/office/drawing/2014/main" id="{FD56E182-20A9-446C-8531-1B53014DACCD}"/>
                </a:ext>
              </a:extLst>
            </p:cNvPr>
            <p:cNvSpPr/>
            <p:nvPr/>
          </p:nvSpPr>
          <p:spPr>
            <a:xfrm>
              <a:off x="5182013" y="1570962"/>
              <a:ext cx="12837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90" name="直線接點 1789">
              <a:extLst>
                <a:ext uri="{FF2B5EF4-FFF2-40B4-BE49-F238E27FC236}">
                  <a16:creationId xmlns:a16="http://schemas.microsoft.com/office/drawing/2014/main" id="{077F6302-1957-481B-B6E0-48DFF314E879}"/>
                </a:ext>
              </a:extLst>
            </p:cNvPr>
            <p:cNvCxnSpPr>
              <a:cxnSpLocks/>
            </p:cNvCxnSpPr>
            <p:nvPr/>
          </p:nvCxnSpPr>
          <p:spPr>
            <a:xfrm>
              <a:off x="5182009" y="156744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1" name="箭號: 五邊形 1790">
              <a:extLst>
                <a:ext uri="{FF2B5EF4-FFF2-40B4-BE49-F238E27FC236}">
                  <a16:creationId xmlns:a16="http://schemas.microsoft.com/office/drawing/2014/main" id="{8B9A2AB7-DD58-45AC-886D-53E4D5830C12}"/>
                </a:ext>
              </a:extLst>
            </p:cNvPr>
            <p:cNvSpPr/>
            <p:nvPr/>
          </p:nvSpPr>
          <p:spPr>
            <a:xfrm>
              <a:off x="5540669" y="1570962"/>
              <a:ext cx="158658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92" name="手繪多邊形: 圖案 1791">
              <a:extLst>
                <a:ext uri="{FF2B5EF4-FFF2-40B4-BE49-F238E27FC236}">
                  <a16:creationId xmlns:a16="http://schemas.microsoft.com/office/drawing/2014/main" id="{9BB9B4F3-C227-4C99-89F2-2B85AE447F5B}"/>
                </a:ext>
              </a:extLst>
            </p:cNvPr>
            <p:cNvSpPr/>
            <p:nvPr/>
          </p:nvSpPr>
          <p:spPr>
            <a:xfrm>
              <a:off x="5666293" y="1564114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62" name="箭號: 五邊形 1761">
              <a:extLst>
                <a:ext uri="{FF2B5EF4-FFF2-40B4-BE49-F238E27FC236}">
                  <a16:creationId xmlns:a16="http://schemas.microsoft.com/office/drawing/2014/main" id="{69507659-92CA-47DF-B861-FA3FDC19D84D}"/>
                </a:ext>
              </a:extLst>
            </p:cNvPr>
            <p:cNvSpPr/>
            <p:nvPr/>
          </p:nvSpPr>
          <p:spPr>
            <a:xfrm>
              <a:off x="6960304" y="1658370"/>
              <a:ext cx="238010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63" name="箭號: 五邊形 1762">
              <a:extLst>
                <a:ext uri="{FF2B5EF4-FFF2-40B4-BE49-F238E27FC236}">
                  <a16:creationId xmlns:a16="http://schemas.microsoft.com/office/drawing/2014/main" id="{4BFAD0BB-6C48-4DD5-9E73-D0C7188C5FF7}"/>
                </a:ext>
              </a:extLst>
            </p:cNvPr>
            <p:cNvSpPr/>
            <p:nvPr/>
          </p:nvSpPr>
          <p:spPr>
            <a:xfrm>
              <a:off x="6559514" y="1658370"/>
              <a:ext cx="316279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64" name="直線接點 1763">
              <a:extLst>
                <a:ext uri="{FF2B5EF4-FFF2-40B4-BE49-F238E27FC236}">
                  <a16:creationId xmlns:a16="http://schemas.microsoft.com/office/drawing/2014/main" id="{C1B707BE-7708-4283-93E2-C5E578D43E8C}"/>
                </a:ext>
              </a:extLst>
            </p:cNvPr>
            <p:cNvCxnSpPr>
              <a:cxnSpLocks/>
            </p:cNvCxnSpPr>
            <p:nvPr/>
          </p:nvCxnSpPr>
          <p:spPr>
            <a:xfrm>
              <a:off x="6557074" y="1654855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5" name="手繪多邊形: 圖案 1764">
              <a:extLst>
                <a:ext uri="{FF2B5EF4-FFF2-40B4-BE49-F238E27FC236}">
                  <a16:creationId xmlns:a16="http://schemas.microsoft.com/office/drawing/2014/main" id="{818AAC6A-195E-413A-A387-F1D4B0E9DBCE}"/>
                </a:ext>
              </a:extLst>
            </p:cNvPr>
            <p:cNvSpPr/>
            <p:nvPr/>
          </p:nvSpPr>
          <p:spPr>
            <a:xfrm>
              <a:off x="7166768" y="1651522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66" name="箭號: 五邊形 1765">
              <a:extLst>
                <a:ext uri="{FF2B5EF4-FFF2-40B4-BE49-F238E27FC236}">
                  <a16:creationId xmlns:a16="http://schemas.microsoft.com/office/drawing/2014/main" id="{2D452009-931A-4CDA-9A03-19E3109E40CB}"/>
                </a:ext>
              </a:extLst>
            </p:cNvPr>
            <p:cNvSpPr/>
            <p:nvPr/>
          </p:nvSpPr>
          <p:spPr>
            <a:xfrm>
              <a:off x="8243785" y="1658370"/>
              <a:ext cx="442716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67" name="箭號: 五邊形 1766">
              <a:extLst>
                <a:ext uri="{FF2B5EF4-FFF2-40B4-BE49-F238E27FC236}">
                  <a16:creationId xmlns:a16="http://schemas.microsoft.com/office/drawing/2014/main" id="{DF7D1D4F-8D88-431D-B065-A3903C091143}"/>
                </a:ext>
              </a:extLst>
            </p:cNvPr>
            <p:cNvSpPr/>
            <p:nvPr/>
          </p:nvSpPr>
          <p:spPr>
            <a:xfrm>
              <a:off x="8824420" y="1658370"/>
              <a:ext cx="283177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68" name="直線接點 1767">
              <a:extLst>
                <a:ext uri="{FF2B5EF4-FFF2-40B4-BE49-F238E27FC236}">
                  <a16:creationId xmlns:a16="http://schemas.microsoft.com/office/drawing/2014/main" id="{DE59EC7A-3DCA-4B2C-9A52-A5BD26165987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4" y="1654855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9" name="箭號: 五邊形 1768">
              <a:extLst>
                <a:ext uri="{FF2B5EF4-FFF2-40B4-BE49-F238E27FC236}">
                  <a16:creationId xmlns:a16="http://schemas.microsoft.com/office/drawing/2014/main" id="{F0B3C63B-E632-4E40-AC53-778CA5B69CBD}"/>
                </a:ext>
              </a:extLst>
            </p:cNvPr>
            <p:cNvSpPr/>
            <p:nvPr/>
          </p:nvSpPr>
          <p:spPr>
            <a:xfrm>
              <a:off x="3135144" y="1658370"/>
              <a:ext cx="416302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70" name="箭號: 五邊形 1769">
              <a:extLst>
                <a:ext uri="{FF2B5EF4-FFF2-40B4-BE49-F238E27FC236}">
                  <a16:creationId xmlns:a16="http://schemas.microsoft.com/office/drawing/2014/main" id="{346C67F6-AA9B-4B51-ADE6-0EACAD2F6B45}"/>
                </a:ext>
              </a:extLst>
            </p:cNvPr>
            <p:cNvSpPr/>
            <p:nvPr/>
          </p:nvSpPr>
          <p:spPr>
            <a:xfrm>
              <a:off x="3682740" y="1658370"/>
              <a:ext cx="289804" cy="63285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71" name="手繪多邊形: 圖案 1770">
              <a:extLst>
                <a:ext uri="{FF2B5EF4-FFF2-40B4-BE49-F238E27FC236}">
                  <a16:creationId xmlns:a16="http://schemas.microsoft.com/office/drawing/2014/main" id="{38552072-8211-46CC-84E9-A2EAA1427285}"/>
                </a:ext>
              </a:extLst>
            </p:cNvPr>
            <p:cNvSpPr/>
            <p:nvPr/>
          </p:nvSpPr>
          <p:spPr>
            <a:xfrm>
              <a:off x="3936977" y="1651522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72" name="箭號: 五邊形 1771">
              <a:extLst>
                <a:ext uri="{FF2B5EF4-FFF2-40B4-BE49-F238E27FC236}">
                  <a16:creationId xmlns:a16="http://schemas.microsoft.com/office/drawing/2014/main" id="{E0D7EA38-5E3D-41DB-B6DA-C534D2AD8652}"/>
                </a:ext>
              </a:extLst>
            </p:cNvPr>
            <p:cNvSpPr/>
            <p:nvPr/>
          </p:nvSpPr>
          <p:spPr>
            <a:xfrm>
              <a:off x="5182013" y="1658370"/>
              <a:ext cx="258967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773" name="直線接點 1772">
              <a:extLst>
                <a:ext uri="{FF2B5EF4-FFF2-40B4-BE49-F238E27FC236}">
                  <a16:creationId xmlns:a16="http://schemas.microsoft.com/office/drawing/2014/main" id="{9524A6AE-DE1F-4F7D-8FEE-0F9ECB4C842D}"/>
                </a:ext>
              </a:extLst>
            </p:cNvPr>
            <p:cNvCxnSpPr>
              <a:cxnSpLocks/>
            </p:cNvCxnSpPr>
            <p:nvPr/>
          </p:nvCxnSpPr>
          <p:spPr>
            <a:xfrm>
              <a:off x="5182015" y="1654855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4" name="箭號: 五邊形 1773">
              <a:extLst>
                <a:ext uri="{FF2B5EF4-FFF2-40B4-BE49-F238E27FC236}">
                  <a16:creationId xmlns:a16="http://schemas.microsoft.com/office/drawing/2014/main" id="{45A9A8E1-0206-4113-B9DC-C03DA001EF43}"/>
                </a:ext>
              </a:extLst>
            </p:cNvPr>
            <p:cNvSpPr/>
            <p:nvPr/>
          </p:nvSpPr>
          <p:spPr>
            <a:xfrm>
              <a:off x="5470235" y="1658370"/>
              <a:ext cx="228374" cy="63285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75" name="手繪多邊形: 圖案 1774">
              <a:extLst>
                <a:ext uri="{FF2B5EF4-FFF2-40B4-BE49-F238E27FC236}">
                  <a16:creationId xmlns:a16="http://schemas.microsoft.com/office/drawing/2014/main" id="{92EFE90C-914A-491C-9245-E2F40CCD1F7C}"/>
                </a:ext>
              </a:extLst>
            </p:cNvPr>
            <p:cNvSpPr/>
            <p:nvPr/>
          </p:nvSpPr>
          <p:spPr>
            <a:xfrm>
              <a:off x="5666305" y="1651522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32" name="箭號: 五邊形 1731">
              <a:extLst>
                <a:ext uri="{FF2B5EF4-FFF2-40B4-BE49-F238E27FC236}">
                  <a16:creationId xmlns:a16="http://schemas.microsoft.com/office/drawing/2014/main" id="{A6A9CB14-E1A7-4130-98A4-0EDAD1C91AFD}"/>
                </a:ext>
              </a:extLst>
            </p:cNvPr>
            <p:cNvSpPr/>
            <p:nvPr/>
          </p:nvSpPr>
          <p:spPr>
            <a:xfrm>
              <a:off x="6050095" y="1833186"/>
              <a:ext cx="44344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3" name="箭號: 五邊形 1732">
              <a:extLst>
                <a:ext uri="{FF2B5EF4-FFF2-40B4-BE49-F238E27FC236}">
                  <a16:creationId xmlns:a16="http://schemas.microsoft.com/office/drawing/2014/main" id="{471FCC64-5AC2-4C01-B5F7-4FAD3CDBC31F}"/>
                </a:ext>
              </a:extLst>
            </p:cNvPr>
            <p:cNvSpPr/>
            <p:nvPr/>
          </p:nvSpPr>
          <p:spPr>
            <a:xfrm>
              <a:off x="7047436" y="1833186"/>
              <a:ext cx="39956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4" name="箭號: 五邊形 1733">
              <a:extLst>
                <a:ext uri="{FF2B5EF4-FFF2-40B4-BE49-F238E27FC236}">
                  <a16:creationId xmlns:a16="http://schemas.microsoft.com/office/drawing/2014/main" id="{F6C62F9E-D7B4-4AB7-A655-032109216223}"/>
                </a:ext>
              </a:extLst>
            </p:cNvPr>
            <p:cNvSpPr/>
            <p:nvPr/>
          </p:nvSpPr>
          <p:spPr>
            <a:xfrm>
              <a:off x="6506516" y="1833186"/>
              <a:ext cx="50976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5" name="箭號: 五邊形 1734">
              <a:extLst>
                <a:ext uri="{FF2B5EF4-FFF2-40B4-BE49-F238E27FC236}">
                  <a16:creationId xmlns:a16="http://schemas.microsoft.com/office/drawing/2014/main" id="{DFFE2CC6-DACF-42BA-BBF2-D17A0ACA7F18}"/>
                </a:ext>
              </a:extLst>
            </p:cNvPr>
            <p:cNvSpPr/>
            <p:nvPr/>
          </p:nvSpPr>
          <p:spPr>
            <a:xfrm>
              <a:off x="8125530" y="1833186"/>
              <a:ext cx="443445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6" name="箭號: 五邊形 1735">
              <a:extLst>
                <a:ext uri="{FF2B5EF4-FFF2-40B4-BE49-F238E27FC236}">
                  <a16:creationId xmlns:a16="http://schemas.microsoft.com/office/drawing/2014/main" id="{A1BFCBF3-BFA2-44F1-9E2E-98B40C0C4B35}"/>
                </a:ext>
              </a:extLst>
            </p:cNvPr>
            <p:cNvSpPr/>
            <p:nvPr/>
          </p:nvSpPr>
          <p:spPr>
            <a:xfrm>
              <a:off x="7736338" y="1833186"/>
              <a:ext cx="369528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7" name="箭號: 五邊形 1736">
              <a:extLst>
                <a:ext uri="{FF2B5EF4-FFF2-40B4-BE49-F238E27FC236}">
                  <a16:creationId xmlns:a16="http://schemas.microsoft.com/office/drawing/2014/main" id="{7B8F46A8-2901-4655-BAC1-42A9613452F4}"/>
                </a:ext>
              </a:extLst>
            </p:cNvPr>
            <p:cNvSpPr/>
            <p:nvPr/>
          </p:nvSpPr>
          <p:spPr>
            <a:xfrm>
              <a:off x="7487236" y="1833186"/>
              <a:ext cx="22169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8" name="箭號: 五邊形 1737">
              <a:extLst>
                <a:ext uri="{FF2B5EF4-FFF2-40B4-BE49-F238E27FC236}">
                  <a16:creationId xmlns:a16="http://schemas.microsoft.com/office/drawing/2014/main" id="{CB6D24FE-1B50-43AE-866A-05F78F083AF2}"/>
                </a:ext>
              </a:extLst>
            </p:cNvPr>
            <p:cNvSpPr/>
            <p:nvPr/>
          </p:nvSpPr>
          <p:spPr>
            <a:xfrm>
              <a:off x="8588638" y="1833186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9" name="手繪多邊形: 圖案 1738">
              <a:extLst>
                <a:ext uri="{FF2B5EF4-FFF2-40B4-BE49-F238E27FC236}">
                  <a16:creationId xmlns:a16="http://schemas.microsoft.com/office/drawing/2014/main" id="{FB3ABFA2-F767-4F70-81F5-DB577D295ABC}"/>
                </a:ext>
              </a:extLst>
            </p:cNvPr>
            <p:cNvSpPr/>
            <p:nvPr/>
          </p:nvSpPr>
          <p:spPr>
            <a:xfrm>
              <a:off x="7680826" y="1826338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40" name="箭號: 五邊形 1739">
              <a:extLst>
                <a:ext uri="{FF2B5EF4-FFF2-40B4-BE49-F238E27FC236}">
                  <a16:creationId xmlns:a16="http://schemas.microsoft.com/office/drawing/2014/main" id="{7672643C-6EF3-42AD-A087-2F346C6F0C26}"/>
                </a:ext>
              </a:extLst>
            </p:cNvPr>
            <p:cNvSpPr/>
            <p:nvPr/>
          </p:nvSpPr>
          <p:spPr>
            <a:xfrm>
              <a:off x="3202317" y="1833186"/>
              <a:ext cx="34635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1" name="箭號: 五邊形 1740">
              <a:extLst>
                <a:ext uri="{FF2B5EF4-FFF2-40B4-BE49-F238E27FC236}">
                  <a16:creationId xmlns:a16="http://schemas.microsoft.com/office/drawing/2014/main" id="{0361EB59-266D-43B7-9661-33158AAD3E3F}"/>
                </a:ext>
              </a:extLst>
            </p:cNvPr>
            <p:cNvSpPr/>
            <p:nvPr/>
          </p:nvSpPr>
          <p:spPr>
            <a:xfrm>
              <a:off x="4103292" y="1833186"/>
              <a:ext cx="345101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2" name="箭號: 五邊形 1741">
              <a:extLst>
                <a:ext uri="{FF2B5EF4-FFF2-40B4-BE49-F238E27FC236}">
                  <a16:creationId xmlns:a16="http://schemas.microsoft.com/office/drawing/2014/main" id="{205EF49E-8B0E-4F71-87DF-2C76FD821807}"/>
                </a:ext>
              </a:extLst>
            </p:cNvPr>
            <p:cNvSpPr/>
            <p:nvPr/>
          </p:nvSpPr>
          <p:spPr>
            <a:xfrm>
              <a:off x="3561649" y="1833186"/>
              <a:ext cx="447669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3" name="箭號: 五邊形 1742">
              <a:extLst>
                <a:ext uri="{FF2B5EF4-FFF2-40B4-BE49-F238E27FC236}">
                  <a16:creationId xmlns:a16="http://schemas.microsoft.com/office/drawing/2014/main" id="{55AA3164-0273-43F9-B373-6874A45B3AEA}"/>
                </a:ext>
              </a:extLst>
            </p:cNvPr>
            <p:cNvSpPr/>
            <p:nvPr/>
          </p:nvSpPr>
          <p:spPr>
            <a:xfrm>
              <a:off x="5344285" y="1833186"/>
              <a:ext cx="27982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4" name="箭號: 五邊形 1743">
              <a:extLst>
                <a:ext uri="{FF2B5EF4-FFF2-40B4-BE49-F238E27FC236}">
                  <a16:creationId xmlns:a16="http://schemas.microsoft.com/office/drawing/2014/main" id="{5E4D443D-AD26-4C62-9BAA-B930769BF7EA}"/>
                </a:ext>
              </a:extLst>
            </p:cNvPr>
            <p:cNvSpPr/>
            <p:nvPr/>
          </p:nvSpPr>
          <p:spPr>
            <a:xfrm>
              <a:off x="4791471" y="1833186"/>
              <a:ext cx="521659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5" name="箭號: 五邊形 1744">
              <a:extLst>
                <a:ext uri="{FF2B5EF4-FFF2-40B4-BE49-F238E27FC236}">
                  <a16:creationId xmlns:a16="http://schemas.microsoft.com/office/drawing/2014/main" id="{B054A76C-0008-4A8B-8BAB-CFBC93B91460}"/>
                </a:ext>
              </a:extLst>
            </p:cNvPr>
            <p:cNvSpPr/>
            <p:nvPr/>
          </p:nvSpPr>
          <p:spPr>
            <a:xfrm>
              <a:off x="4542369" y="1833186"/>
              <a:ext cx="221694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6" name="箭號: 五邊形 1745">
              <a:extLst>
                <a:ext uri="{FF2B5EF4-FFF2-40B4-BE49-F238E27FC236}">
                  <a16:creationId xmlns:a16="http://schemas.microsoft.com/office/drawing/2014/main" id="{7486B9A3-4B4E-436E-88C9-29608E73676A}"/>
                </a:ext>
              </a:extLst>
            </p:cNvPr>
            <p:cNvSpPr/>
            <p:nvPr/>
          </p:nvSpPr>
          <p:spPr>
            <a:xfrm>
              <a:off x="5643771" y="1833186"/>
              <a:ext cx="395702" cy="63285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47" name="手繪多邊形: 圖案 1746">
              <a:extLst>
                <a:ext uri="{FF2B5EF4-FFF2-40B4-BE49-F238E27FC236}">
                  <a16:creationId xmlns:a16="http://schemas.microsoft.com/office/drawing/2014/main" id="{37D4124D-ED71-4EF8-9322-2D7D51128876}"/>
                </a:ext>
              </a:extLst>
            </p:cNvPr>
            <p:cNvSpPr/>
            <p:nvPr/>
          </p:nvSpPr>
          <p:spPr>
            <a:xfrm>
              <a:off x="4735938" y="1826338"/>
              <a:ext cx="32276" cy="76982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18" name="箭號: 五邊形 1717">
              <a:extLst>
                <a:ext uri="{FF2B5EF4-FFF2-40B4-BE49-F238E27FC236}">
                  <a16:creationId xmlns:a16="http://schemas.microsoft.com/office/drawing/2014/main" id="{4B4D0781-7EA9-4241-AEB5-A7940048AEEE}"/>
                </a:ext>
              </a:extLst>
            </p:cNvPr>
            <p:cNvSpPr/>
            <p:nvPr/>
          </p:nvSpPr>
          <p:spPr>
            <a:xfrm>
              <a:off x="7312955" y="2176150"/>
              <a:ext cx="415333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9" name="箭號: 五邊形 1718">
              <a:extLst>
                <a:ext uri="{FF2B5EF4-FFF2-40B4-BE49-F238E27FC236}">
                  <a16:creationId xmlns:a16="http://schemas.microsoft.com/office/drawing/2014/main" id="{A32CFEAC-9099-474B-8D2C-D52AA4F5D1CA}"/>
                </a:ext>
              </a:extLst>
            </p:cNvPr>
            <p:cNvSpPr/>
            <p:nvPr/>
          </p:nvSpPr>
          <p:spPr>
            <a:xfrm>
              <a:off x="6627608" y="2176150"/>
              <a:ext cx="59797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0" name="箭號: 五邊形 1719">
              <a:extLst>
                <a:ext uri="{FF2B5EF4-FFF2-40B4-BE49-F238E27FC236}">
                  <a16:creationId xmlns:a16="http://schemas.microsoft.com/office/drawing/2014/main" id="{5F61483E-5660-46FC-A08B-02BD6D77D06E}"/>
                </a:ext>
              </a:extLst>
            </p:cNvPr>
            <p:cNvSpPr/>
            <p:nvPr/>
          </p:nvSpPr>
          <p:spPr>
            <a:xfrm>
              <a:off x="6199768" y="2176150"/>
              <a:ext cx="359617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1" name="箭號: 五邊形 1720">
              <a:extLst>
                <a:ext uri="{FF2B5EF4-FFF2-40B4-BE49-F238E27FC236}">
                  <a16:creationId xmlns:a16="http://schemas.microsoft.com/office/drawing/2014/main" id="{51372C51-19B6-4BE4-B98A-EB681D553916}"/>
                </a:ext>
              </a:extLst>
            </p:cNvPr>
            <p:cNvSpPr/>
            <p:nvPr/>
          </p:nvSpPr>
          <p:spPr>
            <a:xfrm>
              <a:off x="7756564" y="2176150"/>
              <a:ext cx="39956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2" name="箭號: 五邊形 1721">
              <a:extLst>
                <a:ext uri="{FF2B5EF4-FFF2-40B4-BE49-F238E27FC236}">
                  <a16:creationId xmlns:a16="http://schemas.microsoft.com/office/drawing/2014/main" id="{DD0D6DA8-558E-4621-89FD-6C2BE01D38DB}"/>
                </a:ext>
              </a:extLst>
            </p:cNvPr>
            <p:cNvSpPr/>
            <p:nvPr/>
          </p:nvSpPr>
          <p:spPr>
            <a:xfrm>
              <a:off x="8200623" y="2176150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3" name="箭號: 五邊形 1722">
              <a:extLst>
                <a:ext uri="{FF2B5EF4-FFF2-40B4-BE49-F238E27FC236}">
                  <a16:creationId xmlns:a16="http://schemas.microsoft.com/office/drawing/2014/main" id="{24ED5E4C-FE27-47AA-AE6E-99B74EAF2447}"/>
                </a:ext>
              </a:extLst>
            </p:cNvPr>
            <p:cNvSpPr/>
            <p:nvPr/>
          </p:nvSpPr>
          <p:spPr>
            <a:xfrm>
              <a:off x="8686484" y="2176150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4" name="手繪多邊形: 圖案 1723">
              <a:extLst>
                <a:ext uri="{FF2B5EF4-FFF2-40B4-BE49-F238E27FC236}">
                  <a16:creationId xmlns:a16="http://schemas.microsoft.com/office/drawing/2014/main" id="{44575D6E-586E-45A6-8377-850898505D29}"/>
                </a:ext>
              </a:extLst>
            </p:cNvPr>
            <p:cNvSpPr/>
            <p:nvPr/>
          </p:nvSpPr>
          <p:spPr>
            <a:xfrm>
              <a:off x="7696964" y="2169302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25" name="箭號: 五邊形 1724">
              <a:extLst>
                <a:ext uri="{FF2B5EF4-FFF2-40B4-BE49-F238E27FC236}">
                  <a16:creationId xmlns:a16="http://schemas.microsoft.com/office/drawing/2014/main" id="{AC064009-6A4E-481C-9026-1E52FCAD24BA}"/>
                </a:ext>
              </a:extLst>
            </p:cNvPr>
            <p:cNvSpPr/>
            <p:nvPr/>
          </p:nvSpPr>
          <p:spPr>
            <a:xfrm>
              <a:off x="4368086" y="2176150"/>
              <a:ext cx="415333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6" name="箭號: 五邊形 1725">
              <a:extLst>
                <a:ext uri="{FF2B5EF4-FFF2-40B4-BE49-F238E27FC236}">
                  <a16:creationId xmlns:a16="http://schemas.microsoft.com/office/drawing/2014/main" id="{FCDCBED5-19C5-4731-A679-348FC73965FC}"/>
                </a:ext>
              </a:extLst>
            </p:cNvPr>
            <p:cNvSpPr/>
            <p:nvPr/>
          </p:nvSpPr>
          <p:spPr>
            <a:xfrm>
              <a:off x="3682740" y="2176150"/>
              <a:ext cx="622897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7" name="箭號: 五邊形 1726">
              <a:extLst>
                <a:ext uri="{FF2B5EF4-FFF2-40B4-BE49-F238E27FC236}">
                  <a16:creationId xmlns:a16="http://schemas.microsoft.com/office/drawing/2014/main" id="{457523E2-B060-48B8-BA09-DCE58BD47D75}"/>
                </a:ext>
              </a:extLst>
            </p:cNvPr>
            <p:cNvSpPr/>
            <p:nvPr/>
          </p:nvSpPr>
          <p:spPr>
            <a:xfrm>
              <a:off x="3153637" y="2176150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8" name="箭號: 五邊形 1727">
              <a:extLst>
                <a:ext uri="{FF2B5EF4-FFF2-40B4-BE49-F238E27FC236}">
                  <a16:creationId xmlns:a16="http://schemas.microsoft.com/office/drawing/2014/main" id="{9D4C679F-87D2-463C-BB2F-F6C923964FD1}"/>
                </a:ext>
              </a:extLst>
            </p:cNvPr>
            <p:cNvSpPr/>
            <p:nvPr/>
          </p:nvSpPr>
          <p:spPr>
            <a:xfrm>
              <a:off x="4811696" y="2176150"/>
              <a:ext cx="323550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9" name="箭號: 五邊形 1728">
              <a:extLst>
                <a:ext uri="{FF2B5EF4-FFF2-40B4-BE49-F238E27FC236}">
                  <a16:creationId xmlns:a16="http://schemas.microsoft.com/office/drawing/2014/main" id="{C2A333EC-8C0B-4D1B-94B5-EEB30D416A9D}"/>
                </a:ext>
              </a:extLst>
            </p:cNvPr>
            <p:cNvSpPr/>
            <p:nvPr/>
          </p:nvSpPr>
          <p:spPr>
            <a:xfrm>
              <a:off x="5255755" y="2176150"/>
              <a:ext cx="460879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0" name="箭號: 五邊形 1729">
              <a:extLst>
                <a:ext uri="{FF2B5EF4-FFF2-40B4-BE49-F238E27FC236}">
                  <a16:creationId xmlns:a16="http://schemas.microsoft.com/office/drawing/2014/main" id="{AE3DE247-B7AD-49FA-AA39-DF69867CF31F}"/>
                </a:ext>
              </a:extLst>
            </p:cNvPr>
            <p:cNvSpPr/>
            <p:nvPr/>
          </p:nvSpPr>
          <p:spPr>
            <a:xfrm>
              <a:off x="5741614" y="2176150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31" name="手繪多邊形: 圖案 1730">
              <a:extLst>
                <a:ext uri="{FF2B5EF4-FFF2-40B4-BE49-F238E27FC236}">
                  <a16:creationId xmlns:a16="http://schemas.microsoft.com/office/drawing/2014/main" id="{665EC554-2CC1-457E-B281-D766A00869AA}"/>
                </a:ext>
              </a:extLst>
            </p:cNvPr>
            <p:cNvSpPr/>
            <p:nvPr/>
          </p:nvSpPr>
          <p:spPr>
            <a:xfrm>
              <a:off x="4752074" y="2169302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699" name="箭號: 五邊形 1698">
              <a:extLst>
                <a:ext uri="{FF2B5EF4-FFF2-40B4-BE49-F238E27FC236}">
                  <a16:creationId xmlns:a16="http://schemas.microsoft.com/office/drawing/2014/main" id="{E2CCE98C-3F8F-467D-93C1-38E8403D60AF}"/>
                </a:ext>
              </a:extLst>
            </p:cNvPr>
            <p:cNvSpPr/>
            <p:nvPr/>
          </p:nvSpPr>
          <p:spPr>
            <a:xfrm>
              <a:off x="7662201" y="2088745"/>
              <a:ext cx="28108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0" name="箭號: 五邊形 1699">
              <a:extLst>
                <a:ext uri="{FF2B5EF4-FFF2-40B4-BE49-F238E27FC236}">
                  <a16:creationId xmlns:a16="http://schemas.microsoft.com/office/drawing/2014/main" id="{59EFB8E7-FA99-4898-AB42-D5D26C762281}"/>
                </a:ext>
              </a:extLst>
            </p:cNvPr>
            <p:cNvSpPr/>
            <p:nvPr/>
          </p:nvSpPr>
          <p:spPr>
            <a:xfrm>
              <a:off x="6886010" y="2088745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1" name="箭號: 五邊形 1700">
              <a:extLst>
                <a:ext uri="{FF2B5EF4-FFF2-40B4-BE49-F238E27FC236}">
                  <a16:creationId xmlns:a16="http://schemas.microsoft.com/office/drawing/2014/main" id="{B5F976FF-DDE0-44FA-8F2A-CC52E8F14FDE}"/>
                </a:ext>
              </a:extLst>
            </p:cNvPr>
            <p:cNvSpPr/>
            <p:nvPr/>
          </p:nvSpPr>
          <p:spPr>
            <a:xfrm>
              <a:off x="6499604" y="2088745"/>
              <a:ext cx="35683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2" name="箭號: 五邊形 1701">
              <a:extLst>
                <a:ext uri="{FF2B5EF4-FFF2-40B4-BE49-F238E27FC236}">
                  <a16:creationId xmlns:a16="http://schemas.microsoft.com/office/drawing/2014/main" id="{7441A4BA-6B6A-4008-893E-F76F9531E599}"/>
                </a:ext>
              </a:extLst>
            </p:cNvPr>
            <p:cNvSpPr/>
            <p:nvPr/>
          </p:nvSpPr>
          <p:spPr>
            <a:xfrm>
              <a:off x="7967443" y="2088745"/>
              <a:ext cx="335011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3" name="箭號: 五邊形 1702">
              <a:extLst>
                <a:ext uri="{FF2B5EF4-FFF2-40B4-BE49-F238E27FC236}">
                  <a16:creationId xmlns:a16="http://schemas.microsoft.com/office/drawing/2014/main" id="{007485A8-EC4F-41C8-AAAE-620E3B3F2A32}"/>
                </a:ext>
              </a:extLst>
            </p:cNvPr>
            <p:cNvSpPr/>
            <p:nvPr/>
          </p:nvSpPr>
          <p:spPr>
            <a:xfrm>
              <a:off x="8495867" y="2088745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4" name="箭號: 五邊形 1703">
              <a:extLst>
                <a:ext uri="{FF2B5EF4-FFF2-40B4-BE49-F238E27FC236}">
                  <a16:creationId xmlns:a16="http://schemas.microsoft.com/office/drawing/2014/main" id="{54C9C97A-9CA0-4A48-A797-D1021C1AB4D8}"/>
                </a:ext>
              </a:extLst>
            </p:cNvPr>
            <p:cNvSpPr/>
            <p:nvPr/>
          </p:nvSpPr>
          <p:spPr>
            <a:xfrm>
              <a:off x="7216839" y="2088745"/>
              <a:ext cx="426678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5" name="箭號: 五邊形 1704">
              <a:extLst>
                <a:ext uri="{FF2B5EF4-FFF2-40B4-BE49-F238E27FC236}">
                  <a16:creationId xmlns:a16="http://schemas.microsoft.com/office/drawing/2014/main" id="{A723BEEC-2C88-4CA5-86B4-A329183180B0}"/>
                </a:ext>
              </a:extLst>
            </p:cNvPr>
            <p:cNvSpPr/>
            <p:nvPr/>
          </p:nvSpPr>
          <p:spPr>
            <a:xfrm>
              <a:off x="8807941" y="2088745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6" name="手繪多邊形: 圖案 1705">
              <a:extLst>
                <a:ext uri="{FF2B5EF4-FFF2-40B4-BE49-F238E27FC236}">
                  <a16:creationId xmlns:a16="http://schemas.microsoft.com/office/drawing/2014/main" id="{FCA5340B-578E-439B-9A7C-BE697E5F8B6E}"/>
                </a:ext>
              </a:extLst>
            </p:cNvPr>
            <p:cNvSpPr/>
            <p:nvPr/>
          </p:nvSpPr>
          <p:spPr>
            <a:xfrm>
              <a:off x="7620655" y="208189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07" name="手繪多邊形: 圖案 1706">
              <a:extLst>
                <a:ext uri="{FF2B5EF4-FFF2-40B4-BE49-F238E27FC236}">
                  <a16:creationId xmlns:a16="http://schemas.microsoft.com/office/drawing/2014/main" id="{54ECC382-5C9A-4576-B2D2-538B887F0A48}"/>
                </a:ext>
              </a:extLst>
            </p:cNvPr>
            <p:cNvSpPr/>
            <p:nvPr/>
          </p:nvSpPr>
          <p:spPr>
            <a:xfrm>
              <a:off x="7917605" y="208189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08" name="箭號: 五邊形 1707">
              <a:extLst>
                <a:ext uri="{FF2B5EF4-FFF2-40B4-BE49-F238E27FC236}">
                  <a16:creationId xmlns:a16="http://schemas.microsoft.com/office/drawing/2014/main" id="{58F7F1EC-D929-4FB1-8F5B-97C8CB21AF63}"/>
                </a:ext>
              </a:extLst>
            </p:cNvPr>
            <p:cNvSpPr/>
            <p:nvPr/>
          </p:nvSpPr>
          <p:spPr>
            <a:xfrm>
              <a:off x="4717333" y="2088745"/>
              <a:ext cx="28108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09" name="箭號: 五邊形 1708">
              <a:extLst>
                <a:ext uri="{FF2B5EF4-FFF2-40B4-BE49-F238E27FC236}">
                  <a16:creationId xmlns:a16="http://schemas.microsoft.com/office/drawing/2014/main" id="{272C26DD-7CF3-41DF-BF24-3DFFA8A2E9BB}"/>
                </a:ext>
              </a:extLst>
            </p:cNvPr>
            <p:cNvSpPr/>
            <p:nvPr/>
          </p:nvSpPr>
          <p:spPr>
            <a:xfrm>
              <a:off x="3941141" y="2088745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0" name="箭號: 五邊形 1709">
              <a:extLst>
                <a:ext uri="{FF2B5EF4-FFF2-40B4-BE49-F238E27FC236}">
                  <a16:creationId xmlns:a16="http://schemas.microsoft.com/office/drawing/2014/main" id="{2B7F7959-18DF-4FAF-881B-6C0AC0CA8597}"/>
                </a:ext>
              </a:extLst>
            </p:cNvPr>
            <p:cNvSpPr/>
            <p:nvPr/>
          </p:nvSpPr>
          <p:spPr>
            <a:xfrm>
              <a:off x="3642418" y="2088745"/>
              <a:ext cx="26915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1" name="箭號: 五邊形 1710">
              <a:extLst>
                <a:ext uri="{FF2B5EF4-FFF2-40B4-BE49-F238E27FC236}">
                  <a16:creationId xmlns:a16="http://schemas.microsoft.com/office/drawing/2014/main" id="{3DED6EF6-B4A9-4B74-81B0-C596E1C1C0DB}"/>
                </a:ext>
              </a:extLst>
            </p:cNvPr>
            <p:cNvSpPr/>
            <p:nvPr/>
          </p:nvSpPr>
          <p:spPr>
            <a:xfrm>
              <a:off x="3070468" y="2088745"/>
              <a:ext cx="432901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2" name="箭號: 五邊形 1711">
              <a:extLst>
                <a:ext uri="{FF2B5EF4-FFF2-40B4-BE49-F238E27FC236}">
                  <a16:creationId xmlns:a16="http://schemas.microsoft.com/office/drawing/2014/main" id="{AED2FAA8-515A-45F0-B74E-E11A741ACAD3}"/>
                </a:ext>
              </a:extLst>
            </p:cNvPr>
            <p:cNvSpPr/>
            <p:nvPr/>
          </p:nvSpPr>
          <p:spPr>
            <a:xfrm>
              <a:off x="5022574" y="2088745"/>
              <a:ext cx="440288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3" name="箭號: 五邊形 1712">
              <a:extLst>
                <a:ext uri="{FF2B5EF4-FFF2-40B4-BE49-F238E27FC236}">
                  <a16:creationId xmlns:a16="http://schemas.microsoft.com/office/drawing/2014/main" id="{C7F8280F-1655-46DB-BAE8-D197478CC8C6}"/>
                </a:ext>
              </a:extLst>
            </p:cNvPr>
            <p:cNvSpPr/>
            <p:nvPr/>
          </p:nvSpPr>
          <p:spPr>
            <a:xfrm>
              <a:off x="5550998" y="2088745"/>
              <a:ext cx="283176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4" name="箭號: 五邊形 1713">
              <a:extLst>
                <a:ext uri="{FF2B5EF4-FFF2-40B4-BE49-F238E27FC236}">
                  <a16:creationId xmlns:a16="http://schemas.microsoft.com/office/drawing/2014/main" id="{DE05B827-6B72-4171-9625-34F3D3269F01}"/>
                </a:ext>
              </a:extLst>
            </p:cNvPr>
            <p:cNvSpPr/>
            <p:nvPr/>
          </p:nvSpPr>
          <p:spPr>
            <a:xfrm>
              <a:off x="4243475" y="2088745"/>
              <a:ext cx="455174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5" name="箭號: 五邊形 1714">
              <a:extLst>
                <a:ext uri="{FF2B5EF4-FFF2-40B4-BE49-F238E27FC236}">
                  <a16:creationId xmlns:a16="http://schemas.microsoft.com/office/drawing/2014/main" id="{F1473251-BC91-4745-9D2A-5FBBE7CEFFD4}"/>
                </a:ext>
              </a:extLst>
            </p:cNvPr>
            <p:cNvSpPr/>
            <p:nvPr/>
          </p:nvSpPr>
          <p:spPr>
            <a:xfrm>
              <a:off x="5863072" y="2088745"/>
              <a:ext cx="395702" cy="63284"/>
            </a:xfrm>
            <a:prstGeom prst="homePlate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 dirty="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16" name="手繪多邊形: 圖案 1715">
              <a:extLst>
                <a:ext uri="{FF2B5EF4-FFF2-40B4-BE49-F238E27FC236}">
                  <a16:creationId xmlns:a16="http://schemas.microsoft.com/office/drawing/2014/main" id="{A75DF149-01FF-4174-82ED-E8F956B06180}"/>
                </a:ext>
              </a:extLst>
            </p:cNvPr>
            <p:cNvSpPr/>
            <p:nvPr/>
          </p:nvSpPr>
          <p:spPr>
            <a:xfrm>
              <a:off x="4675783" y="208189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717" name="手繪多邊形: 圖案 1716">
              <a:extLst>
                <a:ext uri="{FF2B5EF4-FFF2-40B4-BE49-F238E27FC236}">
                  <a16:creationId xmlns:a16="http://schemas.microsoft.com/office/drawing/2014/main" id="{FB12235E-A6C6-4681-8356-D394C52756EE}"/>
                </a:ext>
              </a:extLst>
            </p:cNvPr>
            <p:cNvSpPr/>
            <p:nvPr/>
          </p:nvSpPr>
          <p:spPr>
            <a:xfrm>
              <a:off x="4972710" y="208189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686" name="箭號: 五邊形 1685">
              <a:extLst>
                <a:ext uri="{FF2B5EF4-FFF2-40B4-BE49-F238E27FC236}">
                  <a16:creationId xmlns:a16="http://schemas.microsoft.com/office/drawing/2014/main" id="{7994CA33-82C8-42D6-8B22-3B04031E7E66}"/>
                </a:ext>
              </a:extLst>
            </p:cNvPr>
            <p:cNvSpPr/>
            <p:nvPr/>
          </p:nvSpPr>
          <p:spPr>
            <a:xfrm>
              <a:off x="6711455" y="1396372"/>
              <a:ext cx="311854" cy="63284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687" name="直線接點 1686">
              <a:extLst>
                <a:ext uri="{FF2B5EF4-FFF2-40B4-BE49-F238E27FC236}">
                  <a16:creationId xmlns:a16="http://schemas.microsoft.com/office/drawing/2014/main" id="{BD57C815-D2F1-4D41-9CA8-D4C502360A68}"/>
                </a:ext>
              </a:extLst>
            </p:cNvPr>
            <p:cNvCxnSpPr>
              <a:cxnSpLocks/>
            </p:cNvCxnSpPr>
            <p:nvPr/>
          </p:nvCxnSpPr>
          <p:spPr>
            <a:xfrm>
              <a:off x="6709016" y="1392857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8" name="手繪多邊形: 圖案 1687">
              <a:extLst>
                <a:ext uri="{FF2B5EF4-FFF2-40B4-BE49-F238E27FC236}">
                  <a16:creationId xmlns:a16="http://schemas.microsoft.com/office/drawing/2014/main" id="{2436F722-B63D-43CE-A6AC-802AFCA95A7C}"/>
                </a:ext>
              </a:extLst>
            </p:cNvPr>
            <p:cNvSpPr/>
            <p:nvPr/>
          </p:nvSpPr>
          <p:spPr>
            <a:xfrm>
              <a:off x="6991033" y="1389520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689" name="箭號: 五邊形 1688">
              <a:extLst>
                <a:ext uri="{FF2B5EF4-FFF2-40B4-BE49-F238E27FC236}">
                  <a16:creationId xmlns:a16="http://schemas.microsoft.com/office/drawing/2014/main" id="{2A6E5D3C-A4BD-4256-A877-8D76B01686AE}"/>
                </a:ext>
              </a:extLst>
            </p:cNvPr>
            <p:cNvSpPr/>
            <p:nvPr/>
          </p:nvSpPr>
          <p:spPr>
            <a:xfrm>
              <a:off x="8782340" y="1396368"/>
              <a:ext cx="386793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690" name="箭號: 五邊形 1689">
              <a:extLst>
                <a:ext uri="{FF2B5EF4-FFF2-40B4-BE49-F238E27FC236}">
                  <a16:creationId xmlns:a16="http://schemas.microsoft.com/office/drawing/2014/main" id="{65112495-1C59-45A6-B976-1E5CD3ACA0E7}"/>
                </a:ext>
              </a:extLst>
            </p:cNvPr>
            <p:cNvSpPr/>
            <p:nvPr/>
          </p:nvSpPr>
          <p:spPr>
            <a:xfrm>
              <a:off x="8241345" y="1396368"/>
              <a:ext cx="512941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691" name="直線接點 1690">
              <a:extLst>
                <a:ext uri="{FF2B5EF4-FFF2-40B4-BE49-F238E27FC236}">
                  <a16:creationId xmlns:a16="http://schemas.microsoft.com/office/drawing/2014/main" id="{E7104301-0DD1-44DE-BCE1-B8FB37E812CC}"/>
                </a:ext>
              </a:extLst>
            </p:cNvPr>
            <p:cNvCxnSpPr>
              <a:cxnSpLocks/>
            </p:cNvCxnSpPr>
            <p:nvPr/>
          </p:nvCxnSpPr>
          <p:spPr>
            <a:xfrm>
              <a:off x="8244074" y="1392853"/>
              <a:ext cx="729" cy="70317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2" name="箭號: 五邊形 1691">
              <a:extLst>
                <a:ext uri="{FF2B5EF4-FFF2-40B4-BE49-F238E27FC236}">
                  <a16:creationId xmlns:a16="http://schemas.microsoft.com/office/drawing/2014/main" id="{3F9C9DC7-E5F8-4A70-97D5-914890CF0915}"/>
                </a:ext>
              </a:extLst>
            </p:cNvPr>
            <p:cNvSpPr/>
            <p:nvPr/>
          </p:nvSpPr>
          <p:spPr>
            <a:xfrm>
              <a:off x="3647286" y="1396368"/>
              <a:ext cx="321967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693" name="箭號: 五邊形 1692">
              <a:extLst>
                <a:ext uri="{FF2B5EF4-FFF2-40B4-BE49-F238E27FC236}">
                  <a16:creationId xmlns:a16="http://schemas.microsoft.com/office/drawing/2014/main" id="{F1DFF335-ECEB-44B0-A7BA-FEB2AD81B9DF}"/>
                </a:ext>
              </a:extLst>
            </p:cNvPr>
            <p:cNvSpPr/>
            <p:nvPr/>
          </p:nvSpPr>
          <p:spPr>
            <a:xfrm>
              <a:off x="3106291" y="1396368"/>
              <a:ext cx="512941" cy="63284"/>
            </a:xfrm>
            <a:prstGeom prst="homePlate">
              <a:avLst/>
            </a:prstGeom>
            <a:solidFill>
              <a:srgbClr val="B8C9E9"/>
            </a:solidFill>
            <a:ln>
              <a:solidFill>
                <a:srgbClr val="B8C9E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694" name="手繪多邊形: 圖案 1693">
              <a:extLst>
                <a:ext uri="{FF2B5EF4-FFF2-40B4-BE49-F238E27FC236}">
                  <a16:creationId xmlns:a16="http://schemas.microsoft.com/office/drawing/2014/main" id="{6D966950-11C6-42D6-8253-6EF7286B7E9D}"/>
                </a:ext>
              </a:extLst>
            </p:cNvPr>
            <p:cNvSpPr/>
            <p:nvPr/>
          </p:nvSpPr>
          <p:spPr>
            <a:xfrm>
              <a:off x="3936976" y="138951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1695" name="箭號: 五邊形 1694">
              <a:extLst>
                <a:ext uri="{FF2B5EF4-FFF2-40B4-BE49-F238E27FC236}">
                  <a16:creationId xmlns:a16="http://schemas.microsoft.com/office/drawing/2014/main" id="{982DB365-5A7A-4376-A2E9-2CD63C3BE7B2}"/>
                </a:ext>
              </a:extLst>
            </p:cNvPr>
            <p:cNvSpPr/>
            <p:nvPr/>
          </p:nvSpPr>
          <p:spPr>
            <a:xfrm>
              <a:off x="5182013" y="1396365"/>
              <a:ext cx="326753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cxnSp>
          <p:nvCxnSpPr>
            <p:cNvPr id="1696" name="直線接點 1695">
              <a:extLst>
                <a:ext uri="{FF2B5EF4-FFF2-40B4-BE49-F238E27FC236}">
                  <a16:creationId xmlns:a16="http://schemas.microsoft.com/office/drawing/2014/main" id="{42F9FA4E-AC20-49E1-A276-CA305B0C4AFB}"/>
                </a:ext>
              </a:extLst>
            </p:cNvPr>
            <p:cNvCxnSpPr>
              <a:cxnSpLocks/>
            </p:cNvCxnSpPr>
            <p:nvPr/>
          </p:nvCxnSpPr>
          <p:spPr>
            <a:xfrm>
              <a:off x="5182012" y="1392850"/>
              <a:ext cx="729" cy="70316"/>
            </a:xfrm>
            <a:prstGeom prst="line">
              <a:avLst/>
            </a:prstGeom>
            <a:ln w="19050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7" name="箭號: 五邊形 1696">
              <a:extLst>
                <a:ext uri="{FF2B5EF4-FFF2-40B4-BE49-F238E27FC236}">
                  <a16:creationId xmlns:a16="http://schemas.microsoft.com/office/drawing/2014/main" id="{7B1558B5-CA9F-452E-B693-8DF952A4B7EF}"/>
                </a:ext>
              </a:extLst>
            </p:cNvPr>
            <p:cNvSpPr/>
            <p:nvPr/>
          </p:nvSpPr>
          <p:spPr>
            <a:xfrm>
              <a:off x="5540669" y="1396365"/>
              <a:ext cx="157200" cy="63283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698" name="手繪多邊形: 圖案 1697">
              <a:extLst>
                <a:ext uri="{FF2B5EF4-FFF2-40B4-BE49-F238E27FC236}">
                  <a16:creationId xmlns:a16="http://schemas.microsoft.com/office/drawing/2014/main" id="{28005482-0BB4-4938-90D1-8C62129505F5}"/>
                </a:ext>
              </a:extLst>
            </p:cNvPr>
            <p:cNvSpPr/>
            <p:nvPr/>
          </p:nvSpPr>
          <p:spPr>
            <a:xfrm>
              <a:off x="5672145" y="1389077"/>
              <a:ext cx="32276" cy="76981"/>
            </a:xfrm>
            <a:custGeom>
              <a:avLst/>
              <a:gdLst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  <a:gd name="connsiteX5" fmla="*/ 0 w 26553"/>
                <a:gd name="connsiteY5" fmla="*/ 0 h 49248"/>
                <a:gd name="connsiteX0" fmla="*/ 0 w 91440"/>
                <a:gd name="connsiteY0" fmla="*/ 0 h 91440"/>
                <a:gd name="connsiteX1" fmla="*/ 1929 w 91440"/>
                <a:gd name="connsiteY1" fmla="*/ 0 h 91440"/>
                <a:gd name="connsiteX2" fmla="*/ 26553 w 91440"/>
                <a:gd name="connsiteY2" fmla="*/ 24624 h 91440"/>
                <a:gd name="connsiteX3" fmla="*/ 1929 w 91440"/>
                <a:gd name="connsiteY3" fmla="*/ 49248 h 91440"/>
                <a:gd name="connsiteX4" fmla="*/ 0 w 91440"/>
                <a:gd name="connsiteY4" fmla="*/ 49248 h 91440"/>
                <a:gd name="connsiteX5" fmla="*/ 91440 w 91440"/>
                <a:gd name="connsiteY5" fmla="*/ 91440 h 91440"/>
                <a:gd name="connsiteX0" fmla="*/ 0 w 26553"/>
                <a:gd name="connsiteY0" fmla="*/ 0 h 49248"/>
                <a:gd name="connsiteX1" fmla="*/ 1929 w 26553"/>
                <a:gd name="connsiteY1" fmla="*/ 0 h 49248"/>
                <a:gd name="connsiteX2" fmla="*/ 26553 w 26553"/>
                <a:gd name="connsiteY2" fmla="*/ 24624 h 49248"/>
                <a:gd name="connsiteX3" fmla="*/ 1929 w 26553"/>
                <a:gd name="connsiteY3" fmla="*/ 49248 h 49248"/>
                <a:gd name="connsiteX4" fmla="*/ 0 w 26553"/>
                <a:gd name="connsiteY4" fmla="*/ 49248 h 4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553" h="49248">
                  <a:moveTo>
                    <a:pt x="0" y="0"/>
                  </a:moveTo>
                  <a:lnTo>
                    <a:pt x="1929" y="0"/>
                  </a:lnTo>
                  <a:lnTo>
                    <a:pt x="26553" y="24624"/>
                  </a:lnTo>
                  <a:lnTo>
                    <a:pt x="1929" y="49248"/>
                  </a:lnTo>
                  <a:lnTo>
                    <a:pt x="0" y="49248"/>
                  </a:lnTo>
                </a:path>
              </a:pathLst>
            </a:custGeom>
            <a:noFill/>
            <a:ln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grpSp>
          <p:nvGrpSpPr>
            <p:cNvPr id="1635" name="群組 1634">
              <a:extLst>
                <a:ext uri="{FF2B5EF4-FFF2-40B4-BE49-F238E27FC236}">
                  <a16:creationId xmlns:a16="http://schemas.microsoft.com/office/drawing/2014/main" id="{57CA82C4-5785-40DB-A512-1C155B9B288B}"/>
                </a:ext>
              </a:extLst>
            </p:cNvPr>
            <p:cNvGrpSpPr/>
            <p:nvPr/>
          </p:nvGrpSpPr>
          <p:grpSpPr>
            <a:xfrm>
              <a:off x="3255129" y="1299923"/>
              <a:ext cx="0" cy="517952"/>
              <a:chOff x="2392961" y="930932"/>
              <a:chExt cx="0" cy="648094"/>
            </a:xfrm>
          </p:grpSpPr>
          <p:cxnSp>
            <p:nvCxnSpPr>
              <p:cNvPr id="1680" name="直線接點 1679">
                <a:extLst>
                  <a:ext uri="{FF2B5EF4-FFF2-40B4-BE49-F238E27FC236}">
                    <a16:creationId xmlns:a16="http://schemas.microsoft.com/office/drawing/2014/main" id="{1888607C-9ABF-40F5-A8BF-C914575C9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1" name="直線接點 1680">
                <a:extLst>
                  <a:ext uri="{FF2B5EF4-FFF2-40B4-BE49-F238E27FC236}">
                    <a16:creationId xmlns:a16="http://schemas.microsoft.com/office/drawing/2014/main" id="{0FEE0719-D464-4096-A4EE-C98FD37A9E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2" name="直線接點 1681">
                <a:extLst>
                  <a:ext uri="{FF2B5EF4-FFF2-40B4-BE49-F238E27FC236}">
                    <a16:creationId xmlns:a16="http://schemas.microsoft.com/office/drawing/2014/main" id="{0AE8B98E-8C6F-4C6C-8D27-8D999FBEBE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3" name="直線接點 1682">
                <a:extLst>
                  <a:ext uri="{FF2B5EF4-FFF2-40B4-BE49-F238E27FC236}">
                    <a16:creationId xmlns:a16="http://schemas.microsoft.com/office/drawing/2014/main" id="{C2AC8138-A1CC-4F57-8B28-E8819883D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4" name="直線接點 1683">
                <a:extLst>
                  <a:ext uri="{FF2B5EF4-FFF2-40B4-BE49-F238E27FC236}">
                    <a16:creationId xmlns:a16="http://schemas.microsoft.com/office/drawing/2014/main" id="{CF646960-B6B8-46EF-842A-1C8865B97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85" name="直線接點 1684">
                <a:extLst>
                  <a:ext uri="{FF2B5EF4-FFF2-40B4-BE49-F238E27FC236}">
                    <a16:creationId xmlns:a16="http://schemas.microsoft.com/office/drawing/2014/main" id="{A2B6AF76-B167-4A3F-A59B-38D4805679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36" name="群組 1635">
              <a:extLst>
                <a:ext uri="{FF2B5EF4-FFF2-40B4-BE49-F238E27FC236}">
                  <a16:creationId xmlns:a16="http://schemas.microsoft.com/office/drawing/2014/main" id="{92F1C358-0A97-49C5-9AB2-1C219837A812}"/>
                </a:ext>
              </a:extLst>
            </p:cNvPr>
            <p:cNvGrpSpPr/>
            <p:nvPr/>
          </p:nvGrpSpPr>
          <p:grpSpPr>
            <a:xfrm>
              <a:off x="3324760" y="1299923"/>
              <a:ext cx="0" cy="517952"/>
              <a:chOff x="2392961" y="930932"/>
              <a:chExt cx="0" cy="648094"/>
            </a:xfrm>
          </p:grpSpPr>
          <p:cxnSp>
            <p:nvCxnSpPr>
              <p:cNvPr id="1674" name="直線接點 1673">
                <a:extLst>
                  <a:ext uri="{FF2B5EF4-FFF2-40B4-BE49-F238E27FC236}">
                    <a16:creationId xmlns:a16="http://schemas.microsoft.com/office/drawing/2014/main" id="{67BD8FE4-EDF8-497F-B75B-98A32B562B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5" name="直線接點 1674">
                <a:extLst>
                  <a:ext uri="{FF2B5EF4-FFF2-40B4-BE49-F238E27FC236}">
                    <a16:creationId xmlns:a16="http://schemas.microsoft.com/office/drawing/2014/main" id="{8FD2F385-5622-4ABF-B1AE-B588E5FA48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6" name="直線接點 1675">
                <a:extLst>
                  <a:ext uri="{FF2B5EF4-FFF2-40B4-BE49-F238E27FC236}">
                    <a16:creationId xmlns:a16="http://schemas.microsoft.com/office/drawing/2014/main" id="{70F4D204-246D-4290-B7D3-4BFEE6E86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7" name="直線接點 1676">
                <a:extLst>
                  <a:ext uri="{FF2B5EF4-FFF2-40B4-BE49-F238E27FC236}">
                    <a16:creationId xmlns:a16="http://schemas.microsoft.com/office/drawing/2014/main" id="{51630835-3D35-44C9-9371-25BB7B55E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8" name="直線接點 1677">
                <a:extLst>
                  <a:ext uri="{FF2B5EF4-FFF2-40B4-BE49-F238E27FC236}">
                    <a16:creationId xmlns:a16="http://schemas.microsoft.com/office/drawing/2014/main" id="{36F3E647-2423-47A2-AEFA-0FC21A157E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9" name="直線接點 1678">
                <a:extLst>
                  <a:ext uri="{FF2B5EF4-FFF2-40B4-BE49-F238E27FC236}">
                    <a16:creationId xmlns:a16="http://schemas.microsoft.com/office/drawing/2014/main" id="{4B7337D9-82A3-4367-9DC1-CAC823EA9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37" name="群組 1636">
              <a:extLst>
                <a:ext uri="{FF2B5EF4-FFF2-40B4-BE49-F238E27FC236}">
                  <a16:creationId xmlns:a16="http://schemas.microsoft.com/office/drawing/2014/main" id="{77B4C975-128E-46BA-A943-E4B4984A80DA}"/>
                </a:ext>
              </a:extLst>
            </p:cNvPr>
            <p:cNvGrpSpPr/>
            <p:nvPr/>
          </p:nvGrpSpPr>
          <p:grpSpPr>
            <a:xfrm>
              <a:off x="3459219" y="1299923"/>
              <a:ext cx="0" cy="517952"/>
              <a:chOff x="2392961" y="930932"/>
              <a:chExt cx="0" cy="648094"/>
            </a:xfrm>
          </p:grpSpPr>
          <p:cxnSp>
            <p:nvCxnSpPr>
              <p:cNvPr id="1668" name="直線接點 1667">
                <a:extLst>
                  <a:ext uri="{FF2B5EF4-FFF2-40B4-BE49-F238E27FC236}">
                    <a16:creationId xmlns:a16="http://schemas.microsoft.com/office/drawing/2014/main" id="{4A20F8EC-4B22-49F1-85D6-DF7BF1893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9" name="直線接點 1668">
                <a:extLst>
                  <a:ext uri="{FF2B5EF4-FFF2-40B4-BE49-F238E27FC236}">
                    <a16:creationId xmlns:a16="http://schemas.microsoft.com/office/drawing/2014/main" id="{79FEBF83-7F37-461E-8E6B-FCB65F859D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0" name="直線接點 1669">
                <a:extLst>
                  <a:ext uri="{FF2B5EF4-FFF2-40B4-BE49-F238E27FC236}">
                    <a16:creationId xmlns:a16="http://schemas.microsoft.com/office/drawing/2014/main" id="{7C6A76CE-D128-4D85-BB94-449F894A73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1" name="直線接點 1670">
                <a:extLst>
                  <a:ext uri="{FF2B5EF4-FFF2-40B4-BE49-F238E27FC236}">
                    <a16:creationId xmlns:a16="http://schemas.microsoft.com/office/drawing/2014/main" id="{F5718854-34ED-4DBF-9E0F-5094DFFDBD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2" name="直線接點 1671">
                <a:extLst>
                  <a:ext uri="{FF2B5EF4-FFF2-40B4-BE49-F238E27FC236}">
                    <a16:creationId xmlns:a16="http://schemas.microsoft.com/office/drawing/2014/main" id="{10F6E6FE-4738-4E61-A32A-34CD3A4D6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73" name="直線接點 1672">
                <a:extLst>
                  <a:ext uri="{FF2B5EF4-FFF2-40B4-BE49-F238E27FC236}">
                    <a16:creationId xmlns:a16="http://schemas.microsoft.com/office/drawing/2014/main" id="{AA0F410A-7A8C-426F-8A03-6EBB67806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38" name="群組 1637">
              <a:extLst>
                <a:ext uri="{FF2B5EF4-FFF2-40B4-BE49-F238E27FC236}">
                  <a16:creationId xmlns:a16="http://schemas.microsoft.com/office/drawing/2014/main" id="{A462F654-8C27-4FE0-822F-71244C72FF18}"/>
                </a:ext>
              </a:extLst>
            </p:cNvPr>
            <p:cNvGrpSpPr/>
            <p:nvPr/>
          </p:nvGrpSpPr>
          <p:grpSpPr>
            <a:xfrm>
              <a:off x="3398795" y="1299924"/>
              <a:ext cx="0" cy="517952"/>
              <a:chOff x="2392961" y="930932"/>
              <a:chExt cx="0" cy="648094"/>
            </a:xfrm>
          </p:grpSpPr>
          <p:cxnSp>
            <p:nvCxnSpPr>
              <p:cNvPr id="1662" name="直線接點 1661">
                <a:extLst>
                  <a:ext uri="{FF2B5EF4-FFF2-40B4-BE49-F238E27FC236}">
                    <a16:creationId xmlns:a16="http://schemas.microsoft.com/office/drawing/2014/main" id="{F4C8801F-C7C2-415D-AFE7-4FD2F57C93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93093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3" name="直線接點 1662">
                <a:extLst>
                  <a:ext uri="{FF2B5EF4-FFF2-40B4-BE49-F238E27FC236}">
                    <a16:creationId xmlns:a16="http://schemas.microsoft.com/office/drawing/2014/main" id="{67DD8BF7-671F-4D8A-8E27-CB43A47F5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04030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4" name="直線接點 1663">
                <a:extLst>
                  <a:ext uri="{FF2B5EF4-FFF2-40B4-BE49-F238E27FC236}">
                    <a16:creationId xmlns:a16="http://schemas.microsoft.com/office/drawing/2014/main" id="{ABDF3EFF-050A-4387-9B41-1766671537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14967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5" name="直線接點 1664">
                <a:extLst>
                  <a:ext uri="{FF2B5EF4-FFF2-40B4-BE49-F238E27FC236}">
                    <a16:creationId xmlns:a16="http://schemas.microsoft.com/office/drawing/2014/main" id="{43937512-542F-43B9-B589-50470F2D63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25904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6" name="直線接點 1665">
                <a:extLst>
                  <a:ext uri="{FF2B5EF4-FFF2-40B4-BE49-F238E27FC236}">
                    <a16:creationId xmlns:a16="http://schemas.microsoft.com/office/drawing/2014/main" id="{8ED74EEB-88EF-44B7-BEF5-E12075B333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36841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7" name="直線接點 1666">
                <a:extLst>
                  <a:ext uri="{FF2B5EF4-FFF2-40B4-BE49-F238E27FC236}">
                    <a16:creationId xmlns:a16="http://schemas.microsoft.com/office/drawing/2014/main" id="{162091F6-4C0B-47FB-93BB-07185023BC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2961" y="147778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39" name="群組 1638">
              <a:extLst>
                <a:ext uri="{FF2B5EF4-FFF2-40B4-BE49-F238E27FC236}">
                  <a16:creationId xmlns:a16="http://schemas.microsoft.com/office/drawing/2014/main" id="{0248A5E8-0687-4757-9091-1B728014A5C7}"/>
                </a:ext>
              </a:extLst>
            </p:cNvPr>
            <p:cNvGrpSpPr/>
            <p:nvPr/>
          </p:nvGrpSpPr>
          <p:grpSpPr>
            <a:xfrm>
              <a:off x="3315713" y="1824372"/>
              <a:ext cx="0" cy="423876"/>
              <a:chOff x="2650608" y="1587152"/>
              <a:chExt cx="0" cy="530380"/>
            </a:xfrm>
          </p:grpSpPr>
          <p:cxnSp>
            <p:nvCxnSpPr>
              <p:cNvPr id="1657" name="直線接點 1656">
                <a:extLst>
                  <a:ext uri="{FF2B5EF4-FFF2-40B4-BE49-F238E27FC236}">
                    <a16:creationId xmlns:a16="http://schemas.microsoft.com/office/drawing/2014/main" id="{CA1DB739-CCAE-4A9C-8FF2-A9B77BC32F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9" name="直線接點 1658">
                <a:extLst>
                  <a:ext uri="{FF2B5EF4-FFF2-40B4-BE49-F238E27FC236}">
                    <a16:creationId xmlns:a16="http://schemas.microsoft.com/office/drawing/2014/main" id="{C83EB819-F0C3-4441-88C8-D10B0382EB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0" name="直線接點 1659">
                <a:extLst>
                  <a:ext uri="{FF2B5EF4-FFF2-40B4-BE49-F238E27FC236}">
                    <a16:creationId xmlns:a16="http://schemas.microsoft.com/office/drawing/2014/main" id="{5C6FF370-7FE0-4D1C-A80A-9617DA0E39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61" name="直線接點 1660">
                <a:extLst>
                  <a:ext uri="{FF2B5EF4-FFF2-40B4-BE49-F238E27FC236}">
                    <a16:creationId xmlns:a16="http://schemas.microsoft.com/office/drawing/2014/main" id="{DE4F16D9-3065-486D-A559-33AD19965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40" name="群組 1639">
              <a:extLst>
                <a:ext uri="{FF2B5EF4-FFF2-40B4-BE49-F238E27FC236}">
                  <a16:creationId xmlns:a16="http://schemas.microsoft.com/office/drawing/2014/main" id="{0EEC8852-3445-4053-9D54-8CECAC1A9C6F}"/>
                </a:ext>
              </a:extLst>
            </p:cNvPr>
            <p:cNvGrpSpPr/>
            <p:nvPr/>
          </p:nvGrpSpPr>
          <p:grpSpPr>
            <a:xfrm>
              <a:off x="3216045" y="1824373"/>
              <a:ext cx="0" cy="423877"/>
              <a:chOff x="2650608" y="1587152"/>
              <a:chExt cx="0" cy="530380"/>
            </a:xfrm>
          </p:grpSpPr>
          <p:cxnSp>
            <p:nvCxnSpPr>
              <p:cNvPr id="1652" name="直線接點 1651">
                <a:extLst>
                  <a:ext uri="{FF2B5EF4-FFF2-40B4-BE49-F238E27FC236}">
                    <a16:creationId xmlns:a16="http://schemas.microsoft.com/office/drawing/2014/main" id="{D894E538-E98A-4C59-B318-525DE37F3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3" name="直線接點 1652">
                <a:extLst>
                  <a:ext uri="{FF2B5EF4-FFF2-40B4-BE49-F238E27FC236}">
                    <a16:creationId xmlns:a16="http://schemas.microsoft.com/office/drawing/2014/main" id="{2359C9F1-A4CC-4356-BC00-FD1393FE56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4" name="直線接點 1653">
                <a:extLst>
                  <a:ext uri="{FF2B5EF4-FFF2-40B4-BE49-F238E27FC236}">
                    <a16:creationId xmlns:a16="http://schemas.microsoft.com/office/drawing/2014/main" id="{18B6F39B-D37E-4DCA-9F0A-8249F0F94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5" name="直線接點 1654">
                <a:extLst>
                  <a:ext uri="{FF2B5EF4-FFF2-40B4-BE49-F238E27FC236}">
                    <a16:creationId xmlns:a16="http://schemas.microsoft.com/office/drawing/2014/main" id="{FD81B567-3B6A-4AFE-9038-162B2DD2BD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6" name="直線接點 1655">
                <a:extLst>
                  <a:ext uri="{FF2B5EF4-FFF2-40B4-BE49-F238E27FC236}">
                    <a16:creationId xmlns:a16="http://schemas.microsoft.com/office/drawing/2014/main" id="{E7D45EA6-8E91-4876-8F88-4CE01AD41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41" name="群組 1640">
              <a:extLst>
                <a:ext uri="{FF2B5EF4-FFF2-40B4-BE49-F238E27FC236}">
                  <a16:creationId xmlns:a16="http://schemas.microsoft.com/office/drawing/2014/main" id="{2DFC3FB1-B633-4710-A355-C2CF859D8776}"/>
                </a:ext>
              </a:extLst>
            </p:cNvPr>
            <p:cNvGrpSpPr/>
            <p:nvPr/>
          </p:nvGrpSpPr>
          <p:grpSpPr>
            <a:xfrm>
              <a:off x="3275398" y="1824374"/>
              <a:ext cx="0" cy="423877"/>
              <a:chOff x="2650608" y="1587152"/>
              <a:chExt cx="0" cy="530380"/>
            </a:xfrm>
          </p:grpSpPr>
          <p:cxnSp>
            <p:nvCxnSpPr>
              <p:cNvPr id="1648" name="直線接點 1647">
                <a:extLst>
                  <a:ext uri="{FF2B5EF4-FFF2-40B4-BE49-F238E27FC236}">
                    <a16:creationId xmlns:a16="http://schemas.microsoft.com/office/drawing/2014/main" id="{4699293E-7B01-4745-894F-7F9C4A3D6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9" name="直線接點 1648">
                <a:extLst>
                  <a:ext uri="{FF2B5EF4-FFF2-40B4-BE49-F238E27FC236}">
                    <a16:creationId xmlns:a16="http://schemas.microsoft.com/office/drawing/2014/main" id="{251485E6-8A86-43CB-B740-82E1537E6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0" name="直線接點 1649">
                <a:extLst>
                  <a:ext uri="{FF2B5EF4-FFF2-40B4-BE49-F238E27FC236}">
                    <a16:creationId xmlns:a16="http://schemas.microsoft.com/office/drawing/2014/main" id="{628214EA-42DD-4EA7-8C3A-3681B3E5DB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51" name="直線接點 1650">
                <a:extLst>
                  <a:ext uri="{FF2B5EF4-FFF2-40B4-BE49-F238E27FC236}">
                    <a16:creationId xmlns:a16="http://schemas.microsoft.com/office/drawing/2014/main" id="{2CE4CC67-F7E2-4C88-B1F6-E0F1372F9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1642" name="群組 1641">
              <a:extLst>
                <a:ext uri="{FF2B5EF4-FFF2-40B4-BE49-F238E27FC236}">
                  <a16:creationId xmlns:a16="http://schemas.microsoft.com/office/drawing/2014/main" id="{EEAB58E3-58F4-4799-91B5-23EED86336AA}"/>
                </a:ext>
              </a:extLst>
            </p:cNvPr>
            <p:cNvGrpSpPr/>
            <p:nvPr/>
          </p:nvGrpSpPr>
          <p:grpSpPr>
            <a:xfrm>
              <a:off x="3858734" y="1824374"/>
              <a:ext cx="0" cy="423877"/>
              <a:chOff x="2650608" y="1587152"/>
              <a:chExt cx="0" cy="530380"/>
            </a:xfrm>
          </p:grpSpPr>
          <p:cxnSp>
            <p:nvCxnSpPr>
              <p:cNvPr id="1643" name="直線接點 1642">
                <a:extLst>
                  <a:ext uri="{FF2B5EF4-FFF2-40B4-BE49-F238E27FC236}">
                    <a16:creationId xmlns:a16="http://schemas.microsoft.com/office/drawing/2014/main" id="{DD54DF35-7D06-4527-A01C-43D62DF97A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5871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4" name="直線接點 1643">
                <a:extLst>
                  <a:ext uri="{FF2B5EF4-FFF2-40B4-BE49-F238E27FC236}">
                    <a16:creationId xmlns:a16="http://schemas.microsoft.com/office/drawing/2014/main" id="{A54E6AF1-92F2-4DDF-81ED-6213BA46DF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69652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5" name="直線接點 1644">
                <a:extLst>
                  <a:ext uri="{FF2B5EF4-FFF2-40B4-BE49-F238E27FC236}">
                    <a16:creationId xmlns:a16="http://schemas.microsoft.com/office/drawing/2014/main" id="{024B264C-E3AF-4A6E-8D94-F100276BB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797552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6" name="直線接點 1645">
                <a:extLst>
                  <a:ext uri="{FF2B5EF4-FFF2-40B4-BE49-F238E27FC236}">
                    <a16:creationId xmlns:a16="http://schemas.microsoft.com/office/drawing/2014/main" id="{F408E148-95BC-4A37-859C-769DC9FCD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1906921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647" name="直線接點 1646">
                <a:extLst>
                  <a:ext uri="{FF2B5EF4-FFF2-40B4-BE49-F238E27FC236}">
                    <a16:creationId xmlns:a16="http://schemas.microsoft.com/office/drawing/2014/main" id="{7050DD67-DE0F-492C-B11B-E2FE8CD962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0608" y="2016288"/>
                <a:ext cx="0" cy="101244"/>
              </a:xfrm>
              <a:prstGeom prst="line">
                <a:avLst/>
              </a:prstGeom>
              <a:noFill/>
              <a:ln w="952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1506" name="直線接點 1505">
              <a:extLst>
                <a:ext uri="{FF2B5EF4-FFF2-40B4-BE49-F238E27FC236}">
                  <a16:creationId xmlns:a16="http://schemas.microsoft.com/office/drawing/2014/main" id="{ECCD5724-B2E3-4FAB-AFF6-D43C344A9E47}"/>
                </a:ext>
              </a:extLst>
            </p:cNvPr>
            <p:cNvCxnSpPr>
              <a:cxnSpLocks/>
            </p:cNvCxnSpPr>
            <p:nvPr/>
          </p:nvCxnSpPr>
          <p:spPr>
            <a:xfrm>
              <a:off x="4257180" y="181770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7" name="直線接點 1506">
              <a:extLst>
                <a:ext uri="{FF2B5EF4-FFF2-40B4-BE49-F238E27FC236}">
                  <a16:creationId xmlns:a16="http://schemas.microsoft.com/office/drawing/2014/main" id="{38009E3A-821B-41ED-B1A0-AC0B2B77B38A}"/>
                </a:ext>
              </a:extLst>
            </p:cNvPr>
            <p:cNvCxnSpPr>
              <a:cxnSpLocks/>
            </p:cNvCxnSpPr>
            <p:nvPr/>
          </p:nvCxnSpPr>
          <p:spPr>
            <a:xfrm>
              <a:off x="4257180" y="190511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8" name="直線接點 1507">
              <a:extLst>
                <a:ext uri="{FF2B5EF4-FFF2-40B4-BE49-F238E27FC236}">
                  <a16:creationId xmlns:a16="http://schemas.microsoft.com/office/drawing/2014/main" id="{32945395-0DEF-42CB-8FE4-45841E66E0DA}"/>
                </a:ext>
              </a:extLst>
            </p:cNvPr>
            <p:cNvCxnSpPr>
              <a:cxnSpLocks/>
            </p:cNvCxnSpPr>
            <p:nvPr/>
          </p:nvCxnSpPr>
          <p:spPr>
            <a:xfrm>
              <a:off x="4257180" y="207992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09" name="直線接點 1508">
              <a:extLst>
                <a:ext uri="{FF2B5EF4-FFF2-40B4-BE49-F238E27FC236}">
                  <a16:creationId xmlns:a16="http://schemas.microsoft.com/office/drawing/2014/main" id="{EDB1DE07-966A-420E-A46B-CD85A7A90B4F}"/>
                </a:ext>
              </a:extLst>
            </p:cNvPr>
            <p:cNvCxnSpPr>
              <a:cxnSpLocks/>
            </p:cNvCxnSpPr>
            <p:nvPr/>
          </p:nvCxnSpPr>
          <p:spPr>
            <a:xfrm>
              <a:off x="4257180" y="216733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0" name="直線接點 1509">
              <a:extLst>
                <a:ext uri="{FF2B5EF4-FFF2-40B4-BE49-F238E27FC236}">
                  <a16:creationId xmlns:a16="http://schemas.microsoft.com/office/drawing/2014/main" id="{A3B74806-D6CF-4EF5-89C8-C27C5E432BE1}"/>
                </a:ext>
              </a:extLst>
            </p:cNvPr>
            <p:cNvCxnSpPr>
              <a:cxnSpLocks/>
            </p:cNvCxnSpPr>
            <p:nvPr/>
          </p:nvCxnSpPr>
          <p:spPr>
            <a:xfrm>
              <a:off x="4612545" y="181770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1" name="直線接點 1510">
              <a:extLst>
                <a:ext uri="{FF2B5EF4-FFF2-40B4-BE49-F238E27FC236}">
                  <a16:creationId xmlns:a16="http://schemas.microsoft.com/office/drawing/2014/main" id="{86312B0C-AF69-49CA-9C83-0BDD18C2E0DB}"/>
                </a:ext>
              </a:extLst>
            </p:cNvPr>
            <p:cNvCxnSpPr>
              <a:cxnSpLocks/>
            </p:cNvCxnSpPr>
            <p:nvPr/>
          </p:nvCxnSpPr>
          <p:spPr>
            <a:xfrm>
              <a:off x="4612545" y="190511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2" name="直線接點 1511">
              <a:extLst>
                <a:ext uri="{FF2B5EF4-FFF2-40B4-BE49-F238E27FC236}">
                  <a16:creationId xmlns:a16="http://schemas.microsoft.com/office/drawing/2014/main" id="{342D53B2-F508-4A52-837E-149616CD3135}"/>
                </a:ext>
              </a:extLst>
            </p:cNvPr>
            <p:cNvCxnSpPr>
              <a:cxnSpLocks/>
            </p:cNvCxnSpPr>
            <p:nvPr/>
          </p:nvCxnSpPr>
          <p:spPr>
            <a:xfrm>
              <a:off x="4612545" y="199252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3" name="直線接點 1512">
              <a:extLst>
                <a:ext uri="{FF2B5EF4-FFF2-40B4-BE49-F238E27FC236}">
                  <a16:creationId xmlns:a16="http://schemas.microsoft.com/office/drawing/2014/main" id="{1DC550A3-591A-4B5B-8329-B189199778A6}"/>
                </a:ext>
              </a:extLst>
            </p:cNvPr>
            <p:cNvCxnSpPr>
              <a:cxnSpLocks/>
            </p:cNvCxnSpPr>
            <p:nvPr/>
          </p:nvCxnSpPr>
          <p:spPr>
            <a:xfrm>
              <a:off x="4612545" y="207992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4" name="直線接點 1513">
              <a:extLst>
                <a:ext uri="{FF2B5EF4-FFF2-40B4-BE49-F238E27FC236}">
                  <a16:creationId xmlns:a16="http://schemas.microsoft.com/office/drawing/2014/main" id="{A31B648B-DAA0-4B53-9C01-C19E80B7693E}"/>
                </a:ext>
              </a:extLst>
            </p:cNvPr>
            <p:cNvCxnSpPr>
              <a:cxnSpLocks/>
            </p:cNvCxnSpPr>
            <p:nvPr/>
          </p:nvCxnSpPr>
          <p:spPr>
            <a:xfrm>
              <a:off x="4612545" y="216733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5" name="直線接點 1514">
              <a:extLst>
                <a:ext uri="{FF2B5EF4-FFF2-40B4-BE49-F238E27FC236}">
                  <a16:creationId xmlns:a16="http://schemas.microsoft.com/office/drawing/2014/main" id="{0845A0DD-B20B-4204-87AE-161FC5857218}"/>
                </a:ext>
              </a:extLst>
            </p:cNvPr>
            <p:cNvCxnSpPr>
              <a:cxnSpLocks/>
            </p:cNvCxnSpPr>
            <p:nvPr/>
          </p:nvCxnSpPr>
          <p:spPr>
            <a:xfrm>
              <a:off x="4452850" y="190511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6" name="直線接點 1515">
              <a:extLst>
                <a:ext uri="{FF2B5EF4-FFF2-40B4-BE49-F238E27FC236}">
                  <a16:creationId xmlns:a16="http://schemas.microsoft.com/office/drawing/2014/main" id="{57255733-8365-476D-BED5-5EF1FC0CA625}"/>
                </a:ext>
              </a:extLst>
            </p:cNvPr>
            <p:cNvCxnSpPr>
              <a:cxnSpLocks/>
            </p:cNvCxnSpPr>
            <p:nvPr/>
          </p:nvCxnSpPr>
          <p:spPr>
            <a:xfrm>
              <a:off x="4452850" y="199252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7" name="直線接點 1516">
              <a:extLst>
                <a:ext uri="{FF2B5EF4-FFF2-40B4-BE49-F238E27FC236}">
                  <a16:creationId xmlns:a16="http://schemas.microsoft.com/office/drawing/2014/main" id="{BE1E0890-6EA4-4B25-B2AC-62AF16467A9A}"/>
                </a:ext>
              </a:extLst>
            </p:cNvPr>
            <p:cNvCxnSpPr>
              <a:cxnSpLocks/>
            </p:cNvCxnSpPr>
            <p:nvPr/>
          </p:nvCxnSpPr>
          <p:spPr>
            <a:xfrm>
              <a:off x="4452850" y="207992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8" name="直線接點 1517">
              <a:extLst>
                <a:ext uri="{FF2B5EF4-FFF2-40B4-BE49-F238E27FC236}">
                  <a16:creationId xmlns:a16="http://schemas.microsoft.com/office/drawing/2014/main" id="{8789C345-F690-435D-9011-416B73316A35}"/>
                </a:ext>
              </a:extLst>
            </p:cNvPr>
            <p:cNvCxnSpPr>
              <a:cxnSpLocks/>
            </p:cNvCxnSpPr>
            <p:nvPr/>
          </p:nvCxnSpPr>
          <p:spPr>
            <a:xfrm>
              <a:off x="4452850" y="216733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19" name="直線接點 1518">
              <a:extLst>
                <a:ext uri="{FF2B5EF4-FFF2-40B4-BE49-F238E27FC236}">
                  <a16:creationId xmlns:a16="http://schemas.microsoft.com/office/drawing/2014/main" id="{7E0806FD-23E8-4A64-A3A1-03B8E927F1BA}"/>
                </a:ext>
              </a:extLst>
            </p:cNvPr>
            <p:cNvCxnSpPr>
              <a:cxnSpLocks/>
            </p:cNvCxnSpPr>
            <p:nvPr/>
          </p:nvCxnSpPr>
          <p:spPr>
            <a:xfrm>
              <a:off x="5221795" y="138733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0" name="直線接點 1519">
              <a:extLst>
                <a:ext uri="{FF2B5EF4-FFF2-40B4-BE49-F238E27FC236}">
                  <a16:creationId xmlns:a16="http://schemas.microsoft.com/office/drawing/2014/main" id="{3D4E4DCF-2955-4684-8F31-DD5989645801}"/>
                </a:ext>
              </a:extLst>
            </p:cNvPr>
            <p:cNvCxnSpPr>
              <a:cxnSpLocks/>
            </p:cNvCxnSpPr>
            <p:nvPr/>
          </p:nvCxnSpPr>
          <p:spPr>
            <a:xfrm>
              <a:off x="5221795" y="147473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1" name="直線接點 1520">
              <a:extLst>
                <a:ext uri="{FF2B5EF4-FFF2-40B4-BE49-F238E27FC236}">
                  <a16:creationId xmlns:a16="http://schemas.microsoft.com/office/drawing/2014/main" id="{B08689C5-B2DE-4629-AC04-AFE7AAE6A88E}"/>
                </a:ext>
              </a:extLst>
            </p:cNvPr>
            <p:cNvCxnSpPr>
              <a:cxnSpLocks/>
            </p:cNvCxnSpPr>
            <p:nvPr/>
          </p:nvCxnSpPr>
          <p:spPr>
            <a:xfrm>
              <a:off x="5221795" y="156214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2" name="直線接點 1521">
              <a:extLst>
                <a:ext uri="{FF2B5EF4-FFF2-40B4-BE49-F238E27FC236}">
                  <a16:creationId xmlns:a16="http://schemas.microsoft.com/office/drawing/2014/main" id="{F18152C1-FB49-4814-9F30-0C02573BC4C5}"/>
                </a:ext>
              </a:extLst>
            </p:cNvPr>
            <p:cNvCxnSpPr>
              <a:cxnSpLocks/>
            </p:cNvCxnSpPr>
            <p:nvPr/>
          </p:nvCxnSpPr>
          <p:spPr>
            <a:xfrm>
              <a:off x="5221795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4" name="直線接點 1523">
              <a:extLst>
                <a:ext uri="{FF2B5EF4-FFF2-40B4-BE49-F238E27FC236}">
                  <a16:creationId xmlns:a16="http://schemas.microsoft.com/office/drawing/2014/main" id="{44A60B87-C090-4EDD-917B-47EC70874D99}"/>
                </a:ext>
              </a:extLst>
            </p:cNvPr>
            <p:cNvCxnSpPr>
              <a:cxnSpLocks/>
            </p:cNvCxnSpPr>
            <p:nvPr/>
          </p:nvCxnSpPr>
          <p:spPr>
            <a:xfrm>
              <a:off x="5253890" y="138733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5" name="直線接點 1524">
              <a:extLst>
                <a:ext uri="{FF2B5EF4-FFF2-40B4-BE49-F238E27FC236}">
                  <a16:creationId xmlns:a16="http://schemas.microsoft.com/office/drawing/2014/main" id="{C4E0A0F9-3624-4F15-8EE4-9C8BD9F2861B}"/>
                </a:ext>
              </a:extLst>
            </p:cNvPr>
            <p:cNvCxnSpPr>
              <a:cxnSpLocks/>
            </p:cNvCxnSpPr>
            <p:nvPr/>
          </p:nvCxnSpPr>
          <p:spPr>
            <a:xfrm>
              <a:off x="5253890" y="147473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6" name="直線接點 1525">
              <a:extLst>
                <a:ext uri="{FF2B5EF4-FFF2-40B4-BE49-F238E27FC236}">
                  <a16:creationId xmlns:a16="http://schemas.microsoft.com/office/drawing/2014/main" id="{3682E436-B512-4FD1-B36A-1B3676A74FE5}"/>
                </a:ext>
              </a:extLst>
            </p:cNvPr>
            <p:cNvCxnSpPr>
              <a:cxnSpLocks/>
            </p:cNvCxnSpPr>
            <p:nvPr/>
          </p:nvCxnSpPr>
          <p:spPr>
            <a:xfrm>
              <a:off x="5253890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7" name="直線接點 1526">
              <a:extLst>
                <a:ext uri="{FF2B5EF4-FFF2-40B4-BE49-F238E27FC236}">
                  <a16:creationId xmlns:a16="http://schemas.microsoft.com/office/drawing/2014/main" id="{E656C849-B777-40D3-8E23-3F6162054681}"/>
                </a:ext>
              </a:extLst>
            </p:cNvPr>
            <p:cNvCxnSpPr>
              <a:cxnSpLocks/>
            </p:cNvCxnSpPr>
            <p:nvPr/>
          </p:nvCxnSpPr>
          <p:spPr>
            <a:xfrm>
              <a:off x="5374452" y="156214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29" name="直線接點 1528">
              <a:extLst>
                <a:ext uri="{FF2B5EF4-FFF2-40B4-BE49-F238E27FC236}">
                  <a16:creationId xmlns:a16="http://schemas.microsoft.com/office/drawing/2014/main" id="{6A609763-034B-4905-971F-5E8A0B80A0FA}"/>
                </a:ext>
              </a:extLst>
            </p:cNvPr>
            <p:cNvCxnSpPr>
              <a:cxnSpLocks/>
            </p:cNvCxnSpPr>
            <p:nvPr/>
          </p:nvCxnSpPr>
          <p:spPr>
            <a:xfrm>
              <a:off x="5295656" y="138733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0" name="直線接點 1529">
              <a:extLst>
                <a:ext uri="{FF2B5EF4-FFF2-40B4-BE49-F238E27FC236}">
                  <a16:creationId xmlns:a16="http://schemas.microsoft.com/office/drawing/2014/main" id="{0D0AB18E-0D53-4E01-B266-1C8287A9869C}"/>
                </a:ext>
              </a:extLst>
            </p:cNvPr>
            <p:cNvCxnSpPr>
              <a:cxnSpLocks/>
            </p:cNvCxnSpPr>
            <p:nvPr/>
          </p:nvCxnSpPr>
          <p:spPr>
            <a:xfrm>
              <a:off x="5295656" y="147473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1" name="直線接點 1530">
              <a:extLst>
                <a:ext uri="{FF2B5EF4-FFF2-40B4-BE49-F238E27FC236}">
                  <a16:creationId xmlns:a16="http://schemas.microsoft.com/office/drawing/2014/main" id="{AB12025B-B82A-4B13-AEE0-0D6A4436160E}"/>
                </a:ext>
              </a:extLst>
            </p:cNvPr>
            <p:cNvCxnSpPr>
              <a:cxnSpLocks/>
            </p:cNvCxnSpPr>
            <p:nvPr/>
          </p:nvCxnSpPr>
          <p:spPr>
            <a:xfrm>
              <a:off x="5295656" y="164955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2" name="直線接點 1531">
              <a:extLst>
                <a:ext uri="{FF2B5EF4-FFF2-40B4-BE49-F238E27FC236}">
                  <a16:creationId xmlns:a16="http://schemas.microsoft.com/office/drawing/2014/main" id="{FF0391EB-D3E6-493B-AC8A-D63930BAC9B5}"/>
                </a:ext>
              </a:extLst>
            </p:cNvPr>
            <p:cNvCxnSpPr>
              <a:cxnSpLocks/>
            </p:cNvCxnSpPr>
            <p:nvPr/>
          </p:nvCxnSpPr>
          <p:spPr>
            <a:xfrm>
              <a:off x="5496919" y="138733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3" name="直線接點 1532">
              <a:extLst>
                <a:ext uri="{FF2B5EF4-FFF2-40B4-BE49-F238E27FC236}">
                  <a16:creationId xmlns:a16="http://schemas.microsoft.com/office/drawing/2014/main" id="{3D0B7A49-6D16-499F-AF27-10009A510F7A}"/>
                </a:ext>
              </a:extLst>
            </p:cNvPr>
            <p:cNvCxnSpPr>
              <a:cxnSpLocks/>
            </p:cNvCxnSpPr>
            <p:nvPr/>
          </p:nvCxnSpPr>
          <p:spPr>
            <a:xfrm>
              <a:off x="5496919" y="147473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4" name="直線接點 1533">
              <a:extLst>
                <a:ext uri="{FF2B5EF4-FFF2-40B4-BE49-F238E27FC236}">
                  <a16:creationId xmlns:a16="http://schemas.microsoft.com/office/drawing/2014/main" id="{B35C6DF4-4E2D-4534-A0B3-19B518FEE7D8}"/>
                </a:ext>
              </a:extLst>
            </p:cNvPr>
            <p:cNvCxnSpPr>
              <a:cxnSpLocks/>
            </p:cNvCxnSpPr>
            <p:nvPr/>
          </p:nvCxnSpPr>
          <p:spPr>
            <a:xfrm>
              <a:off x="5496919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5" name="直線接點 1534">
              <a:extLst>
                <a:ext uri="{FF2B5EF4-FFF2-40B4-BE49-F238E27FC236}">
                  <a16:creationId xmlns:a16="http://schemas.microsoft.com/office/drawing/2014/main" id="{42FAF374-7493-42F0-BC06-FD9375F1ABC8}"/>
                </a:ext>
              </a:extLst>
            </p:cNvPr>
            <p:cNvCxnSpPr>
              <a:cxnSpLocks/>
            </p:cNvCxnSpPr>
            <p:nvPr/>
          </p:nvCxnSpPr>
          <p:spPr>
            <a:xfrm>
              <a:off x="5466183" y="15621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6" name="直線接點 1535">
              <a:extLst>
                <a:ext uri="{FF2B5EF4-FFF2-40B4-BE49-F238E27FC236}">
                  <a16:creationId xmlns:a16="http://schemas.microsoft.com/office/drawing/2014/main" id="{EA95ABAA-806C-472B-9B3F-F4C86C96670F}"/>
                </a:ext>
              </a:extLst>
            </p:cNvPr>
            <p:cNvCxnSpPr>
              <a:cxnSpLocks/>
            </p:cNvCxnSpPr>
            <p:nvPr/>
          </p:nvCxnSpPr>
          <p:spPr>
            <a:xfrm>
              <a:off x="5649575" y="156214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7" name="直線接點 1536">
              <a:extLst>
                <a:ext uri="{FF2B5EF4-FFF2-40B4-BE49-F238E27FC236}">
                  <a16:creationId xmlns:a16="http://schemas.microsoft.com/office/drawing/2014/main" id="{4BEA877F-59F3-47BE-96CA-C383D159D4AE}"/>
                </a:ext>
              </a:extLst>
            </p:cNvPr>
            <p:cNvCxnSpPr>
              <a:cxnSpLocks/>
            </p:cNvCxnSpPr>
            <p:nvPr/>
          </p:nvCxnSpPr>
          <p:spPr>
            <a:xfrm>
              <a:off x="5649575" y="1649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8" name="直線接點 1537">
              <a:extLst>
                <a:ext uri="{FF2B5EF4-FFF2-40B4-BE49-F238E27FC236}">
                  <a16:creationId xmlns:a16="http://schemas.microsoft.com/office/drawing/2014/main" id="{6B456D6F-2E82-4E50-9E2B-9748030BEFB8}"/>
                </a:ext>
              </a:extLst>
            </p:cNvPr>
            <p:cNvCxnSpPr>
              <a:cxnSpLocks/>
            </p:cNvCxnSpPr>
            <p:nvPr/>
          </p:nvCxnSpPr>
          <p:spPr>
            <a:xfrm>
              <a:off x="5570779" y="138733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9" name="直線接點 1538">
              <a:extLst>
                <a:ext uri="{FF2B5EF4-FFF2-40B4-BE49-F238E27FC236}">
                  <a16:creationId xmlns:a16="http://schemas.microsoft.com/office/drawing/2014/main" id="{613EC391-BC76-43B6-B518-98E7BC926C41}"/>
                </a:ext>
              </a:extLst>
            </p:cNvPr>
            <p:cNvCxnSpPr>
              <a:cxnSpLocks/>
            </p:cNvCxnSpPr>
            <p:nvPr/>
          </p:nvCxnSpPr>
          <p:spPr>
            <a:xfrm>
              <a:off x="5570779" y="147473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0" name="直線接點 1539">
              <a:extLst>
                <a:ext uri="{FF2B5EF4-FFF2-40B4-BE49-F238E27FC236}">
                  <a16:creationId xmlns:a16="http://schemas.microsoft.com/office/drawing/2014/main" id="{EED93EB0-ADED-442A-A4BD-9E8A85A68F41}"/>
                </a:ext>
              </a:extLst>
            </p:cNvPr>
            <p:cNvCxnSpPr>
              <a:cxnSpLocks/>
            </p:cNvCxnSpPr>
            <p:nvPr/>
          </p:nvCxnSpPr>
          <p:spPr>
            <a:xfrm>
              <a:off x="5570779" y="164955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9" name="直線接點 1548">
              <a:extLst>
                <a:ext uri="{FF2B5EF4-FFF2-40B4-BE49-F238E27FC236}">
                  <a16:creationId xmlns:a16="http://schemas.microsoft.com/office/drawing/2014/main" id="{D39177D7-1BE3-4F19-BC35-56DFDBDA2CEA}"/>
                </a:ext>
              </a:extLst>
            </p:cNvPr>
            <p:cNvCxnSpPr>
              <a:cxnSpLocks/>
            </p:cNvCxnSpPr>
            <p:nvPr/>
          </p:nvCxnSpPr>
          <p:spPr>
            <a:xfrm>
              <a:off x="6586089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1" name="直線接點 1550">
              <a:extLst>
                <a:ext uri="{FF2B5EF4-FFF2-40B4-BE49-F238E27FC236}">
                  <a16:creationId xmlns:a16="http://schemas.microsoft.com/office/drawing/2014/main" id="{71699C31-8AD2-400F-BBD0-99ADD688A4C7}"/>
                </a:ext>
              </a:extLst>
            </p:cNvPr>
            <p:cNvCxnSpPr>
              <a:cxnSpLocks/>
            </p:cNvCxnSpPr>
            <p:nvPr/>
          </p:nvCxnSpPr>
          <p:spPr>
            <a:xfrm>
              <a:off x="6604373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3" name="直線接點 1552">
              <a:extLst>
                <a:ext uri="{FF2B5EF4-FFF2-40B4-BE49-F238E27FC236}">
                  <a16:creationId xmlns:a16="http://schemas.microsoft.com/office/drawing/2014/main" id="{1C0D052C-022E-4BC1-B8D6-C1204A84CF14}"/>
                </a:ext>
              </a:extLst>
            </p:cNvPr>
            <p:cNvCxnSpPr>
              <a:cxnSpLocks/>
            </p:cNvCxnSpPr>
            <p:nvPr/>
          </p:nvCxnSpPr>
          <p:spPr>
            <a:xfrm>
              <a:off x="6567083" y="1649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5" name="直線接點 1554">
              <a:extLst>
                <a:ext uri="{FF2B5EF4-FFF2-40B4-BE49-F238E27FC236}">
                  <a16:creationId xmlns:a16="http://schemas.microsoft.com/office/drawing/2014/main" id="{6BB0C901-B776-4B2A-B579-C81FA606C8DF}"/>
                </a:ext>
              </a:extLst>
            </p:cNvPr>
            <p:cNvCxnSpPr>
              <a:cxnSpLocks/>
            </p:cNvCxnSpPr>
            <p:nvPr/>
          </p:nvCxnSpPr>
          <p:spPr>
            <a:xfrm>
              <a:off x="6626407" y="156214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6" name="直線接點 1555">
              <a:extLst>
                <a:ext uri="{FF2B5EF4-FFF2-40B4-BE49-F238E27FC236}">
                  <a16:creationId xmlns:a16="http://schemas.microsoft.com/office/drawing/2014/main" id="{7A67F0BE-CF28-4DBB-8153-9217B9D92BFC}"/>
                </a:ext>
              </a:extLst>
            </p:cNvPr>
            <p:cNvCxnSpPr>
              <a:cxnSpLocks/>
            </p:cNvCxnSpPr>
            <p:nvPr/>
          </p:nvCxnSpPr>
          <p:spPr>
            <a:xfrm>
              <a:off x="6626407" y="164955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8" name="直線接點 1557">
              <a:extLst>
                <a:ext uri="{FF2B5EF4-FFF2-40B4-BE49-F238E27FC236}">
                  <a16:creationId xmlns:a16="http://schemas.microsoft.com/office/drawing/2014/main" id="{0932A3E7-A363-490A-AFA9-A313ACF0052F}"/>
                </a:ext>
              </a:extLst>
            </p:cNvPr>
            <p:cNvCxnSpPr>
              <a:cxnSpLocks/>
            </p:cNvCxnSpPr>
            <p:nvPr/>
          </p:nvCxnSpPr>
          <p:spPr>
            <a:xfrm>
              <a:off x="7060150" y="1562148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59" name="直線接點 1558">
              <a:extLst>
                <a:ext uri="{FF2B5EF4-FFF2-40B4-BE49-F238E27FC236}">
                  <a16:creationId xmlns:a16="http://schemas.microsoft.com/office/drawing/2014/main" id="{310EFDBD-A2E8-4B21-8C1B-C1091823A7DE}"/>
                </a:ext>
              </a:extLst>
            </p:cNvPr>
            <p:cNvCxnSpPr>
              <a:cxnSpLocks/>
            </p:cNvCxnSpPr>
            <p:nvPr/>
          </p:nvCxnSpPr>
          <p:spPr>
            <a:xfrm>
              <a:off x="7060150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1" name="直線接點 1560">
              <a:extLst>
                <a:ext uri="{FF2B5EF4-FFF2-40B4-BE49-F238E27FC236}">
                  <a16:creationId xmlns:a16="http://schemas.microsoft.com/office/drawing/2014/main" id="{5EB21BEF-8773-44DA-B0CE-E64FD40FE162}"/>
                </a:ext>
              </a:extLst>
            </p:cNvPr>
            <p:cNvCxnSpPr>
              <a:cxnSpLocks/>
            </p:cNvCxnSpPr>
            <p:nvPr/>
          </p:nvCxnSpPr>
          <p:spPr>
            <a:xfrm>
              <a:off x="7078433" y="15621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2" name="直線接點 1561">
              <a:extLst>
                <a:ext uri="{FF2B5EF4-FFF2-40B4-BE49-F238E27FC236}">
                  <a16:creationId xmlns:a16="http://schemas.microsoft.com/office/drawing/2014/main" id="{62D1164C-369D-4E82-8ECE-BD5BDA9D475F}"/>
                </a:ext>
              </a:extLst>
            </p:cNvPr>
            <p:cNvCxnSpPr>
              <a:cxnSpLocks/>
            </p:cNvCxnSpPr>
            <p:nvPr/>
          </p:nvCxnSpPr>
          <p:spPr>
            <a:xfrm>
              <a:off x="7078433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4" name="直線接點 1563">
              <a:extLst>
                <a:ext uri="{FF2B5EF4-FFF2-40B4-BE49-F238E27FC236}">
                  <a16:creationId xmlns:a16="http://schemas.microsoft.com/office/drawing/2014/main" id="{00979013-0479-4FFF-B5CC-BF664ED2F41B}"/>
                </a:ext>
              </a:extLst>
            </p:cNvPr>
            <p:cNvCxnSpPr>
              <a:cxnSpLocks/>
            </p:cNvCxnSpPr>
            <p:nvPr/>
          </p:nvCxnSpPr>
          <p:spPr>
            <a:xfrm>
              <a:off x="7041143" y="147473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5" name="直線接點 1564">
              <a:extLst>
                <a:ext uri="{FF2B5EF4-FFF2-40B4-BE49-F238E27FC236}">
                  <a16:creationId xmlns:a16="http://schemas.microsoft.com/office/drawing/2014/main" id="{7BCA728B-A0F4-4A49-B0CC-2CB4D4115B96}"/>
                </a:ext>
              </a:extLst>
            </p:cNvPr>
            <p:cNvCxnSpPr>
              <a:cxnSpLocks/>
            </p:cNvCxnSpPr>
            <p:nvPr/>
          </p:nvCxnSpPr>
          <p:spPr>
            <a:xfrm>
              <a:off x="7041143" y="156214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6" name="直線接點 1565">
              <a:extLst>
                <a:ext uri="{FF2B5EF4-FFF2-40B4-BE49-F238E27FC236}">
                  <a16:creationId xmlns:a16="http://schemas.microsoft.com/office/drawing/2014/main" id="{27ABB7E7-5EBA-469F-9371-75801EE82AD7}"/>
                </a:ext>
              </a:extLst>
            </p:cNvPr>
            <p:cNvCxnSpPr>
              <a:cxnSpLocks/>
            </p:cNvCxnSpPr>
            <p:nvPr/>
          </p:nvCxnSpPr>
          <p:spPr>
            <a:xfrm>
              <a:off x="7041143" y="1649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8" name="直線接點 1567">
              <a:extLst>
                <a:ext uri="{FF2B5EF4-FFF2-40B4-BE49-F238E27FC236}">
                  <a16:creationId xmlns:a16="http://schemas.microsoft.com/office/drawing/2014/main" id="{311818DB-F6A6-4603-8597-379B591CE700}"/>
                </a:ext>
              </a:extLst>
            </p:cNvPr>
            <p:cNvCxnSpPr>
              <a:cxnSpLocks/>
            </p:cNvCxnSpPr>
            <p:nvPr/>
          </p:nvCxnSpPr>
          <p:spPr>
            <a:xfrm>
              <a:off x="7100467" y="156214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69" name="直線接點 1568">
              <a:extLst>
                <a:ext uri="{FF2B5EF4-FFF2-40B4-BE49-F238E27FC236}">
                  <a16:creationId xmlns:a16="http://schemas.microsoft.com/office/drawing/2014/main" id="{ACD2B7A2-B5D8-4260-A2A7-7CD3BD81B723}"/>
                </a:ext>
              </a:extLst>
            </p:cNvPr>
            <p:cNvCxnSpPr>
              <a:cxnSpLocks/>
            </p:cNvCxnSpPr>
            <p:nvPr/>
          </p:nvCxnSpPr>
          <p:spPr>
            <a:xfrm>
              <a:off x="7100467" y="164955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1" name="直線接點 1570">
              <a:extLst>
                <a:ext uri="{FF2B5EF4-FFF2-40B4-BE49-F238E27FC236}">
                  <a16:creationId xmlns:a16="http://schemas.microsoft.com/office/drawing/2014/main" id="{0466119A-7D85-4769-8A5D-ACF8F65C7C81}"/>
                </a:ext>
              </a:extLst>
            </p:cNvPr>
            <p:cNvCxnSpPr>
              <a:cxnSpLocks/>
            </p:cNvCxnSpPr>
            <p:nvPr/>
          </p:nvCxnSpPr>
          <p:spPr>
            <a:xfrm>
              <a:off x="7147018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3" name="直線接點 1572">
              <a:extLst>
                <a:ext uri="{FF2B5EF4-FFF2-40B4-BE49-F238E27FC236}">
                  <a16:creationId xmlns:a16="http://schemas.microsoft.com/office/drawing/2014/main" id="{F73F3FA4-3187-4625-9F04-37C1F5318822}"/>
                </a:ext>
              </a:extLst>
            </p:cNvPr>
            <p:cNvCxnSpPr>
              <a:cxnSpLocks/>
            </p:cNvCxnSpPr>
            <p:nvPr/>
          </p:nvCxnSpPr>
          <p:spPr>
            <a:xfrm>
              <a:off x="7165302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5" name="直線接點 1574">
              <a:extLst>
                <a:ext uri="{FF2B5EF4-FFF2-40B4-BE49-F238E27FC236}">
                  <a16:creationId xmlns:a16="http://schemas.microsoft.com/office/drawing/2014/main" id="{AF298AB4-634D-4A81-8FCC-26549C195F02}"/>
                </a:ext>
              </a:extLst>
            </p:cNvPr>
            <p:cNvCxnSpPr>
              <a:cxnSpLocks/>
            </p:cNvCxnSpPr>
            <p:nvPr/>
          </p:nvCxnSpPr>
          <p:spPr>
            <a:xfrm>
              <a:off x="7128012" y="1649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8" name="直線接點 1577">
              <a:extLst>
                <a:ext uri="{FF2B5EF4-FFF2-40B4-BE49-F238E27FC236}">
                  <a16:creationId xmlns:a16="http://schemas.microsoft.com/office/drawing/2014/main" id="{F15C8B9C-069E-461A-BFC9-04AB714046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4583" y="129992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9" name="直線接點 1578">
              <a:extLst>
                <a:ext uri="{FF2B5EF4-FFF2-40B4-BE49-F238E27FC236}">
                  <a16:creationId xmlns:a16="http://schemas.microsoft.com/office/drawing/2014/main" id="{E4EA9702-8B59-4812-BF66-B7AE606F2D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4583" y="138733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0" name="直線接點 1579">
              <a:extLst>
                <a:ext uri="{FF2B5EF4-FFF2-40B4-BE49-F238E27FC236}">
                  <a16:creationId xmlns:a16="http://schemas.microsoft.com/office/drawing/2014/main" id="{6E1713AD-B48D-4A39-8E4B-EA24F67858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4583" y="147473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1" name="直線接點 1580">
              <a:extLst>
                <a:ext uri="{FF2B5EF4-FFF2-40B4-BE49-F238E27FC236}">
                  <a16:creationId xmlns:a16="http://schemas.microsoft.com/office/drawing/2014/main" id="{B5002D4F-3CA2-46A9-8161-C09C9E195B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4583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3" name="直線接點 1582">
              <a:extLst>
                <a:ext uri="{FF2B5EF4-FFF2-40B4-BE49-F238E27FC236}">
                  <a16:creationId xmlns:a16="http://schemas.microsoft.com/office/drawing/2014/main" id="{04E3F4A8-BE08-4D08-A444-7F08877531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0556" y="129992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4" name="直線接點 1583">
              <a:extLst>
                <a:ext uri="{FF2B5EF4-FFF2-40B4-BE49-F238E27FC236}">
                  <a16:creationId xmlns:a16="http://schemas.microsoft.com/office/drawing/2014/main" id="{45A28724-7E69-4290-8C2B-625BAC60D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0556" y="138733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5" name="直線接點 1584">
              <a:extLst>
                <a:ext uri="{FF2B5EF4-FFF2-40B4-BE49-F238E27FC236}">
                  <a16:creationId xmlns:a16="http://schemas.microsoft.com/office/drawing/2014/main" id="{7173A185-F2B4-4DFB-9811-2933440F5B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0556" y="156214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6" name="直線接點 1585">
              <a:extLst>
                <a:ext uri="{FF2B5EF4-FFF2-40B4-BE49-F238E27FC236}">
                  <a16:creationId xmlns:a16="http://schemas.microsoft.com/office/drawing/2014/main" id="{1CB8CC9D-4799-49D1-B3E3-344D98B48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0556" y="164955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8" name="直線接點 1587">
              <a:extLst>
                <a:ext uri="{FF2B5EF4-FFF2-40B4-BE49-F238E27FC236}">
                  <a16:creationId xmlns:a16="http://schemas.microsoft.com/office/drawing/2014/main" id="{2EE4A108-182E-4B0F-A076-F5C3E209D8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5190" y="129992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89" name="直線接點 1588">
              <a:extLst>
                <a:ext uri="{FF2B5EF4-FFF2-40B4-BE49-F238E27FC236}">
                  <a16:creationId xmlns:a16="http://schemas.microsoft.com/office/drawing/2014/main" id="{C66A51B7-6EDD-473B-97DD-55C311FFB4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5190" y="138733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0" name="直線接點 1589">
              <a:extLst>
                <a:ext uri="{FF2B5EF4-FFF2-40B4-BE49-F238E27FC236}">
                  <a16:creationId xmlns:a16="http://schemas.microsoft.com/office/drawing/2014/main" id="{7643A77A-5CD7-4F8A-8B75-775A8F6B5F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5190" y="147473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1" name="直線接點 1590">
              <a:extLst>
                <a:ext uri="{FF2B5EF4-FFF2-40B4-BE49-F238E27FC236}">
                  <a16:creationId xmlns:a16="http://schemas.microsoft.com/office/drawing/2014/main" id="{C476C388-464A-40CF-9441-F595B760C5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5190" y="164955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3" name="直線接點 1592">
              <a:extLst>
                <a:ext uri="{FF2B5EF4-FFF2-40B4-BE49-F238E27FC236}">
                  <a16:creationId xmlns:a16="http://schemas.microsoft.com/office/drawing/2014/main" id="{A93FECB7-59E9-4E10-8D3C-DEB278778A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885" y="138733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4" name="直線接點 1593">
              <a:extLst>
                <a:ext uri="{FF2B5EF4-FFF2-40B4-BE49-F238E27FC236}">
                  <a16:creationId xmlns:a16="http://schemas.microsoft.com/office/drawing/2014/main" id="{C97656C8-38D8-43A8-85F5-BA1B70294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885" y="147473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5" name="直線接點 1594">
              <a:extLst>
                <a:ext uri="{FF2B5EF4-FFF2-40B4-BE49-F238E27FC236}">
                  <a16:creationId xmlns:a16="http://schemas.microsoft.com/office/drawing/2014/main" id="{6CD1231C-BDB4-48B6-A61B-F7EE74ABAA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885" y="156214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6" name="直線接點 1595">
              <a:extLst>
                <a:ext uri="{FF2B5EF4-FFF2-40B4-BE49-F238E27FC236}">
                  <a16:creationId xmlns:a16="http://schemas.microsoft.com/office/drawing/2014/main" id="{F51C3139-DDCE-4CF9-9444-C0CC39F7B1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4885" y="164955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0" name="直線接點 1629">
              <a:extLst>
                <a:ext uri="{FF2B5EF4-FFF2-40B4-BE49-F238E27FC236}">
                  <a16:creationId xmlns:a16="http://schemas.microsoft.com/office/drawing/2014/main" id="{05ACE2F1-44A6-4E70-8D2D-B7F7425DB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629" y="182437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1" name="直線接點 1630">
              <a:extLst>
                <a:ext uri="{FF2B5EF4-FFF2-40B4-BE49-F238E27FC236}">
                  <a16:creationId xmlns:a16="http://schemas.microsoft.com/office/drawing/2014/main" id="{9F3FB2FE-9409-432D-A1EB-C20987076E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629" y="191178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2" name="直線接點 1631">
              <a:extLst>
                <a:ext uri="{FF2B5EF4-FFF2-40B4-BE49-F238E27FC236}">
                  <a16:creationId xmlns:a16="http://schemas.microsoft.com/office/drawing/2014/main" id="{D12E1A11-8DB1-440C-9F37-ED168FB984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629" y="199252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3" name="直線接點 1632">
              <a:extLst>
                <a:ext uri="{FF2B5EF4-FFF2-40B4-BE49-F238E27FC236}">
                  <a16:creationId xmlns:a16="http://schemas.microsoft.com/office/drawing/2014/main" id="{8EA86042-A03F-4E61-BDC5-F2516EFF9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629" y="2079927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4" name="直線接點 1633">
              <a:extLst>
                <a:ext uri="{FF2B5EF4-FFF2-40B4-BE49-F238E27FC236}">
                  <a16:creationId xmlns:a16="http://schemas.microsoft.com/office/drawing/2014/main" id="{CFBBC30F-4798-4E45-9DE0-42223AE43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15629" y="216733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8" name="直線接點 1597">
              <a:extLst>
                <a:ext uri="{FF2B5EF4-FFF2-40B4-BE49-F238E27FC236}">
                  <a16:creationId xmlns:a16="http://schemas.microsoft.com/office/drawing/2014/main" id="{E794F070-E29F-4008-9540-A234B64206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7879" y="207993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9" name="直線接點 1598">
              <a:extLst>
                <a:ext uri="{FF2B5EF4-FFF2-40B4-BE49-F238E27FC236}">
                  <a16:creationId xmlns:a16="http://schemas.microsoft.com/office/drawing/2014/main" id="{A80155E4-7535-4E2D-9B90-19F5C668C4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27879" y="216733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0" name="直線接點 1599">
              <a:extLst>
                <a:ext uri="{FF2B5EF4-FFF2-40B4-BE49-F238E27FC236}">
                  <a16:creationId xmlns:a16="http://schemas.microsoft.com/office/drawing/2014/main" id="{FC4016C2-4B5D-4BDF-AC2F-A4EF5FC88F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014" y="182437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1" name="直線接點 1600">
              <a:extLst>
                <a:ext uri="{FF2B5EF4-FFF2-40B4-BE49-F238E27FC236}">
                  <a16:creationId xmlns:a16="http://schemas.microsoft.com/office/drawing/2014/main" id="{FEE44D99-FF82-43E2-80DA-9D512C22EA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014" y="1992523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2" name="直線接點 1601">
              <a:extLst>
                <a:ext uri="{FF2B5EF4-FFF2-40B4-BE49-F238E27FC236}">
                  <a16:creationId xmlns:a16="http://schemas.microsoft.com/office/drawing/2014/main" id="{7406B914-797D-40A8-83AD-F148AD3E60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014" y="2079931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3" name="直線接點 1602">
              <a:extLst>
                <a:ext uri="{FF2B5EF4-FFF2-40B4-BE49-F238E27FC236}">
                  <a16:creationId xmlns:a16="http://schemas.microsoft.com/office/drawing/2014/main" id="{FB7F56B2-9C37-4D07-9EE7-4D486B1FC3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014" y="216733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5" name="直線接點 1624">
              <a:extLst>
                <a:ext uri="{FF2B5EF4-FFF2-40B4-BE49-F238E27FC236}">
                  <a16:creationId xmlns:a16="http://schemas.microsoft.com/office/drawing/2014/main" id="{B8B4DB0A-2291-461F-A32F-4F3CBCD70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472" y="182627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6" name="直線接點 1625">
              <a:extLst>
                <a:ext uri="{FF2B5EF4-FFF2-40B4-BE49-F238E27FC236}">
                  <a16:creationId xmlns:a16="http://schemas.microsoft.com/office/drawing/2014/main" id="{41C495FB-5F60-4CC8-89F7-E729DB8BF9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472" y="191368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7" name="直線接點 1626">
              <a:extLst>
                <a:ext uri="{FF2B5EF4-FFF2-40B4-BE49-F238E27FC236}">
                  <a16:creationId xmlns:a16="http://schemas.microsoft.com/office/drawing/2014/main" id="{73F547F4-CA69-409C-AD77-07480B4FD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472" y="199442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8" name="直線接點 1627">
              <a:extLst>
                <a:ext uri="{FF2B5EF4-FFF2-40B4-BE49-F238E27FC236}">
                  <a16:creationId xmlns:a16="http://schemas.microsoft.com/office/drawing/2014/main" id="{81D92B1E-47B8-4F80-948A-53B4B1DAAD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472" y="2081831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9" name="直線接點 1628">
              <a:extLst>
                <a:ext uri="{FF2B5EF4-FFF2-40B4-BE49-F238E27FC236}">
                  <a16:creationId xmlns:a16="http://schemas.microsoft.com/office/drawing/2014/main" id="{22689CE0-61A4-48F9-9C19-3AA69DC0A9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06472" y="216924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5" name="直線接點 1604">
              <a:extLst>
                <a:ext uri="{FF2B5EF4-FFF2-40B4-BE49-F238E27FC236}">
                  <a16:creationId xmlns:a16="http://schemas.microsoft.com/office/drawing/2014/main" id="{CB918BBA-9A14-4461-AB66-5E57092632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2610" y="181770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6" name="直線接點 1605">
              <a:extLst>
                <a:ext uri="{FF2B5EF4-FFF2-40B4-BE49-F238E27FC236}">
                  <a16:creationId xmlns:a16="http://schemas.microsoft.com/office/drawing/2014/main" id="{E84E693C-CD9A-43C0-B0DC-25FB30E66E55}"/>
                </a:ext>
              </a:extLst>
            </p:cNvPr>
            <p:cNvCxnSpPr>
              <a:cxnSpLocks/>
            </p:cNvCxnSpPr>
            <p:nvPr/>
          </p:nvCxnSpPr>
          <p:spPr>
            <a:xfrm>
              <a:off x="6352610" y="190511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7" name="直線接點 1606">
              <a:extLst>
                <a:ext uri="{FF2B5EF4-FFF2-40B4-BE49-F238E27FC236}">
                  <a16:creationId xmlns:a16="http://schemas.microsoft.com/office/drawing/2014/main" id="{33CC562D-2C76-4034-A5E4-532CB7DA9967}"/>
                </a:ext>
              </a:extLst>
            </p:cNvPr>
            <p:cNvCxnSpPr>
              <a:cxnSpLocks/>
            </p:cNvCxnSpPr>
            <p:nvPr/>
          </p:nvCxnSpPr>
          <p:spPr>
            <a:xfrm>
              <a:off x="6352610" y="199252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8" name="直線接點 1607">
              <a:extLst>
                <a:ext uri="{FF2B5EF4-FFF2-40B4-BE49-F238E27FC236}">
                  <a16:creationId xmlns:a16="http://schemas.microsoft.com/office/drawing/2014/main" id="{45F378F2-AAF1-462D-927D-9FDA3CFD8840}"/>
                </a:ext>
              </a:extLst>
            </p:cNvPr>
            <p:cNvCxnSpPr>
              <a:cxnSpLocks/>
            </p:cNvCxnSpPr>
            <p:nvPr/>
          </p:nvCxnSpPr>
          <p:spPr>
            <a:xfrm>
              <a:off x="6352610" y="216733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09" name="直線接點 1608">
              <a:extLst>
                <a:ext uri="{FF2B5EF4-FFF2-40B4-BE49-F238E27FC236}">
                  <a16:creationId xmlns:a16="http://schemas.microsoft.com/office/drawing/2014/main" id="{D1657B0A-EAEF-4486-94C2-B5DCA1257B68}"/>
                </a:ext>
              </a:extLst>
            </p:cNvPr>
            <p:cNvCxnSpPr>
              <a:cxnSpLocks/>
            </p:cNvCxnSpPr>
            <p:nvPr/>
          </p:nvCxnSpPr>
          <p:spPr>
            <a:xfrm>
              <a:off x="5970836" y="182150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0" name="直線接點 1609">
              <a:extLst>
                <a:ext uri="{FF2B5EF4-FFF2-40B4-BE49-F238E27FC236}">
                  <a16:creationId xmlns:a16="http://schemas.microsoft.com/office/drawing/2014/main" id="{A2DD11A8-72BE-499F-BC83-D28F6D98790C}"/>
                </a:ext>
              </a:extLst>
            </p:cNvPr>
            <p:cNvCxnSpPr>
              <a:cxnSpLocks/>
            </p:cNvCxnSpPr>
            <p:nvPr/>
          </p:nvCxnSpPr>
          <p:spPr>
            <a:xfrm>
              <a:off x="5970836" y="191082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1" name="直線接點 1610">
              <a:extLst>
                <a:ext uri="{FF2B5EF4-FFF2-40B4-BE49-F238E27FC236}">
                  <a16:creationId xmlns:a16="http://schemas.microsoft.com/office/drawing/2014/main" id="{B369143B-4C66-4102-A12A-794AD4D23DBA}"/>
                </a:ext>
              </a:extLst>
            </p:cNvPr>
            <p:cNvCxnSpPr>
              <a:cxnSpLocks/>
            </p:cNvCxnSpPr>
            <p:nvPr/>
          </p:nvCxnSpPr>
          <p:spPr>
            <a:xfrm>
              <a:off x="5970836" y="199252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2" name="直線接點 1611">
              <a:extLst>
                <a:ext uri="{FF2B5EF4-FFF2-40B4-BE49-F238E27FC236}">
                  <a16:creationId xmlns:a16="http://schemas.microsoft.com/office/drawing/2014/main" id="{1AA75F9B-20DB-4FDB-B447-6036D29E3D85}"/>
                </a:ext>
              </a:extLst>
            </p:cNvPr>
            <p:cNvCxnSpPr>
              <a:cxnSpLocks/>
            </p:cNvCxnSpPr>
            <p:nvPr/>
          </p:nvCxnSpPr>
          <p:spPr>
            <a:xfrm>
              <a:off x="5970836" y="207992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3" name="直線接點 1612">
              <a:extLst>
                <a:ext uri="{FF2B5EF4-FFF2-40B4-BE49-F238E27FC236}">
                  <a16:creationId xmlns:a16="http://schemas.microsoft.com/office/drawing/2014/main" id="{7292422E-2D58-4ED4-A51A-42384032BD2E}"/>
                </a:ext>
              </a:extLst>
            </p:cNvPr>
            <p:cNvCxnSpPr>
              <a:cxnSpLocks/>
            </p:cNvCxnSpPr>
            <p:nvPr/>
          </p:nvCxnSpPr>
          <p:spPr>
            <a:xfrm>
              <a:off x="5970836" y="216733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4" name="直線接點 1613">
              <a:extLst>
                <a:ext uri="{FF2B5EF4-FFF2-40B4-BE49-F238E27FC236}">
                  <a16:creationId xmlns:a16="http://schemas.microsoft.com/office/drawing/2014/main" id="{060B9691-CB38-42EB-9FC0-CCB952772D61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81770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5" name="直線接點 1614">
              <a:extLst>
                <a:ext uri="{FF2B5EF4-FFF2-40B4-BE49-F238E27FC236}">
                  <a16:creationId xmlns:a16="http://schemas.microsoft.com/office/drawing/2014/main" id="{20283D82-F930-4C53-B9B1-C71A8B349D7D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90511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6" name="直線接點 1615">
              <a:extLst>
                <a:ext uri="{FF2B5EF4-FFF2-40B4-BE49-F238E27FC236}">
                  <a16:creationId xmlns:a16="http://schemas.microsoft.com/office/drawing/2014/main" id="{C7B1B923-C7D5-4437-8544-4AD487238CB3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99252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7" name="直線接點 1616">
              <a:extLst>
                <a:ext uri="{FF2B5EF4-FFF2-40B4-BE49-F238E27FC236}">
                  <a16:creationId xmlns:a16="http://schemas.microsoft.com/office/drawing/2014/main" id="{9CA17678-20FF-44D0-A5A3-48E19C9A708B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207992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8" name="直線接點 1617">
              <a:extLst>
                <a:ext uri="{FF2B5EF4-FFF2-40B4-BE49-F238E27FC236}">
                  <a16:creationId xmlns:a16="http://schemas.microsoft.com/office/drawing/2014/main" id="{ED983098-6CAD-4B95-B1F6-2EDAC0B4B6DC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2167336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19" name="直線接點 1618">
              <a:extLst>
                <a:ext uri="{FF2B5EF4-FFF2-40B4-BE49-F238E27FC236}">
                  <a16:creationId xmlns:a16="http://schemas.microsoft.com/office/drawing/2014/main" id="{DA89D9ED-C706-4C8A-AE59-A953AB26E4F3}"/>
                </a:ext>
              </a:extLst>
            </p:cNvPr>
            <p:cNvCxnSpPr>
              <a:cxnSpLocks/>
            </p:cNvCxnSpPr>
            <p:nvPr/>
          </p:nvCxnSpPr>
          <p:spPr>
            <a:xfrm>
              <a:off x="7584221" y="1817704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0" name="直線接點 1619">
              <a:extLst>
                <a:ext uri="{FF2B5EF4-FFF2-40B4-BE49-F238E27FC236}">
                  <a16:creationId xmlns:a16="http://schemas.microsoft.com/office/drawing/2014/main" id="{259ADD5C-B444-438D-B856-EB7F6389320A}"/>
                </a:ext>
              </a:extLst>
            </p:cNvPr>
            <p:cNvCxnSpPr>
              <a:cxnSpLocks/>
            </p:cNvCxnSpPr>
            <p:nvPr/>
          </p:nvCxnSpPr>
          <p:spPr>
            <a:xfrm>
              <a:off x="7584221" y="1905112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1" name="直線接點 1620">
              <a:extLst>
                <a:ext uri="{FF2B5EF4-FFF2-40B4-BE49-F238E27FC236}">
                  <a16:creationId xmlns:a16="http://schemas.microsoft.com/office/drawing/2014/main" id="{EF64EE5C-5D42-4DE3-B2FB-CCF551F2515E}"/>
                </a:ext>
              </a:extLst>
            </p:cNvPr>
            <p:cNvCxnSpPr>
              <a:cxnSpLocks/>
            </p:cNvCxnSpPr>
            <p:nvPr/>
          </p:nvCxnSpPr>
          <p:spPr>
            <a:xfrm>
              <a:off x="7584221" y="1992520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2" name="直線接點 1621">
              <a:extLst>
                <a:ext uri="{FF2B5EF4-FFF2-40B4-BE49-F238E27FC236}">
                  <a16:creationId xmlns:a16="http://schemas.microsoft.com/office/drawing/2014/main" id="{D6E02873-70C0-40FA-93F1-401195EC45E1}"/>
                </a:ext>
              </a:extLst>
            </p:cNvPr>
            <p:cNvCxnSpPr>
              <a:cxnSpLocks/>
            </p:cNvCxnSpPr>
            <p:nvPr/>
          </p:nvCxnSpPr>
          <p:spPr>
            <a:xfrm>
              <a:off x="7584221" y="2079929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3" name="直線接點 1622">
              <a:extLst>
                <a:ext uri="{FF2B5EF4-FFF2-40B4-BE49-F238E27FC236}">
                  <a16:creationId xmlns:a16="http://schemas.microsoft.com/office/drawing/2014/main" id="{FD50EBD0-A94D-4997-9F73-3C9B79201682}"/>
                </a:ext>
              </a:extLst>
            </p:cNvPr>
            <p:cNvCxnSpPr>
              <a:cxnSpLocks/>
            </p:cNvCxnSpPr>
            <p:nvPr/>
          </p:nvCxnSpPr>
          <p:spPr>
            <a:xfrm>
              <a:off x="7584221" y="2167336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4" name="直線接點 1623">
              <a:extLst>
                <a:ext uri="{FF2B5EF4-FFF2-40B4-BE49-F238E27FC236}">
                  <a16:creationId xmlns:a16="http://schemas.microsoft.com/office/drawing/2014/main" id="{2B9848E4-6DAC-4643-AB35-C436B095D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71014" y="1909878"/>
              <a:ext cx="0" cy="80914"/>
            </a:xfrm>
            <a:prstGeom prst="line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1" name="直線接點 1480">
              <a:extLst>
                <a:ext uri="{FF2B5EF4-FFF2-40B4-BE49-F238E27FC236}">
                  <a16:creationId xmlns:a16="http://schemas.microsoft.com/office/drawing/2014/main" id="{1D793EED-AC88-41F3-A7E3-AA7FDC6F53E6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81960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2" name="直線接點 1481">
              <a:extLst>
                <a:ext uri="{FF2B5EF4-FFF2-40B4-BE49-F238E27FC236}">
                  <a16:creationId xmlns:a16="http://schemas.microsoft.com/office/drawing/2014/main" id="{14DD4DEA-5429-4B22-B7BA-6617E87D50BC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90701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3" name="直線接點 1482">
              <a:extLst>
                <a:ext uri="{FF2B5EF4-FFF2-40B4-BE49-F238E27FC236}">
                  <a16:creationId xmlns:a16="http://schemas.microsoft.com/office/drawing/2014/main" id="{1563E85B-6BCB-4135-A828-0F4EE09CE33A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99442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5" name="直線接點 1484">
              <a:extLst>
                <a:ext uri="{FF2B5EF4-FFF2-40B4-BE49-F238E27FC236}">
                  <a16:creationId xmlns:a16="http://schemas.microsoft.com/office/drawing/2014/main" id="{E640BBA4-AC17-4CEA-9BBE-36B54972BC6F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216923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9" name="直線接點 1488">
              <a:extLst>
                <a:ext uri="{FF2B5EF4-FFF2-40B4-BE49-F238E27FC236}">
                  <a16:creationId xmlns:a16="http://schemas.microsoft.com/office/drawing/2014/main" id="{AB1C1B50-716E-457D-8BF7-E50503D9B07D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47933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0" name="直線接點 1489">
              <a:extLst>
                <a:ext uri="{FF2B5EF4-FFF2-40B4-BE49-F238E27FC236}">
                  <a16:creationId xmlns:a16="http://schemas.microsoft.com/office/drawing/2014/main" id="{35FA3AE9-5E00-4DA3-B897-C4F821C2EC35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56674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1" name="直線接點 1490">
              <a:extLst>
                <a:ext uri="{FF2B5EF4-FFF2-40B4-BE49-F238E27FC236}">
                  <a16:creationId xmlns:a16="http://schemas.microsoft.com/office/drawing/2014/main" id="{9A4187FD-C1A0-4157-B922-4160E5EE74F1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65415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92" name="直線接點 1491">
              <a:extLst>
                <a:ext uri="{FF2B5EF4-FFF2-40B4-BE49-F238E27FC236}">
                  <a16:creationId xmlns:a16="http://schemas.microsoft.com/office/drawing/2014/main" id="{9725AFBE-3684-4AAF-8A10-AC9EB62AE431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741557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49" name="直線接點 1848">
              <a:extLst>
                <a:ext uri="{FF2B5EF4-FFF2-40B4-BE49-F238E27FC236}">
                  <a16:creationId xmlns:a16="http://schemas.microsoft.com/office/drawing/2014/main" id="{AC5CBA00-043C-49EB-ABBC-BB76CD730F38}"/>
                </a:ext>
              </a:extLst>
            </p:cNvPr>
            <p:cNvCxnSpPr>
              <a:cxnSpLocks/>
            </p:cNvCxnSpPr>
            <p:nvPr/>
          </p:nvCxnSpPr>
          <p:spPr>
            <a:xfrm>
              <a:off x="8322121" y="1391922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54" name="直線接點 1853">
              <a:extLst>
                <a:ext uri="{FF2B5EF4-FFF2-40B4-BE49-F238E27FC236}">
                  <a16:creationId xmlns:a16="http://schemas.microsoft.com/office/drawing/2014/main" id="{88EAD6BD-EE17-4A74-A73D-8E0BDFF514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2121" y="129992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26" name="直線接點 1925">
              <a:extLst>
                <a:ext uri="{FF2B5EF4-FFF2-40B4-BE49-F238E27FC236}">
                  <a16:creationId xmlns:a16="http://schemas.microsoft.com/office/drawing/2014/main" id="{8E71F535-C79E-4677-9DC1-5D79E8A9D53E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81960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27" name="直線接點 1926">
              <a:extLst>
                <a:ext uri="{FF2B5EF4-FFF2-40B4-BE49-F238E27FC236}">
                  <a16:creationId xmlns:a16="http://schemas.microsoft.com/office/drawing/2014/main" id="{624110EB-700B-4D3E-84B5-41016BAE9636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90701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29" name="直線接點 1928">
              <a:extLst>
                <a:ext uri="{FF2B5EF4-FFF2-40B4-BE49-F238E27FC236}">
                  <a16:creationId xmlns:a16="http://schemas.microsoft.com/office/drawing/2014/main" id="{7E43D7F8-C2AE-4D60-9F0B-EFCCACC4F6B2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208183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0" name="直線接點 1929">
              <a:extLst>
                <a:ext uri="{FF2B5EF4-FFF2-40B4-BE49-F238E27FC236}">
                  <a16:creationId xmlns:a16="http://schemas.microsoft.com/office/drawing/2014/main" id="{695DEEB7-D84B-4812-A590-7EF8F89CEFAB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216923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1" name="直線接點 1930">
              <a:extLst>
                <a:ext uri="{FF2B5EF4-FFF2-40B4-BE49-F238E27FC236}">
                  <a16:creationId xmlns:a16="http://schemas.microsoft.com/office/drawing/2014/main" id="{91DFB458-1944-428F-937A-616AE03211D2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39192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2" name="直線接點 1931">
              <a:extLst>
                <a:ext uri="{FF2B5EF4-FFF2-40B4-BE49-F238E27FC236}">
                  <a16:creationId xmlns:a16="http://schemas.microsoft.com/office/drawing/2014/main" id="{3FC9C48A-33B5-47DC-BED7-147FC01697E5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479332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3" name="直線接點 1932">
              <a:extLst>
                <a:ext uri="{FF2B5EF4-FFF2-40B4-BE49-F238E27FC236}">
                  <a16:creationId xmlns:a16="http://schemas.microsoft.com/office/drawing/2014/main" id="{06D7FA9E-F1C4-4643-BD33-16C6D708B858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56674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34" name="直線接點 1933">
              <a:extLst>
                <a:ext uri="{FF2B5EF4-FFF2-40B4-BE49-F238E27FC236}">
                  <a16:creationId xmlns:a16="http://schemas.microsoft.com/office/drawing/2014/main" id="{2DFFB17D-221E-49C2-989C-4C14CEDBC546}"/>
                </a:ext>
              </a:extLst>
            </p:cNvPr>
            <p:cNvCxnSpPr>
              <a:cxnSpLocks/>
            </p:cNvCxnSpPr>
            <p:nvPr/>
          </p:nvCxnSpPr>
          <p:spPr>
            <a:xfrm>
              <a:off x="8628124" y="165414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1" name="直線接點 1940">
              <a:extLst>
                <a:ext uri="{FF2B5EF4-FFF2-40B4-BE49-F238E27FC236}">
                  <a16:creationId xmlns:a16="http://schemas.microsoft.com/office/drawing/2014/main" id="{BCE6FDF3-F787-489F-B224-D10D755663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8124" y="1298014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3" name="直線接點 1942">
              <a:extLst>
                <a:ext uri="{FF2B5EF4-FFF2-40B4-BE49-F238E27FC236}">
                  <a16:creationId xmlns:a16="http://schemas.microsoft.com/office/drawing/2014/main" id="{BCD7CB6C-6ADF-4159-BC9F-E87B984E4CD1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83483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5" name="直線接點 1944">
              <a:extLst>
                <a:ext uri="{FF2B5EF4-FFF2-40B4-BE49-F238E27FC236}">
                  <a16:creationId xmlns:a16="http://schemas.microsoft.com/office/drawing/2014/main" id="{B37B843F-0370-4E11-89BD-09949C2E2744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99252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6" name="直線接點 1945">
              <a:extLst>
                <a:ext uri="{FF2B5EF4-FFF2-40B4-BE49-F238E27FC236}">
                  <a16:creationId xmlns:a16="http://schemas.microsoft.com/office/drawing/2014/main" id="{ACD0DD1B-0AE5-4E04-A1E3-C86DE1D9A89B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2079929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7" name="直線接點 1946">
              <a:extLst>
                <a:ext uri="{FF2B5EF4-FFF2-40B4-BE49-F238E27FC236}">
                  <a16:creationId xmlns:a16="http://schemas.microsoft.com/office/drawing/2014/main" id="{11F6B81B-15DD-4464-9B0C-7EA5596C1860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2167336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8" name="直線接點 1947">
              <a:extLst>
                <a:ext uri="{FF2B5EF4-FFF2-40B4-BE49-F238E27FC236}">
                  <a16:creationId xmlns:a16="http://schemas.microsoft.com/office/drawing/2014/main" id="{E800F1DB-12AB-4B5D-AFBE-559C75B50C39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387245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49" name="直線接點 1948">
              <a:extLst>
                <a:ext uri="{FF2B5EF4-FFF2-40B4-BE49-F238E27FC236}">
                  <a16:creationId xmlns:a16="http://schemas.microsoft.com/office/drawing/2014/main" id="{7E447981-A563-4D02-82C0-C14061DCFCF9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474654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50" name="直線接點 1949">
              <a:extLst>
                <a:ext uri="{FF2B5EF4-FFF2-40B4-BE49-F238E27FC236}">
                  <a16:creationId xmlns:a16="http://schemas.microsoft.com/office/drawing/2014/main" id="{5E9F097C-2AA4-47C7-93E9-70065F7B502A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562063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51" name="直線接點 1950">
              <a:extLst>
                <a:ext uri="{FF2B5EF4-FFF2-40B4-BE49-F238E27FC236}">
                  <a16:creationId xmlns:a16="http://schemas.microsoft.com/office/drawing/2014/main" id="{1375A5F5-93DD-49CA-86ED-66E0F7B7CAC7}"/>
                </a:ext>
              </a:extLst>
            </p:cNvPr>
            <p:cNvCxnSpPr>
              <a:cxnSpLocks/>
            </p:cNvCxnSpPr>
            <p:nvPr/>
          </p:nvCxnSpPr>
          <p:spPr>
            <a:xfrm>
              <a:off x="5361277" y="1649470"/>
              <a:ext cx="0" cy="80914"/>
            </a:xfrm>
            <a:prstGeom prst="line">
              <a:avLst/>
            </a:prstGeom>
            <a:noFill/>
            <a:ln w="952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0" name="直線接點 1959">
              <a:extLst>
                <a:ext uri="{FF2B5EF4-FFF2-40B4-BE49-F238E27FC236}">
                  <a16:creationId xmlns:a16="http://schemas.microsoft.com/office/drawing/2014/main" id="{2B16F303-1DDE-4A35-B4E2-31F794D2933C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81960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1" name="直線接點 1960">
              <a:extLst>
                <a:ext uri="{FF2B5EF4-FFF2-40B4-BE49-F238E27FC236}">
                  <a16:creationId xmlns:a16="http://schemas.microsoft.com/office/drawing/2014/main" id="{55EE428B-490E-4882-9B2A-EE56FD1FCFB3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909815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2" name="直線接點 1961">
              <a:extLst>
                <a:ext uri="{FF2B5EF4-FFF2-40B4-BE49-F238E27FC236}">
                  <a16:creationId xmlns:a16="http://schemas.microsoft.com/office/drawing/2014/main" id="{DDCA64C6-EB03-4C8B-AC78-F8FFDBF7D413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99252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3" name="直線接點 1962">
              <a:extLst>
                <a:ext uri="{FF2B5EF4-FFF2-40B4-BE49-F238E27FC236}">
                  <a16:creationId xmlns:a16="http://schemas.microsoft.com/office/drawing/2014/main" id="{A8822788-2FDC-4A9F-81C4-05DF597C4CE4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2079929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4" name="直線接點 1963">
              <a:extLst>
                <a:ext uri="{FF2B5EF4-FFF2-40B4-BE49-F238E27FC236}">
                  <a16:creationId xmlns:a16="http://schemas.microsoft.com/office/drawing/2014/main" id="{B2DDF000-7FC6-4657-99AB-246164D7F34C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2167337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5" name="直線接點 1964">
              <a:extLst>
                <a:ext uri="{FF2B5EF4-FFF2-40B4-BE49-F238E27FC236}">
                  <a16:creationId xmlns:a16="http://schemas.microsoft.com/office/drawing/2014/main" id="{EFB69AC8-60AF-4351-83B6-BC8FF21C2D79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387110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6" name="直線接點 1965">
              <a:extLst>
                <a:ext uri="{FF2B5EF4-FFF2-40B4-BE49-F238E27FC236}">
                  <a16:creationId xmlns:a16="http://schemas.microsoft.com/office/drawing/2014/main" id="{2B081AE4-27CE-4F7D-935F-261918C869F0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474518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7" name="直線接點 1966">
              <a:extLst>
                <a:ext uri="{FF2B5EF4-FFF2-40B4-BE49-F238E27FC236}">
                  <a16:creationId xmlns:a16="http://schemas.microsoft.com/office/drawing/2014/main" id="{8CFF2C7E-E611-4677-8BC3-1A21A34F0C96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56192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8" name="直線接點 1967">
              <a:extLst>
                <a:ext uri="{FF2B5EF4-FFF2-40B4-BE49-F238E27FC236}">
                  <a16:creationId xmlns:a16="http://schemas.microsoft.com/office/drawing/2014/main" id="{7E138854-B5BE-4E28-838F-6E969AB561CB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649336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69" name="直線接點 1968">
              <a:extLst>
                <a:ext uri="{FF2B5EF4-FFF2-40B4-BE49-F238E27FC236}">
                  <a16:creationId xmlns:a16="http://schemas.microsoft.com/office/drawing/2014/main" id="{E0BEC5A4-2F14-4B89-9BCD-7FF1E6A2CFEA}"/>
                </a:ext>
              </a:extLst>
            </p:cNvPr>
            <p:cNvCxnSpPr>
              <a:cxnSpLocks/>
            </p:cNvCxnSpPr>
            <p:nvPr/>
          </p:nvCxnSpPr>
          <p:spPr>
            <a:xfrm>
              <a:off x="3809037" y="1736743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5" name="直線接點 1974">
              <a:extLst>
                <a:ext uri="{FF2B5EF4-FFF2-40B4-BE49-F238E27FC236}">
                  <a16:creationId xmlns:a16="http://schemas.microsoft.com/office/drawing/2014/main" id="{D8F07334-51B9-471F-B5F6-F5CF8A384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9037" y="1298021"/>
              <a:ext cx="0" cy="80914"/>
            </a:xfrm>
            <a:prstGeom prst="line">
              <a:avLst/>
            </a:prstGeom>
            <a:noFill/>
            <a:ln w="9525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7" name="直線接點 1976">
              <a:extLst>
                <a:ext uri="{FF2B5EF4-FFF2-40B4-BE49-F238E27FC236}">
                  <a16:creationId xmlns:a16="http://schemas.microsoft.com/office/drawing/2014/main" id="{6D62B143-7680-4EAC-8A31-ACA8255962C0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82198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79" name="直線接點 1978">
              <a:extLst>
                <a:ext uri="{FF2B5EF4-FFF2-40B4-BE49-F238E27FC236}">
                  <a16:creationId xmlns:a16="http://schemas.microsoft.com/office/drawing/2014/main" id="{8FF52D92-FCA9-46CA-8B7A-BED98B09C16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9968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0" name="直線接點 1979">
              <a:extLst>
                <a:ext uri="{FF2B5EF4-FFF2-40B4-BE49-F238E27FC236}">
                  <a16:creationId xmlns:a16="http://schemas.microsoft.com/office/drawing/2014/main" id="{E69E50B8-EFB2-4284-9809-684D9CC370D6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208421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1" name="直線接點 1980">
              <a:extLst>
                <a:ext uri="{FF2B5EF4-FFF2-40B4-BE49-F238E27FC236}">
                  <a16:creationId xmlns:a16="http://schemas.microsoft.com/office/drawing/2014/main" id="{A6CE5BC2-A67B-4E15-B806-953CE8D5EC47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217162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2" name="直線接點 1981">
              <a:extLst>
                <a:ext uri="{FF2B5EF4-FFF2-40B4-BE49-F238E27FC236}">
                  <a16:creationId xmlns:a16="http://schemas.microsoft.com/office/drawing/2014/main" id="{EDAFA27B-9BCE-4DC1-8718-9B2FA63D85AA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3744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3" name="直線接點 1982">
              <a:extLst>
                <a:ext uri="{FF2B5EF4-FFF2-40B4-BE49-F238E27FC236}">
                  <a16:creationId xmlns:a16="http://schemas.microsoft.com/office/drawing/2014/main" id="{6F2D24FD-8DDC-4BDA-AE9C-A1B88625DA85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46181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5" name="直線接點 1984">
              <a:extLst>
                <a:ext uri="{FF2B5EF4-FFF2-40B4-BE49-F238E27FC236}">
                  <a16:creationId xmlns:a16="http://schemas.microsoft.com/office/drawing/2014/main" id="{FE828285-3C9D-44BC-9B05-7C5506ED8558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636630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7" name="直線接點 1986">
              <a:extLst>
                <a:ext uri="{FF2B5EF4-FFF2-40B4-BE49-F238E27FC236}">
                  <a16:creationId xmlns:a16="http://schemas.microsoft.com/office/drawing/2014/main" id="{8E15E08B-CE60-45F4-8101-C921709C8507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38971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88" name="直線接點 1987">
              <a:extLst>
                <a:ext uri="{FF2B5EF4-FFF2-40B4-BE49-F238E27FC236}">
                  <a16:creationId xmlns:a16="http://schemas.microsoft.com/office/drawing/2014/main" id="{160A3D54-B919-4490-9E54-A1D18563974A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47712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0" name="直線接點 1989">
              <a:extLst>
                <a:ext uri="{FF2B5EF4-FFF2-40B4-BE49-F238E27FC236}">
                  <a16:creationId xmlns:a16="http://schemas.microsoft.com/office/drawing/2014/main" id="{C605F6C7-C6E5-4426-A7B1-315E00BD98E2}"/>
                </a:ext>
              </a:extLst>
            </p:cNvPr>
            <p:cNvCxnSpPr>
              <a:cxnSpLocks/>
            </p:cNvCxnSpPr>
            <p:nvPr/>
          </p:nvCxnSpPr>
          <p:spPr>
            <a:xfrm>
              <a:off x="3275013" y="1651939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92" name="直線接點 1991">
              <a:extLst>
                <a:ext uri="{FF2B5EF4-FFF2-40B4-BE49-F238E27FC236}">
                  <a16:creationId xmlns:a16="http://schemas.microsoft.com/office/drawing/2014/main" id="{BDB5E45E-91F9-40B9-A88C-69A8C5AB24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5013" y="1302305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0" name="直線接點 479">
              <a:extLst>
                <a:ext uri="{FF2B5EF4-FFF2-40B4-BE49-F238E27FC236}">
                  <a16:creationId xmlns:a16="http://schemas.microsoft.com/office/drawing/2014/main" id="{691A172C-80DA-4B15-9C26-AB9A305D925B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387244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1" name="直線接點 480">
              <a:extLst>
                <a:ext uri="{FF2B5EF4-FFF2-40B4-BE49-F238E27FC236}">
                  <a16:creationId xmlns:a16="http://schemas.microsoft.com/office/drawing/2014/main" id="{502FB89D-3FF5-4550-AF34-716C4B614939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474653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2" name="直線接點 481">
              <a:extLst>
                <a:ext uri="{FF2B5EF4-FFF2-40B4-BE49-F238E27FC236}">
                  <a16:creationId xmlns:a16="http://schemas.microsoft.com/office/drawing/2014/main" id="{EA27E9FD-2963-4776-882C-2A34AE0844DE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562062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3" name="直線接點 482">
              <a:extLst>
                <a:ext uri="{FF2B5EF4-FFF2-40B4-BE49-F238E27FC236}">
                  <a16:creationId xmlns:a16="http://schemas.microsoft.com/office/drawing/2014/main" id="{B869C028-2EBA-412E-AF0D-9EEED28F382F}"/>
                </a:ext>
              </a:extLst>
            </p:cNvPr>
            <p:cNvCxnSpPr>
              <a:cxnSpLocks/>
            </p:cNvCxnSpPr>
            <p:nvPr/>
          </p:nvCxnSpPr>
          <p:spPr>
            <a:xfrm>
              <a:off x="6814563" y="1649468"/>
              <a:ext cx="0" cy="80914"/>
            </a:xfrm>
            <a:prstGeom prst="line">
              <a:avLst/>
            </a:prstGeom>
            <a:noFill/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004" name="文字方塊 2003">
            <a:extLst>
              <a:ext uri="{FF2B5EF4-FFF2-40B4-BE49-F238E27FC236}">
                <a16:creationId xmlns:a16="http://schemas.microsoft.com/office/drawing/2014/main" id="{CC5BEB8E-A39F-44C5-BAA6-E02D485E0DFF}"/>
              </a:ext>
            </a:extLst>
          </p:cNvPr>
          <p:cNvSpPr txBox="1"/>
          <p:nvPr/>
        </p:nvSpPr>
        <p:spPr>
          <a:xfrm>
            <a:off x="1588657" y="771444"/>
            <a:ext cx="89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Interval</a:t>
            </a:r>
            <a:endParaRPr lang="en-US" altLang="zh-TW" sz="1800" dirty="0"/>
          </a:p>
        </p:txBody>
      </p:sp>
      <p:sp>
        <p:nvSpPr>
          <p:cNvPr id="2003" name="文字方塊 2002">
            <a:extLst>
              <a:ext uri="{FF2B5EF4-FFF2-40B4-BE49-F238E27FC236}">
                <a16:creationId xmlns:a16="http://schemas.microsoft.com/office/drawing/2014/main" id="{F839B10E-B559-4C93-AF02-ED289D4980A9}"/>
              </a:ext>
            </a:extLst>
          </p:cNvPr>
          <p:cNvSpPr txBox="1"/>
          <p:nvPr/>
        </p:nvSpPr>
        <p:spPr>
          <a:xfrm>
            <a:off x="1588657" y="1029783"/>
            <a:ext cx="1386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Small </a:t>
            </a:r>
            <a:r>
              <a:rPr lang="en-US" altLang="zh-TW" sz="1800" dirty="0"/>
              <a:t>Region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3BED42F-DB48-494B-AF83-6202E3BF2B09}"/>
              </a:ext>
            </a:extLst>
          </p:cNvPr>
          <p:cNvGrpSpPr/>
          <p:nvPr/>
        </p:nvGrpSpPr>
        <p:grpSpPr>
          <a:xfrm>
            <a:off x="3079123" y="1100825"/>
            <a:ext cx="6094813" cy="144009"/>
            <a:chOff x="3765260" y="2439636"/>
            <a:chExt cx="6094813" cy="144009"/>
          </a:xfrm>
        </p:grpSpPr>
        <p:cxnSp>
          <p:nvCxnSpPr>
            <p:cNvPr id="850" name="直線接點 352">
              <a:extLst>
                <a:ext uri="{FF2B5EF4-FFF2-40B4-BE49-F238E27FC236}">
                  <a16:creationId xmlns:a16="http://schemas.microsoft.com/office/drawing/2014/main" id="{B379667A-908E-4D06-B9EE-46D276DE86C0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60" y="2511761"/>
              <a:ext cx="6094813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直線接點 2009">
              <a:extLst>
                <a:ext uri="{FF2B5EF4-FFF2-40B4-BE49-F238E27FC236}">
                  <a16:creationId xmlns:a16="http://schemas.microsoft.com/office/drawing/2014/main" id="{6F32B58F-5C22-43F7-9436-98EBB8BA8096}"/>
                </a:ext>
              </a:extLst>
            </p:cNvPr>
            <p:cNvCxnSpPr>
              <a:cxnSpLocks/>
            </p:cNvCxnSpPr>
            <p:nvPr/>
          </p:nvCxnSpPr>
          <p:spPr>
            <a:xfrm>
              <a:off x="7142742" y="2439636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矩形 2010">
              <a:extLst>
                <a:ext uri="{FF2B5EF4-FFF2-40B4-BE49-F238E27FC236}">
                  <a16:creationId xmlns:a16="http://schemas.microsoft.com/office/drawing/2014/main" id="{D86CA8CD-1E7C-46F8-9DCB-38EB773453B5}"/>
                </a:ext>
              </a:extLst>
            </p:cNvPr>
            <p:cNvSpPr/>
            <p:nvPr/>
          </p:nvSpPr>
          <p:spPr>
            <a:xfrm>
              <a:off x="7149195" y="2492022"/>
              <a:ext cx="784685" cy="3923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12" name="直線接點 2011">
              <a:extLst>
                <a:ext uri="{FF2B5EF4-FFF2-40B4-BE49-F238E27FC236}">
                  <a16:creationId xmlns:a16="http://schemas.microsoft.com/office/drawing/2014/main" id="{3B46B1FB-509C-4309-8844-B4EF3FE11E93}"/>
                </a:ext>
              </a:extLst>
            </p:cNvPr>
            <p:cNvCxnSpPr>
              <a:cxnSpLocks/>
            </p:cNvCxnSpPr>
            <p:nvPr/>
          </p:nvCxnSpPr>
          <p:spPr>
            <a:xfrm>
              <a:off x="7940335" y="2439636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直線接點 2012">
              <a:extLst>
                <a:ext uri="{FF2B5EF4-FFF2-40B4-BE49-F238E27FC236}">
                  <a16:creationId xmlns:a16="http://schemas.microsoft.com/office/drawing/2014/main" id="{0C1AAA34-9FB7-4B0C-B58F-0A3580747CEA}"/>
                </a:ext>
              </a:extLst>
            </p:cNvPr>
            <p:cNvCxnSpPr>
              <a:cxnSpLocks/>
            </p:cNvCxnSpPr>
            <p:nvPr/>
          </p:nvCxnSpPr>
          <p:spPr>
            <a:xfrm>
              <a:off x="5879715" y="2439636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4" name="矩形 2013">
              <a:extLst>
                <a:ext uri="{FF2B5EF4-FFF2-40B4-BE49-F238E27FC236}">
                  <a16:creationId xmlns:a16="http://schemas.microsoft.com/office/drawing/2014/main" id="{80B16134-01BA-40C9-9747-DE63FE5DEAE0}"/>
                </a:ext>
              </a:extLst>
            </p:cNvPr>
            <p:cNvSpPr/>
            <p:nvPr/>
          </p:nvSpPr>
          <p:spPr>
            <a:xfrm>
              <a:off x="5879715" y="2492022"/>
              <a:ext cx="493688" cy="3923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15" name="直線接點 2014">
              <a:extLst>
                <a:ext uri="{FF2B5EF4-FFF2-40B4-BE49-F238E27FC236}">
                  <a16:creationId xmlns:a16="http://schemas.microsoft.com/office/drawing/2014/main" id="{AE4F72C2-1EA9-4165-AC28-3BD073BE5E36}"/>
                </a:ext>
              </a:extLst>
            </p:cNvPr>
            <p:cNvCxnSpPr>
              <a:cxnSpLocks/>
            </p:cNvCxnSpPr>
            <p:nvPr/>
          </p:nvCxnSpPr>
          <p:spPr>
            <a:xfrm>
              <a:off x="6373403" y="2439636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8" name="群組 827">
            <a:extLst>
              <a:ext uri="{FF2B5EF4-FFF2-40B4-BE49-F238E27FC236}">
                <a16:creationId xmlns:a16="http://schemas.microsoft.com/office/drawing/2014/main" id="{B4EEFF3C-2FC3-4C29-AC81-430C5341A213}"/>
              </a:ext>
            </a:extLst>
          </p:cNvPr>
          <p:cNvGrpSpPr/>
          <p:nvPr/>
        </p:nvGrpSpPr>
        <p:grpSpPr>
          <a:xfrm>
            <a:off x="3079123" y="848891"/>
            <a:ext cx="6094812" cy="287710"/>
            <a:chOff x="3765261" y="5293449"/>
            <a:chExt cx="6094812" cy="287710"/>
          </a:xfrm>
        </p:grpSpPr>
        <p:cxnSp>
          <p:nvCxnSpPr>
            <p:cNvPr id="829" name="直線接點 352">
              <a:extLst>
                <a:ext uri="{FF2B5EF4-FFF2-40B4-BE49-F238E27FC236}">
                  <a16:creationId xmlns:a16="http://schemas.microsoft.com/office/drawing/2014/main" id="{6B592014-3CAA-47EC-8540-E2071D219D57}"/>
                </a:ext>
              </a:extLst>
            </p:cNvPr>
            <p:cNvCxnSpPr>
              <a:cxnSpLocks/>
            </p:cNvCxnSpPr>
            <p:nvPr/>
          </p:nvCxnSpPr>
          <p:spPr>
            <a:xfrm>
              <a:off x="3765261" y="5437305"/>
              <a:ext cx="609481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直線接點 829">
              <a:extLst>
                <a:ext uri="{FF2B5EF4-FFF2-40B4-BE49-F238E27FC236}">
                  <a16:creationId xmlns:a16="http://schemas.microsoft.com/office/drawing/2014/main" id="{B25469BE-E072-4BD8-BF6F-8F2F5E33A4DD}"/>
                </a:ext>
              </a:extLst>
            </p:cNvPr>
            <p:cNvCxnSpPr>
              <a:cxnSpLocks/>
            </p:cNvCxnSpPr>
            <p:nvPr/>
          </p:nvCxnSpPr>
          <p:spPr>
            <a:xfrm>
              <a:off x="8931112" y="5293449"/>
              <a:ext cx="0" cy="287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直線接點 830">
              <a:extLst>
                <a:ext uri="{FF2B5EF4-FFF2-40B4-BE49-F238E27FC236}">
                  <a16:creationId xmlns:a16="http://schemas.microsoft.com/office/drawing/2014/main" id="{2D4DBE68-A341-4593-80D0-E9C4CC8633FF}"/>
                </a:ext>
              </a:extLst>
            </p:cNvPr>
            <p:cNvCxnSpPr>
              <a:cxnSpLocks/>
            </p:cNvCxnSpPr>
            <p:nvPr/>
          </p:nvCxnSpPr>
          <p:spPr>
            <a:xfrm>
              <a:off x="4647038" y="5293449"/>
              <a:ext cx="0" cy="287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44E2F83B-27CB-4A82-9F8B-A1B1B785C868}"/>
              </a:ext>
            </a:extLst>
          </p:cNvPr>
          <p:cNvGrpSpPr/>
          <p:nvPr/>
        </p:nvGrpSpPr>
        <p:grpSpPr>
          <a:xfrm>
            <a:off x="2679277" y="2665279"/>
            <a:ext cx="6523233" cy="1142917"/>
            <a:chOff x="2679277" y="3503479"/>
            <a:chExt cx="6523233" cy="1142917"/>
          </a:xfrm>
        </p:grpSpPr>
        <p:grpSp>
          <p:nvGrpSpPr>
            <p:cNvPr id="838" name="群組 837">
              <a:extLst>
                <a:ext uri="{FF2B5EF4-FFF2-40B4-BE49-F238E27FC236}">
                  <a16:creationId xmlns:a16="http://schemas.microsoft.com/office/drawing/2014/main" id="{23EB4DFA-E98A-4FE2-AF7E-0A6D4CFC3F2B}"/>
                </a:ext>
              </a:extLst>
            </p:cNvPr>
            <p:cNvGrpSpPr/>
            <p:nvPr/>
          </p:nvGrpSpPr>
          <p:grpSpPr>
            <a:xfrm>
              <a:off x="4386931" y="4288891"/>
              <a:ext cx="3607233" cy="357505"/>
              <a:chOff x="4383939" y="3691747"/>
              <a:chExt cx="4792337" cy="369332"/>
            </a:xfrm>
          </p:grpSpPr>
          <p:sp>
            <p:nvSpPr>
              <p:cNvPr id="839" name="文字方塊 838">
                <a:extLst>
                  <a:ext uri="{FF2B5EF4-FFF2-40B4-BE49-F238E27FC236}">
                    <a16:creationId xmlns:a16="http://schemas.microsoft.com/office/drawing/2014/main" id="{1435BA34-8F19-4174-B6D4-FF9C862F3492}"/>
                  </a:ext>
                </a:extLst>
              </p:cNvPr>
              <p:cNvSpPr txBox="1"/>
              <p:nvPr/>
            </p:nvSpPr>
            <p:spPr>
              <a:xfrm>
                <a:off x="4383939" y="3691747"/>
                <a:ext cx="573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LOH</a:t>
                </a:r>
                <a:endParaRPr lang="zh-TW" altLang="en-US" dirty="0"/>
              </a:p>
            </p:txBody>
          </p:sp>
          <p:sp>
            <p:nvSpPr>
              <p:cNvPr id="840" name="文字方塊 839">
                <a:extLst>
                  <a:ext uri="{FF2B5EF4-FFF2-40B4-BE49-F238E27FC236}">
                    <a16:creationId xmlns:a16="http://schemas.microsoft.com/office/drawing/2014/main" id="{347677EF-0CA0-46A8-BD7B-AB22D21CDA04}"/>
                  </a:ext>
                </a:extLst>
              </p:cNvPr>
              <p:cNvSpPr txBox="1"/>
              <p:nvPr/>
            </p:nvSpPr>
            <p:spPr>
              <a:xfrm>
                <a:off x="6384423" y="3691747"/>
                <a:ext cx="573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LOH</a:t>
                </a:r>
                <a:endParaRPr lang="zh-TW" altLang="en-US" dirty="0"/>
              </a:p>
            </p:txBody>
          </p:sp>
          <p:sp>
            <p:nvSpPr>
              <p:cNvPr id="841" name="文字方塊 840">
                <a:extLst>
                  <a:ext uri="{FF2B5EF4-FFF2-40B4-BE49-F238E27FC236}">
                    <a16:creationId xmlns:a16="http://schemas.microsoft.com/office/drawing/2014/main" id="{F6F1D411-E07B-45B4-8714-096A61428561}"/>
                  </a:ext>
                </a:extLst>
              </p:cNvPr>
              <p:cNvSpPr txBox="1"/>
              <p:nvPr/>
            </p:nvSpPr>
            <p:spPr>
              <a:xfrm>
                <a:off x="8602336" y="3691747"/>
                <a:ext cx="573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LOH</a:t>
                </a:r>
                <a:endParaRPr lang="zh-TW" altLang="en-US" dirty="0"/>
              </a:p>
            </p:txBody>
          </p:sp>
        </p:grpSp>
        <p:grpSp>
          <p:nvGrpSpPr>
            <p:cNvPr id="843" name="群組 842">
              <a:extLst>
                <a:ext uri="{FF2B5EF4-FFF2-40B4-BE49-F238E27FC236}">
                  <a16:creationId xmlns:a16="http://schemas.microsoft.com/office/drawing/2014/main" id="{C4F20A1C-85FD-4EB4-A217-01663B2F6BB8}"/>
                </a:ext>
              </a:extLst>
            </p:cNvPr>
            <p:cNvGrpSpPr/>
            <p:nvPr/>
          </p:nvGrpSpPr>
          <p:grpSpPr>
            <a:xfrm>
              <a:off x="3106291" y="3593858"/>
              <a:ext cx="6096219" cy="745329"/>
              <a:chOff x="1830396" y="2539341"/>
              <a:chExt cx="4460270" cy="932598"/>
            </a:xfrm>
          </p:grpSpPr>
          <p:grpSp>
            <p:nvGrpSpPr>
              <p:cNvPr id="866" name="群組 865">
                <a:extLst>
                  <a:ext uri="{FF2B5EF4-FFF2-40B4-BE49-F238E27FC236}">
                    <a16:creationId xmlns:a16="http://schemas.microsoft.com/office/drawing/2014/main" id="{DDA07DF8-99AD-4B98-A7C5-82CA36973D79}"/>
                  </a:ext>
                </a:extLst>
              </p:cNvPr>
              <p:cNvGrpSpPr/>
              <p:nvPr/>
            </p:nvGrpSpPr>
            <p:grpSpPr>
              <a:xfrm>
                <a:off x="1850952" y="2621187"/>
                <a:ext cx="4439714" cy="692999"/>
                <a:chOff x="437306" y="5225538"/>
                <a:chExt cx="3960000" cy="723719"/>
              </a:xfrm>
            </p:grpSpPr>
            <p:cxnSp>
              <p:nvCxnSpPr>
                <p:cNvPr id="868" name="直線接點 352">
                  <a:extLst>
                    <a:ext uri="{FF2B5EF4-FFF2-40B4-BE49-F238E27FC236}">
                      <a16:creationId xmlns:a16="http://schemas.microsoft.com/office/drawing/2014/main" id="{11A6FB0C-5BE3-4660-90F3-EB5C5FC80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06" y="5225538"/>
                  <a:ext cx="3960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9" name="直線接點 352">
                  <a:extLst>
                    <a:ext uri="{FF2B5EF4-FFF2-40B4-BE49-F238E27FC236}">
                      <a16:creationId xmlns:a16="http://schemas.microsoft.com/office/drawing/2014/main" id="{914139D7-FD98-4771-A95F-F4F2569A87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06" y="5406467"/>
                  <a:ext cx="3960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0" name="直線接點 352">
                  <a:extLst>
                    <a:ext uri="{FF2B5EF4-FFF2-40B4-BE49-F238E27FC236}">
                      <a16:creationId xmlns:a16="http://schemas.microsoft.com/office/drawing/2014/main" id="{B4F075A2-8B17-4096-9E4D-A0A24DB6B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06" y="5587396"/>
                  <a:ext cx="3960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直線接點 352">
                  <a:extLst>
                    <a:ext uri="{FF2B5EF4-FFF2-40B4-BE49-F238E27FC236}">
                      <a16:creationId xmlns:a16="http://schemas.microsoft.com/office/drawing/2014/main" id="{58DF11B2-DE5A-4EBC-94AA-5728AD9283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06" y="5768325"/>
                  <a:ext cx="3960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4" name="直線接點 352">
                  <a:extLst>
                    <a:ext uri="{FF2B5EF4-FFF2-40B4-BE49-F238E27FC236}">
                      <a16:creationId xmlns:a16="http://schemas.microsoft.com/office/drawing/2014/main" id="{748CD692-0CA3-4080-B33A-58C0855A83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306" y="5949257"/>
                  <a:ext cx="3960000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67" name="矩形 2">
                <a:extLst>
                  <a:ext uri="{FF2B5EF4-FFF2-40B4-BE49-F238E27FC236}">
                    <a16:creationId xmlns:a16="http://schemas.microsoft.com/office/drawing/2014/main" id="{10F85F86-D5CA-4269-8D16-0DDF1F128BE9}"/>
                  </a:ext>
                </a:extLst>
              </p:cNvPr>
              <p:cNvSpPr/>
              <p:nvPr/>
            </p:nvSpPr>
            <p:spPr>
              <a:xfrm>
                <a:off x="1830396" y="2539341"/>
                <a:ext cx="4460270" cy="932598"/>
              </a:xfrm>
              <a:custGeom>
                <a:avLst/>
                <a:gdLst>
                  <a:gd name="connsiteX0" fmla="*/ 0 w 3189163"/>
                  <a:gd name="connsiteY0" fmla="*/ 0 h 1200245"/>
                  <a:gd name="connsiteX1" fmla="*/ 3189163 w 3189163"/>
                  <a:gd name="connsiteY1" fmla="*/ 0 h 1200245"/>
                  <a:gd name="connsiteX2" fmla="*/ 3189163 w 3189163"/>
                  <a:gd name="connsiteY2" fmla="*/ 1200245 h 1200245"/>
                  <a:gd name="connsiteX3" fmla="*/ 0 w 3189163"/>
                  <a:gd name="connsiteY3" fmla="*/ 1200245 h 1200245"/>
                  <a:gd name="connsiteX4" fmla="*/ 0 w 3189163"/>
                  <a:gd name="connsiteY4" fmla="*/ 0 h 1200245"/>
                  <a:gd name="connsiteX0" fmla="*/ 3189163 w 3280603"/>
                  <a:gd name="connsiteY0" fmla="*/ 0 h 1200245"/>
                  <a:gd name="connsiteX1" fmla="*/ 3189163 w 3280603"/>
                  <a:gd name="connsiteY1" fmla="*/ 1200245 h 1200245"/>
                  <a:gd name="connsiteX2" fmla="*/ 0 w 3280603"/>
                  <a:gd name="connsiteY2" fmla="*/ 1200245 h 1200245"/>
                  <a:gd name="connsiteX3" fmla="*/ 0 w 3280603"/>
                  <a:gd name="connsiteY3" fmla="*/ 0 h 1200245"/>
                  <a:gd name="connsiteX4" fmla="*/ 3280603 w 3280603"/>
                  <a:gd name="connsiteY4" fmla="*/ 91440 h 1200245"/>
                  <a:gd name="connsiteX0" fmla="*/ 3189163 w 3189163"/>
                  <a:gd name="connsiteY0" fmla="*/ 0 h 1200245"/>
                  <a:gd name="connsiteX1" fmla="*/ 3189163 w 3189163"/>
                  <a:gd name="connsiteY1" fmla="*/ 1200245 h 1200245"/>
                  <a:gd name="connsiteX2" fmla="*/ 0 w 3189163"/>
                  <a:gd name="connsiteY2" fmla="*/ 1200245 h 1200245"/>
                  <a:gd name="connsiteX3" fmla="*/ 0 w 3189163"/>
                  <a:gd name="connsiteY3" fmla="*/ 0 h 1200245"/>
                  <a:gd name="connsiteX0" fmla="*/ 3189163 w 3189163"/>
                  <a:gd name="connsiteY0" fmla="*/ 1200245 h 1200245"/>
                  <a:gd name="connsiteX1" fmla="*/ 0 w 3189163"/>
                  <a:gd name="connsiteY1" fmla="*/ 1200245 h 1200245"/>
                  <a:gd name="connsiteX2" fmla="*/ 0 w 3189163"/>
                  <a:gd name="connsiteY2" fmla="*/ 0 h 120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89163" h="1200245">
                    <a:moveTo>
                      <a:pt x="3189163" y="1200245"/>
                    </a:moveTo>
                    <a:lnTo>
                      <a:pt x="0" y="1200245"/>
                    </a:lnTo>
                    <a:lnTo>
                      <a:pt x="0" y="0"/>
                    </a:lnTo>
                  </a:path>
                </a:pathLst>
              </a:cu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844" name="直線單箭頭接點 843">
              <a:extLst>
                <a:ext uri="{FF2B5EF4-FFF2-40B4-BE49-F238E27FC236}">
                  <a16:creationId xmlns:a16="http://schemas.microsoft.com/office/drawing/2014/main" id="{15C4C0BE-4258-41DE-94A3-4A8446883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6399" y="3707678"/>
              <a:ext cx="0" cy="6001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直線單箭頭接點 844">
              <a:extLst>
                <a:ext uri="{FF2B5EF4-FFF2-40B4-BE49-F238E27FC236}">
                  <a16:creationId xmlns:a16="http://schemas.microsoft.com/office/drawing/2014/main" id="{468489E0-CC77-475D-9C5A-30B06326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2257" y="3707678"/>
              <a:ext cx="0" cy="6001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直線單箭頭接點 845">
              <a:extLst>
                <a:ext uri="{FF2B5EF4-FFF2-40B4-BE49-F238E27FC236}">
                  <a16:creationId xmlns:a16="http://schemas.microsoft.com/office/drawing/2014/main" id="{10303BDE-AE58-4F27-B753-F5EB303E8F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5179" y="3646781"/>
              <a:ext cx="0" cy="66104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直線單箭頭接點 846">
              <a:extLst>
                <a:ext uri="{FF2B5EF4-FFF2-40B4-BE49-F238E27FC236}">
                  <a16:creationId xmlns:a16="http://schemas.microsoft.com/office/drawing/2014/main" id="{18880F45-A409-439A-9890-1FE702B04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2771" y="3646781"/>
              <a:ext cx="0" cy="66104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線單箭頭接點 847">
              <a:extLst>
                <a:ext uri="{FF2B5EF4-FFF2-40B4-BE49-F238E27FC236}">
                  <a16:creationId xmlns:a16="http://schemas.microsoft.com/office/drawing/2014/main" id="{53D5D83B-1EC4-4518-B770-122D8B959D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3548" y="3820281"/>
              <a:ext cx="0" cy="48754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直線接點 848">
              <a:extLst>
                <a:ext uri="{FF2B5EF4-FFF2-40B4-BE49-F238E27FC236}">
                  <a16:creationId xmlns:a16="http://schemas.microsoft.com/office/drawing/2014/main" id="{772F8BB7-8944-4294-8A78-5BB206C4569E}"/>
                </a:ext>
              </a:extLst>
            </p:cNvPr>
            <p:cNvCxnSpPr>
              <a:cxnSpLocks/>
            </p:cNvCxnSpPr>
            <p:nvPr/>
          </p:nvCxnSpPr>
          <p:spPr>
            <a:xfrm>
              <a:off x="5212752" y="3707678"/>
              <a:ext cx="5200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線接點 850">
              <a:extLst>
                <a:ext uri="{FF2B5EF4-FFF2-40B4-BE49-F238E27FC236}">
                  <a16:creationId xmlns:a16="http://schemas.microsoft.com/office/drawing/2014/main" id="{0B5F99B8-75D9-4866-A8B6-5B5CAB17F971}"/>
                </a:ext>
              </a:extLst>
            </p:cNvPr>
            <p:cNvCxnSpPr>
              <a:cxnSpLocks/>
            </p:cNvCxnSpPr>
            <p:nvPr/>
          </p:nvCxnSpPr>
          <p:spPr>
            <a:xfrm>
              <a:off x="3106291" y="3827567"/>
              <a:ext cx="88318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線接點 851">
              <a:extLst>
                <a:ext uri="{FF2B5EF4-FFF2-40B4-BE49-F238E27FC236}">
                  <a16:creationId xmlns:a16="http://schemas.microsoft.com/office/drawing/2014/main" id="{F0D5D396-45EF-4805-A9F2-A6FBC1404DE7}"/>
                </a:ext>
              </a:extLst>
            </p:cNvPr>
            <p:cNvCxnSpPr>
              <a:cxnSpLocks/>
            </p:cNvCxnSpPr>
            <p:nvPr/>
          </p:nvCxnSpPr>
          <p:spPr>
            <a:xfrm>
              <a:off x="3989475" y="4307828"/>
              <a:ext cx="122692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直線接點 852">
              <a:extLst>
                <a:ext uri="{FF2B5EF4-FFF2-40B4-BE49-F238E27FC236}">
                  <a16:creationId xmlns:a16="http://schemas.microsoft.com/office/drawing/2014/main" id="{60F7593B-B1E8-45FB-A6F9-0439F2292878}"/>
                </a:ext>
              </a:extLst>
            </p:cNvPr>
            <p:cNvCxnSpPr>
              <a:cxnSpLocks/>
            </p:cNvCxnSpPr>
            <p:nvPr/>
          </p:nvCxnSpPr>
          <p:spPr>
            <a:xfrm>
              <a:off x="5731301" y="4307828"/>
              <a:ext cx="75387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4" name="直線接點 853">
              <a:extLst>
                <a:ext uri="{FF2B5EF4-FFF2-40B4-BE49-F238E27FC236}">
                  <a16:creationId xmlns:a16="http://schemas.microsoft.com/office/drawing/2014/main" id="{CDCC14EE-A37D-4494-B7F1-CEB91BED70A2}"/>
                </a:ext>
              </a:extLst>
            </p:cNvPr>
            <p:cNvCxnSpPr>
              <a:cxnSpLocks/>
            </p:cNvCxnSpPr>
            <p:nvPr/>
          </p:nvCxnSpPr>
          <p:spPr>
            <a:xfrm>
              <a:off x="6483628" y="3646781"/>
              <a:ext cx="7957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直線接點 854">
              <a:extLst>
                <a:ext uri="{FF2B5EF4-FFF2-40B4-BE49-F238E27FC236}">
                  <a16:creationId xmlns:a16="http://schemas.microsoft.com/office/drawing/2014/main" id="{C32120F8-404A-4D8C-B0D6-F777DC9AA56C}"/>
                </a:ext>
              </a:extLst>
            </p:cNvPr>
            <p:cNvCxnSpPr>
              <a:cxnSpLocks/>
            </p:cNvCxnSpPr>
            <p:nvPr/>
          </p:nvCxnSpPr>
          <p:spPr>
            <a:xfrm>
              <a:off x="8276651" y="3827677"/>
              <a:ext cx="92585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直線單箭頭接點 855">
              <a:extLst>
                <a:ext uri="{FF2B5EF4-FFF2-40B4-BE49-F238E27FC236}">
                  <a16:creationId xmlns:a16="http://schemas.microsoft.com/office/drawing/2014/main" id="{01141317-D672-4137-8321-CB58F94C2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9475" y="3820278"/>
              <a:ext cx="0" cy="487549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直線接點 856">
              <a:extLst>
                <a:ext uri="{FF2B5EF4-FFF2-40B4-BE49-F238E27FC236}">
                  <a16:creationId xmlns:a16="http://schemas.microsoft.com/office/drawing/2014/main" id="{A1DEDF16-0066-4458-B390-4D36045C8F69}"/>
                </a:ext>
              </a:extLst>
            </p:cNvPr>
            <p:cNvCxnSpPr>
              <a:cxnSpLocks/>
            </p:cNvCxnSpPr>
            <p:nvPr/>
          </p:nvCxnSpPr>
          <p:spPr>
            <a:xfrm>
              <a:off x="7278705" y="4307828"/>
              <a:ext cx="99484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8" name="手繪多邊形: 圖案 857">
              <a:extLst>
                <a:ext uri="{FF2B5EF4-FFF2-40B4-BE49-F238E27FC236}">
                  <a16:creationId xmlns:a16="http://schemas.microsoft.com/office/drawing/2014/main" id="{2899C514-0FE3-46DE-81B2-45B810EFA508}"/>
                </a:ext>
              </a:extLst>
            </p:cNvPr>
            <p:cNvSpPr/>
            <p:nvPr/>
          </p:nvSpPr>
          <p:spPr>
            <a:xfrm flipV="1">
              <a:off x="3989475" y="4351650"/>
              <a:ext cx="48092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59" name="手繪多邊形: 圖案 858">
              <a:extLst>
                <a:ext uri="{FF2B5EF4-FFF2-40B4-BE49-F238E27FC236}">
                  <a16:creationId xmlns:a16="http://schemas.microsoft.com/office/drawing/2014/main" id="{638F97FF-A120-4624-A05C-3446CF2D79F0}"/>
                </a:ext>
              </a:extLst>
            </p:cNvPr>
            <p:cNvSpPr/>
            <p:nvPr/>
          </p:nvSpPr>
          <p:spPr>
            <a:xfrm flipH="1" flipV="1">
              <a:off x="5168305" y="4351650"/>
              <a:ext cx="48093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60" name="手繪多邊形: 圖案 859">
              <a:extLst>
                <a:ext uri="{FF2B5EF4-FFF2-40B4-BE49-F238E27FC236}">
                  <a16:creationId xmlns:a16="http://schemas.microsoft.com/office/drawing/2014/main" id="{1504F0A7-1010-427C-A2F4-D8497E7373E9}"/>
                </a:ext>
              </a:extLst>
            </p:cNvPr>
            <p:cNvSpPr/>
            <p:nvPr/>
          </p:nvSpPr>
          <p:spPr>
            <a:xfrm flipV="1">
              <a:off x="5732257" y="4351650"/>
              <a:ext cx="48092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61" name="手繪多邊形: 圖案 860">
              <a:extLst>
                <a:ext uri="{FF2B5EF4-FFF2-40B4-BE49-F238E27FC236}">
                  <a16:creationId xmlns:a16="http://schemas.microsoft.com/office/drawing/2014/main" id="{BB83811C-264B-46E5-A5F1-9B7CC27711B6}"/>
                </a:ext>
              </a:extLst>
            </p:cNvPr>
            <p:cNvSpPr/>
            <p:nvPr/>
          </p:nvSpPr>
          <p:spPr>
            <a:xfrm flipH="1" flipV="1">
              <a:off x="6437085" y="4351650"/>
              <a:ext cx="48093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62" name="手繪多邊形: 圖案 861">
              <a:extLst>
                <a:ext uri="{FF2B5EF4-FFF2-40B4-BE49-F238E27FC236}">
                  <a16:creationId xmlns:a16="http://schemas.microsoft.com/office/drawing/2014/main" id="{84CBB2B2-DD4F-4F01-B531-F2A278A8BC4E}"/>
                </a:ext>
              </a:extLst>
            </p:cNvPr>
            <p:cNvSpPr/>
            <p:nvPr/>
          </p:nvSpPr>
          <p:spPr>
            <a:xfrm flipV="1">
              <a:off x="7282771" y="4351650"/>
              <a:ext cx="48092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63" name="手繪多邊形: 圖案 862">
              <a:extLst>
                <a:ext uri="{FF2B5EF4-FFF2-40B4-BE49-F238E27FC236}">
                  <a16:creationId xmlns:a16="http://schemas.microsoft.com/office/drawing/2014/main" id="{65283574-ED2B-4664-B5B1-4FD5BA45D57A}"/>
                </a:ext>
              </a:extLst>
            </p:cNvPr>
            <p:cNvSpPr/>
            <p:nvPr/>
          </p:nvSpPr>
          <p:spPr>
            <a:xfrm flipH="1" flipV="1">
              <a:off x="8225455" y="4351650"/>
              <a:ext cx="48093" cy="53823"/>
            </a:xfrm>
            <a:custGeom>
              <a:avLst/>
              <a:gdLst>
                <a:gd name="connsiteX0" fmla="*/ 548934 w 548934"/>
                <a:gd name="connsiteY0" fmla="*/ 0 h 252259"/>
                <a:gd name="connsiteX1" fmla="*/ 548934 w 548934"/>
                <a:gd name="connsiteY1" fmla="*/ 252259 h 252259"/>
                <a:gd name="connsiteX2" fmla="*/ 0 w 548934"/>
                <a:gd name="connsiteY2" fmla="*/ 252259 h 252259"/>
                <a:gd name="connsiteX3" fmla="*/ 3209 w 548934"/>
                <a:gd name="connsiteY3" fmla="*/ 244763 h 252259"/>
                <a:gd name="connsiteX4" fmla="*/ 414234 w 548934"/>
                <a:gd name="connsiteY4" fmla="*/ 26066 h 252259"/>
                <a:gd name="connsiteX5" fmla="*/ 548934 w 548934"/>
                <a:gd name="connsiteY5" fmla="*/ 0 h 252259"/>
                <a:gd name="connsiteX0" fmla="*/ 548934 w 640374"/>
                <a:gd name="connsiteY0" fmla="*/ 252259 h 343699"/>
                <a:gd name="connsiteX1" fmla="*/ 0 w 640374"/>
                <a:gd name="connsiteY1" fmla="*/ 252259 h 343699"/>
                <a:gd name="connsiteX2" fmla="*/ 3209 w 640374"/>
                <a:gd name="connsiteY2" fmla="*/ 244763 h 343699"/>
                <a:gd name="connsiteX3" fmla="*/ 414234 w 640374"/>
                <a:gd name="connsiteY3" fmla="*/ 26066 h 343699"/>
                <a:gd name="connsiteX4" fmla="*/ 548934 w 640374"/>
                <a:gd name="connsiteY4" fmla="*/ 0 h 343699"/>
                <a:gd name="connsiteX5" fmla="*/ 640374 w 640374"/>
                <a:gd name="connsiteY5" fmla="*/ 343699 h 343699"/>
                <a:gd name="connsiteX0" fmla="*/ 548934 w 548934"/>
                <a:gd name="connsiteY0" fmla="*/ 252259 h 252259"/>
                <a:gd name="connsiteX1" fmla="*/ 0 w 548934"/>
                <a:gd name="connsiteY1" fmla="*/ 252259 h 252259"/>
                <a:gd name="connsiteX2" fmla="*/ 3209 w 548934"/>
                <a:gd name="connsiteY2" fmla="*/ 244763 h 252259"/>
                <a:gd name="connsiteX3" fmla="*/ 414234 w 548934"/>
                <a:gd name="connsiteY3" fmla="*/ 26066 h 252259"/>
                <a:gd name="connsiteX4" fmla="*/ 548934 w 548934"/>
                <a:gd name="connsiteY4" fmla="*/ 0 h 252259"/>
                <a:gd name="connsiteX0" fmla="*/ 0 w 548934"/>
                <a:gd name="connsiteY0" fmla="*/ 252259 h 252259"/>
                <a:gd name="connsiteX1" fmla="*/ 3209 w 548934"/>
                <a:gd name="connsiteY1" fmla="*/ 244763 h 252259"/>
                <a:gd name="connsiteX2" fmla="*/ 414234 w 548934"/>
                <a:gd name="connsiteY2" fmla="*/ 26066 h 252259"/>
                <a:gd name="connsiteX3" fmla="*/ 548934 w 548934"/>
                <a:gd name="connsiteY3" fmla="*/ 0 h 252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8934" h="252259">
                  <a:moveTo>
                    <a:pt x="0" y="252259"/>
                  </a:moveTo>
                  <a:lnTo>
                    <a:pt x="3209" y="244763"/>
                  </a:lnTo>
                  <a:cubicBezTo>
                    <a:pt x="55283" y="154037"/>
                    <a:pt x="206264" y="76157"/>
                    <a:pt x="414234" y="26066"/>
                  </a:cubicBezTo>
                  <a:lnTo>
                    <a:pt x="548934" y="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864" name="文字方塊 863">
              <a:extLst>
                <a:ext uri="{FF2B5EF4-FFF2-40B4-BE49-F238E27FC236}">
                  <a16:creationId xmlns:a16="http://schemas.microsoft.com/office/drawing/2014/main" id="{D6A6B5E1-C17A-4A77-A2A9-53E156CEFC07}"/>
                </a:ext>
              </a:extLst>
            </p:cNvPr>
            <p:cNvSpPr txBox="1"/>
            <p:nvPr/>
          </p:nvSpPr>
          <p:spPr>
            <a:xfrm>
              <a:off x="5316424" y="3560095"/>
              <a:ext cx="312749" cy="357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pPr algn="ctr"/>
              <a:r>
                <a:rPr lang="zh-TW" altLang="en-US" dirty="0"/>
                <a:t>✕</a:t>
              </a:r>
            </a:p>
          </p:txBody>
        </p:sp>
        <p:sp>
          <p:nvSpPr>
            <p:cNvPr id="865" name="文字方塊 864">
              <a:extLst>
                <a:ext uri="{FF2B5EF4-FFF2-40B4-BE49-F238E27FC236}">
                  <a16:creationId xmlns:a16="http://schemas.microsoft.com/office/drawing/2014/main" id="{A7526E2F-352C-4E55-9AB9-039A648AD57E}"/>
                </a:ext>
              </a:extLst>
            </p:cNvPr>
            <p:cNvSpPr txBox="1"/>
            <p:nvPr/>
          </p:nvSpPr>
          <p:spPr>
            <a:xfrm>
              <a:off x="6725108" y="3503479"/>
              <a:ext cx="312749" cy="357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pPr algn="ctr"/>
              <a:r>
                <a:rPr lang="zh-TW" altLang="en-US" dirty="0"/>
                <a:t>✕</a:t>
              </a:r>
            </a:p>
          </p:txBody>
        </p:sp>
        <p:sp>
          <p:nvSpPr>
            <p:cNvPr id="875" name="文字方塊 874">
              <a:extLst>
                <a:ext uri="{FF2B5EF4-FFF2-40B4-BE49-F238E27FC236}">
                  <a16:creationId xmlns:a16="http://schemas.microsoft.com/office/drawing/2014/main" id="{8DDE57B8-B679-4DEE-9401-D57E4BB03382}"/>
                </a:ext>
              </a:extLst>
            </p:cNvPr>
            <p:cNvSpPr txBox="1"/>
            <p:nvPr/>
          </p:nvSpPr>
          <p:spPr>
            <a:xfrm>
              <a:off x="2796295" y="3513202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1</a:t>
              </a:r>
              <a:endParaRPr lang="zh-TW" altLang="en-US" sz="1200" dirty="0"/>
            </a:p>
          </p:txBody>
        </p:sp>
        <p:sp>
          <p:nvSpPr>
            <p:cNvPr id="876" name="文字方塊 875">
              <a:extLst>
                <a:ext uri="{FF2B5EF4-FFF2-40B4-BE49-F238E27FC236}">
                  <a16:creationId xmlns:a16="http://schemas.microsoft.com/office/drawing/2014/main" id="{D8C24928-3560-443B-9F36-F928AA1007E2}"/>
                </a:ext>
              </a:extLst>
            </p:cNvPr>
            <p:cNvSpPr txBox="1"/>
            <p:nvPr/>
          </p:nvSpPr>
          <p:spPr>
            <a:xfrm>
              <a:off x="2679277" y="3656242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0.8</a:t>
              </a:r>
              <a:endParaRPr lang="zh-TW" altLang="en-US" sz="1200" dirty="0"/>
            </a:p>
          </p:txBody>
        </p:sp>
        <p:sp>
          <p:nvSpPr>
            <p:cNvPr id="877" name="文字方塊 876">
              <a:extLst>
                <a:ext uri="{FF2B5EF4-FFF2-40B4-BE49-F238E27FC236}">
                  <a16:creationId xmlns:a16="http://schemas.microsoft.com/office/drawing/2014/main" id="{146AA51F-5B48-4BD7-B015-EDE95DEC22CB}"/>
                </a:ext>
              </a:extLst>
            </p:cNvPr>
            <p:cNvSpPr txBox="1"/>
            <p:nvPr/>
          </p:nvSpPr>
          <p:spPr>
            <a:xfrm>
              <a:off x="2679277" y="3799283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0.6</a:t>
              </a:r>
              <a:endParaRPr lang="zh-TW" altLang="en-US" sz="1200" dirty="0"/>
            </a:p>
          </p:txBody>
        </p:sp>
        <p:sp>
          <p:nvSpPr>
            <p:cNvPr id="878" name="文字方塊 877">
              <a:extLst>
                <a:ext uri="{FF2B5EF4-FFF2-40B4-BE49-F238E27FC236}">
                  <a16:creationId xmlns:a16="http://schemas.microsoft.com/office/drawing/2014/main" id="{37711E7E-974F-4BDC-AB11-1DBFB4752911}"/>
                </a:ext>
              </a:extLst>
            </p:cNvPr>
            <p:cNvSpPr txBox="1"/>
            <p:nvPr/>
          </p:nvSpPr>
          <p:spPr>
            <a:xfrm>
              <a:off x="2679277" y="3942323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0.4</a:t>
              </a:r>
              <a:endParaRPr lang="zh-TW" altLang="en-US" sz="1200" dirty="0"/>
            </a:p>
          </p:txBody>
        </p:sp>
        <p:sp>
          <p:nvSpPr>
            <p:cNvPr id="879" name="文字方塊 878">
              <a:extLst>
                <a:ext uri="{FF2B5EF4-FFF2-40B4-BE49-F238E27FC236}">
                  <a16:creationId xmlns:a16="http://schemas.microsoft.com/office/drawing/2014/main" id="{E0E15562-824B-4A6D-89CB-62F122AB49A1}"/>
                </a:ext>
              </a:extLst>
            </p:cNvPr>
            <p:cNvSpPr txBox="1"/>
            <p:nvPr/>
          </p:nvSpPr>
          <p:spPr>
            <a:xfrm>
              <a:off x="2679277" y="4085366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0.2</a:t>
              </a:r>
              <a:endParaRPr lang="zh-TW" altLang="en-US" sz="1200" dirty="0"/>
            </a:p>
          </p:txBody>
        </p:sp>
        <p:sp>
          <p:nvSpPr>
            <p:cNvPr id="887" name="文字方塊 886">
              <a:extLst>
                <a:ext uri="{FF2B5EF4-FFF2-40B4-BE49-F238E27FC236}">
                  <a16:creationId xmlns:a16="http://schemas.microsoft.com/office/drawing/2014/main" id="{A108BAF4-18A2-4881-95B4-8DD0A99478E5}"/>
                </a:ext>
              </a:extLst>
            </p:cNvPr>
            <p:cNvSpPr txBox="1"/>
            <p:nvPr/>
          </p:nvSpPr>
          <p:spPr>
            <a:xfrm>
              <a:off x="2796295" y="4225302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</a:t>
              </a:r>
              <a:endParaRPr lang="zh-TW" altLang="en-US" sz="1200" dirty="0"/>
            </a:p>
          </p:txBody>
        </p:sp>
      </p:grpSp>
      <p:sp>
        <p:nvSpPr>
          <p:cNvPr id="889" name="文字方塊 888">
            <a:extLst>
              <a:ext uri="{FF2B5EF4-FFF2-40B4-BE49-F238E27FC236}">
                <a16:creationId xmlns:a16="http://schemas.microsoft.com/office/drawing/2014/main" id="{A1762757-FC46-4FC0-8665-B1579035E092}"/>
              </a:ext>
            </a:extLst>
          </p:cNvPr>
          <p:cNvSpPr txBox="1"/>
          <p:nvPr/>
        </p:nvSpPr>
        <p:spPr>
          <a:xfrm>
            <a:off x="1583642" y="2328984"/>
            <a:ext cx="206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 dirty="0"/>
              <a:t>Heterozygosity ratio</a:t>
            </a:r>
          </a:p>
        </p:txBody>
      </p:sp>
      <p:sp>
        <p:nvSpPr>
          <p:cNvPr id="504" name="箭號: 向下 503">
            <a:extLst>
              <a:ext uri="{FF2B5EF4-FFF2-40B4-BE49-F238E27FC236}">
                <a16:creationId xmlns:a16="http://schemas.microsoft.com/office/drawing/2014/main" id="{99A17A8F-00C6-4594-88A0-9907D8C8ACA6}"/>
              </a:ext>
            </a:extLst>
          </p:cNvPr>
          <p:cNvSpPr/>
          <p:nvPr/>
        </p:nvSpPr>
        <p:spPr>
          <a:xfrm>
            <a:off x="5982867" y="4438240"/>
            <a:ext cx="180000" cy="180000"/>
          </a:xfrm>
          <a:prstGeom prst="down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cxnSp>
        <p:nvCxnSpPr>
          <p:cNvPr id="506" name="直線接點 352">
            <a:extLst>
              <a:ext uri="{FF2B5EF4-FFF2-40B4-BE49-F238E27FC236}">
                <a16:creationId xmlns:a16="http://schemas.microsoft.com/office/drawing/2014/main" id="{85B79F07-A009-4435-B87D-03C704B17AC2}"/>
              </a:ext>
            </a:extLst>
          </p:cNvPr>
          <p:cNvCxnSpPr>
            <a:cxnSpLocks/>
          </p:cNvCxnSpPr>
          <p:nvPr/>
        </p:nvCxnSpPr>
        <p:spPr>
          <a:xfrm>
            <a:off x="2974742" y="5343051"/>
            <a:ext cx="622776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8" name="矩形 507">
            <a:extLst>
              <a:ext uri="{FF2B5EF4-FFF2-40B4-BE49-F238E27FC236}">
                <a16:creationId xmlns:a16="http://schemas.microsoft.com/office/drawing/2014/main" id="{F5152DCE-A3A0-4471-BC53-912B0006A33E}"/>
              </a:ext>
            </a:extLst>
          </p:cNvPr>
          <p:cNvSpPr/>
          <p:nvPr/>
        </p:nvSpPr>
        <p:spPr>
          <a:xfrm>
            <a:off x="7272111" y="5440831"/>
            <a:ext cx="1008000" cy="392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1" name="矩形 510">
            <a:extLst>
              <a:ext uri="{FF2B5EF4-FFF2-40B4-BE49-F238E27FC236}">
                <a16:creationId xmlns:a16="http://schemas.microsoft.com/office/drawing/2014/main" id="{D59EECAC-B797-4DB4-AF29-74B7B3979D7A}"/>
              </a:ext>
            </a:extLst>
          </p:cNvPr>
          <p:cNvSpPr/>
          <p:nvPr/>
        </p:nvSpPr>
        <p:spPr>
          <a:xfrm>
            <a:off x="5704093" y="5446048"/>
            <a:ext cx="792000" cy="392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3" name="直線接點 512">
            <a:extLst>
              <a:ext uri="{FF2B5EF4-FFF2-40B4-BE49-F238E27FC236}">
                <a16:creationId xmlns:a16="http://schemas.microsoft.com/office/drawing/2014/main" id="{CA5F4D7F-42AC-4C79-A2AD-62477C91CE4E}"/>
              </a:ext>
            </a:extLst>
          </p:cNvPr>
          <p:cNvCxnSpPr>
            <a:cxnSpLocks/>
          </p:cNvCxnSpPr>
          <p:nvPr/>
        </p:nvCxnSpPr>
        <p:spPr>
          <a:xfrm>
            <a:off x="8273549" y="5199195"/>
            <a:ext cx="0" cy="287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線接點 513">
            <a:extLst>
              <a:ext uri="{FF2B5EF4-FFF2-40B4-BE49-F238E27FC236}">
                <a16:creationId xmlns:a16="http://schemas.microsoft.com/office/drawing/2014/main" id="{0A13FF3A-29BF-47F4-A4A1-11EADC0E5FE6}"/>
              </a:ext>
            </a:extLst>
          </p:cNvPr>
          <p:cNvCxnSpPr>
            <a:cxnSpLocks/>
          </p:cNvCxnSpPr>
          <p:nvPr/>
        </p:nvCxnSpPr>
        <p:spPr>
          <a:xfrm>
            <a:off x="3989475" y="5199195"/>
            <a:ext cx="0" cy="287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矩形 514">
            <a:extLst>
              <a:ext uri="{FF2B5EF4-FFF2-40B4-BE49-F238E27FC236}">
                <a16:creationId xmlns:a16="http://schemas.microsoft.com/office/drawing/2014/main" id="{2508E2EE-2335-40E2-BBC1-F0A948A16711}"/>
              </a:ext>
            </a:extLst>
          </p:cNvPr>
          <p:cNvSpPr/>
          <p:nvPr/>
        </p:nvSpPr>
        <p:spPr>
          <a:xfrm>
            <a:off x="3975008" y="5447667"/>
            <a:ext cx="1260000" cy="3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7" name="文字方塊 516">
            <a:extLst>
              <a:ext uri="{FF2B5EF4-FFF2-40B4-BE49-F238E27FC236}">
                <a16:creationId xmlns:a16="http://schemas.microsoft.com/office/drawing/2014/main" id="{130C2234-24E3-4C55-AACD-9BCB200724EB}"/>
              </a:ext>
            </a:extLst>
          </p:cNvPr>
          <p:cNvSpPr txBox="1"/>
          <p:nvPr/>
        </p:nvSpPr>
        <p:spPr>
          <a:xfrm>
            <a:off x="3942846" y="4774584"/>
            <a:ext cx="57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LOH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EFB15062-CF4D-423A-A9B3-998B9909C551}"/>
              </a:ext>
            </a:extLst>
          </p:cNvPr>
          <p:cNvSpPr/>
          <p:nvPr/>
        </p:nvSpPr>
        <p:spPr>
          <a:xfrm>
            <a:off x="6479997" y="5132903"/>
            <a:ext cx="798707" cy="281985"/>
          </a:xfrm>
          <a:custGeom>
            <a:avLst/>
            <a:gdLst>
              <a:gd name="connsiteX0" fmla="*/ 0 w 893193"/>
              <a:gd name="connsiteY0" fmla="*/ 281985 h 563970"/>
              <a:gd name="connsiteX1" fmla="*/ 446597 w 893193"/>
              <a:gd name="connsiteY1" fmla="*/ 0 h 563970"/>
              <a:gd name="connsiteX2" fmla="*/ 893194 w 893193"/>
              <a:gd name="connsiteY2" fmla="*/ 281985 h 563970"/>
              <a:gd name="connsiteX3" fmla="*/ 446597 w 893193"/>
              <a:gd name="connsiteY3" fmla="*/ 563970 h 563970"/>
              <a:gd name="connsiteX4" fmla="*/ 0 w 893193"/>
              <a:gd name="connsiteY4" fmla="*/ 281985 h 563970"/>
              <a:gd name="connsiteX0" fmla="*/ 446597 w 893194"/>
              <a:gd name="connsiteY0" fmla="*/ 563970 h 655410"/>
              <a:gd name="connsiteX1" fmla="*/ 0 w 893194"/>
              <a:gd name="connsiteY1" fmla="*/ 281985 h 655410"/>
              <a:gd name="connsiteX2" fmla="*/ 446597 w 893194"/>
              <a:gd name="connsiteY2" fmla="*/ 0 h 655410"/>
              <a:gd name="connsiteX3" fmla="*/ 893194 w 893194"/>
              <a:gd name="connsiteY3" fmla="*/ 281985 h 655410"/>
              <a:gd name="connsiteX4" fmla="*/ 538037 w 893194"/>
              <a:gd name="connsiteY4" fmla="*/ 655410 h 655410"/>
              <a:gd name="connsiteX0" fmla="*/ 446597 w 893194"/>
              <a:gd name="connsiteY0" fmla="*/ 563970 h 563970"/>
              <a:gd name="connsiteX1" fmla="*/ 0 w 893194"/>
              <a:gd name="connsiteY1" fmla="*/ 281985 h 563970"/>
              <a:gd name="connsiteX2" fmla="*/ 446597 w 893194"/>
              <a:gd name="connsiteY2" fmla="*/ 0 h 563970"/>
              <a:gd name="connsiteX3" fmla="*/ 893194 w 893194"/>
              <a:gd name="connsiteY3" fmla="*/ 281985 h 563970"/>
              <a:gd name="connsiteX0" fmla="*/ 0 w 893194"/>
              <a:gd name="connsiteY0" fmla="*/ 281985 h 281985"/>
              <a:gd name="connsiteX1" fmla="*/ 446597 w 893194"/>
              <a:gd name="connsiteY1" fmla="*/ 0 h 281985"/>
              <a:gd name="connsiteX2" fmla="*/ 893194 w 893194"/>
              <a:gd name="connsiteY2" fmla="*/ 281985 h 28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3194" h="281985">
                <a:moveTo>
                  <a:pt x="0" y="281985"/>
                </a:moveTo>
                <a:cubicBezTo>
                  <a:pt x="0" y="126249"/>
                  <a:pt x="199948" y="0"/>
                  <a:pt x="446597" y="0"/>
                </a:cubicBezTo>
                <a:cubicBezTo>
                  <a:pt x="693246" y="0"/>
                  <a:pt x="893194" y="126249"/>
                  <a:pt x="893194" y="281985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528" name="橢圓 13">
            <a:extLst>
              <a:ext uri="{FF2B5EF4-FFF2-40B4-BE49-F238E27FC236}">
                <a16:creationId xmlns:a16="http://schemas.microsoft.com/office/drawing/2014/main" id="{DD6C0785-9226-4409-985E-19F37A4BBF27}"/>
              </a:ext>
            </a:extLst>
          </p:cNvPr>
          <p:cNvSpPr/>
          <p:nvPr/>
        </p:nvSpPr>
        <p:spPr>
          <a:xfrm>
            <a:off x="5242719" y="5133761"/>
            <a:ext cx="487746" cy="281985"/>
          </a:xfrm>
          <a:custGeom>
            <a:avLst/>
            <a:gdLst>
              <a:gd name="connsiteX0" fmla="*/ 0 w 893193"/>
              <a:gd name="connsiteY0" fmla="*/ 281985 h 563970"/>
              <a:gd name="connsiteX1" fmla="*/ 446597 w 893193"/>
              <a:gd name="connsiteY1" fmla="*/ 0 h 563970"/>
              <a:gd name="connsiteX2" fmla="*/ 893194 w 893193"/>
              <a:gd name="connsiteY2" fmla="*/ 281985 h 563970"/>
              <a:gd name="connsiteX3" fmla="*/ 446597 w 893193"/>
              <a:gd name="connsiteY3" fmla="*/ 563970 h 563970"/>
              <a:gd name="connsiteX4" fmla="*/ 0 w 893193"/>
              <a:gd name="connsiteY4" fmla="*/ 281985 h 563970"/>
              <a:gd name="connsiteX0" fmla="*/ 446597 w 893194"/>
              <a:gd name="connsiteY0" fmla="*/ 563970 h 655410"/>
              <a:gd name="connsiteX1" fmla="*/ 0 w 893194"/>
              <a:gd name="connsiteY1" fmla="*/ 281985 h 655410"/>
              <a:gd name="connsiteX2" fmla="*/ 446597 w 893194"/>
              <a:gd name="connsiteY2" fmla="*/ 0 h 655410"/>
              <a:gd name="connsiteX3" fmla="*/ 893194 w 893194"/>
              <a:gd name="connsiteY3" fmla="*/ 281985 h 655410"/>
              <a:gd name="connsiteX4" fmla="*/ 538037 w 893194"/>
              <a:gd name="connsiteY4" fmla="*/ 655410 h 655410"/>
              <a:gd name="connsiteX0" fmla="*/ 446597 w 893194"/>
              <a:gd name="connsiteY0" fmla="*/ 563970 h 563970"/>
              <a:gd name="connsiteX1" fmla="*/ 0 w 893194"/>
              <a:gd name="connsiteY1" fmla="*/ 281985 h 563970"/>
              <a:gd name="connsiteX2" fmla="*/ 446597 w 893194"/>
              <a:gd name="connsiteY2" fmla="*/ 0 h 563970"/>
              <a:gd name="connsiteX3" fmla="*/ 893194 w 893194"/>
              <a:gd name="connsiteY3" fmla="*/ 281985 h 563970"/>
              <a:gd name="connsiteX0" fmla="*/ 0 w 893194"/>
              <a:gd name="connsiteY0" fmla="*/ 281985 h 281985"/>
              <a:gd name="connsiteX1" fmla="*/ 446597 w 893194"/>
              <a:gd name="connsiteY1" fmla="*/ 0 h 281985"/>
              <a:gd name="connsiteX2" fmla="*/ 893194 w 893194"/>
              <a:gd name="connsiteY2" fmla="*/ 281985 h 281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3194" h="281985">
                <a:moveTo>
                  <a:pt x="0" y="281985"/>
                </a:moveTo>
                <a:cubicBezTo>
                  <a:pt x="0" y="126249"/>
                  <a:pt x="199948" y="0"/>
                  <a:pt x="446597" y="0"/>
                </a:cubicBezTo>
                <a:cubicBezTo>
                  <a:pt x="693246" y="0"/>
                  <a:pt x="893194" y="126249"/>
                  <a:pt x="893194" y="281985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529" name="文字方塊 528">
            <a:extLst>
              <a:ext uri="{FF2B5EF4-FFF2-40B4-BE49-F238E27FC236}">
                <a16:creationId xmlns:a16="http://schemas.microsoft.com/office/drawing/2014/main" id="{D985DB8E-7FD9-4E3F-91A1-F3A5E5F90317}"/>
              </a:ext>
            </a:extLst>
          </p:cNvPr>
          <p:cNvSpPr txBox="1"/>
          <p:nvPr/>
        </p:nvSpPr>
        <p:spPr>
          <a:xfrm>
            <a:off x="5202607" y="4774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CNV</a:t>
            </a:r>
            <a:endParaRPr lang="zh-TW" altLang="en-US" dirty="0"/>
          </a:p>
        </p:txBody>
      </p:sp>
      <p:sp>
        <p:nvSpPr>
          <p:cNvPr id="530" name="文字方塊 529">
            <a:extLst>
              <a:ext uri="{FF2B5EF4-FFF2-40B4-BE49-F238E27FC236}">
                <a16:creationId xmlns:a16="http://schemas.microsoft.com/office/drawing/2014/main" id="{985192F7-9766-40B3-8523-DF85E1BDBDB1}"/>
              </a:ext>
            </a:extLst>
          </p:cNvPr>
          <p:cNvSpPr txBox="1"/>
          <p:nvPr/>
        </p:nvSpPr>
        <p:spPr>
          <a:xfrm>
            <a:off x="6609084" y="4774584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BFB</a:t>
            </a:r>
            <a:endParaRPr lang="zh-TW" altLang="en-US" dirty="0"/>
          </a:p>
        </p:txBody>
      </p:sp>
      <p:sp>
        <p:nvSpPr>
          <p:cNvPr id="575" name="文字方塊 574">
            <a:extLst>
              <a:ext uri="{FF2B5EF4-FFF2-40B4-BE49-F238E27FC236}">
                <a16:creationId xmlns:a16="http://schemas.microsoft.com/office/drawing/2014/main" id="{781BA332-B5B3-4F12-A7C3-BF56E82BC9BE}"/>
              </a:ext>
            </a:extLst>
          </p:cNvPr>
          <p:cNvSpPr txBox="1"/>
          <p:nvPr/>
        </p:nvSpPr>
        <p:spPr>
          <a:xfrm>
            <a:off x="1583642" y="4498601"/>
            <a:ext cx="3072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/>
              <a:t>Skipping</a:t>
            </a:r>
            <a:r>
              <a:rPr lang="zh-TW" altLang="en-US" sz="1800"/>
              <a:t> </a:t>
            </a:r>
            <a:r>
              <a:rPr lang="en-US" altLang="zh-TW" sz="1800"/>
              <a:t>small </a:t>
            </a:r>
            <a:r>
              <a:rPr lang="en-US" altLang="zh-TW" sz="1800" dirty="0"/>
              <a:t>CNV/BFB events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380EDD46-8FD1-420A-AE98-1C3EB31D4968}"/>
              </a:ext>
            </a:extLst>
          </p:cNvPr>
          <p:cNvGrpSpPr/>
          <p:nvPr/>
        </p:nvGrpSpPr>
        <p:grpSpPr>
          <a:xfrm>
            <a:off x="1583642" y="5439995"/>
            <a:ext cx="7590506" cy="1431945"/>
            <a:chOff x="1583642" y="5437882"/>
            <a:chExt cx="7590506" cy="1431945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558EFA2E-DFC8-45F5-BDBF-6980985096DD}"/>
                </a:ext>
              </a:extLst>
            </p:cNvPr>
            <p:cNvGrpSpPr/>
            <p:nvPr/>
          </p:nvGrpSpPr>
          <p:grpSpPr>
            <a:xfrm>
              <a:off x="2974742" y="5771257"/>
              <a:ext cx="6199406" cy="1098570"/>
              <a:chOff x="2974742" y="5637907"/>
              <a:chExt cx="6199406" cy="1098570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B058687D-8161-4312-9EA1-D6D1E395D0C5}"/>
                  </a:ext>
                </a:extLst>
              </p:cNvPr>
              <p:cNvGrpSpPr/>
              <p:nvPr/>
            </p:nvGrpSpPr>
            <p:grpSpPr>
              <a:xfrm>
                <a:off x="2974742" y="5637907"/>
                <a:ext cx="6199406" cy="811613"/>
                <a:chOff x="2974742" y="5637907"/>
                <a:chExt cx="6199406" cy="811613"/>
              </a:xfrm>
            </p:grpSpPr>
            <p:grpSp>
              <p:nvGrpSpPr>
                <p:cNvPr id="531" name="群組 530">
                  <a:extLst>
                    <a:ext uri="{FF2B5EF4-FFF2-40B4-BE49-F238E27FC236}">
                      <a16:creationId xmlns:a16="http://schemas.microsoft.com/office/drawing/2014/main" id="{D3E01B16-45CE-4494-8274-BDDC0D0B36A2}"/>
                    </a:ext>
                  </a:extLst>
                </p:cNvPr>
                <p:cNvGrpSpPr/>
                <p:nvPr/>
              </p:nvGrpSpPr>
              <p:grpSpPr>
                <a:xfrm>
                  <a:off x="2974742" y="5637907"/>
                  <a:ext cx="6199405" cy="745329"/>
                  <a:chOff x="1830396" y="2539341"/>
                  <a:chExt cx="4460270" cy="932598"/>
                </a:xfrm>
              </p:grpSpPr>
              <p:grpSp>
                <p:nvGrpSpPr>
                  <p:cNvPr id="532" name="群組 531">
                    <a:extLst>
                      <a:ext uri="{FF2B5EF4-FFF2-40B4-BE49-F238E27FC236}">
                        <a16:creationId xmlns:a16="http://schemas.microsoft.com/office/drawing/2014/main" id="{802F870A-0044-48B7-8D9B-46F121D8D7F9}"/>
                      </a:ext>
                    </a:extLst>
                  </p:cNvPr>
                  <p:cNvGrpSpPr/>
                  <p:nvPr/>
                </p:nvGrpSpPr>
                <p:grpSpPr>
                  <a:xfrm>
                    <a:off x="1850952" y="2621187"/>
                    <a:ext cx="4439714" cy="692999"/>
                    <a:chOff x="437306" y="5225538"/>
                    <a:chExt cx="3960000" cy="723719"/>
                  </a:xfrm>
                </p:grpSpPr>
                <p:cxnSp>
                  <p:nvCxnSpPr>
                    <p:cNvPr id="534" name="直線接點 352">
                      <a:extLst>
                        <a:ext uri="{FF2B5EF4-FFF2-40B4-BE49-F238E27FC236}">
                          <a16:creationId xmlns:a16="http://schemas.microsoft.com/office/drawing/2014/main" id="{5EBB677C-36B7-4F5B-8209-D8FDE19B4A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225538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5" name="直線接點 352">
                      <a:extLst>
                        <a:ext uri="{FF2B5EF4-FFF2-40B4-BE49-F238E27FC236}">
                          <a16:creationId xmlns:a16="http://schemas.microsoft.com/office/drawing/2014/main" id="{B66D72AA-0080-4CD3-BB20-474A11A9F2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406467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6" name="直線接點 352">
                      <a:extLst>
                        <a:ext uri="{FF2B5EF4-FFF2-40B4-BE49-F238E27FC236}">
                          <a16:creationId xmlns:a16="http://schemas.microsoft.com/office/drawing/2014/main" id="{D5F2ED63-A207-47F5-9910-CFEF4E934E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587396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7" name="直線接點 352">
                      <a:extLst>
                        <a:ext uri="{FF2B5EF4-FFF2-40B4-BE49-F238E27FC236}">
                          <a16:creationId xmlns:a16="http://schemas.microsoft.com/office/drawing/2014/main" id="{1FBD2B17-3240-4ADF-8659-00C265F22B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768325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8" name="直線接點 352">
                      <a:extLst>
                        <a:ext uri="{FF2B5EF4-FFF2-40B4-BE49-F238E27FC236}">
                          <a16:creationId xmlns:a16="http://schemas.microsoft.com/office/drawing/2014/main" id="{9B59CDA6-95D1-4E4A-A908-7F88343642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7306" y="5949257"/>
                      <a:ext cx="3960000" cy="0"/>
                    </a:xfrm>
                    <a:prstGeom prst="line">
                      <a:avLst/>
                    </a:prstGeom>
                    <a:ln w="190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33" name="矩形 2">
                    <a:extLst>
                      <a:ext uri="{FF2B5EF4-FFF2-40B4-BE49-F238E27FC236}">
                        <a16:creationId xmlns:a16="http://schemas.microsoft.com/office/drawing/2014/main" id="{2C071AF2-6C80-4F43-8D88-041BF2992D4A}"/>
                      </a:ext>
                    </a:extLst>
                  </p:cNvPr>
                  <p:cNvSpPr/>
                  <p:nvPr/>
                </p:nvSpPr>
                <p:spPr>
                  <a:xfrm>
                    <a:off x="1830396" y="2539341"/>
                    <a:ext cx="4460270" cy="932598"/>
                  </a:xfrm>
                  <a:custGeom>
                    <a:avLst/>
                    <a:gdLst>
                      <a:gd name="connsiteX0" fmla="*/ 0 w 3189163"/>
                      <a:gd name="connsiteY0" fmla="*/ 0 h 1200245"/>
                      <a:gd name="connsiteX1" fmla="*/ 3189163 w 3189163"/>
                      <a:gd name="connsiteY1" fmla="*/ 0 h 1200245"/>
                      <a:gd name="connsiteX2" fmla="*/ 3189163 w 3189163"/>
                      <a:gd name="connsiteY2" fmla="*/ 1200245 h 1200245"/>
                      <a:gd name="connsiteX3" fmla="*/ 0 w 3189163"/>
                      <a:gd name="connsiteY3" fmla="*/ 1200245 h 1200245"/>
                      <a:gd name="connsiteX4" fmla="*/ 0 w 3189163"/>
                      <a:gd name="connsiteY4" fmla="*/ 0 h 1200245"/>
                      <a:gd name="connsiteX0" fmla="*/ 3189163 w 3280603"/>
                      <a:gd name="connsiteY0" fmla="*/ 0 h 1200245"/>
                      <a:gd name="connsiteX1" fmla="*/ 3189163 w 3280603"/>
                      <a:gd name="connsiteY1" fmla="*/ 1200245 h 1200245"/>
                      <a:gd name="connsiteX2" fmla="*/ 0 w 3280603"/>
                      <a:gd name="connsiteY2" fmla="*/ 1200245 h 1200245"/>
                      <a:gd name="connsiteX3" fmla="*/ 0 w 3280603"/>
                      <a:gd name="connsiteY3" fmla="*/ 0 h 1200245"/>
                      <a:gd name="connsiteX4" fmla="*/ 3280603 w 3280603"/>
                      <a:gd name="connsiteY4" fmla="*/ 91440 h 1200245"/>
                      <a:gd name="connsiteX0" fmla="*/ 3189163 w 3189163"/>
                      <a:gd name="connsiteY0" fmla="*/ 0 h 1200245"/>
                      <a:gd name="connsiteX1" fmla="*/ 3189163 w 3189163"/>
                      <a:gd name="connsiteY1" fmla="*/ 1200245 h 1200245"/>
                      <a:gd name="connsiteX2" fmla="*/ 0 w 3189163"/>
                      <a:gd name="connsiteY2" fmla="*/ 1200245 h 1200245"/>
                      <a:gd name="connsiteX3" fmla="*/ 0 w 3189163"/>
                      <a:gd name="connsiteY3" fmla="*/ 0 h 1200245"/>
                      <a:gd name="connsiteX0" fmla="*/ 3189163 w 3189163"/>
                      <a:gd name="connsiteY0" fmla="*/ 1200245 h 1200245"/>
                      <a:gd name="connsiteX1" fmla="*/ 0 w 3189163"/>
                      <a:gd name="connsiteY1" fmla="*/ 1200245 h 1200245"/>
                      <a:gd name="connsiteX2" fmla="*/ 0 w 3189163"/>
                      <a:gd name="connsiteY2" fmla="*/ 0 h 1200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189163" h="1200245">
                        <a:moveTo>
                          <a:pt x="3189163" y="1200245"/>
                        </a:moveTo>
                        <a:lnTo>
                          <a:pt x="0" y="1200245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cxnSp>
              <p:nvCxnSpPr>
                <p:cNvPr id="539" name="直線單箭頭接點 538">
                  <a:extLst>
                    <a:ext uri="{FF2B5EF4-FFF2-40B4-BE49-F238E27FC236}">
                      <a16:creationId xmlns:a16="http://schemas.microsoft.com/office/drawing/2014/main" id="{034D65D3-4E58-4114-846D-4782363F1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73549" y="5864329"/>
                  <a:ext cx="0" cy="48754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直線接點 539">
                  <a:extLst>
                    <a:ext uri="{FF2B5EF4-FFF2-40B4-BE49-F238E27FC236}">
                      <a16:creationId xmlns:a16="http://schemas.microsoft.com/office/drawing/2014/main" id="{733268BD-696A-4D56-A1B4-4E523638CB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87797" y="5871615"/>
                  <a:ext cx="97331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直線接點 540">
                  <a:extLst>
                    <a:ext uri="{FF2B5EF4-FFF2-40B4-BE49-F238E27FC236}">
                      <a16:creationId xmlns:a16="http://schemas.microsoft.com/office/drawing/2014/main" id="{F211B202-1207-472A-AB50-8E061CADB9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61112" y="6351876"/>
                  <a:ext cx="122692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直線接點 541">
                  <a:extLst>
                    <a:ext uri="{FF2B5EF4-FFF2-40B4-BE49-F238E27FC236}">
                      <a16:creationId xmlns:a16="http://schemas.microsoft.com/office/drawing/2014/main" id="{1F47C068-2D72-4946-8E58-B3E3234D97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3988" y="6351876"/>
                  <a:ext cx="235433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直線接點 542">
                  <a:extLst>
                    <a:ext uri="{FF2B5EF4-FFF2-40B4-BE49-F238E27FC236}">
                      <a16:creationId xmlns:a16="http://schemas.microsoft.com/office/drawing/2014/main" id="{A7857018-CE93-4832-8F49-91D2E72D0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68534" y="5871725"/>
                  <a:ext cx="90561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直線單箭頭接點 543">
                  <a:extLst>
                    <a:ext uri="{FF2B5EF4-FFF2-40B4-BE49-F238E27FC236}">
                      <a16:creationId xmlns:a16="http://schemas.microsoft.com/office/drawing/2014/main" id="{4D46F43A-65C3-4D86-93D3-1A242C681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961112" y="5864326"/>
                  <a:ext cx="0" cy="487548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直線接點 544">
                  <a:extLst>
                    <a:ext uri="{FF2B5EF4-FFF2-40B4-BE49-F238E27FC236}">
                      <a16:creationId xmlns:a16="http://schemas.microsoft.com/office/drawing/2014/main" id="{DE863F14-B298-4334-B12D-04A3A26697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50342" y="6351876"/>
                  <a:ext cx="102630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6" name="手繪多邊形: 圖案 545">
                  <a:extLst>
                    <a:ext uri="{FF2B5EF4-FFF2-40B4-BE49-F238E27FC236}">
                      <a16:creationId xmlns:a16="http://schemas.microsoft.com/office/drawing/2014/main" id="{C44CDE62-5908-4888-9C17-DED64AFE31AB}"/>
                    </a:ext>
                  </a:extLst>
                </p:cNvPr>
                <p:cNvSpPr/>
                <p:nvPr/>
              </p:nvSpPr>
              <p:spPr>
                <a:xfrm flipV="1">
                  <a:off x="3961112" y="6395698"/>
                  <a:ext cx="48092" cy="53822"/>
                </a:xfrm>
                <a:custGeom>
                  <a:avLst/>
                  <a:gdLst>
                    <a:gd name="connsiteX0" fmla="*/ 548934 w 548934"/>
                    <a:gd name="connsiteY0" fmla="*/ 0 h 252259"/>
                    <a:gd name="connsiteX1" fmla="*/ 548934 w 548934"/>
                    <a:gd name="connsiteY1" fmla="*/ 252259 h 252259"/>
                    <a:gd name="connsiteX2" fmla="*/ 0 w 548934"/>
                    <a:gd name="connsiteY2" fmla="*/ 252259 h 252259"/>
                    <a:gd name="connsiteX3" fmla="*/ 3209 w 548934"/>
                    <a:gd name="connsiteY3" fmla="*/ 244763 h 252259"/>
                    <a:gd name="connsiteX4" fmla="*/ 414234 w 548934"/>
                    <a:gd name="connsiteY4" fmla="*/ 26066 h 252259"/>
                    <a:gd name="connsiteX5" fmla="*/ 548934 w 548934"/>
                    <a:gd name="connsiteY5" fmla="*/ 0 h 252259"/>
                    <a:gd name="connsiteX0" fmla="*/ 548934 w 640374"/>
                    <a:gd name="connsiteY0" fmla="*/ 252259 h 343699"/>
                    <a:gd name="connsiteX1" fmla="*/ 0 w 640374"/>
                    <a:gd name="connsiteY1" fmla="*/ 252259 h 343699"/>
                    <a:gd name="connsiteX2" fmla="*/ 3209 w 640374"/>
                    <a:gd name="connsiteY2" fmla="*/ 244763 h 343699"/>
                    <a:gd name="connsiteX3" fmla="*/ 414234 w 640374"/>
                    <a:gd name="connsiteY3" fmla="*/ 26066 h 343699"/>
                    <a:gd name="connsiteX4" fmla="*/ 548934 w 640374"/>
                    <a:gd name="connsiteY4" fmla="*/ 0 h 343699"/>
                    <a:gd name="connsiteX5" fmla="*/ 640374 w 640374"/>
                    <a:gd name="connsiteY5" fmla="*/ 343699 h 343699"/>
                    <a:gd name="connsiteX0" fmla="*/ 548934 w 548934"/>
                    <a:gd name="connsiteY0" fmla="*/ 252259 h 252259"/>
                    <a:gd name="connsiteX1" fmla="*/ 0 w 548934"/>
                    <a:gd name="connsiteY1" fmla="*/ 252259 h 252259"/>
                    <a:gd name="connsiteX2" fmla="*/ 3209 w 548934"/>
                    <a:gd name="connsiteY2" fmla="*/ 244763 h 252259"/>
                    <a:gd name="connsiteX3" fmla="*/ 414234 w 548934"/>
                    <a:gd name="connsiteY3" fmla="*/ 26066 h 252259"/>
                    <a:gd name="connsiteX4" fmla="*/ 548934 w 548934"/>
                    <a:gd name="connsiteY4" fmla="*/ 0 h 252259"/>
                    <a:gd name="connsiteX0" fmla="*/ 0 w 548934"/>
                    <a:gd name="connsiteY0" fmla="*/ 252259 h 252259"/>
                    <a:gd name="connsiteX1" fmla="*/ 3209 w 548934"/>
                    <a:gd name="connsiteY1" fmla="*/ 244763 h 252259"/>
                    <a:gd name="connsiteX2" fmla="*/ 414234 w 548934"/>
                    <a:gd name="connsiteY2" fmla="*/ 26066 h 252259"/>
                    <a:gd name="connsiteX3" fmla="*/ 548934 w 548934"/>
                    <a:gd name="connsiteY3" fmla="*/ 0 h 252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934" h="252259">
                      <a:moveTo>
                        <a:pt x="0" y="252259"/>
                      </a:moveTo>
                      <a:lnTo>
                        <a:pt x="3209" y="244763"/>
                      </a:lnTo>
                      <a:cubicBezTo>
                        <a:pt x="55283" y="154037"/>
                        <a:pt x="206264" y="76157"/>
                        <a:pt x="414234" y="26066"/>
                      </a:cubicBezTo>
                      <a:lnTo>
                        <a:pt x="548934" y="0"/>
                      </a:lnTo>
                    </a:path>
                  </a:pathLst>
                </a:cu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47" name="手繪多邊形: 圖案 546">
                  <a:extLst>
                    <a:ext uri="{FF2B5EF4-FFF2-40B4-BE49-F238E27FC236}">
                      <a16:creationId xmlns:a16="http://schemas.microsoft.com/office/drawing/2014/main" id="{94DFC6CD-BD98-4691-A830-A9F6B7C0687A}"/>
                    </a:ext>
                  </a:extLst>
                </p:cNvPr>
                <p:cNvSpPr/>
                <p:nvPr/>
              </p:nvSpPr>
              <p:spPr>
                <a:xfrm flipH="1" flipV="1">
                  <a:off x="8225457" y="6395698"/>
                  <a:ext cx="48092" cy="53822"/>
                </a:xfrm>
                <a:custGeom>
                  <a:avLst/>
                  <a:gdLst>
                    <a:gd name="connsiteX0" fmla="*/ 548934 w 548934"/>
                    <a:gd name="connsiteY0" fmla="*/ 0 h 252259"/>
                    <a:gd name="connsiteX1" fmla="*/ 548934 w 548934"/>
                    <a:gd name="connsiteY1" fmla="*/ 252259 h 252259"/>
                    <a:gd name="connsiteX2" fmla="*/ 0 w 548934"/>
                    <a:gd name="connsiteY2" fmla="*/ 252259 h 252259"/>
                    <a:gd name="connsiteX3" fmla="*/ 3209 w 548934"/>
                    <a:gd name="connsiteY3" fmla="*/ 244763 h 252259"/>
                    <a:gd name="connsiteX4" fmla="*/ 414234 w 548934"/>
                    <a:gd name="connsiteY4" fmla="*/ 26066 h 252259"/>
                    <a:gd name="connsiteX5" fmla="*/ 548934 w 548934"/>
                    <a:gd name="connsiteY5" fmla="*/ 0 h 252259"/>
                    <a:gd name="connsiteX0" fmla="*/ 548934 w 640374"/>
                    <a:gd name="connsiteY0" fmla="*/ 252259 h 343699"/>
                    <a:gd name="connsiteX1" fmla="*/ 0 w 640374"/>
                    <a:gd name="connsiteY1" fmla="*/ 252259 h 343699"/>
                    <a:gd name="connsiteX2" fmla="*/ 3209 w 640374"/>
                    <a:gd name="connsiteY2" fmla="*/ 244763 h 343699"/>
                    <a:gd name="connsiteX3" fmla="*/ 414234 w 640374"/>
                    <a:gd name="connsiteY3" fmla="*/ 26066 h 343699"/>
                    <a:gd name="connsiteX4" fmla="*/ 548934 w 640374"/>
                    <a:gd name="connsiteY4" fmla="*/ 0 h 343699"/>
                    <a:gd name="connsiteX5" fmla="*/ 640374 w 640374"/>
                    <a:gd name="connsiteY5" fmla="*/ 343699 h 343699"/>
                    <a:gd name="connsiteX0" fmla="*/ 548934 w 548934"/>
                    <a:gd name="connsiteY0" fmla="*/ 252259 h 252259"/>
                    <a:gd name="connsiteX1" fmla="*/ 0 w 548934"/>
                    <a:gd name="connsiteY1" fmla="*/ 252259 h 252259"/>
                    <a:gd name="connsiteX2" fmla="*/ 3209 w 548934"/>
                    <a:gd name="connsiteY2" fmla="*/ 244763 h 252259"/>
                    <a:gd name="connsiteX3" fmla="*/ 414234 w 548934"/>
                    <a:gd name="connsiteY3" fmla="*/ 26066 h 252259"/>
                    <a:gd name="connsiteX4" fmla="*/ 548934 w 548934"/>
                    <a:gd name="connsiteY4" fmla="*/ 0 h 252259"/>
                    <a:gd name="connsiteX0" fmla="*/ 0 w 548934"/>
                    <a:gd name="connsiteY0" fmla="*/ 252259 h 252259"/>
                    <a:gd name="connsiteX1" fmla="*/ 3209 w 548934"/>
                    <a:gd name="connsiteY1" fmla="*/ 244763 h 252259"/>
                    <a:gd name="connsiteX2" fmla="*/ 414234 w 548934"/>
                    <a:gd name="connsiteY2" fmla="*/ 26066 h 252259"/>
                    <a:gd name="connsiteX3" fmla="*/ 548934 w 548934"/>
                    <a:gd name="connsiteY3" fmla="*/ 0 h 252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934" h="252259">
                      <a:moveTo>
                        <a:pt x="0" y="252259"/>
                      </a:moveTo>
                      <a:lnTo>
                        <a:pt x="3209" y="244763"/>
                      </a:lnTo>
                      <a:cubicBezTo>
                        <a:pt x="55283" y="154037"/>
                        <a:pt x="206264" y="76157"/>
                        <a:pt x="414234" y="26066"/>
                      </a:cubicBezTo>
                      <a:lnTo>
                        <a:pt x="548934" y="0"/>
                      </a:lnTo>
                    </a:path>
                  </a:pathLst>
                </a:cu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548" name="文字方塊 547">
                <a:extLst>
                  <a:ext uri="{FF2B5EF4-FFF2-40B4-BE49-F238E27FC236}">
                    <a16:creationId xmlns:a16="http://schemas.microsoft.com/office/drawing/2014/main" id="{7630D58E-7C05-465D-A007-95309F194825}"/>
                  </a:ext>
                </a:extLst>
              </p:cNvPr>
              <p:cNvSpPr txBox="1"/>
              <p:nvPr/>
            </p:nvSpPr>
            <p:spPr>
              <a:xfrm>
                <a:off x="5787476" y="6367145"/>
                <a:ext cx="5739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LOH</a:t>
                </a:r>
                <a:endParaRPr lang="zh-TW" altLang="en-US" dirty="0"/>
              </a:p>
            </p:txBody>
          </p:sp>
        </p:grpSp>
        <p:sp>
          <p:nvSpPr>
            <p:cNvPr id="579" name="文字方塊 578">
              <a:extLst>
                <a:ext uri="{FF2B5EF4-FFF2-40B4-BE49-F238E27FC236}">
                  <a16:creationId xmlns:a16="http://schemas.microsoft.com/office/drawing/2014/main" id="{651B6990-9BD4-4371-ADC7-60439D1E0526}"/>
                </a:ext>
              </a:extLst>
            </p:cNvPr>
            <p:cNvSpPr txBox="1"/>
            <p:nvPr/>
          </p:nvSpPr>
          <p:spPr>
            <a:xfrm>
              <a:off x="1583642" y="5437882"/>
              <a:ext cx="206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200"/>
              </a:lvl1pPr>
            </a:lstStyle>
            <a:p>
              <a:r>
                <a:rPr lang="en-US" altLang="zh-TW" sz="1800"/>
                <a:t>Heterozygosity ratio</a:t>
              </a:r>
              <a:endParaRPr lang="en-US" altLang="zh-TW" sz="1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EEC34A2-49FA-4838-9183-23000604EDC2}"/>
                  </a:ext>
                </a:extLst>
              </p:cNvPr>
              <p:cNvSpPr txBox="1"/>
              <p:nvPr/>
            </p:nvSpPr>
            <p:spPr>
              <a:xfrm>
                <a:off x="9357085" y="2332298"/>
                <a:ext cx="2696636" cy="8360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800" dirty="0"/>
                  <a:t>Heterozygosity ratio=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𝑒𝑡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num>
                        <m:den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𝑒𝑡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sz="160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𝑜𝑚</m:t>
                              </m:r>
                            </m:fName>
                            <m:e>
                              <m:r>
                                <a:rPr lang="en-US" altLang="zh-TW" sz="16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  <m:r>
                            <a:rPr lang="en-US" altLang="zh-TW" sz="160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den>
                      </m:f>
                    </m:oMath>
                  </m:oMathPara>
                </a14:m>
                <a:endParaRPr lang="en-US" altLang="zh-TW" sz="18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EEC34A2-49FA-4838-9183-23000604E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085" y="2332298"/>
                <a:ext cx="2696636" cy="836063"/>
              </a:xfrm>
              <a:prstGeom prst="rect">
                <a:avLst/>
              </a:prstGeom>
              <a:blipFill>
                <a:blip r:embed="rId3"/>
                <a:stretch>
                  <a:fillRect l="-2036" t="-43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9B43659C-D848-4C7A-BC25-EE142341616C}"/>
              </a:ext>
            </a:extLst>
          </p:cNvPr>
          <p:cNvGrpSpPr/>
          <p:nvPr/>
        </p:nvGrpSpPr>
        <p:grpSpPr>
          <a:xfrm>
            <a:off x="2943225" y="3699681"/>
            <a:ext cx="6259285" cy="628900"/>
            <a:chOff x="2943225" y="3956856"/>
            <a:chExt cx="6259285" cy="628900"/>
          </a:xfrm>
        </p:grpSpPr>
        <p:cxnSp>
          <p:nvCxnSpPr>
            <p:cNvPr id="550" name="直線接點 352">
              <a:extLst>
                <a:ext uri="{FF2B5EF4-FFF2-40B4-BE49-F238E27FC236}">
                  <a16:creationId xmlns:a16="http://schemas.microsoft.com/office/drawing/2014/main" id="{D71708E8-0BB6-4E3A-A32C-B46FD86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943225" y="4441902"/>
              <a:ext cx="6259285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線接點 550">
              <a:extLst>
                <a:ext uri="{FF2B5EF4-FFF2-40B4-BE49-F238E27FC236}">
                  <a16:creationId xmlns:a16="http://schemas.microsoft.com/office/drawing/2014/main" id="{F97BD888-14BB-4B10-9CF5-077BE0D61DF7}"/>
                </a:ext>
              </a:extLst>
            </p:cNvPr>
            <p:cNvCxnSpPr>
              <a:cxnSpLocks/>
            </p:cNvCxnSpPr>
            <p:nvPr/>
          </p:nvCxnSpPr>
          <p:spPr>
            <a:xfrm>
              <a:off x="6485180" y="4303222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E8CB69A9-37A2-485B-9DB9-2659A0F7EEB1}"/>
                </a:ext>
              </a:extLst>
            </p:cNvPr>
            <p:cNvSpPr/>
            <p:nvPr/>
          </p:nvSpPr>
          <p:spPr>
            <a:xfrm>
              <a:off x="6491633" y="4303222"/>
              <a:ext cx="784685" cy="3923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53" name="直線接點 552">
              <a:extLst>
                <a:ext uri="{FF2B5EF4-FFF2-40B4-BE49-F238E27FC236}">
                  <a16:creationId xmlns:a16="http://schemas.microsoft.com/office/drawing/2014/main" id="{5029D84F-584F-46A0-83F0-014A47C0A13B}"/>
                </a:ext>
              </a:extLst>
            </p:cNvPr>
            <p:cNvCxnSpPr>
              <a:cxnSpLocks/>
            </p:cNvCxnSpPr>
            <p:nvPr/>
          </p:nvCxnSpPr>
          <p:spPr>
            <a:xfrm>
              <a:off x="7282773" y="4303222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線接點 553">
              <a:extLst>
                <a:ext uri="{FF2B5EF4-FFF2-40B4-BE49-F238E27FC236}">
                  <a16:creationId xmlns:a16="http://schemas.microsoft.com/office/drawing/2014/main" id="{1AD9AB4E-F969-4461-B938-B0EAD7AF43B9}"/>
                </a:ext>
              </a:extLst>
            </p:cNvPr>
            <p:cNvCxnSpPr>
              <a:cxnSpLocks/>
            </p:cNvCxnSpPr>
            <p:nvPr/>
          </p:nvCxnSpPr>
          <p:spPr>
            <a:xfrm>
              <a:off x="5222153" y="4303222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5" name="矩形 554">
              <a:extLst>
                <a:ext uri="{FF2B5EF4-FFF2-40B4-BE49-F238E27FC236}">
                  <a16:creationId xmlns:a16="http://schemas.microsoft.com/office/drawing/2014/main" id="{5413E39A-D883-4201-9F5F-9ACBABCA12E5}"/>
                </a:ext>
              </a:extLst>
            </p:cNvPr>
            <p:cNvSpPr/>
            <p:nvPr/>
          </p:nvSpPr>
          <p:spPr>
            <a:xfrm>
              <a:off x="5222153" y="4303222"/>
              <a:ext cx="493688" cy="3923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556" name="直線接點 555">
              <a:extLst>
                <a:ext uri="{FF2B5EF4-FFF2-40B4-BE49-F238E27FC236}">
                  <a16:creationId xmlns:a16="http://schemas.microsoft.com/office/drawing/2014/main" id="{2D2D61F8-D36D-4EFF-8138-19CE63C7CAD9}"/>
                </a:ext>
              </a:extLst>
            </p:cNvPr>
            <p:cNvCxnSpPr>
              <a:cxnSpLocks/>
            </p:cNvCxnSpPr>
            <p:nvPr/>
          </p:nvCxnSpPr>
          <p:spPr>
            <a:xfrm>
              <a:off x="5715841" y="4303222"/>
              <a:ext cx="0" cy="14400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直線接點 556">
              <a:extLst>
                <a:ext uri="{FF2B5EF4-FFF2-40B4-BE49-F238E27FC236}">
                  <a16:creationId xmlns:a16="http://schemas.microsoft.com/office/drawing/2014/main" id="{2569CF28-98AD-49F4-970A-F1355CC290B5}"/>
                </a:ext>
              </a:extLst>
            </p:cNvPr>
            <p:cNvCxnSpPr>
              <a:cxnSpLocks/>
            </p:cNvCxnSpPr>
            <p:nvPr/>
          </p:nvCxnSpPr>
          <p:spPr>
            <a:xfrm>
              <a:off x="8273549" y="4298046"/>
              <a:ext cx="0" cy="287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直線接點 557">
              <a:extLst>
                <a:ext uri="{FF2B5EF4-FFF2-40B4-BE49-F238E27FC236}">
                  <a16:creationId xmlns:a16="http://schemas.microsoft.com/office/drawing/2014/main" id="{1509279C-28EB-4C64-B892-355E007CAAF4}"/>
                </a:ext>
              </a:extLst>
            </p:cNvPr>
            <p:cNvCxnSpPr>
              <a:cxnSpLocks/>
            </p:cNvCxnSpPr>
            <p:nvPr/>
          </p:nvCxnSpPr>
          <p:spPr>
            <a:xfrm>
              <a:off x="3989475" y="4298046"/>
              <a:ext cx="0" cy="287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矩形 558">
              <a:extLst>
                <a:ext uri="{FF2B5EF4-FFF2-40B4-BE49-F238E27FC236}">
                  <a16:creationId xmlns:a16="http://schemas.microsoft.com/office/drawing/2014/main" id="{87780F13-DA3E-4448-9A13-29BB5559F16F}"/>
                </a:ext>
              </a:extLst>
            </p:cNvPr>
            <p:cNvSpPr/>
            <p:nvPr/>
          </p:nvSpPr>
          <p:spPr>
            <a:xfrm>
              <a:off x="3984534" y="4546518"/>
              <a:ext cx="4284000" cy="3923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ED663C4D-1B76-45D9-ABDB-0A87D3368C1A}"/>
                </a:ext>
              </a:extLst>
            </p:cNvPr>
            <p:cNvGrpSpPr/>
            <p:nvPr/>
          </p:nvGrpSpPr>
          <p:grpSpPr>
            <a:xfrm>
              <a:off x="3942846" y="3956856"/>
              <a:ext cx="3206771" cy="369332"/>
              <a:chOff x="4095246" y="4831734"/>
              <a:chExt cx="3206771" cy="369332"/>
            </a:xfrm>
          </p:grpSpPr>
          <p:sp>
            <p:nvSpPr>
              <p:cNvPr id="580" name="文字方塊 579">
                <a:extLst>
                  <a:ext uri="{FF2B5EF4-FFF2-40B4-BE49-F238E27FC236}">
                    <a16:creationId xmlns:a16="http://schemas.microsoft.com/office/drawing/2014/main" id="{42398218-7E64-4E56-8DE8-C5A50CF5C2C9}"/>
                  </a:ext>
                </a:extLst>
              </p:cNvPr>
              <p:cNvSpPr txBox="1"/>
              <p:nvPr/>
            </p:nvSpPr>
            <p:spPr>
              <a:xfrm>
                <a:off x="4095246" y="4831734"/>
                <a:ext cx="5739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800" dirty="0"/>
                  <a:t>LOH</a:t>
                </a:r>
                <a:endParaRPr lang="zh-TW" altLang="en-US" dirty="0"/>
              </a:p>
            </p:txBody>
          </p:sp>
          <p:sp>
            <p:nvSpPr>
              <p:cNvPr id="581" name="文字方塊 580">
                <a:extLst>
                  <a:ext uri="{FF2B5EF4-FFF2-40B4-BE49-F238E27FC236}">
                    <a16:creationId xmlns:a16="http://schemas.microsoft.com/office/drawing/2014/main" id="{415CA426-FC40-43DC-8221-1EFE0BC72069}"/>
                  </a:ext>
                </a:extLst>
              </p:cNvPr>
              <p:cNvSpPr txBox="1"/>
              <p:nvPr/>
            </p:nvSpPr>
            <p:spPr>
              <a:xfrm>
                <a:off x="5355007" y="4831734"/>
                <a:ext cx="5886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CNV</a:t>
                </a:r>
                <a:endParaRPr lang="zh-TW" altLang="en-US" dirty="0"/>
              </a:p>
            </p:txBody>
          </p:sp>
          <p:sp>
            <p:nvSpPr>
              <p:cNvPr id="582" name="文字方塊 581">
                <a:extLst>
                  <a:ext uri="{FF2B5EF4-FFF2-40B4-BE49-F238E27FC236}">
                    <a16:creationId xmlns:a16="http://schemas.microsoft.com/office/drawing/2014/main" id="{52150C1F-F1C2-4FA6-9934-ECC8CF882482}"/>
                  </a:ext>
                </a:extLst>
              </p:cNvPr>
              <p:cNvSpPr txBox="1"/>
              <p:nvPr/>
            </p:nvSpPr>
            <p:spPr>
              <a:xfrm>
                <a:off x="6761484" y="4831734"/>
                <a:ext cx="5405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BFB</a:t>
                </a:r>
                <a:endParaRPr lang="zh-TW" altLang="en-US" dirty="0"/>
              </a:p>
            </p:txBody>
          </p:sp>
        </p:grpSp>
      </p:grpSp>
      <p:sp>
        <p:nvSpPr>
          <p:cNvPr id="549" name="文字方塊 548">
            <a:extLst>
              <a:ext uri="{FF2B5EF4-FFF2-40B4-BE49-F238E27FC236}">
                <a16:creationId xmlns:a16="http://schemas.microsoft.com/office/drawing/2014/main" id="{4148CAA7-95C3-4094-8022-B9FCF68EC732}"/>
              </a:ext>
            </a:extLst>
          </p:cNvPr>
          <p:cNvSpPr txBox="1"/>
          <p:nvPr/>
        </p:nvSpPr>
        <p:spPr>
          <a:xfrm>
            <a:off x="1583642" y="3702436"/>
            <a:ext cx="1651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sz="1800" dirty="0"/>
              <a:t>Genomic Event</a:t>
            </a:r>
          </a:p>
        </p:txBody>
      </p:sp>
      <p:sp>
        <p:nvSpPr>
          <p:cNvPr id="503" name="文字方塊 502">
            <a:extLst>
              <a:ext uri="{FF2B5EF4-FFF2-40B4-BE49-F238E27FC236}">
                <a16:creationId xmlns:a16="http://schemas.microsoft.com/office/drawing/2014/main" id="{96BFF702-0C57-474C-9645-88506B0ABE9B}"/>
              </a:ext>
            </a:extLst>
          </p:cNvPr>
          <p:cNvSpPr txBox="1"/>
          <p:nvPr/>
        </p:nvSpPr>
        <p:spPr>
          <a:xfrm>
            <a:off x="9333737" y="6211060"/>
            <a:ext cx="2416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Heterozygosity ratio</a:t>
            </a:r>
            <a:r>
              <a:rPr lang="zh-TW" altLang="en-US" sz="1800" dirty="0"/>
              <a:t> </a:t>
            </a:r>
            <a:r>
              <a:rPr lang="en-US" altLang="zh-TW" sz="1800" dirty="0"/>
              <a:t>&lt;</a:t>
            </a:r>
            <a:r>
              <a:rPr lang="zh-TW" altLang="en-US" sz="1800" dirty="0"/>
              <a:t> 𝜎</a:t>
            </a: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1626858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2D0961-0575-4714-ACFE-B348665D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Candidate Selection</a:t>
            </a:r>
            <a:endParaRPr lang="zh-TW" altLang="en-US" dirty="0"/>
          </a:p>
        </p:txBody>
      </p:sp>
      <p:cxnSp>
        <p:nvCxnSpPr>
          <p:cNvPr id="1041" name="直線接點 1040">
            <a:extLst>
              <a:ext uri="{FF2B5EF4-FFF2-40B4-BE49-F238E27FC236}">
                <a16:creationId xmlns:a16="http://schemas.microsoft.com/office/drawing/2014/main" id="{E0E04C1C-8B06-4E22-8937-27039A0FE50A}"/>
              </a:ext>
            </a:extLst>
          </p:cNvPr>
          <p:cNvCxnSpPr>
            <a:cxnSpLocks/>
          </p:cNvCxnSpPr>
          <p:nvPr/>
        </p:nvCxnSpPr>
        <p:spPr>
          <a:xfrm>
            <a:off x="6747960" y="3238932"/>
            <a:ext cx="50123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59" name="箭號: 五邊形 1058">
            <a:extLst>
              <a:ext uri="{FF2B5EF4-FFF2-40B4-BE49-F238E27FC236}">
                <a16:creationId xmlns:a16="http://schemas.microsoft.com/office/drawing/2014/main" id="{910BD1C8-FF14-4C04-9A16-A5666E1B87CC}"/>
              </a:ext>
            </a:extLst>
          </p:cNvPr>
          <p:cNvSpPr/>
          <p:nvPr/>
        </p:nvSpPr>
        <p:spPr>
          <a:xfrm>
            <a:off x="8578425" y="1938445"/>
            <a:ext cx="1170957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0" name="箭號: 五邊形 1059">
            <a:extLst>
              <a:ext uri="{FF2B5EF4-FFF2-40B4-BE49-F238E27FC236}">
                <a16:creationId xmlns:a16="http://schemas.microsoft.com/office/drawing/2014/main" id="{6BA41FAA-D463-4F4C-BCB1-1E1A6E93D2F0}"/>
              </a:ext>
            </a:extLst>
          </p:cNvPr>
          <p:cNvSpPr/>
          <p:nvPr/>
        </p:nvSpPr>
        <p:spPr>
          <a:xfrm>
            <a:off x="8329326" y="2111817"/>
            <a:ext cx="1906169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1" name="箭號: 五邊形 1060">
            <a:extLst>
              <a:ext uri="{FF2B5EF4-FFF2-40B4-BE49-F238E27FC236}">
                <a16:creationId xmlns:a16="http://schemas.microsoft.com/office/drawing/2014/main" id="{5C3A32A8-63E4-430E-A37A-212F07EA3E7B}"/>
              </a:ext>
            </a:extLst>
          </p:cNvPr>
          <p:cNvSpPr/>
          <p:nvPr/>
        </p:nvSpPr>
        <p:spPr>
          <a:xfrm>
            <a:off x="8581995" y="2285189"/>
            <a:ext cx="1397089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2" name="箭號: 五邊形 1061">
            <a:extLst>
              <a:ext uri="{FF2B5EF4-FFF2-40B4-BE49-F238E27FC236}">
                <a16:creationId xmlns:a16="http://schemas.microsoft.com/office/drawing/2014/main" id="{B9F61E73-FF83-45D3-B6E1-5B5D1191F9F2}"/>
              </a:ext>
            </a:extLst>
          </p:cNvPr>
          <p:cNvSpPr/>
          <p:nvPr/>
        </p:nvSpPr>
        <p:spPr>
          <a:xfrm>
            <a:off x="8199559" y="2458561"/>
            <a:ext cx="1373394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3" name="箭號: 五邊形 1062">
            <a:extLst>
              <a:ext uri="{FF2B5EF4-FFF2-40B4-BE49-F238E27FC236}">
                <a16:creationId xmlns:a16="http://schemas.microsoft.com/office/drawing/2014/main" id="{07ED6FCE-ADC9-485B-A213-2909D15A58D4}"/>
              </a:ext>
            </a:extLst>
          </p:cNvPr>
          <p:cNvSpPr/>
          <p:nvPr/>
        </p:nvSpPr>
        <p:spPr>
          <a:xfrm>
            <a:off x="8873057" y="2631935"/>
            <a:ext cx="1237713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5" name="箭號: 五邊形 1064">
            <a:extLst>
              <a:ext uri="{FF2B5EF4-FFF2-40B4-BE49-F238E27FC236}">
                <a16:creationId xmlns:a16="http://schemas.microsoft.com/office/drawing/2014/main" id="{EF8B511E-2A88-4ABE-9EFC-55CAE87BC5B0}"/>
              </a:ext>
            </a:extLst>
          </p:cNvPr>
          <p:cNvSpPr/>
          <p:nvPr/>
        </p:nvSpPr>
        <p:spPr>
          <a:xfrm>
            <a:off x="9804371" y="1938445"/>
            <a:ext cx="2041525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6" name="箭號: 五邊形 1065">
            <a:extLst>
              <a:ext uri="{FF2B5EF4-FFF2-40B4-BE49-F238E27FC236}">
                <a16:creationId xmlns:a16="http://schemas.microsoft.com/office/drawing/2014/main" id="{937D2715-6D8C-45B3-98D6-4DB818FC2864}"/>
              </a:ext>
            </a:extLst>
          </p:cNvPr>
          <p:cNvSpPr/>
          <p:nvPr/>
        </p:nvSpPr>
        <p:spPr>
          <a:xfrm>
            <a:off x="10264227" y="2111817"/>
            <a:ext cx="1680094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7" name="箭號: 五邊形 1066">
            <a:extLst>
              <a:ext uri="{FF2B5EF4-FFF2-40B4-BE49-F238E27FC236}">
                <a16:creationId xmlns:a16="http://schemas.microsoft.com/office/drawing/2014/main" id="{015274C5-9141-47D0-A363-24B68B396935}"/>
              </a:ext>
            </a:extLst>
          </p:cNvPr>
          <p:cNvSpPr/>
          <p:nvPr/>
        </p:nvSpPr>
        <p:spPr>
          <a:xfrm>
            <a:off x="10020531" y="2285189"/>
            <a:ext cx="1825365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8" name="箭號: 五邊形 1067">
            <a:extLst>
              <a:ext uri="{FF2B5EF4-FFF2-40B4-BE49-F238E27FC236}">
                <a16:creationId xmlns:a16="http://schemas.microsoft.com/office/drawing/2014/main" id="{DA643F66-1D62-434C-BC0D-A87B99623171}"/>
              </a:ext>
            </a:extLst>
          </p:cNvPr>
          <p:cNvSpPr/>
          <p:nvPr/>
        </p:nvSpPr>
        <p:spPr>
          <a:xfrm>
            <a:off x="9601854" y="2458561"/>
            <a:ext cx="2396441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069" name="箭號: 五邊形 1068">
            <a:extLst>
              <a:ext uri="{FF2B5EF4-FFF2-40B4-BE49-F238E27FC236}">
                <a16:creationId xmlns:a16="http://schemas.microsoft.com/office/drawing/2014/main" id="{1315AC9E-A921-4F9F-859E-ACDE2AFDA79C}"/>
              </a:ext>
            </a:extLst>
          </p:cNvPr>
          <p:cNvSpPr/>
          <p:nvPr/>
        </p:nvSpPr>
        <p:spPr>
          <a:xfrm>
            <a:off x="10149565" y="2631935"/>
            <a:ext cx="1650469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995" name="箭號: 五邊形 994">
            <a:extLst>
              <a:ext uri="{FF2B5EF4-FFF2-40B4-BE49-F238E27FC236}">
                <a16:creationId xmlns:a16="http://schemas.microsoft.com/office/drawing/2014/main" id="{C03CF53A-D3D9-4932-8B3C-074B0ECFFB0F}"/>
              </a:ext>
            </a:extLst>
          </p:cNvPr>
          <p:cNvSpPr/>
          <p:nvPr/>
        </p:nvSpPr>
        <p:spPr>
          <a:xfrm>
            <a:off x="6897118" y="1938445"/>
            <a:ext cx="1626318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969" name="箭號: 五邊形 968">
            <a:extLst>
              <a:ext uri="{FF2B5EF4-FFF2-40B4-BE49-F238E27FC236}">
                <a16:creationId xmlns:a16="http://schemas.microsoft.com/office/drawing/2014/main" id="{D5EFC3C0-BBD9-4B53-93B2-869F540527F5}"/>
              </a:ext>
            </a:extLst>
          </p:cNvPr>
          <p:cNvSpPr/>
          <p:nvPr/>
        </p:nvSpPr>
        <p:spPr>
          <a:xfrm>
            <a:off x="7023070" y="2111817"/>
            <a:ext cx="1235075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943" name="箭號: 五邊形 942">
            <a:extLst>
              <a:ext uri="{FF2B5EF4-FFF2-40B4-BE49-F238E27FC236}">
                <a16:creationId xmlns:a16="http://schemas.microsoft.com/office/drawing/2014/main" id="{FAEFBBCF-A923-4913-AE0C-53F4ACA5C029}"/>
              </a:ext>
            </a:extLst>
          </p:cNvPr>
          <p:cNvSpPr/>
          <p:nvPr/>
        </p:nvSpPr>
        <p:spPr>
          <a:xfrm>
            <a:off x="6807170" y="2285189"/>
            <a:ext cx="1733377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917" name="箭號: 五邊形 916">
            <a:extLst>
              <a:ext uri="{FF2B5EF4-FFF2-40B4-BE49-F238E27FC236}">
                <a16:creationId xmlns:a16="http://schemas.microsoft.com/office/drawing/2014/main" id="{5641118F-7949-4AEB-BDAA-B1A6316C15B4}"/>
              </a:ext>
            </a:extLst>
          </p:cNvPr>
          <p:cNvSpPr/>
          <p:nvPr/>
        </p:nvSpPr>
        <p:spPr>
          <a:xfrm>
            <a:off x="6747960" y="2458561"/>
            <a:ext cx="1400660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91" name="箭號: 五邊形 890">
            <a:extLst>
              <a:ext uri="{FF2B5EF4-FFF2-40B4-BE49-F238E27FC236}">
                <a16:creationId xmlns:a16="http://schemas.microsoft.com/office/drawing/2014/main" id="{C9319DB5-4580-4B0C-B3DB-31E290429FBF}"/>
              </a:ext>
            </a:extLst>
          </p:cNvPr>
          <p:cNvSpPr/>
          <p:nvPr/>
        </p:nvSpPr>
        <p:spPr>
          <a:xfrm>
            <a:off x="6897118" y="2631935"/>
            <a:ext cx="1896442" cy="129600"/>
          </a:xfrm>
          <a:prstGeom prst="homePlate">
            <a:avLst/>
          </a:prstGeom>
          <a:solidFill>
            <a:srgbClr val="C9C9C9"/>
          </a:solidFill>
          <a:ln>
            <a:solidFill>
              <a:srgbClr val="C9C9C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 dirty="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198" name="文字方塊 197">
            <a:extLst>
              <a:ext uri="{FF2B5EF4-FFF2-40B4-BE49-F238E27FC236}">
                <a16:creationId xmlns:a16="http://schemas.microsoft.com/office/drawing/2014/main" id="{6BB45390-AB9F-4202-B053-CF6BE06A72B7}"/>
              </a:ext>
            </a:extLst>
          </p:cNvPr>
          <p:cNvSpPr txBox="1"/>
          <p:nvPr/>
        </p:nvSpPr>
        <p:spPr>
          <a:xfrm>
            <a:off x="4497997" y="2973034"/>
            <a:ext cx="215225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Somatic Variant Candidate</a:t>
            </a:r>
            <a:r>
              <a:rPr lang="zh-TW" altLang="en-US" sz="1400" dirty="0"/>
              <a:t> </a:t>
            </a:r>
            <a:endParaRPr lang="en-US" altLang="zh-TW" sz="1400" dirty="0"/>
          </a:p>
          <a:p>
            <a:r>
              <a:rPr lang="en-US" altLang="zh-TW" sz="900" dirty="0"/>
              <a:t>    (ClairS-TO ,DeepSomatic)</a:t>
            </a:r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15EEE380-43FA-4918-93C5-C9F687B9F2D7}"/>
              </a:ext>
            </a:extLst>
          </p:cNvPr>
          <p:cNvSpPr/>
          <p:nvPr/>
        </p:nvSpPr>
        <p:spPr>
          <a:xfrm>
            <a:off x="6956071" y="3174132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28200274-1271-44AB-94F7-FA016B947375}"/>
              </a:ext>
            </a:extLst>
          </p:cNvPr>
          <p:cNvSpPr/>
          <p:nvPr/>
        </p:nvSpPr>
        <p:spPr>
          <a:xfrm>
            <a:off x="10543866" y="3174132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033" name="矩形 1032">
            <a:extLst>
              <a:ext uri="{FF2B5EF4-FFF2-40B4-BE49-F238E27FC236}">
                <a16:creationId xmlns:a16="http://schemas.microsoft.com/office/drawing/2014/main" id="{0A008C95-7462-41C1-8E5E-DBD1818652B1}"/>
              </a:ext>
            </a:extLst>
          </p:cNvPr>
          <p:cNvSpPr/>
          <p:nvPr/>
        </p:nvSpPr>
        <p:spPr>
          <a:xfrm>
            <a:off x="10744969" y="3174132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4" name="矩形 1033">
            <a:extLst>
              <a:ext uri="{FF2B5EF4-FFF2-40B4-BE49-F238E27FC236}">
                <a16:creationId xmlns:a16="http://schemas.microsoft.com/office/drawing/2014/main" id="{27E06899-FC9B-42C8-8C78-47FD94A9B909}"/>
              </a:ext>
            </a:extLst>
          </p:cNvPr>
          <p:cNvSpPr/>
          <p:nvPr/>
        </p:nvSpPr>
        <p:spPr>
          <a:xfrm>
            <a:off x="9373912" y="3174132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6" name="矩形 1035">
            <a:extLst>
              <a:ext uri="{FF2B5EF4-FFF2-40B4-BE49-F238E27FC236}">
                <a16:creationId xmlns:a16="http://schemas.microsoft.com/office/drawing/2014/main" id="{2682DC75-6DF5-4B09-9548-10F774C60500}"/>
              </a:ext>
            </a:extLst>
          </p:cNvPr>
          <p:cNvSpPr/>
          <p:nvPr/>
        </p:nvSpPr>
        <p:spPr>
          <a:xfrm>
            <a:off x="8342044" y="3174132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0" name="文字方塊 219">
            <a:extLst>
              <a:ext uri="{FF2B5EF4-FFF2-40B4-BE49-F238E27FC236}">
                <a16:creationId xmlns:a16="http://schemas.microsoft.com/office/drawing/2014/main" id="{D9F4EA7D-34F5-4394-AF30-A874B6F701EA}"/>
              </a:ext>
            </a:extLst>
          </p:cNvPr>
          <p:cNvSpPr txBox="1"/>
          <p:nvPr/>
        </p:nvSpPr>
        <p:spPr>
          <a:xfrm>
            <a:off x="4497997" y="4012607"/>
            <a:ext cx="208794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- Panel of Normals Variant</a:t>
            </a:r>
          </a:p>
          <a:p>
            <a:r>
              <a:rPr lang="zh-TW" altLang="en-US" sz="900" dirty="0"/>
              <a:t>   </a:t>
            </a:r>
            <a:r>
              <a:rPr lang="en-US" altLang="zh-TW" sz="900" dirty="0"/>
              <a:t>(1000g, CoLoRSdb, dbsnp, gnomad)</a:t>
            </a:r>
            <a:endParaRPr lang="zh-TW" altLang="en-US" sz="900" dirty="0"/>
          </a:p>
        </p:txBody>
      </p:sp>
      <p:cxnSp>
        <p:nvCxnSpPr>
          <p:cNvPr id="1047" name="直線接點 1046">
            <a:extLst>
              <a:ext uri="{FF2B5EF4-FFF2-40B4-BE49-F238E27FC236}">
                <a16:creationId xmlns:a16="http://schemas.microsoft.com/office/drawing/2014/main" id="{0C397664-5223-47AD-836B-A16529AEF2F3}"/>
              </a:ext>
            </a:extLst>
          </p:cNvPr>
          <p:cNvCxnSpPr>
            <a:cxnSpLocks/>
          </p:cNvCxnSpPr>
          <p:nvPr/>
        </p:nvCxnSpPr>
        <p:spPr>
          <a:xfrm>
            <a:off x="6747960" y="4235745"/>
            <a:ext cx="50123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48" name="矩形 1047">
            <a:extLst>
              <a:ext uri="{FF2B5EF4-FFF2-40B4-BE49-F238E27FC236}">
                <a16:creationId xmlns:a16="http://schemas.microsoft.com/office/drawing/2014/main" id="{08240C7E-A820-45FF-A59B-5B2B254CE704}"/>
              </a:ext>
            </a:extLst>
          </p:cNvPr>
          <p:cNvSpPr/>
          <p:nvPr/>
        </p:nvSpPr>
        <p:spPr>
          <a:xfrm>
            <a:off x="11538866" y="41709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4" name="矩形 1053">
            <a:extLst>
              <a:ext uri="{FF2B5EF4-FFF2-40B4-BE49-F238E27FC236}">
                <a16:creationId xmlns:a16="http://schemas.microsoft.com/office/drawing/2014/main" id="{0FDB4D9C-8B07-43E4-A3F3-4AEF98FBCFC7}"/>
              </a:ext>
            </a:extLst>
          </p:cNvPr>
          <p:cNvSpPr/>
          <p:nvPr/>
        </p:nvSpPr>
        <p:spPr>
          <a:xfrm>
            <a:off x="7535429" y="41709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664815F4-B886-4284-A7AF-C019F4E6B374}"/>
              </a:ext>
            </a:extLst>
          </p:cNvPr>
          <p:cNvSpPr/>
          <p:nvPr/>
        </p:nvSpPr>
        <p:spPr>
          <a:xfrm>
            <a:off x="8342044" y="41709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7" name="文字方塊 1076">
            <a:extLst>
              <a:ext uri="{FF2B5EF4-FFF2-40B4-BE49-F238E27FC236}">
                <a16:creationId xmlns:a16="http://schemas.microsoft.com/office/drawing/2014/main" id="{762B56F0-7D50-466B-9C5B-19FFBE6EA97F}"/>
              </a:ext>
            </a:extLst>
          </p:cNvPr>
          <p:cNvSpPr txBox="1"/>
          <p:nvPr/>
        </p:nvSpPr>
        <p:spPr>
          <a:xfrm>
            <a:off x="4497997" y="4767426"/>
            <a:ext cx="2276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微軟正黑體"/>
                <a:cs typeface="+mn-cs"/>
              </a:rPr>
              <a:t>= Filtered Somatic Candidate</a:t>
            </a:r>
          </a:p>
        </p:txBody>
      </p:sp>
      <p:cxnSp>
        <p:nvCxnSpPr>
          <p:cNvPr id="1078" name="直線接點 1077">
            <a:extLst>
              <a:ext uri="{FF2B5EF4-FFF2-40B4-BE49-F238E27FC236}">
                <a16:creationId xmlns:a16="http://schemas.microsoft.com/office/drawing/2014/main" id="{50ACDA9D-3416-45D8-B849-D633C98D6366}"/>
              </a:ext>
            </a:extLst>
          </p:cNvPr>
          <p:cNvCxnSpPr>
            <a:cxnSpLocks/>
          </p:cNvCxnSpPr>
          <p:nvPr/>
        </p:nvCxnSpPr>
        <p:spPr>
          <a:xfrm>
            <a:off x="6747960" y="4921314"/>
            <a:ext cx="50123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3" name="直線接點 1082">
            <a:extLst>
              <a:ext uri="{FF2B5EF4-FFF2-40B4-BE49-F238E27FC236}">
                <a16:creationId xmlns:a16="http://schemas.microsoft.com/office/drawing/2014/main" id="{506A8337-8034-4C8D-BD7B-625D3744555D}"/>
              </a:ext>
            </a:extLst>
          </p:cNvPr>
          <p:cNvCxnSpPr>
            <a:cxnSpLocks/>
          </p:cNvCxnSpPr>
          <p:nvPr/>
        </p:nvCxnSpPr>
        <p:spPr>
          <a:xfrm>
            <a:off x="4571558" y="4636106"/>
            <a:ext cx="73727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5" name="矩形 1084">
            <a:extLst>
              <a:ext uri="{FF2B5EF4-FFF2-40B4-BE49-F238E27FC236}">
                <a16:creationId xmlns:a16="http://schemas.microsoft.com/office/drawing/2014/main" id="{F317C5F8-A546-4FBD-904E-B512843DE4BF}"/>
              </a:ext>
            </a:extLst>
          </p:cNvPr>
          <p:cNvSpPr/>
          <p:nvPr/>
        </p:nvSpPr>
        <p:spPr>
          <a:xfrm>
            <a:off x="6956071" y="4856514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086" name="矩形 1085">
            <a:extLst>
              <a:ext uri="{FF2B5EF4-FFF2-40B4-BE49-F238E27FC236}">
                <a16:creationId xmlns:a16="http://schemas.microsoft.com/office/drawing/2014/main" id="{D4943C23-AC7C-4806-8DB3-5E8DBC012943}"/>
              </a:ext>
            </a:extLst>
          </p:cNvPr>
          <p:cNvSpPr/>
          <p:nvPr/>
        </p:nvSpPr>
        <p:spPr>
          <a:xfrm>
            <a:off x="10543866" y="4856514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087" name="矩形 1086">
            <a:extLst>
              <a:ext uri="{FF2B5EF4-FFF2-40B4-BE49-F238E27FC236}">
                <a16:creationId xmlns:a16="http://schemas.microsoft.com/office/drawing/2014/main" id="{07F0FFAF-0DB3-4532-B493-1E1FE33A033D}"/>
              </a:ext>
            </a:extLst>
          </p:cNvPr>
          <p:cNvSpPr/>
          <p:nvPr/>
        </p:nvSpPr>
        <p:spPr>
          <a:xfrm>
            <a:off x="10744969" y="4856514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8" name="矩形 1087">
            <a:extLst>
              <a:ext uri="{FF2B5EF4-FFF2-40B4-BE49-F238E27FC236}">
                <a16:creationId xmlns:a16="http://schemas.microsoft.com/office/drawing/2014/main" id="{DD3F799E-7DEE-45E8-8E2F-B94B794EFA25}"/>
              </a:ext>
            </a:extLst>
          </p:cNvPr>
          <p:cNvSpPr/>
          <p:nvPr/>
        </p:nvSpPr>
        <p:spPr>
          <a:xfrm>
            <a:off x="9373912" y="4856514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95" name="群組 1094">
            <a:extLst>
              <a:ext uri="{FF2B5EF4-FFF2-40B4-BE49-F238E27FC236}">
                <a16:creationId xmlns:a16="http://schemas.microsoft.com/office/drawing/2014/main" id="{0DF55355-7940-41C0-89BF-D485B5362861}"/>
              </a:ext>
            </a:extLst>
          </p:cNvPr>
          <p:cNvGrpSpPr/>
          <p:nvPr/>
        </p:nvGrpSpPr>
        <p:grpSpPr>
          <a:xfrm>
            <a:off x="5113129" y="3438689"/>
            <a:ext cx="817258" cy="647103"/>
            <a:chOff x="2486258" y="5592979"/>
            <a:chExt cx="1056610" cy="836622"/>
          </a:xfrm>
        </p:grpSpPr>
        <p:sp>
          <p:nvSpPr>
            <p:cNvPr id="1096" name="Magnetic Disk 351">
              <a:extLst>
                <a:ext uri="{FF2B5EF4-FFF2-40B4-BE49-F238E27FC236}">
                  <a16:creationId xmlns:a16="http://schemas.microsoft.com/office/drawing/2014/main" id="{310C7D58-9D9C-420B-857B-D951B2FB5E00}"/>
                </a:ext>
              </a:extLst>
            </p:cNvPr>
            <p:cNvSpPr/>
            <p:nvPr/>
          </p:nvSpPr>
          <p:spPr>
            <a:xfrm>
              <a:off x="2569392" y="5592979"/>
              <a:ext cx="900792" cy="836622"/>
            </a:xfrm>
            <a:prstGeom prst="flowChartMagneticDisk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W"/>
            </a:p>
          </p:txBody>
        </p:sp>
        <p:pic>
          <p:nvPicPr>
            <p:cNvPr id="1097" name="圖形 1096" descr="男人 以實心填滿">
              <a:extLst>
                <a:ext uri="{FF2B5EF4-FFF2-40B4-BE49-F238E27FC236}">
                  <a16:creationId xmlns:a16="http://schemas.microsoft.com/office/drawing/2014/main" id="{2EC40784-9912-448C-A465-6FF397722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86258" y="5913515"/>
              <a:ext cx="414839" cy="414839"/>
            </a:xfrm>
            <a:prstGeom prst="rect">
              <a:avLst/>
            </a:prstGeom>
          </p:spPr>
        </p:pic>
        <p:pic>
          <p:nvPicPr>
            <p:cNvPr id="1098" name="圖形 1097" descr="男人 以實心填滿">
              <a:extLst>
                <a:ext uri="{FF2B5EF4-FFF2-40B4-BE49-F238E27FC236}">
                  <a16:creationId xmlns:a16="http://schemas.microsoft.com/office/drawing/2014/main" id="{23EEE20E-49B1-49BA-ACB5-55EF6BBB8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00182" y="5913515"/>
              <a:ext cx="414839" cy="414839"/>
            </a:xfrm>
            <a:prstGeom prst="rect">
              <a:avLst/>
            </a:prstGeom>
          </p:spPr>
        </p:pic>
        <p:pic>
          <p:nvPicPr>
            <p:cNvPr id="1099" name="圖形 1098" descr="男人 以實心填滿">
              <a:extLst>
                <a:ext uri="{FF2B5EF4-FFF2-40B4-BE49-F238E27FC236}">
                  <a16:creationId xmlns:a16="http://schemas.microsoft.com/office/drawing/2014/main" id="{2B3C129C-4EA3-453A-9815-251B2AB9B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14106" y="5913515"/>
              <a:ext cx="414839" cy="414839"/>
            </a:xfrm>
            <a:prstGeom prst="rect">
              <a:avLst/>
            </a:prstGeom>
          </p:spPr>
        </p:pic>
        <p:pic>
          <p:nvPicPr>
            <p:cNvPr id="1100" name="圖形 1099" descr="男人 以實心填滿">
              <a:extLst>
                <a:ext uri="{FF2B5EF4-FFF2-40B4-BE49-F238E27FC236}">
                  <a16:creationId xmlns:a16="http://schemas.microsoft.com/office/drawing/2014/main" id="{875B4B40-F310-461E-9990-4F591B845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128029" y="5913515"/>
              <a:ext cx="414839" cy="414839"/>
            </a:xfrm>
            <a:prstGeom prst="rect">
              <a:avLst/>
            </a:prstGeom>
          </p:spPr>
        </p:pic>
      </p:grpSp>
      <p:grpSp>
        <p:nvGrpSpPr>
          <p:cNvPr id="1104" name="群組 1103">
            <a:extLst>
              <a:ext uri="{FF2B5EF4-FFF2-40B4-BE49-F238E27FC236}">
                <a16:creationId xmlns:a16="http://schemas.microsoft.com/office/drawing/2014/main" id="{9FA3A77E-83F8-4682-82D1-8B5C2849FD4D}"/>
              </a:ext>
            </a:extLst>
          </p:cNvPr>
          <p:cNvGrpSpPr/>
          <p:nvPr/>
        </p:nvGrpSpPr>
        <p:grpSpPr>
          <a:xfrm>
            <a:off x="4757905" y="1769610"/>
            <a:ext cx="1082891" cy="1009675"/>
            <a:chOff x="4694908" y="1061871"/>
            <a:chExt cx="1082891" cy="1009675"/>
          </a:xfrm>
        </p:grpSpPr>
        <p:sp>
          <p:nvSpPr>
            <p:cNvPr id="1105" name="矩形 1104">
              <a:extLst>
                <a:ext uri="{FF2B5EF4-FFF2-40B4-BE49-F238E27FC236}">
                  <a16:creationId xmlns:a16="http://schemas.microsoft.com/office/drawing/2014/main" id="{187D257A-62CB-4865-8E52-6AA1E73C84A1}"/>
                </a:ext>
              </a:extLst>
            </p:cNvPr>
            <p:cNvSpPr/>
            <p:nvPr/>
          </p:nvSpPr>
          <p:spPr>
            <a:xfrm>
              <a:off x="4766679" y="1498733"/>
              <a:ext cx="162000" cy="16052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1106" name="矩形 1105">
              <a:extLst>
                <a:ext uri="{FF2B5EF4-FFF2-40B4-BE49-F238E27FC236}">
                  <a16:creationId xmlns:a16="http://schemas.microsoft.com/office/drawing/2014/main" id="{A8988CF1-7EB0-4EB1-962A-2D061ACE9025}"/>
                </a:ext>
              </a:extLst>
            </p:cNvPr>
            <p:cNvSpPr/>
            <p:nvPr/>
          </p:nvSpPr>
          <p:spPr>
            <a:xfrm>
              <a:off x="4766679" y="1683452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07" name="矩形 1106">
              <a:extLst>
                <a:ext uri="{FF2B5EF4-FFF2-40B4-BE49-F238E27FC236}">
                  <a16:creationId xmlns:a16="http://schemas.microsoft.com/office/drawing/2014/main" id="{94753F15-B1F6-4B6E-9584-197A6C897F64}"/>
                </a:ext>
              </a:extLst>
            </p:cNvPr>
            <p:cNvSpPr/>
            <p:nvPr/>
          </p:nvSpPr>
          <p:spPr>
            <a:xfrm>
              <a:off x="4766679" y="1314014"/>
              <a:ext cx="162000" cy="160529"/>
            </a:xfrm>
            <a:prstGeom prst="rect">
              <a:avLst/>
            </a:prstGeom>
            <a:solidFill>
              <a:srgbClr val="C9C9C9"/>
            </a:solidFill>
            <a:ln w="19050"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/>
            </a:p>
          </p:txBody>
        </p:sp>
        <p:sp>
          <p:nvSpPr>
            <p:cNvPr id="1108" name="矩形 1107">
              <a:extLst>
                <a:ext uri="{FF2B5EF4-FFF2-40B4-BE49-F238E27FC236}">
                  <a16:creationId xmlns:a16="http://schemas.microsoft.com/office/drawing/2014/main" id="{11F472E2-148E-4368-9506-1CA7E0FD187A}"/>
                </a:ext>
              </a:extLst>
            </p:cNvPr>
            <p:cNvSpPr/>
            <p:nvPr/>
          </p:nvSpPr>
          <p:spPr>
            <a:xfrm>
              <a:off x="4766679" y="1868171"/>
              <a:ext cx="162000" cy="160529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109" name="文字方塊 1108">
              <a:extLst>
                <a:ext uri="{FF2B5EF4-FFF2-40B4-BE49-F238E27FC236}">
                  <a16:creationId xmlns:a16="http://schemas.microsoft.com/office/drawing/2014/main" id="{00904D8D-42BB-4D04-B4FB-43FE39929C79}"/>
                </a:ext>
              </a:extLst>
            </p:cNvPr>
            <p:cNvSpPr txBox="1"/>
            <p:nvPr/>
          </p:nvSpPr>
          <p:spPr>
            <a:xfrm>
              <a:off x="4919872" y="1455887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Germline</a:t>
              </a:r>
              <a:endParaRPr lang="zh-TW" altLang="en-US" sz="1000" dirty="0"/>
            </a:p>
          </p:txBody>
        </p:sp>
        <p:sp>
          <p:nvSpPr>
            <p:cNvPr id="1110" name="文字方塊 1109">
              <a:extLst>
                <a:ext uri="{FF2B5EF4-FFF2-40B4-BE49-F238E27FC236}">
                  <a16:creationId xmlns:a16="http://schemas.microsoft.com/office/drawing/2014/main" id="{CBEB7E3C-E6D4-4EF3-855F-D4B496348BF6}"/>
                </a:ext>
              </a:extLst>
            </p:cNvPr>
            <p:cNvSpPr txBox="1"/>
            <p:nvPr/>
          </p:nvSpPr>
          <p:spPr>
            <a:xfrm>
              <a:off x="4919872" y="164060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Somatic</a:t>
              </a:r>
              <a:endParaRPr lang="zh-TW" altLang="en-US" sz="1000" dirty="0"/>
            </a:p>
          </p:txBody>
        </p:sp>
        <p:sp>
          <p:nvSpPr>
            <p:cNvPr id="1111" name="文字方塊 1110">
              <a:extLst>
                <a:ext uri="{FF2B5EF4-FFF2-40B4-BE49-F238E27FC236}">
                  <a16:creationId xmlns:a16="http://schemas.microsoft.com/office/drawing/2014/main" id="{7D28ECD3-C5C9-4682-A513-E03F81AFB340}"/>
                </a:ext>
              </a:extLst>
            </p:cNvPr>
            <p:cNvSpPr txBox="1"/>
            <p:nvPr/>
          </p:nvSpPr>
          <p:spPr>
            <a:xfrm>
              <a:off x="4919872" y="1271168"/>
              <a:ext cx="7152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Reference</a:t>
              </a:r>
              <a:endParaRPr lang="zh-TW" altLang="en-US" sz="1000" dirty="0"/>
            </a:p>
          </p:txBody>
        </p:sp>
        <p:sp>
          <p:nvSpPr>
            <p:cNvPr id="1112" name="文字方塊 1111">
              <a:extLst>
                <a:ext uri="{FF2B5EF4-FFF2-40B4-BE49-F238E27FC236}">
                  <a16:creationId xmlns:a16="http://schemas.microsoft.com/office/drawing/2014/main" id="{CDFD03D1-85A6-4DDD-A4FE-73CFD560B6E4}"/>
                </a:ext>
              </a:extLst>
            </p:cNvPr>
            <p:cNvSpPr txBox="1"/>
            <p:nvPr/>
          </p:nvSpPr>
          <p:spPr>
            <a:xfrm>
              <a:off x="4694908" y="106187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/>
                <a:t>Allele</a:t>
              </a:r>
              <a:endParaRPr lang="zh-TW" altLang="en-US" sz="1000" dirty="0"/>
            </a:p>
          </p:txBody>
        </p:sp>
        <p:sp>
          <p:nvSpPr>
            <p:cNvPr id="1113" name="文字方塊 1112">
              <a:extLst>
                <a:ext uri="{FF2B5EF4-FFF2-40B4-BE49-F238E27FC236}">
                  <a16:creationId xmlns:a16="http://schemas.microsoft.com/office/drawing/2014/main" id="{7537CCF5-341F-4D01-8856-F49768EF45E3}"/>
                </a:ext>
              </a:extLst>
            </p:cNvPr>
            <p:cNvSpPr txBox="1"/>
            <p:nvPr/>
          </p:nvSpPr>
          <p:spPr>
            <a:xfrm>
              <a:off x="4919872" y="1825325"/>
              <a:ext cx="8579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Non-Somatic</a:t>
              </a:r>
              <a:endParaRPr lang="zh-TW" altLang="en-US" sz="1000" dirty="0"/>
            </a:p>
          </p:txBody>
        </p:sp>
      </p:grpSp>
      <p:sp>
        <p:nvSpPr>
          <p:cNvPr id="1128" name="矩形 1127">
            <a:extLst>
              <a:ext uri="{FF2B5EF4-FFF2-40B4-BE49-F238E27FC236}">
                <a16:creationId xmlns:a16="http://schemas.microsoft.com/office/drawing/2014/main" id="{51639EE9-B8CC-4165-9ABD-8866E9A5EFBD}"/>
              </a:ext>
            </a:extLst>
          </p:cNvPr>
          <p:cNvSpPr/>
          <p:nvPr/>
        </p:nvSpPr>
        <p:spPr>
          <a:xfrm>
            <a:off x="11538866" y="2458561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0" name="矩形 1129">
            <a:extLst>
              <a:ext uri="{FF2B5EF4-FFF2-40B4-BE49-F238E27FC236}">
                <a16:creationId xmlns:a16="http://schemas.microsoft.com/office/drawing/2014/main" id="{470EE4BE-C0C9-44CB-9F0C-AD8F5ACAFD38}"/>
              </a:ext>
            </a:extLst>
          </p:cNvPr>
          <p:cNvSpPr/>
          <p:nvPr/>
        </p:nvSpPr>
        <p:spPr>
          <a:xfrm>
            <a:off x="8342044" y="2458561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3" name="矩形 1132">
            <a:extLst>
              <a:ext uri="{FF2B5EF4-FFF2-40B4-BE49-F238E27FC236}">
                <a16:creationId xmlns:a16="http://schemas.microsoft.com/office/drawing/2014/main" id="{F8FCB083-D9CF-4598-9037-E6B8C03AB458}"/>
              </a:ext>
            </a:extLst>
          </p:cNvPr>
          <p:cNvSpPr/>
          <p:nvPr/>
        </p:nvSpPr>
        <p:spPr>
          <a:xfrm>
            <a:off x="10744969" y="2458561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3" name="矩形 1162">
            <a:extLst>
              <a:ext uri="{FF2B5EF4-FFF2-40B4-BE49-F238E27FC236}">
                <a16:creationId xmlns:a16="http://schemas.microsoft.com/office/drawing/2014/main" id="{82BC2B09-9304-49E5-997F-A0351DB5B5D5}"/>
              </a:ext>
            </a:extLst>
          </p:cNvPr>
          <p:cNvSpPr/>
          <p:nvPr/>
        </p:nvSpPr>
        <p:spPr>
          <a:xfrm>
            <a:off x="10945845" y="2458561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4" name="矩形 1163">
            <a:extLst>
              <a:ext uri="{FF2B5EF4-FFF2-40B4-BE49-F238E27FC236}">
                <a16:creationId xmlns:a16="http://schemas.microsoft.com/office/drawing/2014/main" id="{460D7186-B31C-4B55-BF5E-7DC961D3C43D}"/>
              </a:ext>
            </a:extLst>
          </p:cNvPr>
          <p:cNvSpPr/>
          <p:nvPr/>
        </p:nvSpPr>
        <p:spPr>
          <a:xfrm>
            <a:off x="10345604" y="2458561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6" name="矩形 1165">
            <a:extLst>
              <a:ext uri="{FF2B5EF4-FFF2-40B4-BE49-F238E27FC236}">
                <a16:creationId xmlns:a16="http://schemas.microsoft.com/office/drawing/2014/main" id="{0EBC75E8-C5E6-40B6-B7E3-A01F6936C47C}"/>
              </a:ext>
            </a:extLst>
          </p:cNvPr>
          <p:cNvSpPr/>
          <p:nvPr/>
        </p:nvSpPr>
        <p:spPr>
          <a:xfrm>
            <a:off x="11538866" y="263193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8" name="矩形 1167">
            <a:extLst>
              <a:ext uri="{FF2B5EF4-FFF2-40B4-BE49-F238E27FC236}">
                <a16:creationId xmlns:a16="http://schemas.microsoft.com/office/drawing/2014/main" id="{A2A5012B-EDE8-4138-8B56-6311442A7A88}"/>
              </a:ext>
            </a:extLst>
          </p:cNvPr>
          <p:cNvSpPr/>
          <p:nvPr/>
        </p:nvSpPr>
        <p:spPr>
          <a:xfrm>
            <a:off x="8342044" y="263193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9" name="矩形 1168">
            <a:extLst>
              <a:ext uri="{FF2B5EF4-FFF2-40B4-BE49-F238E27FC236}">
                <a16:creationId xmlns:a16="http://schemas.microsoft.com/office/drawing/2014/main" id="{8EFD3EE3-9211-4C90-BE42-987F20CF63E5}"/>
              </a:ext>
            </a:extLst>
          </p:cNvPr>
          <p:cNvSpPr/>
          <p:nvPr/>
        </p:nvSpPr>
        <p:spPr>
          <a:xfrm>
            <a:off x="6956071" y="2631935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170" name="矩形 1169">
            <a:extLst>
              <a:ext uri="{FF2B5EF4-FFF2-40B4-BE49-F238E27FC236}">
                <a16:creationId xmlns:a16="http://schemas.microsoft.com/office/drawing/2014/main" id="{D70B4E3D-F2E1-49F6-9FF5-5BE510DD9BA8}"/>
              </a:ext>
            </a:extLst>
          </p:cNvPr>
          <p:cNvSpPr/>
          <p:nvPr/>
        </p:nvSpPr>
        <p:spPr>
          <a:xfrm>
            <a:off x="10543866" y="2631935"/>
            <a:ext cx="147600" cy="1296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171" name="矩形 1170">
            <a:extLst>
              <a:ext uri="{FF2B5EF4-FFF2-40B4-BE49-F238E27FC236}">
                <a16:creationId xmlns:a16="http://schemas.microsoft.com/office/drawing/2014/main" id="{CF982C62-34D8-49D0-839A-103BB9D4A908}"/>
              </a:ext>
            </a:extLst>
          </p:cNvPr>
          <p:cNvSpPr/>
          <p:nvPr/>
        </p:nvSpPr>
        <p:spPr>
          <a:xfrm>
            <a:off x="10744969" y="2631935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3" name="矩形 1172">
            <a:extLst>
              <a:ext uri="{FF2B5EF4-FFF2-40B4-BE49-F238E27FC236}">
                <a16:creationId xmlns:a16="http://schemas.microsoft.com/office/drawing/2014/main" id="{D9767B32-83CF-4A88-9415-8B934E6D5148}"/>
              </a:ext>
            </a:extLst>
          </p:cNvPr>
          <p:cNvSpPr/>
          <p:nvPr/>
        </p:nvSpPr>
        <p:spPr>
          <a:xfrm>
            <a:off x="10945845" y="2631935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4" name="矩形 1173">
            <a:extLst>
              <a:ext uri="{FF2B5EF4-FFF2-40B4-BE49-F238E27FC236}">
                <a16:creationId xmlns:a16="http://schemas.microsoft.com/office/drawing/2014/main" id="{5619F741-CEA6-4984-888A-3B0FC96C19FF}"/>
              </a:ext>
            </a:extLst>
          </p:cNvPr>
          <p:cNvSpPr/>
          <p:nvPr/>
        </p:nvSpPr>
        <p:spPr>
          <a:xfrm>
            <a:off x="10345604" y="2631935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5" name="矩形 1174">
            <a:extLst>
              <a:ext uri="{FF2B5EF4-FFF2-40B4-BE49-F238E27FC236}">
                <a16:creationId xmlns:a16="http://schemas.microsoft.com/office/drawing/2014/main" id="{EDB93594-6044-44DF-A8E9-C2FE8FC81850}"/>
              </a:ext>
            </a:extLst>
          </p:cNvPr>
          <p:cNvSpPr/>
          <p:nvPr/>
        </p:nvSpPr>
        <p:spPr>
          <a:xfrm>
            <a:off x="11538866" y="2285189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C20A01FE-4846-4352-A36A-0849F00F052B}"/>
              </a:ext>
            </a:extLst>
          </p:cNvPr>
          <p:cNvSpPr/>
          <p:nvPr/>
        </p:nvSpPr>
        <p:spPr>
          <a:xfrm>
            <a:off x="7535429" y="2285189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9" name="矩形 1178">
            <a:extLst>
              <a:ext uri="{FF2B5EF4-FFF2-40B4-BE49-F238E27FC236}">
                <a16:creationId xmlns:a16="http://schemas.microsoft.com/office/drawing/2014/main" id="{D29C95A0-8998-418C-A14C-137F42A4DE52}"/>
              </a:ext>
            </a:extLst>
          </p:cNvPr>
          <p:cNvSpPr/>
          <p:nvPr/>
        </p:nvSpPr>
        <p:spPr>
          <a:xfrm>
            <a:off x="10744969" y="2285189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D0A4C5B8-CCF8-4902-9209-9224224AD7BE}"/>
              </a:ext>
            </a:extLst>
          </p:cNvPr>
          <p:cNvSpPr/>
          <p:nvPr/>
        </p:nvSpPr>
        <p:spPr>
          <a:xfrm>
            <a:off x="9373912" y="2285189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CDF48D2D-3FA8-42FD-A7F5-6007513403C7}"/>
              </a:ext>
            </a:extLst>
          </p:cNvPr>
          <p:cNvSpPr/>
          <p:nvPr/>
        </p:nvSpPr>
        <p:spPr>
          <a:xfrm>
            <a:off x="10945845" y="2285189"/>
            <a:ext cx="147600" cy="129600"/>
          </a:xfrm>
          <a:prstGeom prst="rect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3" name="矩形 1182">
            <a:extLst>
              <a:ext uri="{FF2B5EF4-FFF2-40B4-BE49-F238E27FC236}">
                <a16:creationId xmlns:a16="http://schemas.microsoft.com/office/drawing/2014/main" id="{FEBA044D-F7E1-4D66-9306-04A472BD7863}"/>
              </a:ext>
            </a:extLst>
          </p:cNvPr>
          <p:cNvSpPr/>
          <p:nvPr/>
        </p:nvSpPr>
        <p:spPr>
          <a:xfrm>
            <a:off x="11538866" y="2111817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4" name="矩形 1183">
            <a:extLst>
              <a:ext uri="{FF2B5EF4-FFF2-40B4-BE49-F238E27FC236}">
                <a16:creationId xmlns:a16="http://schemas.microsoft.com/office/drawing/2014/main" id="{9371A53F-043F-4D03-AEAD-A44D6E785334}"/>
              </a:ext>
            </a:extLst>
          </p:cNvPr>
          <p:cNvSpPr/>
          <p:nvPr/>
        </p:nvSpPr>
        <p:spPr>
          <a:xfrm>
            <a:off x="7535429" y="2111817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6" name="矩形 1185">
            <a:extLst>
              <a:ext uri="{FF2B5EF4-FFF2-40B4-BE49-F238E27FC236}">
                <a16:creationId xmlns:a16="http://schemas.microsoft.com/office/drawing/2014/main" id="{89801D64-F1CE-4AAE-A55E-F9CE12A14B2F}"/>
              </a:ext>
            </a:extLst>
          </p:cNvPr>
          <p:cNvSpPr/>
          <p:nvPr/>
        </p:nvSpPr>
        <p:spPr>
          <a:xfrm>
            <a:off x="9373912" y="2111817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8" name="矩形 1187">
            <a:extLst>
              <a:ext uri="{FF2B5EF4-FFF2-40B4-BE49-F238E27FC236}">
                <a16:creationId xmlns:a16="http://schemas.microsoft.com/office/drawing/2014/main" id="{865617A9-C177-49DE-96B1-D2690C35AD2C}"/>
              </a:ext>
            </a:extLst>
          </p:cNvPr>
          <p:cNvSpPr/>
          <p:nvPr/>
        </p:nvSpPr>
        <p:spPr>
          <a:xfrm>
            <a:off x="11538866" y="19384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9" name="矩形 1188">
            <a:extLst>
              <a:ext uri="{FF2B5EF4-FFF2-40B4-BE49-F238E27FC236}">
                <a16:creationId xmlns:a16="http://schemas.microsoft.com/office/drawing/2014/main" id="{6F9DBECB-6610-406D-BC2E-06B798BEAC04}"/>
              </a:ext>
            </a:extLst>
          </p:cNvPr>
          <p:cNvSpPr/>
          <p:nvPr/>
        </p:nvSpPr>
        <p:spPr>
          <a:xfrm>
            <a:off x="7535429" y="19384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1" name="矩形 1190">
            <a:extLst>
              <a:ext uri="{FF2B5EF4-FFF2-40B4-BE49-F238E27FC236}">
                <a16:creationId xmlns:a16="http://schemas.microsoft.com/office/drawing/2014/main" id="{BA68669A-506C-4DA8-AC8F-7C6034258265}"/>
              </a:ext>
            </a:extLst>
          </p:cNvPr>
          <p:cNvSpPr/>
          <p:nvPr/>
        </p:nvSpPr>
        <p:spPr>
          <a:xfrm>
            <a:off x="9373912" y="1938445"/>
            <a:ext cx="147600" cy="1296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4" name="矩形: 圓角 1193">
            <a:extLst>
              <a:ext uri="{FF2B5EF4-FFF2-40B4-BE49-F238E27FC236}">
                <a16:creationId xmlns:a16="http://schemas.microsoft.com/office/drawing/2014/main" id="{4E6735D9-8D6A-4725-8B4E-6C71FF51EAED}"/>
              </a:ext>
            </a:extLst>
          </p:cNvPr>
          <p:cNvSpPr/>
          <p:nvPr/>
        </p:nvSpPr>
        <p:spPr>
          <a:xfrm>
            <a:off x="89565" y="2882308"/>
            <a:ext cx="3322429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1195" name="矩形: 圓角 1194">
            <a:extLst>
              <a:ext uri="{FF2B5EF4-FFF2-40B4-BE49-F238E27FC236}">
                <a16:creationId xmlns:a16="http://schemas.microsoft.com/office/drawing/2014/main" id="{4EB021D1-6D16-4CEB-86D0-155A49C29282}"/>
              </a:ext>
            </a:extLst>
          </p:cNvPr>
          <p:cNvSpPr/>
          <p:nvPr/>
        </p:nvSpPr>
        <p:spPr>
          <a:xfrm>
            <a:off x="89566" y="917771"/>
            <a:ext cx="2340000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grpSp>
        <p:nvGrpSpPr>
          <p:cNvPr id="1196" name="群組 1195">
            <a:extLst>
              <a:ext uri="{FF2B5EF4-FFF2-40B4-BE49-F238E27FC236}">
                <a16:creationId xmlns:a16="http://schemas.microsoft.com/office/drawing/2014/main" id="{13A23E43-8401-497E-8315-7C312D66D253}"/>
              </a:ext>
            </a:extLst>
          </p:cNvPr>
          <p:cNvGrpSpPr/>
          <p:nvPr/>
        </p:nvGrpSpPr>
        <p:grpSpPr>
          <a:xfrm>
            <a:off x="45540" y="744851"/>
            <a:ext cx="3837490" cy="1699082"/>
            <a:chOff x="45540" y="744851"/>
            <a:chExt cx="3837490" cy="1699082"/>
          </a:xfrm>
        </p:grpSpPr>
        <p:grpSp>
          <p:nvGrpSpPr>
            <p:cNvPr id="1197" name="群組 1196">
              <a:extLst>
                <a:ext uri="{FF2B5EF4-FFF2-40B4-BE49-F238E27FC236}">
                  <a16:creationId xmlns:a16="http://schemas.microsoft.com/office/drawing/2014/main" id="{BB420213-E832-49CC-930B-26F775020A72}"/>
                </a:ext>
              </a:extLst>
            </p:cNvPr>
            <p:cNvGrpSpPr/>
            <p:nvPr/>
          </p:nvGrpSpPr>
          <p:grpSpPr>
            <a:xfrm>
              <a:off x="45540" y="858713"/>
              <a:ext cx="3837490" cy="1585220"/>
              <a:chOff x="45540" y="868238"/>
              <a:chExt cx="3837490" cy="1585220"/>
            </a:xfrm>
          </p:grpSpPr>
          <p:sp>
            <p:nvSpPr>
              <p:cNvPr id="1199" name="文字方塊 1198">
                <a:extLst>
                  <a:ext uri="{FF2B5EF4-FFF2-40B4-BE49-F238E27FC236}">
                    <a16:creationId xmlns:a16="http://schemas.microsoft.com/office/drawing/2014/main" id="{6C7C9B64-9C9E-4F2F-BF48-965B89D77044}"/>
                  </a:ext>
                </a:extLst>
              </p:cNvPr>
              <p:cNvSpPr txBox="1"/>
              <p:nvPr/>
            </p:nvSpPr>
            <p:spPr>
              <a:xfrm>
                <a:off x="45540" y="868238"/>
                <a:ext cx="30533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sz="1800" dirty="0"/>
                  <a:t>CNV/BFB Interval Calling</a:t>
                </a:r>
                <a:endParaRPr lang="zh-TW" altLang="en-US" sz="1800" dirty="0"/>
              </a:p>
            </p:txBody>
          </p:sp>
          <p:grpSp>
            <p:nvGrpSpPr>
              <p:cNvPr id="1200" name="群組 1199">
                <a:extLst>
                  <a:ext uri="{FF2B5EF4-FFF2-40B4-BE49-F238E27FC236}">
                    <a16:creationId xmlns:a16="http://schemas.microsoft.com/office/drawing/2014/main" id="{17ED5292-C534-45C6-BA19-C458C9C3D6AF}"/>
                  </a:ext>
                </a:extLst>
              </p:cNvPr>
              <p:cNvGrpSpPr/>
              <p:nvPr/>
            </p:nvGrpSpPr>
            <p:grpSpPr>
              <a:xfrm>
                <a:off x="244261" y="1486606"/>
                <a:ext cx="3638769" cy="966852"/>
                <a:chOff x="244261" y="1486606"/>
                <a:chExt cx="3638769" cy="966852"/>
              </a:xfrm>
            </p:grpSpPr>
            <p:sp>
              <p:nvSpPr>
                <p:cNvPr id="1201" name="箭號: 五邊形 1200">
                  <a:extLst>
                    <a:ext uri="{FF2B5EF4-FFF2-40B4-BE49-F238E27FC236}">
                      <a16:creationId xmlns:a16="http://schemas.microsoft.com/office/drawing/2014/main" id="{A56A1331-BCF4-4268-88B3-C4F20E48D1DC}"/>
                    </a:ext>
                  </a:extLst>
                </p:cNvPr>
                <p:cNvSpPr/>
                <p:nvPr/>
              </p:nvSpPr>
              <p:spPr>
                <a:xfrm>
                  <a:off x="916121" y="2029093"/>
                  <a:ext cx="324511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2" name="箭號: 五邊形 1201">
                  <a:extLst>
                    <a:ext uri="{FF2B5EF4-FFF2-40B4-BE49-F238E27FC236}">
                      <a16:creationId xmlns:a16="http://schemas.microsoft.com/office/drawing/2014/main" id="{CA4E18C0-E174-4DD5-9CE9-891A2E145F10}"/>
                    </a:ext>
                  </a:extLst>
                </p:cNvPr>
                <p:cNvSpPr/>
                <p:nvPr/>
              </p:nvSpPr>
              <p:spPr>
                <a:xfrm>
                  <a:off x="374420" y="2029093"/>
                  <a:ext cx="16225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3" name="箭號: 五邊形 1202">
                  <a:extLst>
                    <a:ext uri="{FF2B5EF4-FFF2-40B4-BE49-F238E27FC236}">
                      <a16:creationId xmlns:a16="http://schemas.microsoft.com/office/drawing/2014/main" id="{2D402EDE-0DC1-400B-A797-D4F5BE9EB8CD}"/>
                    </a:ext>
                  </a:extLst>
                </p:cNvPr>
                <p:cNvSpPr/>
                <p:nvPr/>
              </p:nvSpPr>
              <p:spPr>
                <a:xfrm>
                  <a:off x="543861" y="2029093"/>
                  <a:ext cx="365075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4" name="箭號: 五邊形 1203">
                  <a:extLst>
                    <a:ext uri="{FF2B5EF4-FFF2-40B4-BE49-F238E27FC236}">
                      <a16:creationId xmlns:a16="http://schemas.microsoft.com/office/drawing/2014/main" id="{4D3539AF-D94D-47C2-B4F4-A2C2681BB6CA}"/>
                    </a:ext>
                  </a:extLst>
                </p:cNvPr>
                <p:cNvSpPr/>
                <p:nvPr/>
              </p:nvSpPr>
              <p:spPr>
                <a:xfrm>
                  <a:off x="1703364" y="2029093"/>
                  <a:ext cx="202819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5" name="箭號: 五邊形 1204">
                  <a:extLst>
                    <a:ext uri="{FF2B5EF4-FFF2-40B4-BE49-F238E27FC236}">
                      <a16:creationId xmlns:a16="http://schemas.microsoft.com/office/drawing/2014/main" id="{CB98D3CB-7C25-4452-88F3-056A7AA8336D}"/>
                    </a:ext>
                  </a:extLst>
                </p:cNvPr>
                <p:cNvSpPr/>
                <p:nvPr/>
              </p:nvSpPr>
              <p:spPr>
                <a:xfrm>
                  <a:off x="1909863" y="2029093"/>
                  <a:ext cx="365075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6" name="箭號: 五邊形 1205">
                  <a:extLst>
                    <a:ext uri="{FF2B5EF4-FFF2-40B4-BE49-F238E27FC236}">
                      <a16:creationId xmlns:a16="http://schemas.microsoft.com/office/drawing/2014/main" id="{4120544C-7B4F-4B07-B76F-10747319D1C1}"/>
                    </a:ext>
                  </a:extLst>
                </p:cNvPr>
                <p:cNvSpPr/>
                <p:nvPr/>
              </p:nvSpPr>
              <p:spPr>
                <a:xfrm>
                  <a:off x="2281062" y="2029093"/>
                  <a:ext cx="48676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7" name="箭號: 五邊形 1206">
                  <a:extLst>
                    <a:ext uri="{FF2B5EF4-FFF2-40B4-BE49-F238E27FC236}">
                      <a16:creationId xmlns:a16="http://schemas.microsoft.com/office/drawing/2014/main" id="{3CED318D-0587-4C8C-A600-42F4125B20FE}"/>
                    </a:ext>
                  </a:extLst>
                </p:cNvPr>
                <p:cNvSpPr/>
                <p:nvPr/>
              </p:nvSpPr>
              <p:spPr>
                <a:xfrm>
                  <a:off x="2770244" y="2029093"/>
                  <a:ext cx="324511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8" name="箭號: 五邊形 1207">
                  <a:extLst>
                    <a:ext uri="{FF2B5EF4-FFF2-40B4-BE49-F238E27FC236}">
                      <a16:creationId xmlns:a16="http://schemas.microsoft.com/office/drawing/2014/main" id="{884B80FD-4D68-4182-B21F-DC01A715176C}"/>
                    </a:ext>
                  </a:extLst>
                </p:cNvPr>
                <p:cNvSpPr/>
                <p:nvPr/>
              </p:nvSpPr>
              <p:spPr>
                <a:xfrm>
                  <a:off x="3109117" y="2029093"/>
                  <a:ext cx="405638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09" name="箭號: 五邊形 1208">
                  <a:extLst>
                    <a:ext uri="{FF2B5EF4-FFF2-40B4-BE49-F238E27FC236}">
                      <a16:creationId xmlns:a16="http://schemas.microsoft.com/office/drawing/2014/main" id="{5EAD4DF7-1C68-4DD5-9BA9-9481191D6732}"/>
                    </a:ext>
                  </a:extLst>
                </p:cNvPr>
                <p:cNvSpPr/>
                <p:nvPr/>
              </p:nvSpPr>
              <p:spPr>
                <a:xfrm>
                  <a:off x="3527029" y="2029093"/>
                  <a:ext cx="28394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10" name="箭號: 五邊形 1209">
                  <a:extLst>
                    <a:ext uri="{FF2B5EF4-FFF2-40B4-BE49-F238E27FC236}">
                      <a16:creationId xmlns:a16="http://schemas.microsoft.com/office/drawing/2014/main" id="{AF7B495B-C2C6-4FEE-B833-77277A41F936}"/>
                    </a:ext>
                  </a:extLst>
                </p:cNvPr>
                <p:cNvSpPr/>
                <p:nvPr/>
              </p:nvSpPr>
              <p:spPr>
                <a:xfrm>
                  <a:off x="1249085" y="2029093"/>
                  <a:ext cx="446202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cxnSp>
              <p:nvCxnSpPr>
                <p:cNvPr id="1211" name="直線接點 1210">
                  <a:extLst>
                    <a:ext uri="{FF2B5EF4-FFF2-40B4-BE49-F238E27FC236}">
                      <a16:creationId xmlns:a16="http://schemas.microsoft.com/office/drawing/2014/main" id="{A43C4AC4-D310-4B7B-B2EA-05DEA55E1E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0742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2" name="直線接點 1211">
                  <a:extLst>
                    <a:ext uri="{FF2B5EF4-FFF2-40B4-BE49-F238E27FC236}">
                      <a16:creationId xmlns:a16="http://schemas.microsoft.com/office/drawing/2014/main" id="{3DFF1D91-A323-403B-B50A-C08AAE151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6024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3" name="直線接點 1212">
                  <a:extLst>
                    <a:ext uri="{FF2B5EF4-FFF2-40B4-BE49-F238E27FC236}">
                      <a16:creationId xmlns:a16="http://schemas.microsoft.com/office/drawing/2014/main" id="{201BF851-E490-4852-8988-3E6D7BBE0A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8455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4" name="直線接點 1213">
                  <a:extLst>
                    <a:ext uri="{FF2B5EF4-FFF2-40B4-BE49-F238E27FC236}">
                      <a16:creationId xmlns:a16="http://schemas.microsoft.com/office/drawing/2014/main" id="{606DEE46-F6CF-443B-B19F-D3E1CF8E6D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64706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5" name="直線接點 1214">
                  <a:extLst>
                    <a:ext uri="{FF2B5EF4-FFF2-40B4-BE49-F238E27FC236}">
                      <a16:creationId xmlns:a16="http://schemas.microsoft.com/office/drawing/2014/main" id="{A4352E4E-F2C6-4C24-8208-6DB3C8AEA8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86764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16" name="直線接點 1215">
                  <a:extLst>
                    <a:ext uri="{FF2B5EF4-FFF2-40B4-BE49-F238E27FC236}">
                      <a16:creationId xmlns:a16="http://schemas.microsoft.com/office/drawing/2014/main" id="{07F6C73D-7D90-4AB7-BBA4-92B388C237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5963" y="202647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17" name="箭號: 五邊形 1216">
                  <a:extLst>
                    <a:ext uri="{FF2B5EF4-FFF2-40B4-BE49-F238E27FC236}">
                      <a16:creationId xmlns:a16="http://schemas.microsoft.com/office/drawing/2014/main" id="{FB3644E7-D006-4E33-A023-F7B1DF6FFEDD}"/>
                    </a:ext>
                  </a:extLst>
                </p:cNvPr>
                <p:cNvSpPr/>
                <p:nvPr/>
              </p:nvSpPr>
              <p:spPr>
                <a:xfrm>
                  <a:off x="284366" y="1943703"/>
                  <a:ext cx="28394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18" name="箭號: 五邊形 1217">
                  <a:extLst>
                    <a:ext uri="{FF2B5EF4-FFF2-40B4-BE49-F238E27FC236}">
                      <a16:creationId xmlns:a16="http://schemas.microsoft.com/office/drawing/2014/main" id="{FF7867B5-7F0C-47D4-8B90-EF582C602365}"/>
                    </a:ext>
                  </a:extLst>
                </p:cNvPr>
                <p:cNvSpPr/>
                <p:nvPr/>
              </p:nvSpPr>
              <p:spPr>
                <a:xfrm>
                  <a:off x="1020337" y="1943703"/>
                  <a:ext cx="48676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19" name="箭號: 五邊形 1218">
                  <a:extLst>
                    <a:ext uri="{FF2B5EF4-FFF2-40B4-BE49-F238E27FC236}">
                      <a16:creationId xmlns:a16="http://schemas.microsoft.com/office/drawing/2014/main" id="{3DAE709A-6A72-4F7C-B752-527FB1E366C7}"/>
                    </a:ext>
                  </a:extLst>
                </p:cNvPr>
                <p:cNvSpPr/>
                <p:nvPr/>
              </p:nvSpPr>
              <p:spPr>
                <a:xfrm>
                  <a:off x="584811" y="1943703"/>
                  <a:ext cx="405638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0" name="箭號: 五邊形 1219">
                  <a:extLst>
                    <a:ext uri="{FF2B5EF4-FFF2-40B4-BE49-F238E27FC236}">
                      <a16:creationId xmlns:a16="http://schemas.microsoft.com/office/drawing/2014/main" id="{4B542377-E1BA-41F3-A6CB-C16BB1C2E32F}"/>
                    </a:ext>
                  </a:extLst>
                </p:cNvPr>
                <p:cNvSpPr/>
                <p:nvPr/>
              </p:nvSpPr>
              <p:spPr>
                <a:xfrm>
                  <a:off x="2044794" y="1943703"/>
                  <a:ext cx="16225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1" name="箭號: 五邊形 1220">
                  <a:extLst>
                    <a:ext uri="{FF2B5EF4-FFF2-40B4-BE49-F238E27FC236}">
                      <a16:creationId xmlns:a16="http://schemas.microsoft.com/office/drawing/2014/main" id="{45F091AE-4129-47D2-948B-1A4C696A4D53}"/>
                    </a:ext>
                  </a:extLst>
                </p:cNvPr>
                <p:cNvSpPr/>
                <p:nvPr/>
              </p:nvSpPr>
              <p:spPr>
                <a:xfrm>
                  <a:off x="2221454" y="1943703"/>
                  <a:ext cx="405638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2" name="箭號: 五邊形 1221">
                  <a:extLst>
                    <a:ext uri="{FF2B5EF4-FFF2-40B4-BE49-F238E27FC236}">
                      <a16:creationId xmlns:a16="http://schemas.microsoft.com/office/drawing/2014/main" id="{302D3B61-72D6-41A5-BD20-29F7FFE0CAEE}"/>
                    </a:ext>
                  </a:extLst>
                </p:cNvPr>
                <p:cNvSpPr/>
                <p:nvPr/>
              </p:nvSpPr>
              <p:spPr>
                <a:xfrm>
                  <a:off x="2638670" y="1943703"/>
                  <a:ext cx="28394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3" name="箭號: 五邊形 1222">
                  <a:extLst>
                    <a:ext uri="{FF2B5EF4-FFF2-40B4-BE49-F238E27FC236}">
                      <a16:creationId xmlns:a16="http://schemas.microsoft.com/office/drawing/2014/main" id="{E038B2F3-C96E-419F-A572-38298121815F}"/>
                    </a:ext>
                  </a:extLst>
                </p:cNvPr>
                <p:cNvSpPr/>
                <p:nvPr/>
              </p:nvSpPr>
              <p:spPr>
                <a:xfrm>
                  <a:off x="3480579" y="1943703"/>
                  <a:ext cx="365075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24" name="箭號: 五邊形 1223">
                  <a:extLst>
                    <a:ext uri="{FF2B5EF4-FFF2-40B4-BE49-F238E27FC236}">
                      <a16:creationId xmlns:a16="http://schemas.microsoft.com/office/drawing/2014/main" id="{9DF86F52-2ADC-4F44-B598-23D8F15FDE3F}"/>
                    </a:ext>
                  </a:extLst>
                </p:cNvPr>
                <p:cNvSpPr/>
                <p:nvPr/>
              </p:nvSpPr>
              <p:spPr>
                <a:xfrm>
                  <a:off x="2939115" y="1943703"/>
                  <a:ext cx="527330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cxnSp>
              <p:nvCxnSpPr>
                <p:cNvPr id="1225" name="直線接點 1224">
                  <a:extLst>
                    <a:ext uri="{FF2B5EF4-FFF2-40B4-BE49-F238E27FC236}">
                      <a16:creationId xmlns:a16="http://schemas.microsoft.com/office/drawing/2014/main" id="{22D39D18-C745-4A2F-BD38-28DA259DBF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6024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6" name="直線接點 1225">
                  <a:extLst>
                    <a:ext uri="{FF2B5EF4-FFF2-40B4-BE49-F238E27FC236}">
                      <a16:creationId xmlns:a16="http://schemas.microsoft.com/office/drawing/2014/main" id="{007D032F-3880-4FC8-9AB2-DD50360763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0742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7" name="直線接點 1226">
                  <a:extLst>
                    <a:ext uri="{FF2B5EF4-FFF2-40B4-BE49-F238E27FC236}">
                      <a16:creationId xmlns:a16="http://schemas.microsoft.com/office/drawing/2014/main" id="{9E894648-24D3-45AB-BACC-41107FB9EF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8455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8" name="直線接點 1227">
                  <a:extLst>
                    <a:ext uri="{FF2B5EF4-FFF2-40B4-BE49-F238E27FC236}">
                      <a16:creationId xmlns:a16="http://schemas.microsoft.com/office/drawing/2014/main" id="{720992DA-A517-4695-BEB1-099AABD256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5963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29" name="直線接點 1228">
                  <a:extLst>
                    <a:ext uri="{FF2B5EF4-FFF2-40B4-BE49-F238E27FC236}">
                      <a16:creationId xmlns:a16="http://schemas.microsoft.com/office/drawing/2014/main" id="{97330EB8-8FC9-4647-83EF-B1A48E32CA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86764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30" name="箭號: 五邊形 1229">
                  <a:extLst>
                    <a:ext uri="{FF2B5EF4-FFF2-40B4-BE49-F238E27FC236}">
                      <a16:creationId xmlns:a16="http://schemas.microsoft.com/office/drawing/2014/main" id="{B6420AD9-E284-48E0-8809-0FC73CDAEAEC}"/>
                    </a:ext>
                  </a:extLst>
                </p:cNvPr>
                <p:cNvSpPr/>
                <p:nvPr/>
              </p:nvSpPr>
              <p:spPr>
                <a:xfrm>
                  <a:off x="1523601" y="1943703"/>
                  <a:ext cx="50205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cxnSp>
              <p:nvCxnSpPr>
                <p:cNvPr id="1231" name="直線接點 1230">
                  <a:extLst>
                    <a:ext uri="{FF2B5EF4-FFF2-40B4-BE49-F238E27FC236}">
                      <a16:creationId xmlns:a16="http://schemas.microsoft.com/office/drawing/2014/main" id="{A3E9C119-E54C-49D6-AE2E-C118764DC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64706" y="1941085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32" name="箭號: 五邊形 1231">
                  <a:extLst>
                    <a:ext uri="{FF2B5EF4-FFF2-40B4-BE49-F238E27FC236}">
                      <a16:creationId xmlns:a16="http://schemas.microsoft.com/office/drawing/2014/main" id="{72652AA5-9779-42BF-88D0-3C6D54D4C134}"/>
                    </a:ext>
                  </a:extLst>
                </p:cNvPr>
                <p:cNvSpPr/>
                <p:nvPr/>
              </p:nvSpPr>
              <p:spPr>
                <a:xfrm>
                  <a:off x="579148" y="1611141"/>
                  <a:ext cx="243383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33" name="手繪多邊形: 圖案 1232">
                  <a:extLst>
                    <a:ext uri="{FF2B5EF4-FFF2-40B4-BE49-F238E27FC236}">
                      <a16:creationId xmlns:a16="http://schemas.microsoft.com/office/drawing/2014/main" id="{52971545-AEAA-47DF-A98F-541A8FDF72F3}"/>
                    </a:ext>
                  </a:extLst>
                </p:cNvPr>
                <p:cNvSpPr/>
                <p:nvPr/>
              </p:nvSpPr>
              <p:spPr>
                <a:xfrm>
                  <a:off x="792612" y="1611141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234" name="直線接點 1233">
                  <a:extLst>
                    <a:ext uri="{FF2B5EF4-FFF2-40B4-BE49-F238E27FC236}">
                      <a16:creationId xmlns:a16="http://schemas.microsoft.com/office/drawing/2014/main" id="{EE5B501A-C710-4683-8B20-6B23BF297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3567" y="160852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35" name="箭號: 五邊形 1234">
                  <a:extLst>
                    <a:ext uri="{FF2B5EF4-FFF2-40B4-BE49-F238E27FC236}">
                      <a16:creationId xmlns:a16="http://schemas.microsoft.com/office/drawing/2014/main" id="{4896A42C-8AF0-4671-A4E4-C75012F8A945}"/>
                    </a:ext>
                  </a:extLst>
                </p:cNvPr>
                <p:cNvSpPr/>
                <p:nvPr/>
              </p:nvSpPr>
              <p:spPr>
                <a:xfrm>
                  <a:off x="3300939" y="1611141"/>
                  <a:ext cx="484014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36" name="箭號: 五邊形 1235">
                  <a:extLst>
                    <a:ext uri="{FF2B5EF4-FFF2-40B4-BE49-F238E27FC236}">
                      <a16:creationId xmlns:a16="http://schemas.microsoft.com/office/drawing/2014/main" id="{F9DED3CC-F7D8-46FC-BE12-20036F1DDED2}"/>
                    </a:ext>
                  </a:extLst>
                </p:cNvPr>
                <p:cNvSpPr/>
                <p:nvPr/>
              </p:nvSpPr>
              <p:spPr>
                <a:xfrm>
                  <a:off x="283591" y="1611141"/>
                  <a:ext cx="27141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37" name="箭號: 五邊形 451">
                  <a:extLst>
                    <a:ext uri="{FF2B5EF4-FFF2-40B4-BE49-F238E27FC236}">
                      <a16:creationId xmlns:a16="http://schemas.microsoft.com/office/drawing/2014/main" id="{5CFBF4C2-1C02-4CA4-8EAC-4E650C3D83F2}"/>
                    </a:ext>
                  </a:extLst>
                </p:cNvPr>
                <p:cNvSpPr/>
                <p:nvPr/>
              </p:nvSpPr>
              <p:spPr>
                <a:xfrm>
                  <a:off x="3300939" y="1611141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38" name="箭號: 五邊形 1237">
                  <a:extLst>
                    <a:ext uri="{FF2B5EF4-FFF2-40B4-BE49-F238E27FC236}">
                      <a16:creationId xmlns:a16="http://schemas.microsoft.com/office/drawing/2014/main" id="{95BDD6E9-C7DF-4066-9E54-989F5A0DC177}"/>
                    </a:ext>
                  </a:extLst>
                </p:cNvPr>
                <p:cNvSpPr/>
                <p:nvPr/>
              </p:nvSpPr>
              <p:spPr>
                <a:xfrm>
                  <a:off x="436024" y="1701485"/>
                  <a:ext cx="38650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39" name="手繪多邊形: 圖案 1238">
                  <a:extLst>
                    <a:ext uri="{FF2B5EF4-FFF2-40B4-BE49-F238E27FC236}">
                      <a16:creationId xmlns:a16="http://schemas.microsoft.com/office/drawing/2014/main" id="{FEAACA0D-0880-4413-AF60-9AE423A53AEB}"/>
                    </a:ext>
                  </a:extLst>
                </p:cNvPr>
                <p:cNvSpPr/>
                <p:nvPr/>
              </p:nvSpPr>
              <p:spPr>
                <a:xfrm>
                  <a:off x="792612" y="1701485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240" name="直線接點 1239">
                  <a:extLst>
                    <a:ext uri="{FF2B5EF4-FFF2-40B4-BE49-F238E27FC236}">
                      <a16:creationId xmlns:a16="http://schemas.microsoft.com/office/drawing/2014/main" id="{CAF500BF-68CC-4B0B-8C10-0FAAD5F249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3567" y="1698867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41" name="箭號: 五邊形 1240">
                  <a:extLst>
                    <a:ext uri="{FF2B5EF4-FFF2-40B4-BE49-F238E27FC236}">
                      <a16:creationId xmlns:a16="http://schemas.microsoft.com/office/drawing/2014/main" id="{8784ED79-BEF8-41C6-A671-CE1AD1BB4619}"/>
                    </a:ext>
                  </a:extLst>
                </p:cNvPr>
                <p:cNvSpPr/>
                <p:nvPr/>
              </p:nvSpPr>
              <p:spPr>
                <a:xfrm>
                  <a:off x="3580950" y="1701485"/>
                  <a:ext cx="294593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42" name="箭號: 五邊形 1241">
                  <a:extLst>
                    <a:ext uri="{FF2B5EF4-FFF2-40B4-BE49-F238E27FC236}">
                      <a16:creationId xmlns:a16="http://schemas.microsoft.com/office/drawing/2014/main" id="{C831FDFB-3172-486F-AC57-98B51C2E54EF}"/>
                    </a:ext>
                  </a:extLst>
                </p:cNvPr>
                <p:cNvSpPr/>
                <p:nvPr/>
              </p:nvSpPr>
              <p:spPr>
                <a:xfrm>
                  <a:off x="244261" y="1701485"/>
                  <a:ext cx="172449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43" name="箭號: 五邊形 1242">
                  <a:extLst>
                    <a:ext uri="{FF2B5EF4-FFF2-40B4-BE49-F238E27FC236}">
                      <a16:creationId xmlns:a16="http://schemas.microsoft.com/office/drawing/2014/main" id="{645EBD7D-5BC6-49CC-913D-F9CE4DFD6291}"/>
                    </a:ext>
                  </a:extLst>
                </p:cNvPr>
                <p:cNvSpPr/>
                <p:nvPr/>
              </p:nvSpPr>
              <p:spPr>
                <a:xfrm>
                  <a:off x="1523006" y="1701485"/>
                  <a:ext cx="222302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44" name="箭號: 五邊形 451">
                  <a:extLst>
                    <a:ext uri="{FF2B5EF4-FFF2-40B4-BE49-F238E27FC236}">
                      <a16:creationId xmlns:a16="http://schemas.microsoft.com/office/drawing/2014/main" id="{D6C10932-B1A4-4D17-877C-5305599343D4}"/>
                    </a:ext>
                  </a:extLst>
                </p:cNvPr>
                <p:cNvSpPr/>
                <p:nvPr/>
              </p:nvSpPr>
              <p:spPr>
                <a:xfrm>
                  <a:off x="1523006" y="1701485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45" name="手繪多邊形: 圖案 1244">
                  <a:extLst>
                    <a:ext uri="{FF2B5EF4-FFF2-40B4-BE49-F238E27FC236}">
                      <a16:creationId xmlns:a16="http://schemas.microsoft.com/office/drawing/2014/main" id="{9E989C19-A0A8-4EFF-82AE-8BC429E8256E}"/>
                    </a:ext>
                  </a:extLst>
                </p:cNvPr>
                <p:cNvSpPr/>
                <p:nvPr/>
              </p:nvSpPr>
              <p:spPr>
                <a:xfrm>
                  <a:off x="1715390" y="1701485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46" name="箭號: 五邊形 1245">
                  <a:extLst>
                    <a:ext uri="{FF2B5EF4-FFF2-40B4-BE49-F238E27FC236}">
                      <a16:creationId xmlns:a16="http://schemas.microsoft.com/office/drawing/2014/main" id="{9B7D215F-0D15-4426-AE01-D2E964057CEB}"/>
                    </a:ext>
                  </a:extLst>
                </p:cNvPr>
                <p:cNvSpPr/>
                <p:nvPr/>
              </p:nvSpPr>
              <p:spPr>
                <a:xfrm>
                  <a:off x="3300939" y="1701485"/>
                  <a:ext cx="243383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47" name="箭號: 五邊形 451">
                  <a:extLst>
                    <a:ext uri="{FF2B5EF4-FFF2-40B4-BE49-F238E27FC236}">
                      <a16:creationId xmlns:a16="http://schemas.microsoft.com/office/drawing/2014/main" id="{0AEEE6F3-E406-454F-B9A5-2261CC5DED61}"/>
                    </a:ext>
                  </a:extLst>
                </p:cNvPr>
                <p:cNvSpPr/>
                <p:nvPr/>
              </p:nvSpPr>
              <p:spPr>
                <a:xfrm>
                  <a:off x="3300939" y="1701485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48" name="箭號: 五邊形 1247">
                  <a:extLst>
                    <a:ext uri="{FF2B5EF4-FFF2-40B4-BE49-F238E27FC236}">
                      <a16:creationId xmlns:a16="http://schemas.microsoft.com/office/drawing/2014/main" id="{FF357434-77E7-48C3-948D-369717B9ECFD}"/>
                    </a:ext>
                  </a:extLst>
                </p:cNvPr>
                <p:cNvSpPr/>
                <p:nvPr/>
              </p:nvSpPr>
              <p:spPr>
                <a:xfrm>
                  <a:off x="653230" y="1780778"/>
                  <a:ext cx="169300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49" name="手繪多邊形: 圖案 1248">
                  <a:extLst>
                    <a:ext uri="{FF2B5EF4-FFF2-40B4-BE49-F238E27FC236}">
                      <a16:creationId xmlns:a16="http://schemas.microsoft.com/office/drawing/2014/main" id="{469FCC84-8310-4FC0-AD3F-ECF51883E937}"/>
                    </a:ext>
                  </a:extLst>
                </p:cNvPr>
                <p:cNvSpPr/>
                <p:nvPr/>
              </p:nvSpPr>
              <p:spPr>
                <a:xfrm>
                  <a:off x="792612" y="1780778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250" name="直線接點 1249">
                  <a:extLst>
                    <a:ext uri="{FF2B5EF4-FFF2-40B4-BE49-F238E27FC236}">
                      <a16:creationId xmlns:a16="http://schemas.microsoft.com/office/drawing/2014/main" id="{10B33A1D-1575-432D-921B-F10980405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2640" y="1778160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51" name="箭號: 五邊形 1250">
                  <a:extLst>
                    <a:ext uri="{FF2B5EF4-FFF2-40B4-BE49-F238E27FC236}">
                      <a16:creationId xmlns:a16="http://schemas.microsoft.com/office/drawing/2014/main" id="{50DA8EB0-1FED-454D-9E50-2F3345B16C95}"/>
                    </a:ext>
                  </a:extLst>
                </p:cNvPr>
                <p:cNvSpPr/>
                <p:nvPr/>
              </p:nvSpPr>
              <p:spPr>
                <a:xfrm>
                  <a:off x="3300939" y="1780778"/>
                  <a:ext cx="111056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52" name="箭號: 五邊形 1251">
                  <a:extLst>
                    <a:ext uri="{FF2B5EF4-FFF2-40B4-BE49-F238E27FC236}">
                      <a16:creationId xmlns:a16="http://schemas.microsoft.com/office/drawing/2014/main" id="{3C8E9A16-4518-4E25-AC7B-C60E9E817168}"/>
                    </a:ext>
                  </a:extLst>
                </p:cNvPr>
                <p:cNvSpPr/>
                <p:nvPr/>
              </p:nvSpPr>
              <p:spPr>
                <a:xfrm>
                  <a:off x="3444670" y="1780778"/>
                  <a:ext cx="438360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53" name="箭號: 五邊形 1252">
                  <a:extLst>
                    <a:ext uri="{FF2B5EF4-FFF2-40B4-BE49-F238E27FC236}">
                      <a16:creationId xmlns:a16="http://schemas.microsoft.com/office/drawing/2014/main" id="{C30AFA38-4247-42FB-B27B-50A722326E07}"/>
                    </a:ext>
                  </a:extLst>
                </p:cNvPr>
                <p:cNvSpPr/>
                <p:nvPr/>
              </p:nvSpPr>
              <p:spPr>
                <a:xfrm>
                  <a:off x="284310" y="1780778"/>
                  <a:ext cx="363731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54" name="箭號: 五邊形 1253">
                  <a:extLst>
                    <a:ext uri="{FF2B5EF4-FFF2-40B4-BE49-F238E27FC236}">
                      <a16:creationId xmlns:a16="http://schemas.microsoft.com/office/drawing/2014/main" id="{B5E70254-88A6-4F63-89BF-BA485FA71431}"/>
                    </a:ext>
                  </a:extLst>
                </p:cNvPr>
                <p:cNvSpPr/>
                <p:nvPr/>
              </p:nvSpPr>
              <p:spPr>
                <a:xfrm>
                  <a:off x="1431127" y="1780778"/>
                  <a:ext cx="144572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55" name="箭號: 五邊形 451">
                  <a:extLst>
                    <a:ext uri="{FF2B5EF4-FFF2-40B4-BE49-F238E27FC236}">
                      <a16:creationId xmlns:a16="http://schemas.microsoft.com/office/drawing/2014/main" id="{96003E36-75EB-429C-87F7-9D6117C4C148}"/>
                    </a:ext>
                  </a:extLst>
                </p:cNvPr>
                <p:cNvSpPr/>
                <p:nvPr/>
              </p:nvSpPr>
              <p:spPr>
                <a:xfrm>
                  <a:off x="1431127" y="1780778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56" name="手繪多邊形: 圖案 1255">
                  <a:extLst>
                    <a:ext uri="{FF2B5EF4-FFF2-40B4-BE49-F238E27FC236}">
                      <a16:creationId xmlns:a16="http://schemas.microsoft.com/office/drawing/2014/main" id="{F3F26FA4-29E8-4C25-9418-4C9CD43EEFAC}"/>
                    </a:ext>
                  </a:extLst>
                </p:cNvPr>
                <p:cNvSpPr/>
                <p:nvPr/>
              </p:nvSpPr>
              <p:spPr>
                <a:xfrm>
                  <a:off x="1760606" y="1780778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57" name="箭號: 五邊形 1256">
                  <a:extLst>
                    <a:ext uri="{FF2B5EF4-FFF2-40B4-BE49-F238E27FC236}">
                      <a16:creationId xmlns:a16="http://schemas.microsoft.com/office/drawing/2014/main" id="{145D0BB1-B96A-4E4E-BE3A-C66C2EFEDC32}"/>
                    </a:ext>
                  </a:extLst>
                </p:cNvPr>
                <p:cNvSpPr/>
                <p:nvPr/>
              </p:nvSpPr>
              <p:spPr>
                <a:xfrm>
                  <a:off x="1582276" y="1780778"/>
                  <a:ext cx="20824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58" name="箭號: 五邊形 451">
                  <a:extLst>
                    <a:ext uri="{FF2B5EF4-FFF2-40B4-BE49-F238E27FC236}">
                      <a16:creationId xmlns:a16="http://schemas.microsoft.com/office/drawing/2014/main" id="{25E77A86-2ED8-473C-870B-D3ABEF370D0D}"/>
                    </a:ext>
                  </a:extLst>
                </p:cNvPr>
                <p:cNvSpPr/>
                <p:nvPr/>
              </p:nvSpPr>
              <p:spPr>
                <a:xfrm>
                  <a:off x="3300939" y="1780778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59" name="箭號: 五邊形 1258">
                  <a:extLst>
                    <a:ext uri="{FF2B5EF4-FFF2-40B4-BE49-F238E27FC236}">
                      <a16:creationId xmlns:a16="http://schemas.microsoft.com/office/drawing/2014/main" id="{FD587DA6-4146-4F90-86C0-066B4B822B65}"/>
                    </a:ext>
                  </a:extLst>
                </p:cNvPr>
                <p:cNvSpPr/>
                <p:nvPr/>
              </p:nvSpPr>
              <p:spPr>
                <a:xfrm>
                  <a:off x="2614786" y="1780778"/>
                  <a:ext cx="169300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0" name="手繪多邊形: 圖案 1259">
                  <a:extLst>
                    <a:ext uri="{FF2B5EF4-FFF2-40B4-BE49-F238E27FC236}">
                      <a16:creationId xmlns:a16="http://schemas.microsoft.com/office/drawing/2014/main" id="{57BCCCC8-F8F3-4601-9B7A-0434E077A0F4}"/>
                    </a:ext>
                  </a:extLst>
                </p:cNvPr>
                <p:cNvSpPr/>
                <p:nvPr/>
              </p:nvSpPr>
              <p:spPr>
                <a:xfrm>
                  <a:off x="2754167" y="1780778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61" name="箭號: 五邊形 451">
                  <a:extLst>
                    <a:ext uri="{FF2B5EF4-FFF2-40B4-BE49-F238E27FC236}">
                      <a16:creationId xmlns:a16="http://schemas.microsoft.com/office/drawing/2014/main" id="{BE36B1C1-0A07-43E2-AC42-66AEBDE5CE5E}"/>
                    </a:ext>
                  </a:extLst>
                </p:cNvPr>
                <p:cNvSpPr/>
                <p:nvPr/>
              </p:nvSpPr>
              <p:spPr>
                <a:xfrm>
                  <a:off x="2614785" y="1780778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62" name="箭號: 五邊形 1261">
                  <a:extLst>
                    <a:ext uri="{FF2B5EF4-FFF2-40B4-BE49-F238E27FC236}">
                      <a16:creationId xmlns:a16="http://schemas.microsoft.com/office/drawing/2014/main" id="{C8514594-DFDE-4029-9E2C-A1669F9BA6E7}"/>
                    </a:ext>
                  </a:extLst>
                </p:cNvPr>
                <p:cNvSpPr/>
                <p:nvPr/>
              </p:nvSpPr>
              <p:spPr>
                <a:xfrm>
                  <a:off x="384476" y="1865230"/>
                  <a:ext cx="438055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3" name="手繪多邊形: 圖案 1262">
                  <a:extLst>
                    <a:ext uri="{FF2B5EF4-FFF2-40B4-BE49-F238E27FC236}">
                      <a16:creationId xmlns:a16="http://schemas.microsoft.com/office/drawing/2014/main" id="{52C9116A-CD58-415D-8FCA-6DEC1738F0B9}"/>
                    </a:ext>
                  </a:extLst>
                </p:cNvPr>
                <p:cNvSpPr/>
                <p:nvPr/>
              </p:nvSpPr>
              <p:spPr>
                <a:xfrm>
                  <a:off x="792612" y="1865230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264" name="直線接點 1263">
                  <a:extLst>
                    <a:ext uri="{FF2B5EF4-FFF2-40B4-BE49-F238E27FC236}">
                      <a16:creationId xmlns:a16="http://schemas.microsoft.com/office/drawing/2014/main" id="{57E2B953-A53E-43EF-B15D-651125DA8C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2640" y="1862612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1265" name="箭號: 五邊形 1264">
                  <a:extLst>
                    <a:ext uri="{FF2B5EF4-FFF2-40B4-BE49-F238E27FC236}">
                      <a16:creationId xmlns:a16="http://schemas.microsoft.com/office/drawing/2014/main" id="{C0AF3F14-04F2-4B07-ACB1-CD0CD3818AC4}"/>
                    </a:ext>
                  </a:extLst>
                </p:cNvPr>
                <p:cNvSpPr/>
                <p:nvPr/>
              </p:nvSpPr>
              <p:spPr>
                <a:xfrm>
                  <a:off x="3300939" y="1865230"/>
                  <a:ext cx="338707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6" name="箭號: 五邊形 1265">
                  <a:extLst>
                    <a:ext uri="{FF2B5EF4-FFF2-40B4-BE49-F238E27FC236}">
                      <a16:creationId xmlns:a16="http://schemas.microsoft.com/office/drawing/2014/main" id="{A92AEDBC-574A-4822-80D2-55905BD1859B}"/>
                    </a:ext>
                  </a:extLst>
                </p:cNvPr>
                <p:cNvSpPr/>
                <p:nvPr/>
              </p:nvSpPr>
              <p:spPr>
                <a:xfrm>
                  <a:off x="1340469" y="1865230"/>
                  <a:ext cx="144572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7" name="箭號: 五邊形 1266">
                  <a:extLst>
                    <a:ext uri="{FF2B5EF4-FFF2-40B4-BE49-F238E27FC236}">
                      <a16:creationId xmlns:a16="http://schemas.microsoft.com/office/drawing/2014/main" id="{ED50DC2A-2F5C-4BB5-81F0-7446D8362139}"/>
                    </a:ext>
                  </a:extLst>
                </p:cNvPr>
                <p:cNvSpPr/>
                <p:nvPr/>
              </p:nvSpPr>
              <p:spPr>
                <a:xfrm>
                  <a:off x="1713140" y="1865230"/>
                  <a:ext cx="202819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68" name="箭號: 五邊形 451">
                  <a:extLst>
                    <a:ext uri="{FF2B5EF4-FFF2-40B4-BE49-F238E27FC236}">
                      <a16:creationId xmlns:a16="http://schemas.microsoft.com/office/drawing/2014/main" id="{6388ACB6-F02B-4F03-8A6A-7292CC5BFE48}"/>
                    </a:ext>
                  </a:extLst>
                </p:cNvPr>
                <p:cNvSpPr/>
                <p:nvPr/>
              </p:nvSpPr>
              <p:spPr>
                <a:xfrm>
                  <a:off x="1340469" y="1865230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69" name="手繪多邊形: 圖案 1268">
                  <a:extLst>
                    <a:ext uri="{FF2B5EF4-FFF2-40B4-BE49-F238E27FC236}">
                      <a16:creationId xmlns:a16="http://schemas.microsoft.com/office/drawing/2014/main" id="{1E2CB74F-9E38-4BD9-BA41-E0CB44E0D3DB}"/>
                    </a:ext>
                  </a:extLst>
                </p:cNvPr>
                <p:cNvSpPr/>
                <p:nvPr/>
              </p:nvSpPr>
              <p:spPr>
                <a:xfrm>
                  <a:off x="1886040" y="1865230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70" name="箭號: 五邊形 1269">
                  <a:extLst>
                    <a:ext uri="{FF2B5EF4-FFF2-40B4-BE49-F238E27FC236}">
                      <a16:creationId xmlns:a16="http://schemas.microsoft.com/office/drawing/2014/main" id="{37DE50DE-C1D0-4BED-8F13-2BFA2BC74E77}"/>
                    </a:ext>
                  </a:extLst>
                </p:cNvPr>
                <p:cNvSpPr/>
                <p:nvPr/>
              </p:nvSpPr>
              <p:spPr>
                <a:xfrm>
                  <a:off x="3658353" y="1865230"/>
                  <a:ext cx="182231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71" name="箭號: 五邊形 451">
                  <a:extLst>
                    <a:ext uri="{FF2B5EF4-FFF2-40B4-BE49-F238E27FC236}">
                      <a16:creationId xmlns:a16="http://schemas.microsoft.com/office/drawing/2014/main" id="{6D7D938D-BEEF-4E82-A1CC-B209A951D920}"/>
                    </a:ext>
                  </a:extLst>
                </p:cNvPr>
                <p:cNvSpPr/>
                <p:nvPr/>
              </p:nvSpPr>
              <p:spPr>
                <a:xfrm>
                  <a:off x="3300939" y="1865230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72" name="箭號: 五邊形 1271">
                  <a:extLst>
                    <a:ext uri="{FF2B5EF4-FFF2-40B4-BE49-F238E27FC236}">
                      <a16:creationId xmlns:a16="http://schemas.microsoft.com/office/drawing/2014/main" id="{509D845F-2616-4FC3-AE61-935EAE09C0C7}"/>
                    </a:ext>
                  </a:extLst>
                </p:cNvPr>
                <p:cNvSpPr/>
                <p:nvPr/>
              </p:nvSpPr>
              <p:spPr>
                <a:xfrm>
                  <a:off x="2614785" y="1865230"/>
                  <a:ext cx="169300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273" name="手繪多邊形: 圖案 1272">
                  <a:extLst>
                    <a:ext uri="{FF2B5EF4-FFF2-40B4-BE49-F238E27FC236}">
                      <a16:creationId xmlns:a16="http://schemas.microsoft.com/office/drawing/2014/main" id="{FAD5AF41-BCEC-4510-914D-6A981E16C96F}"/>
                    </a:ext>
                  </a:extLst>
                </p:cNvPr>
                <p:cNvSpPr/>
                <p:nvPr/>
              </p:nvSpPr>
              <p:spPr>
                <a:xfrm>
                  <a:off x="2754167" y="1865230"/>
                  <a:ext cx="29919" cy="56138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74" name="箭號: 五邊形 451">
                  <a:extLst>
                    <a:ext uri="{FF2B5EF4-FFF2-40B4-BE49-F238E27FC236}">
                      <a16:creationId xmlns:a16="http://schemas.microsoft.com/office/drawing/2014/main" id="{01ED268E-DF8C-4307-BF9A-DA9072B44F27}"/>
                    </a:ext>
                  </a:extLst>
                </p:cNvPr>
                <p:cNvSpPr/>
                <p:nvPr/>
              </p:nvSpPr>
              <p:spPr>
                <a:xfrm>
                  <a:off x="2614785" y="1865230"/>
                  <a:ext cx="0" cy="56138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75" name="箭號: 五邊形 1274">
                  <a:extLst>
                    <a:ext uri="{FF2B5EF4-FFF2-40B4-BE49-F238E27FC236}">
                      <a16:creationId xmlns:a16="http://schemas.microsoft.com/office/drawing/2014/main" id="{6130DD33-3379-427D-B56F-0637537F9DF4}"/>
                    </a:ext>
                  </a:extLst>
                </p:cNvPr>
                <p:cNvSpPr/>
                <p:nvPr/>
              </p:nvSpPr>
              <p:spPr>
                <a:xfrm>
                  <a:off x="1503413" y="1865230"/>
                  <a:ext cx="165102" cy="56138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cxnSp>
              <p:nvCxnSpPr>
                <p:cNvPr id="1276" name="直線接點 1275">
                  <a:extLst>
                    <a:ext uri="{FF2B5EF4-FFF2-40B4-BE49-F238E27FC236}">
                      <a16:creationId xmlns:a16="http://schemas.microsoft.com/office/drawing/2014/main" id="{513D1F06-D1B7-4C44-9E18-50B667C83E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0950" y="202909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77" name="直線接點 1276">
                  <a:extLst>
                    <a:ext uri="{FF2B5EF4-FFF2-40B4-BE49-F238E27FC236}">
                      <a16:creationId xmlns:a16="http://schemas.microsoft.com/office/drawing/2014/main" id="{8C22B719-6F74-4031-AA78-6DAC05077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80950" y="194370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78" name="直線接點 1277">
                  <a:extLst>
                    <a:ext uri="{FF2B5EF4-FFF2-40B4-BE49-F238E27FC236}">
                      <a16:creationId xmlns:a16="http://schemas.microsoft.com/office/drawing/2014/main" id="{3A20CDBD-7CDB-4887-B326-5DC7A1AB1D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3918" y="160852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79" name="直線接點 1278">
                  <a:extLst>
                    <a:ext uri="{FF2B5EF4-FFF2-40B4-BE49-F238E27FC236}">
                      <a16:creationId xmlns:a16="http://schemas.microsoft.com/office/drawing/2014/main" id="{90CD0DBD-B141-4B5A-96E0-0E51342CF7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3918" y="1698867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0" name="直線接點 1279">
                  <a:extLst>
                    <a:ext uri="{FF2B5EF4-FFF2-40B4-BE49-F238E27FC236}">
                      <a16:creationId xmlns:a16="http://schemas.microsoft.com/office/drawing/2014/main" id="{B2DDCC7F-6A91-46D4-A101-959EAF4EC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2992" y="1778160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1" name="直線接點 1280">
                  <a:extLst>
                    <a:ext uri="{FF2B5EF4-FFF2-40B4-BE49-F238E27FC236}">
                      <a16:creationId xmlns:a16="http://schemas.microsoft.com/office/drawing/2014/main" id="{F99293D9-68B7-47D4-B42C-F20455EB86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2992" y="1862612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2" name="直線接點 1281">
                  <a:extLst>
                    <a:ext uri="{FF2B5EF4-FFF2-40B4-BE49-F238E27FC236}">
                      <a16:creationId xmlns:a16="http://schemas.microsoft.com/office/drawing/2014/main" id="{7CFB89E6-A642-497B-A70C-FF5D0B840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6444" y="160852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3" name="直線接點 1282">
                  <a:extLst>
                    <a:ext uri="{FF2B5EF4-FFF2-40B4-BE49-F238E27FC236}">
                      <a16:creationId xmlns:a16="http://schemas.microsoft.com/office/drawing/2014/main" id="{B5D2A888-FC59-4A1E-811C-7EF9E9633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6444" y="1698867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4" name="直線接點 1283">
                  <a:extLst>
                    <a:ext uri="{FF2B5EF4-FFF2-40B4-BE49-F238E27FC236}">
                      <a16:creationId xmlns:a16="http://schemas.microsoft.com/office/drawing/2014/main" id="{4BAFFDF3-7166-4370-A2AE-5642035D9B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5519" y="1778160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5" name="直線接點 1284">
                  <a:extLst>
                    <a:ext uri="{FF2B5EF4-FFF2-40B4-BE49-F238E27FC236}">
                      <a16:creationId xmlns:a16="http://schemas.microsoft.com/office/drawing/2014/main" id="{4A279250-7232-4B69-8965-46D9BCFBD3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5519" y="1862612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6" name="直線接點 1285">
                  <a:extLst>
                    <a:ext uri="{FF2B5EF4-FFF2-40B4-BE49-F238E27FC236}">
                      <a16:creationId xmlns:a16="http://schemas.microsoft.com/office/drawing/2014/main" id="{C16AF853-54D1-4C65-8D61-FEED521F6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7288" y="160852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7" name="直線接點 1286">
                  <a:extLst>
                    <a:ext uri="{FF2B5EF4-FFF2-40B4-BE49-F238E27FC236}">
                      <a16:creationId xmlns:a16="http://schemas.microsoft.com/office/drawing/2014/main" id="{C63D7550-0174-49C8-A2BE-B7EB3EE92E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7288" y="1698867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8" name="直線接點 1287">
                  <a:extLst>
                    <a:ext uri="{FF2B5EF4-FFF2-40B4-BE49-F238E27FC236}">
                      <a16:creationId xmlns:a16="http://schemas.microsoft.com/office/drawing/2014/main" id="{A6F525B7-7E84-4747-9D60-5E9D568CF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6362" y="1778160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89" name="直線接點 1288">
                  <a:extLst>
                    <a:ext uri="{FF2B5EF4-FFF2-40B4-BE49-F238E27FC236}">
                      <a16:creationId xmlns:a16="http://schemas.microsoft.com/office/drawing/2014/main" id="{550ABBF7-821B-41BD-AF62-FB558B9192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96362" y="1862612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90" name="直線單箭頭接點 1289">
                  <a:extLst>
                    <a:ext uri="{FF2B5EF4-FFF2-40B4-BE49-F238E27FC236}">
                      <a16:creationId xmlns:a16="http://schemas.microsoft.com/office/drawing/2014/main" id="{3F307C0B-5378-46B0-8E25-A47DBC7E4C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2531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1" name="直線單箭頭接點 1290">
                  <a:extLst>
                    <a:ext uri="{FF2B5EF4-FFF2-40B4-BE49-F238E27FC236}">
                      <a16:creationId xmlns:a16="http://schemas.microsoft.com/office/drawing/2014/main" id="{4A5C1113-9873-48ED-BAF6-AE96CB3FC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40469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2" name="直線單箭頭接點 1291">
                  <a:extLst>
                    <a:ext uri="{FF2B5EF4-FFF2-40B4-BE49-F238E27FC236}">
                      <a16:creationId xmlns:a16="http://schemas.microsoft.com/office/drawing/2014/main" id="{8C3B41EB-F182-4923-A420-2B0F57961B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915959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3" name="直線單箭頭接點 1292">
                  <a:extLst>
                    <a:ext uri="{FF2B5EF4-FFF2-40B4-BE49-F238E27FC236}">
                      <a16:creationId xmlns:a16="http://schemas.microsoft.com/office/drawing/2014/main" id="{E54AB5FD-5793-4474-92CB-2DCD536AA0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14785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4" name="直線單箭頭接點 1293">
                  <a:extLst>
                    <a:ext uri="{FF2B5EF4-FFF2-40B4-BE49-F238E27FC236}">
                      <a16:creationId xmlns:a16="http://schemas.microsoft.com/office/drawing/2014/main" id="{2A20E38F-87E3-47F4-99C6-12646C7C92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81211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5" name="直線單箭頭接點 1294">
                  <a:extLst>
                    <a:ext uri="{FF2B5EF4-FFF2-40B4-BE49-F238E27FC236}">
                      <a16:creationId xmlns:a16="http://schemas.microsoft.com/office/drawing/2014/main" id="{529BD3DE-EA34-476D-A6D4-1B19D9ED4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00939" y="1486606"/>
                  <a:ext cx="0" cy="695434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sys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6" name="直線接點 1295">
                  <a:extLst>
                    <a:ext uri="{FF2B5EF4-FFF2-40B4-BE49-F238E27FC236}">
                      <a16:creationId xmlns:a16="http://schemas.microsoft.com/office/drawing/2014/main" id="{4BDE2AFB-F785-4E01-95A4-2F1FF8D91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6989" y="2343852"/>
                  <a:ext cx="3551879" cy="0"/>
                </a:xfrm>
                <a:prstGeom prst="line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297" name="群組 1296">
                  <a:extLst>
                    <a:ext uri="{FF2B5EF4-FFF2-40B4-BE49-F238E27FC236}">
                      <a16:creationId xmlns:a16="http://schemas.microsoft.com/office/drawing/2014/main" id="{B616B0E6-C036-47AC-A8DC-16F9BF1E9C56}"/>
                    </a:ext>
                  </a:extLst>
                </p:cNvPr>
                <p:cNvGrpSpPr/>
                <p:nvPr/>
              </p:nvGrpSpPr>
              <p:grpSpPr>
                <a:xfrm>
                  <a:off x="822531" y="2234246"/>
                  <a:ext cx="2478409" cy="219212"/>
                  <a:chOff x="941262" y="3785854"/>
                  <a:chExt cx="2618470" cy="228929"/>
                </a:xfrm>
              </p:grpSpPr>
              <p:cxnSp>
                <p:nvCxnSpPr>
                  <p:cNvPr id="1311" name="直線單箭頭接點 1310">
                    <a:extLst>
                      <a:ext uri="{FF2B5EF4-FFF2-40B4-BE49-F238E27FC236}">
                        <a16:creationId xmlns:a16="http://schemas.microsoft.com/office/drawing/2014/main" id="{9C58EB2F-44AF-44E1-987F-3C9257A118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41262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2" name="直線單箭頭接點 1311">
                    <a:extLst>
                      <a:ext uri="{FF2B5EF4-FFF2-40B4-BE49-F238E27FC236}">
                        <a16:creationId xmlns:a16="http://schemas.microsoft.com/office/drawing/2014/main" id="{5E0BDB17-91ED-49B3-B534-3A63C70143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488471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3" name="直線單箭頭接點 1312">
                    <a:extLst>
                      <a:ext uri="{FF2B5EF4-FFF2-40B4-BE49-F238E27FC236}">
                        <a16:creationId xmlns:a16="http://schemas.microsoft.com/office/drawing/2014/main" id="{F922D0CA-F71A-4E36-9298-1EAB19480C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096483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4" name="直線單箭頭接點 1313">
                    <a:extLst>
                      <a:ext uri="{FF2B5EF4-FFF2-40B4-BE49-F238E27FC236}">
                        <a16:creationId xmlns:a16="http://schemas.microsoft.com/office/drawing/2014/main" id="{781E0B0D-BA7F-402B-8EC2-99E3D8A135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34801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5" name="直線單箭頭接點 1314">
                    <a:extLst>
                      <a:ext uri="{FF2B5EF4-FFF2-40B4-BE49-F238E27FC236}">
                        <a16:creationId xmlns:a16="http://schemas.microsoft.com/office/drawing/2014/main" id="{0557CC27-0B72-4B3A-94DF-4C7DBD9BA0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010632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6" name="直線單箭頭接點 1315">
                    <a:extLst>
                      <a:ext uri="{FF2B5EF4-FFF2-40B4-BE49-F238E27FC236}">
                        <a16:creationId xmlns:a16="http://schemas.microsoft.com/office/drawing/2014/main" id="{29A08536-F252-4A1C-AEBF-A197378DF0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59732" y="3785854"/>
                    <a:ext cx="0" cy="228929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98" name="直線接點 1297">
                  <a:extLst>
                    <a:ext uri="{FF2B5EF4-FFF2-40B4-BE49-F238E27FC236}">
                      <a16:creationId xmlns:a16="http://schemas.microsoft.com/office/drawing/2014/main" id="{92E3FB30-6285-4ACE-A7D5-F0FB7C2A6A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160852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299" name="直線接點 1298">
                  <a:extLst>
                    <a:ext uri="{FF2B5EF4-FFF2-40B4-BE49-F238E27FC236}">
                      <a16:creationId xmlns:a16="http://schemas.microsoft.com/office/drawing/2014/main" id="{3E247045-0895-4967-B538-D4D9F1A97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1698867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0" name="直線接點 1299">
                  <a:extLst>
                    <a:ext uri="{FF2B5EF4-FFF2-40B4-BE49-F238E27FC236}">
                      <a16:creationId xmlns:a16="http://schemas.microsoft.com/office/drawing/2014/main" id="{8454F40F-9412-439B-AC31-2AD1A9F40C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1778160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1" name="直線接點 1300">
                  <a:extLst>
                    <a:ext uri="{FF2B5EF4-FFF2-40B4-BE49-F238E27FC236}">
                      <a16:creationId xmlns:a16="http://schemas.microsoft.com/office/drawing/2014/main" id="{2F95301F-A797-45F8-A93D-657B166655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1862612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2" name="直線接點 1301">
                  <a:extLst>
                    <a:ext uri="{FF2B5EF4-FFF2-40B4-BE49-F238E27FC236}">
                      <a16:creationId xmlns:a16="http://schemas.microsoft.com/office/drawing/2014/main" id="{B113CF51-1E7E-4D37-B769-4481A8234A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1941029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303" name="直線接點 1302">
                  <a:extLst>
                    <a:ext uri="{FF2B5EF4-FFF2-40B4-BE49-F238E27FC236}">
                      <a16:creationId xmlns:a16="http://schemas.microsoft.com/office/drawing/2014/main" id="{207D845E-DF8C-4F2F-8E1C-A71D40AEC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968" y="2026813"/>
                  <a:ext cx="0" cy="61375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grpSp>
              <p:nvGrpSpPr>
                <p:cNvPr id="1304" name="群組 1303">
                  <a:extLst>
                    <a:ext uri="{FF2B5EF4-FFF2-40B4-BE49-F238E27FC236}">
                      <a16:creationId xmlns:a16="http://schemas.microsoft.com/office/drawing/2014/main" id="{5D8DF093-C4F6-414C-9109-52BF9672A3BF}"/>
                    </a:ext>
                  </a:extLst>
                </p:cNvPr>
                <p:cNvGrpSpPr/>
                <p:nvPr/>
              </p:nvGrpSpPr>
              <p:grpSpPr>
                <a:xfrm>
                  <a:off x="3740541" y="1609608"/>
                  <a:ext cx="0" cy="479666"/>
                  <a:chOff x="874370" y="3284793"/>
                  <a:chExt cx="0" cy="500929"/>
                </a:xfrm>
              </p:grpSpPr>
              <p:cxnSp>
                <p:nvCxnSpPr>
                  <p:cNvPr id="1305" name="直線接點 1304">
                    <a:extLst>
                      <a:ext uri="{FF2B5EF4-FFF2-40B4-BE49-F238E27FC236}">
                        <a16:creationId xmlns:a16="http://schemas.microsoft.com/office/drawing/2014/main" id="{8ED45BDB-7270-4A90-835A-F9C10E210B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284793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306" name="直線接點 1305">
                    <a:extLst>
                      <a:ext uri="{FF2B5EF4-FFF2-40B4-BE49-F238E27FC236}">
                        <a16:creationId xmlns:a16="http://schemas.microsoft.com/office/drawing/2014/main" id="{9425F438-1637-40EB-A5A0-1A3D1CB393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379142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307" name="直線接點 1306">
                    <a:extLst>
                      <a:ext uri="{FF2B5EF4-FFF2-40B4-BE49-F238E27FC236}">
                        <a16:creationId xmlns:a16="http://schemas.microsoft.com/office/drawing/2014/main" id="{CF8957E5-58CF-431C-94E5-EE6E91C1C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461950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308" name="直線接點 1307">
                    <a:extLst>
                      <a:ext uri="{FF2B5EF4-FFF2-40B4-BE49-F238E27FC236}">
                        <a16:creationId xmlns:a16="http://schemas.microsoft.com/office/drawing/2014/main" id="{8B43C22A-D3B6-49DF-845C-1EF372ABB1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550146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309" name="直線接點 1308">
                    <a:extLst>
                      <a:ext uri="{FF2B5EF4-FFF2-40B4-BE49-F238E27FC236}">
                        <a16:creationId xmlns:a16="http://schemas.microsoft.com/office/drawing/2014/main" id="{AFDF845D-239C-4945-AE95-6FCCDE4A2F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632039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  <p:cxnSp>
                <p:nvCxnSpPr>
                  <p:cNvPr id="1310" name="直線接點 1309">
                    <a:extLst>
                      <a:ext uri="{FF2B5EF4-FFF2-40B4-BE49-F238E27FC236}">
                        <a16:creationId xmlns:a16="http://schemas.microsoft.com/office/drawing/2014/main" id="{B4D319E5-0493-4A94-AB33-98E6E36FBC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4370" y="3721626"/>
                    <a:ext cx="0" cy="6409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</p:grpSp>
        <p:sp>
          <p:nvSpPr>
            <p:cNvPr id="1198" name="橢圓 1197">
              <a:extLst>
                <a:ext uri="{FF2B5EF4-FFF2-40B4-BE49-F238E27FC236}">
                  <a16:creationId xmlns:a16="http://schemas.microsoft.com/office/drawing/2014/main" id="{99D3ABB5-1F35-45BE-8EE8-0EBD431588A1}"/>
                </a:ext>
              </a:extLst>
            </p:cNvPr>
            <p:cNvSpPr/>
            <p:nvPr/>
          </p:nvSpPr>
          <p:spPr>
            <a:xfrm>
              <a:off x="59862" y="744851"/>
              <a:ext cx="178037" cy="1780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1</a:t>
              </a:r>
              <a:endParaRPr lang="zh-TW" altLang="en-US" sz="1200" dirty="0"/>
            </a:p>
          </p:txBody>
        </p:sp>
      </p:grpSp>
      <p:grpSp>
        <p:nvGrpSpPr>
          <p:cNvPr id="1317" name="群組 1316">
            <a:extLst>
              <a:ext uri="{FF2B5EF4-FFF2-40B4-BE49-F238E27FC236}">
                <a16:creationId xmlns:a16="http://schemas.microsoft.com/office/drawing/2014/main" id="{883C0F3C-5161-4BB5-8B78-8D859850B6F0}"/>
              </a:ext>
            </a:extLst>
          </p:cNvPr>
          <p:cNvGrpSpPr/>
          <p:nvPr/>
        </p:nvGrpSpPr>
        <p:grpSpPr>
          <a:xfrm>
            <a:off x="45540" y="2702181"/>
            <a:ext cx="3837489" cy="2182819"/>
            <a:chOff x="45540" y="2702181"/>
            <a:chExt cx="3837489" cy="2182819"/>
          </a:xfrm>
        </p:grpSpPr>
        <p:grpSp>
          <p:nvGrpSpPr>
            <p:cNvPr id="1318" name="群組 1317">
              <a:extLst>
                <a:ext uri="{FF2B5EF4-FFF2-40B4-BE49-F238E27FC236}">
                  <a16:creationId xmlns:a16="http://schemas.microsoft.com/office/drawing/2014/main" id="{EA6054CA-76B6-4325-9F4D-AE8BA93020B8}"/>
                </a:ext>
              </a:extLst>
            </p:cNvPr>
            <p:cNvGrpSpPr/>
            <p:nvPr/>
          </p:nvGrpSpPr>
          <p:grpSpPr>
            <a:xfrm>
              <a:off x="45540" y="2834923"/>
              <a:ext cx="3837489" cy="2050077"/>
              <a:chOff x="45540" y="2786390"/>
              <a:chExt cx="3837489" cy="2050077"/>
            </a:xfrm>
          </p:grpSpPr>
          <p:sp>
            <p:nvSpPr>
              <p:cNvPr id="1320" name="文字方塊 1319">
                <a:extLst>
                  <a:ext uri="{FF2B5EF4-FFF2-40B4-BE49-F238E27FC236}">
                    <a16:creationId xmlns:a16="http://schemas.microsoft.com/office/drawing/2014/main" id="{779BCB63-33B4-4088-B8BE-EA78338289AD}"/>
                  </a:ext>
                </a:extLst>
              </p:cNvPr>
              <p:cNvSpPr txBox="1"/>
              <p:nvPr/>
            </p:nvSpPr>
            <p:spPr>
              <a:xfrm>
                <a:off x="45540" y="2786390"/>
                <a:ext cx="34579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Chromosomal-Scale </a:t>
                </a:r>
                <a:r>
                  <a:rPr lang="en-US" altLang="zh-TW" dirty="0"/>
                  <a:t>LOH Detection</a:t>
                </a:r>
              </a:p>
            </p:txBody>
          </p:sp>
          <p:grpSp>
            <p:nvGrpSpPr>
              <p:cNvPr id="1321" name="群組 1320">
                <a:extLst>
                  <a:ext uri="{FF2B5EF4-FFF2-40B4-BE49-F238E27FC236}">
                    <a16:creationId xmlns:a16="http://schemas.microsoft.com/office/drawing/2014/main" id="{32AF6731-8A43-482A-B17A-F99A25C1E269}"/>
                  </a:ext>
                </a:extLst>
              </p:cNvPr>
              <p:cNvGrpSpPr/>
              <p:nvPr/>
            </p:nvGrpSpPr>
            <p:grpSpPr>
              <a:xfrm>
                <a:off x="69927" y="3309116"/>
                <a:ext cx="3813102" cy="1527351"/>
                <a:chOff x="69927" y="3309116"/>
                <a:chExt cx="3813102" cy="1527351"/>
              </a:xfrm>
            </p:grpSpPr>
            <p:cxnSp>
              <p:nvCxnSpPr>
                <p:cNvPr id="1322" name="直線接點 1321">
                  <a:extLst>
                    <a:ext uri="{FF2B5EF4-FFF2-40B4-BE49-F238E27FC236}">
                      <a16:creationId xmlns:a16="http://schemas.microsoft.com/office/drawing/2014/main" id="{CA768BCC-D4AC-43A1-B749-8E98A2485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9664" y="4451348"/>
                  <a:ext cx="248127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23" name="群組 1322">
                  <a:extLst>
                    <a:ext uri="{FF2B5EF4-FFF2-40B4-BE49-F238E27FC236}">
                      <a16:creationId xmlns:a16="http://schemas.microsoft.com/office/drawing/2014/main" id="{D9A56159-435D-4722-AD57-0683010A06A3}"/>
                    </a:ext>
                  </a:extLst>
                </p:cNvPr>
                <p:cNvGrpSpPr/>
                <p:nvPr/>
              </p:nvGrpSpPr>
              <p:grpSpPr>
                <a:xfrm>
                  <a:off x="345531" y="3625487"/>
                  <a:ext cx="3537498" cy="692999"/>
                  <a:chOff x="437306" y="5225538"/>
                  <a:chExt cx="3960000" cy="723719"/>
                </a:xfrm>
              </p:grpSpPr>
              <p:cxnSp>
                <p:nvCxnSpPr>
                  <p:cNvPr id="1338" name="直線接點 352">
                    <a:extLst>
                      <a:ext uri="{FF2B5EF4-FFF2-40B4-BE49-F238E27FC236}">
                        <a16:creationId xmlns:a16="http://schemas.microsoft.com/office/drawing/2014/main" id="{C64E2892-75E1-420D-81E2-EF5DCBBF0C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306" y="5225538"/>
                    <a:ext cx="3960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9" name="直線接點 352">
                    <a:extLst>
                      <a:ext uri="{FF2B5EF4-FFF2-40B4-BE49-F238E27FC236}">
                        <a16:creationId xmlns:a16="http://schemas.microsoft.com/office/drawing/2014/main" id="{A92D8796-B7B9-40AC-86A6-34A588CAB0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306" y="5406467"/>
                    <a:ext cx="3960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0" name="直線接點 352">
                    <a:extLst>
                      <a:ext uri="{FF2B5EF4-FFF2-40B4-BE49-F238E27FC236}">
                        <a16:creationId xmlns:a16="http://schemas.microsoft.com/office/drawing/2014/main" id="{8F3778FB-3D85-44BF-819B-6CC163CC51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306" y="5587396"/>
                    <a:ext cx="3960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1" name="直線接點 352">
                    <a:extLst>
                      <a:ext uri="{FF2B5EF4-FFF2-40B4-BE49-F238E27FC236}">
                        <a16:creationId xmlns:a16="http://schemas.microsoft.com/office/drawing/2014/main" id="{AA709922-30D3-4D4E-A720-F49DE01329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306" y="5768325"/>
                    <a:ext cx="3960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2" name="直線接點 352">
                    <a:extLst>
                      <a:ext uri="{FF2B5EF4-FFF2-40B4-BE49-F238E27FC236}">
                        <a16:creationId xmlns:a16="http://schemas.microsoft.com/office/drawing/2014/main" id="{FAAB90C4-865D-4445-B541-609F527A9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306" y="5949257"/>
                    <a:ext cx="3960000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24" name="直線單箭頭接點 1323">
                  <a:extLst>
                    <a:ext uri="{FF2B5EF4-FFF2-40B4-BE49-F238E27FC236}">
                      <a16:creationId xmlns:a16="http://schemas.microsoft.com/office/drawing/2014/main" id="{A12E1C8B-B9C3-452D-9869-E3E291809B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00939" y="3841301"/>
                  <a:ext cx="0" cy="610047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5" name="矩形 2">
                  <a:extLst>
                    <a:ext uri="{FF2B5EF4-FFF2-40B4-BE49-F238E27FC236}">
                      <a16:creationId xmlns:a16="http://schemas.microsoft.com/office/drawing/2014/main" id="{137D361B-75AD-4DE8-849A-FF2CC8CAB456}"/>
                    </a:ext>
                  </a:extLst>
                </p:cNvPr>
                <p:cNvSpPr/>
                <p:nvPr/>
              </p:nvSpPr>
              <p:spPr>
                <a:xfrm>
                  <a:off x="329152" y="3543641"/>
                  <a:ext cx="3553877" cy="932598"/>
                </a:xfrm>
                <a:custGeom>
                  <a:avLst/>
                  <a:gdLst>
                    <a:gd name="connsiteX0" fmla="*/ 0 w 3189163"/>
                    <a:gd name="connsiteY0" fmla="*/ 0 h 1200245"/>
                    <a:gd name="connsiteX1" fmla="*/ 3189163 w 3189163"/>
                    <a:gd name="connsiteY1" fmla="*/ 0 h 1200245"/>
                    <a:gd name="connsiteX2" fmla="*/ 3189163 w 3189163"/>
                    <a:gd name="connsiteY2" fmla="*/ 1200245 h 1200245"/>
                    <a:gd name="connsiteX3" fmla="*/ 0 w 3189163"/>
                    <a:gd name="connsiteY3" fmla="*/ 1200245 h 1200245"/>
                    <a:gd name="connsiteX4" fmla="*/ 0 w 3189163"/>
                    <a:gd name="connsiteY4" fmla="*/ 0 h 1200245"/>
                    <a:gd name="connsiteX0" fmla="*/ 3189163 w 3280603"/>
                    <a:gd name="connsiteY0" fmla="*/ 0 h 1200245"/>
                    <a:gd name="connsiteX1" fmla="*/ 3189163 w 3280603"/>
                    <a:gd name="connsiteY1" fmla="*/ 1200245 h 1200245"/>
                    <a:gd name="connsiteX2" fmla="*/ 0 w 3280603"/>
                    <a:gd name="connsiteY2" fmla="*/ 1200245 h 1200245"/>
                    <a:gd name="connsiteX3" fmla="*/ 0 w 3280603"/>
                    <a:gd name="connsiteY3" fmla="*/ 0 h 1200245"/>
                    <a:gd name="connsiteX4" fmla="*/ 3280603 w 3280603"/>
                    <a:gd name="connsiteY4" fmla="*/ 91440 h 1200245"/>
                    <a:gd name="connsiteX0" fmla="*/ 3189163 w 3189163"/>
                    <a:gd name="connsiteY0" fmla="*/ 0 h 1200245"/>
                    <a:gd name="connsiteX1" fmla="*/ 3189163 w 3189163"/>
                    <a:gd name="connsiteY1" fmla="*/ 1200245 h 1200245"/>
                    <a:gd name="connsiteX2" fmla="*/ 0 w 3189163"/>
                    <a:gd name="connsiteY2" fmla="*/ 1200245 h 1200245"/>
                    <a:gd name="connsiteX3" fmla="*/ 0 w 3189163"/>
                    <a:gd name="connsiteY3" fmla="*/ 0 h 1200245"/>
                    <a:gd name="connsiteX0" fmla="*/ 3189163 w 3189163"/>
                    <a:gd name="connsiteY0" fmla="*/ 1200245 h 1200245"/>
                    <a:gd name="connsiteX1" fmla="*/ 0 w 3189163"/>
                    <a:gd name="connsiteY1" fmla="*/ 1200245 h 1200245"/>
                    <a:gd name="connsiteX2" fmla="*/ 0 w 3189163"/>
                    <a:gd name="connsiteY2" fmla="*/ 0 h 1200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189163" h="1200245">
                      <a:moveTo>
                        <a:pt x="3189163" y="1200245"/>
                      </a:moveTo>
                      <a:lnTo>
                        <a:pt x="0" y="1200245"/>
                      </a:lnTo>
                      <a:lnTo>
                        <a:pt x="0" y="0"/>
                      </a:lnTo>
                    </a:path>
                  </a:pathLst>
                </a:cu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26" name="文字方塊 1325">
                  <a:extLst>
                    <a:ext uri="{FF2B5EF4-FFF2-40B4-BE49-F238E27FC236}">
                      <a16:creationId xmlns:a16="http://schemas.microsoft.com/office/drawing/2014/main" id="{EE4E32D5-D4CA-429F-BAE5-0245F1BA61B1}"/>
                    </a:ext>
                  </a:extLst>
                </p:cNvPr>
                <p:cNvSpPr txBox="1"/>
                <p:nvPr/>
              </p:nvSpPr>
              <p:spPr>
                <a:xfrm>
                  <a:off x="82229" y="3514970"/>
                  <a:ext cx="229409" cy="221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900" dirty="0"/>
                    <a:t>1</a:t>
                  </a:r>
                  <a:endParaRPr lang="zh-TW" altLang="en-US" sz="900" dirty="0"/>
                </a:p>
              </p:txBody>
            </p:sp>
            <p:sp>
              <p:nvSpPr>
                <p:cNvPr id="1327" name="文字方塊 1326">
                  <a:extLst>
                    <a:ext uri="{FF2B5EF4-FFF2-40B4-BE49-F238E27FC236}">
                      <a16:creationId xmlns:a16="http://schemas.microsoft.com/office/drawing/2014/main" id="{6AA9D118-7880-4197-BC95-6590F36DC2B8}"/>
                    </a:ext>
                  </a:extLst>
                </p:cNvPr>
                <p:cNvSpPr txBox="1"/>
                <p:nvPr/>
              </p:nvSpPr>
              <p:spPr>
                <a:xfrm>
                  <a:off x="82229" y="3688219"/>
                  <a:ext cx="311341" cy="221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900" dirty="0"/>
                    <a:t>0.8</a:t>
                  </a:r>
                  <a:endParaRPr lang="zh-TW" altLang="en-US" sz="900" dirty="0"/>
                </a:p>
              </p:txBody>
            </p:sp>
            <p:sp>
              <p:nvSpPr>
                <p:cNvPr id="1328" name="文字方塊 1327">
                  <a:extLst>
                    <a:ext uri="{FF2B5EF4-FFF2-40B4-BE49-F238E27FC236}">
                      <a16:creationId xmlns:a16="http://schemas.microsoft.com/office/drawing/2014/main" id="{F301EA73-2BEE-4DD8-9E1F-D5C594218D3C}"/>
                    </a:ext>
                  </a:extLst>
                </p:cNvPr>
                <p:cNvSpPr txBox="1"/>
                <p:nvPr/>
              </p:nvSpPr>
              <p:spPr>
                <a:xfrm>
                  <a:off x="82229" y="3861468"/>
                  <a:ext cx="311341" cy="221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900" dirty="0"/>
                    <a:t>0.6</a:t>
                  </a:r>
                  <a:endParaRPr lang="zh-TW" altLang="en-US" sz="900" dirty="0"/>
                </a:p>
              </p:txBody>
            </p:sp>
            <p:sp>
              <p:nvSpPr>
                <p:cNvPr id="1329" name="文字方塊 1328">
                  <a:extLst>
                    <a:ext uri="{FF2B5EF4-FFF2-40B4-BE49-F238E27FC236}">
                      <a16:creationId xmlns:a16="http://schemas.microsoft.com/office/drawing/2014/main" id="{C2D440BB-875E-4604-974C-15A407643189}"/>
                    </a:ext>
                  </a:extLst>
                </p:cNvPr>
                <p:cNvSpPr txBox="1"/>
                <p:nvPr/>
              </p:nvSpPr>
              <p:spPr>
                <a:xfrm>
                  <a:off x="82229" y="4034717"/>
                  <a:ext cx="311341" cy="221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900" dirty="0"/>
                    <a:t>0.4</a:t>
                  </a:r>
                  <a:endParaRPr lang="zh-TW" altLang="en-US" sz="900" dirty="0"/>
                </a:p>
              </p:txBody>
            </p:sp>
            <p:sp>
              <p:nvSpPr>
                <p:cNvPr id="1330" name="文字方塊 1329">
                  <a:extLst>
                    <a:ext uri="{FF2B5EF4-FFF2-40B4-BE49-F238E27FC236}">
                      <a16:creationId xmlns:a16="http://schemas.microsoft.com/office/drawing/2014/main" id="{DB295BA0-5C89-42D1-8D4D-655031F298AE}"/>
                    </a:ext>
                  </a:extLst>
                </p:cNvPr>
                <p:cNvSpPr txBox="1"/>
                <p:nvPr/>
              </p:nvSpPr>
              <p:spPr>
                <a:xfrm>
                  <a:off x="82229" y="4207969"/>
                  <a:ext cx="311341" cy="22103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900" dirty="0"/>
                    <a:t>0.2</a:t>
                  </a:r>
                  <a:endParaRPr lang="zh-TW" altLang="en-US" sz="900" dirty="0"/>
                </a:p>
              </p:txBody>
            </p:sp>
            <p:cxnSp>
              <p:nvCxnSpPr>
                <p:cNvPr id="1331" name="直線接點 1330">
                  <a:extLst>
                    <a:ext uri="{FF2B5EF4-FFF2-40B4-BE49-F238E27FC236}">
                      <a16:creationId xmlns:a16="http://schemas.microsoft.com/office/drawing/2014/main" id="{3847FDCD-1771-479B-BDDD-57CBC31556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4865" y="3850419"/>
                  <a:ext cx="48766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2" name="直線接點 1331">
                  <a:extLst>
                    <a:ext uri="{FF2B5EF4-FFF2-40B4-BE49-F238E27FC236}">
                      <a16:creationId xmlns:a16="http://schemas.microsoft.com/office/drawing/2014/main" id="{3D729236-515E-4E05-B668-7F776B3540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91945" y="3850419"/>
                  <a:ext cx="5910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3" name="直線單箭頭接點 1332">
                  <a:extLst>
                    <a:ext uri="{FF2B5EF4-FFF2-40B4-BE49-F238E27FC236}">
                      <a16:creationId xmlns:a16="http://schemas.microsoft.com/office/drawing/2014/main" id="{03A556C4-8844-4C9D-B3DE-EE336BE21F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22531" y="3841299"/>
                  <a:ext cx="0" cy="61004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34" name="手繪多邊形: 圖案 1333">
                  <a:extLst>
                    <a:ext uri="{FF2B5EF4-FFF2-40B4-BE49-F238E27FC236}">
                      <a16:creationId xmlns:a16="http://schemas.microsoft.com/office/drawing/2014/main" id="{D24279EA-A89A-4AAF-82E1-A31288FE0DAC}"/>
                    </a:ext>
                  </a:extLst>
                </p:cNvPr>
                <p:cNvSpPr/>
                <p:nvPr/>
              </p:nvSpPr>
              <p:spPr>
                <a:xfrm flipV="1">
                  <a:off x="819664" y="4506180"/>
                  <a:ext cx="77385" cy="67346"/>
                </a:xfrm>
                <a:custGeom>
                  <a:avLst/>
                  <a:gdLst>
                    <a:gd name="connsiteX0" fmla="*/ 548934 w 548934"/>
                    <a:gd name="connsiteY0" fmla="*/ 0 h 252259"/>
                    <a:gd name="connsiteX1" fmla="*/ 548934 w 548934"/>
                    <a:gd name="connsiteY1" fmla="*/ 252259 h 252259"/>
                    <a:gd name="connsiteX2" fmla="*/ 0 w 548934"/>
                    <a:gd name="connsiteY2" fmla="*/ 252259 h 252259"/>
                    <a:gd name="connsiteX3" fmla="*/ 3209 w 548934"/>
                    <a:gd name="connsiteY3" fmla="*/ 244763 h 252259"/>
                    <a:gd name="connsiteX4" fmla="*/ 414234 w 548934"/>
                    <a:gd name="connsiteY4" fmla="*/ 26066 h 252259"/>
                    <a:gd name="connsiteX5" fmla="*/ 548934 w 548934"/>
                    <a:gd name="connsiteY5" fmla="*/ 0 h 252259"/>
                    <a:gd name="connsiteX0" fmla="*/ 548934 w 640374"/>
                    <a:gd name="connsiteY0" fmla="*/ 252259 h 343699"/>
                    <a:gd name="connsiteX1" fmla="*/ 0 w 640374"/>
                    <a:gd name="connsiteY1" fmla="*/ 252259 h 343699"/>
                    <a:gd name="connsiteX2" fmla="*/ 3209 w 640374"/>
                    <a:gd name="connsiteY2" fmla="*/ 244763 h 343699"/>
                    <a:gd name="connsiteX3" fmla="*/ 414234 w 640374"/>
                    <a:gd name="connsiteY3" fmla="*/ 26066 h 343699"/>
                    <a:gd name="connsiteX4" fmla="*/ 548934 w 640374"/>
                    <a:gd name="connsiteY4" fmla="*/ 0 h 343699"/>
                    <a:gd name="connsiteX5" fmla="*/ 640374 w 640374"/>
                    <a:gd name="connsiteY5" fmla="*/ 343699 h 343699"/>
                    <a:gd name="connsiteX0" fmla="*/ 548934 w 548934"/>
                    <a:gd name="connsiteY0" fmla="*/ 252259 h 252259"/>
                    <a:gd name="connsiteX1" fmla="*/ 0 w 548934"/>
                    <a:gd name="connsiteY1" fmla="*/ 252259 h 252259"/>
                    <a:gd name="connsiteX2" fmla="*/ 3209 w 548934"/>
                    <a:gd name="connsiteY2" fmla="*/ 244763 h 252259"/>
                    <a:gd name="connsiteX3" fmla="*/ 414234 w 548934"/>
                    <a:gd name="connsiteY3" fmla="*/ 26066 h 252259"/>
                    <a:gd name="connsiteX4" fmla="*/ 548934 w 548934"/>
                    <a:gd name="connsiteY4" fmla="*/ 0 h 252259"/>
                    <a:gd name="connsiteX0" fmla="*/ 0 w 548934"/>
                    <a:gd name="connsiteY0" fmla="*/ 252259 h 252259"/>
                    <a:gd name="connsiteX1" fmla="*/ 3209 w 548934"/>
                    <a:gd name="connsiteY1" fmla="*/ 244763 h 252259"/>
                    <a:gd name="connsiteX2" fmla="*/ 414234 w 548934"/>
                    <a:gd name="connsiteY2" fmla="*/ 26066 h 252259"/>
                    <a:gd name="connsiteX3" fmla="*/ 548934 w 548934"/>
                    <a:gd name="connsiteY3" fmla="*/ 0 h 252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934" h="252259">
                      <a:moveTo>
                        <a:pt x="0" y="252259"/>
                      </a:moveTo>
                      <a:lnTo>
                        <a:pt x="3209" y="244763"/>
                      </a:lnTo>
                      <a:cubicBezTo>
                        <a:pt x="55283" y="154037"/>
                        <a:pt x="206264" y="76157"/>
                        <a:pt x="414234" y="26066"/>
                      </a:cubicBezTo>
                      <a:lnTo>
                        <a:pt x="548934" y="0"/>
                      </a:lnTo>
                    </a:path>
                  </a:pathLst>
                </a:cu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35" name="手繪多邊形: 圖案 1334">
                  <a:extLst>
                    <a:ext uri="{FF2B5EF4-FFF2-40B4-BE49-F238E27FC236}">
                      <a16:creationId xmlns:a16="http://schemas.microsoft.com/office/drawing/2014/main" id="{ACCD6756-B6B6-4217-A782-455C16926170}"/>
                    </a:ext>
                  </a:extLst>
                </p:cNvPr>
                <p:cNvSpPr/>
                <p:nvPr/>
              </p:nvSpPr>
              <p:spPr>
                <a:xfrm flipH="1" flipV="1">
                  <a:off x="3232330" y="4508641"/>
                  <a:ext cx="77387" cy="67346"/>
                </a:xfrm>
                <a:custGeom>
                  <a:avLst/>
                  <a:gdLst>
                    <a:gd name="connsiteX0" fmla="*/ 548934 w 548934"/>
                    <a:gd name="connsiteY0" fmla="*/ 0 h 252259"/>
                    <a:gd name="connsiteX1" fmla="*/ 548934 w 548934"/>
                    <a:gd name="connsiteY1" fmla="*/ 252259 h 252259"/>
                    <a:gd name="connsiteX2" fmla="*/ 0 w 548934"/>
                    <a:gd name="connsiteY2" fmla="*/ 252259 h 252259"/>
                    <a:gd name="connsiteX3" fmla="*/ 3209 w 548934"/>
                    <a:gd name="connsiteY3" fmla="*/ 244763 h 252259"/>
                    <a:gd name="connsiteX4" fmla="*/ 414234 w 548934"/>
                    <a:gd name="connsiteY4" fmla="*/ 26066 h 252259"/>
                    <a:gd name="connsiteX5" fmla="*/ 548934 w 548934"/>
                    <a:gd name="connsiteY5" fmla="*/ 0 h 252259"/>
                    <a:gd name="connsiteX0" fmla="*/ 548934 w 640374"/>
                    <a:gd name="connsiteY0" fmla="*/ 252259 h 343699"/>
                    <a:gd name="connsiteX1" fmla="*/ 0 w 640374"/>
                    <a:gd name="connsiteY1" fmla="*/ 252259 h 343699"/>
                    <a:gd name="connsiteX2" fmla="*/ 3209 w 640374"/>
                    <a:gd name="connsiteY2" fmla="*/ 244763 h 343699"/>
                    <a:gd name="connsiteX3" fmla="*/ 414234 w 640374"/>
                    <a:gd name="connsiteY3" fmla="*/ 26066 h 343699"/>
                    <a:gd name="connsiteX4" fmla="*/ 548934 w 640374"/>
                    <a:gd name="connsiteY4" fmla="*/ 0 h 343699"/>
                    <a:gd name="connsiteX5" fmla="*/ 640374 w 640374"/>
                    <a:gd name="connsiteY5" fmla="*/ 343699 h 343699"/>
                    <a:gd name="connsiteX0" fmla="*/ 548934 w 548934"/>
                    <a:gd name="connsiteY0" fmla="*/ 252259 h 252259"/>
                    <a:gd name="connsiteX1" fmla="*/ 0 w 548934"/>
                    <a:gd name="connsiteY1" fmla="*/ 252259 h 252259"/>
                    <a:gd name="connsiteX2" fmla="*/ 3209 w 548934"/>
                    <a:gd name="connsiteY2" fmla="*/ 244763 h 252259"/>
                    <a:gd name="connsiteX3" fmla="*/ 414234 w 548934"/>
                    <a:gd name="connsiteY3" fmla="*/ 26066 h 252259"/>
                    <a:gd name="connsiteX4" fmla="*/ 548934 w 548934"/>
                    <a:gd name="connsiteY4" fmla="*/ 0 h 252259"/>
                    <a:gd name="connsiteX0" fmla="*/ 0 w 548934"/>
                    <a:gd name="connsiteY0" fmla="*/ 252259 h 252259"/>
                    <a:gd name="connsiteX1" fmla="*/ 3209 w 548934"/>
                    <a:gd name="connsiteY1" fmla="*/ 244763 h 252259"/>
                    <a:gd name="connsiteX2" fmla="*/ 414234 w 548934"/>
                    <a:gd name="connsiteY2" fmla="*/ 26066 h 252259"/>
                    <a:gd name="connsiteX3" fmla="*/ 548934 w 548934"/>
                    <a:gd name="connsiteY3" fmla="*/ 0 h 252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8934" h="252259">
                      <a:moveTo>
                        <a:pt x="0" y="252259"/>
                      </a:moveTo>
                      <a:lnTo>
                        <a:pt x="3209" y="244763"/>
                      </a:lnTo>
                      <a:cubicBezTo>
                        <a:pt x="55283" y="154037"/>
                        <a:pt x="206264" y="76157"/>
                        <a:pt x="414234" y="26066"/>
                      </a:cubicBezTo>
                      <a:lnTo>
                        <a:pt x="548934" y="0"/>
                      </a:lnTo>
                    </a:path>
                  </a:pathLst>
                </a:cu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36" name="文字方塊 1335">
                  <a:extLst>
                    <a:ext uri="{FF2B5EF4-FFF2-40B4-BE49-F238E27FC236}">
                      <a16:creationId xmlns:a16="http://schemas.microsoft.com/office/drawing/2014/main" id="{FF4DB61B-4BC1-4B6A-9AD2-1B11D7068332}"/>
                    </a:ext>
                  </a:extLst>
                </p:cNvPr>
                <p:cNvSpPr txBox="1"/>
                <p:nvPr/>
              </p:nvSpPr>
              <p:spPr>
                <a:xfrm>
                  <a:off x="1854488" y="4571226"/>
                  <a:ext cx="420403" cy="2652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200" dirty="0"/>
                    <a:t>LOH</a:t>
                  </a:r>
                  <a:endParaRPr lang="zh-TW" altLang="en-US" sz="1200" dirty="0"/>
                </a:p>
              </p:txBody>
            </p:sp>
            <p:sp>
              <p:nvSpPr>
                <p:cNvPr id="1337" name="文字方塊 1336">
                  <a:extLst>
                    <a:ext uri="{FF2B5EF4-FFF2-40B4-BE49-F238E27FC236}">
                      <a16:creationId xmlns:a16="http://schemas.microsoft.com/office/drawing/2014/main" id="{7743DB91-A3B2-43E0-926E-DE2B2B6EB4F3}"/>
                    </a:ext>
                  </a:extLst>
                </p:cNvPr>
                <p:cNvSpPr txBox="1"/>
                <p:nvPr/>
              </p:nvSpPr>
              <p:spPr>
                <a:xfrm>
                  <a:off x="69927" y="3309116"/>
                  <a:ext cx="1358371" cy="26524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200"/>
                    <a:t>Heterozygosity ratio</a:t>
                  </a:r>
                  <a:endParaRPr lang="zh-TW" altLang="en-US" sz="1200" dirty="0"/>
                </a:p>
              </p:txBody>
            </p:sp>
          </p:grpSp>
        </p:grpSp>
        <p:sp>
          <p:nvSpPr>
            <p:cNvPr id="1319" name="橢圓 1318">
              <a:extLst>
                <a:ext uri="{FF2B5EF4-FFF2-40B4-BE49-F238E27FC236}">
                  <a16:creationId xmlns:a16="http://schemas.microsoft.com/office/drawing/2014/main" id="{C28FEA7E-1B72-4AC1-B680-4B9162A05A72}"/>
                </a:ext>
              </a:extLst>
            </p:cNvPr>
            <p:cNvSpPr/>
            <p:nvPr/>
          </p:nvSpPr>
          <p:spPr>
            <a:xfrm>
              <a:off x="59862" y="2702181"/>
              <a:ext cx="178037" cy="1780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2</a:t>
              </a:r>
              <a:endParaRPr lang="zh-TW" altLang="en-US" sz="1200" dirty="0"/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6A1E6D08-C251-4B6D-BAF8-40AC01A99D98}"/>
              </a:ext>
            </a:extLst>
          </p:cNvPr>
          <p:cNvSpPr/>
          <p:nvPr/>
        </p:nvSpPr>
        <p:spPr>
          <a:xfrm>
            <a:off x="38678" y="691460"/>
            <a:ext cx="3973223" cy="4140149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65" name="群組 264">
            <a:extLst>
              <a:ext uri="{FF2B5EF4-FFF2-40B4-BE49-F238E27FC236}">
                <a16:creationId xmlns:a16="http://schemas.microsoft.com/office/drawing/2014/main" id="{56A8E89E-2B13-4EF2-A5FF-5F4839B60B91}"/>
              </a:ext>
            </a:extLst>
          </p:cNvPr>
          <p:cNvGrpSpPr/>
          <p:nvPr/>
        </p:nvGrpSpPr>
        <p:grpSpPr>
          <a:xfrm>
            <a:off x="45540" y="4928219"/>
            <a:ext cx="3988289" cy="1583485"/>
            <a:chOff x="45540" y="4928219"/>
            <a:chExt cx="3988289" cy="1583485"/>
          </a:xfrm>
        </p:grpSpPr>
        <p:grpSp>
          <p:nvGrpSpPr>
            <p:cNvPr id="266" name="群組 265">
              <a:extLst>
                <a:ext uri="{FF2B5EF4-FFF2-40B4-BE49-F238E27FC236}">
                  <a16:creationId xmlns:a16="http://schemas.microsoft.com/office/drawing/2014/main" id="{375941CF-FC20-4A85-A43B-2411E3B62B22}"/>
                </a:ext>
              </a:extLst>
            </p:cNvPr>
            <p:cNvGrpSpPr/>
            <p:nvPr/>
          </p:nvGrpSpPr>
          <p:grpSpPr>
            <a:xfrm>
              <a:off x="3256251" y="5790864"/>
              <a:ext cx="777578" cy="720840"/>
              <a:chOff x="210596" y="5790864"/>
              <a:chExt cx="777578" cy="720840"/>
            </a:xfrm>
          </p:grpSpPr>
          <p:sp>
            <p:nvSpPr>
              <p:cNvPr id="292" name="橢圓 291">
                <a:extLst>
                  <a:ext uri="{FF2B5EF4-FFF2-40B4-BE49-F238E27FC236}">
                    <a16:creationId xmlns:a16="http://schemas.microsoft.com/office/drawing/2014/main" id="{8A8B4890-FAB7-4D23-934A-CD8D7EDBF0B5}"/>
                  </a:ext>
                </a:extLst>
              </p:cNvPr>
              <p:cNvSpPr/>
              <p:nvPr/>
            </p:nvSpPr>
            <p:spPr>
              <a:xfrm>
                <a:off x="210596" y="5790864"/>
                <a:ext cx="777578" cy="72084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3" name="橢圓 292">
                <a:extLst>
                  <a:ext uri="{FF2B5EF4-FFF2-40B4-BE49-F238E27FC236}">
                    <a16:creationId xmlns:a16="http://schemas.microsoft.com/office/drawing/2014/main" id="{EF3A8B62-26FF-47C0-B135-7AE389284B34}"/>
                  </a:ext>
                </a:extLst>
              </p:cNvPr>
              <p:cNvSpPr/>
              <p:nvPr/>
            </p:nvSpPr>
            <p:spPr>
              <a:xfrm>
                <a:off x="325300" y="6118345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94" name="橢圓 293">
                <a:extLst>
                  <a:ext uri="{FF2B5EF4-FFF2-40B4-BE49-F238E27FC236}">
                    <a16:creationId xmlns:a16="http://schemas.microsoft.com/office/drawing/2014/main" id="{C5C96DA9-DECB-4F11-B248-F859B2E0BDF3}"/>
                  </a:ext>
                </a:extLst>
              </p:cNvPr>
              <p:cNvSpPr/>
              <p:nvPr/>
            </p:nvSpPr>
            <p:spPr>
              <a:xfrm>
                <a:off x="757479" y="6042202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67" name="矩形: 圓角 266">
              <a:extLst>
                <a:ext uri="{FF2B5EF4-FFF2-40B4-BE49-F238E27FC236}">
                  <a16:creationId xmlns:a16="http://schemas.microsoft.com/office/drawing/2014/main" id="{00BCAE79-DC6A-45A3-8C3B-F5A310F29267}"/>
                </a:ext>
              </a:extLst>
            </p:cNvPr>
            <p:cNvSpPr/>
            <p:nvPr/>
          </p:nvSpPr>
          <p:spPr>
            <a:xfrm>
              <a:off x="89565" y="5139732"/>
              <a:ext cx="3437464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268" name="文字方塊 267">
              <a:extLst>
                <a:ext uri="{FF2B5EF4-FFF2-40B4-BE49-F238E27FC236}">
                  <a16:creationId xmlns:a16="http://schemas.microsoft.com/office/drawing/2014/main" id="{5CDD6EAC-6630-4CED-857A-62624473DFB4}"/>
                </a:ext>
              </a:extLst>
            </p:cNvPr>
            <p:cNvSpPr txBox="1"/>
            <p:nvPr/>
          </p:nvSpPr>
          <p:spPr>
            <a:xfrm>
              <a:off x="45540" y="5075203"/>
              <a:ext cx="3545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Somatic Variant Candidate Selection</a:t>
              </a:r>
              <a:endParaRPr lang="zh-TW" altLang="en-US" sz="1200" dirty="0"/>
            </a:p>
          </p:txBody>
        </p:sp>
        <p:sp>
          <p:nvSpPr>
            <p:cNvPr id="269" name="文字方塊 268">
              <a:extLst>
                <a:ext uri="{FF2B5EF4-FFF2-40B4-BE49-F238E27FC236}">
                  <a16:creationId xmlns:a16="http://schemas.microsoft.com/office/drawing/2014/main" id="{B07B4428-6052-4678-BFCA-D39921E6FA8B}"/>
                </a:ext>
              </a:extLst>
            </p:cNvPr>
            <p:cNvSpPr txBox="1"/>
            <p:nvPr/>
          </p:nvSpPr>
          <p:spPr>
            <a:xfrm>
              <a:off x="1348374" y="559944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PON</a:t>
              </a:r>
              <a:endParaRPr lang="zh-TW" altLang="en-US" dirty="0"/>
            </a:p>
          </p:txBody>
        </p:sp>
        <p:sp>
          <p:nvSpPr>
            <p:cNvPr id="270" name="文字方塊 269">
              <a:extLst>
                <a:ext uri="{FF2B5EF4-FFF2-40B4-BE49-F238E27FC236}">
                  <a16:creationId xmlns:a16="http://schemas.microsoft.com/office/drawing/2014/main" id="{0D4DB641-D971-42D9-95B7-25A62D6A770B}"/>
                </a:ext>
              </a:extLst>
            </p:cNvPr>
            <p:cNvSpPr txBox="1"/>
            <p:nvPr/>
          </p:nvSpPr>
          <p:spPr>
            <a:xfrm>
              <a:off x="1092403" y="5889674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-</a:t>
              </a:r>
              <a:endParaRPr lang="zh-TW" altLang="en-US" sz="2800" dirty="0"/>
            </a:p>
          </p:txBody>
        </p:sp>
        <p:sp>
          <p:nvSpPr>
            <p:cNvPr id="271" name="文字方塊 270">
              <a:extLst>
                <a:ext uri="{FF2B5EF4-FFF2-40B4-BE49-F238E27FC236}">
                  <a16:creationId xmlns:a16="http://schemas.microsoft.com/office/drawing/2014/main" id="{3B41F22E-B219-4EB0-88C2-513C2DC2470A}"/>
                </a:ext>
              </a:extLst>
            </p:cNvPr>
            <p:cNvSpPr txBox="1"/>
            <p:nvPr/>
          </p:nvSpPr>
          <p:spPr>
            <a:xfrm>
              <a:off x="2015471" y="5889674"/>
              <a:ext cx="2952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-</a:t>
              </a:r>
              <a:endParaRPr lang="zh-TW" altLang="en-US" sz="2800" dirty="0"/>
            </a:p>
          </p:txBody>
        </p:sp>
        <p:sp>
          <p:nvSpPr>
            <p:cNvPr id="272" name="文字方塊 271">
              <a:extLst>
                <a:ext uri="{FF2B5EF4-FFF2-40B4-BE49-F238E27FC236}">
                  <a16:creationId xmlns:a16="http://schemas.microsoft.com/office/drawing/2014/main" id="{5A1178E7-E285-4F66-B8F3-0971EA38A367}"/>
                </a:ext>
              </a:extLst>
            </p:cNvPr>
            <p:cNvSpPr txBox="1"/>
            <p:nvPr/>
          </p:nvSpPr>
          <p:spPr>
            <a:xfrm>
              <a:off x="2851941" y="5889674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/>
                <a:t>=</a:t>
              </a:r>
              <a:endParaRPr lang="zh-TW" altLang="en-US" sz="2800" dirty="0"/>
            </a:p>
          </p:txBody>
        </p:sp>
        <p:sp>
          <p:nvSpPr>
            <p:cNvPr id="273" name="文字方塊 272">
              <a:extLst>
                <a:ext uri="{FF2B5EF4-FFF2-40B4-BE49-F238E27FC236}">
                  <a16:creationId xmlns:a16="http://schemas.microsoft.com/office/drawing/2014/main" id="{B04F879D-8AE4-4C33-8A32-0D8DC8A38B39}"/>
                </a:ext>
              </a:extLst>
            </p:cNvPr>
            <p:cNvSpPr txBox="1"/>
            <p:nvPr/>
          </p:nvSpPr>
          <p:spPr>
            <a:xfrm>
              <a:off x="2234669" y="5599445"/>
              <a:ext cx="6662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800" dirty="0"/>
                <a:t>Filter</a:t>
              </a:r>
              <a:endParaRPr lang="zh-TW" altLang="en-US" dirty="0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44D3B8E1-43F3-4FCA-811B-810D4D593B93}"/>
                </a:ext>
              </a:extLst>
            </p:cNvPr>
            <p:cNvSpPr/>
            <p:nvPr/>
          </p:nvSpPr>
          <p:spPr>
            <a:xfrm>
              <a:off x="2375357" y="6085282"/>
              <a:ext cx="372816" cy="132005"/>
            </a:xfrm>
            <a:prstGeom prst="rect">
              <a:avLst/>
            </a:prstGeom>
            <a:solidFill>
              <a:srgbClr val="70AD4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75" name="直線接點 274">
              <a:extLst>
                <a:ext uri="{FF2B5EF4-FFF2-40B4-BE49-F238E27FC236}">
                  <a16:creationId xmlns:a16="http://schemas.microsoft.com/office/drawing/2014/main" id="{5858D9C4-20F0-40E1-B749-E6A44E15CF75}"/>
                </a:ext>
              </a:extLst>
            </p:cNvPr>
            <p:cNvCxnSpPr>
              <a:cxnSpLocks/>
            </p:cNvCxnSpPr>
            <p:nvPr/>
          </p:nvCxnSpPr>
          <p:spPr>
            <a:xfrm>
              <a:off x="2425700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線接點 275">
              <a:extLst>
                <a:ext uri="{FF2B5EF4-FFF2-40B4-BE49-F238E27FC236}">
                  <a16:creationId xmlns:a16="http://schemas.microsoft.com/office/drawing/2014/main" id="{A8E3FD07-6703-4000-9DCB-CFD625D3E760}"/>
                </a:ext>
              </a:extLst>
            </p:cNvPr>
            <p:cNvCxnSpPr>
              <a:cxnSpLocks/>
            </p:cNvCxnSpPr>
            <p:nvPr/>
          </p:nvCxnSpPr>
          <p:spPr>
            <a:xfrm>
              <a:off x="2490434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線接點 276">
              <a:extLst>
                <a:ext uri="{FF2B5EF4-FFF2-40B4-BE49-F238E27FC236}">
                  <a16:creationId xmlns:a16="http://schemas.microsoft.com/office/drawing/2014/main" id="{ED8AD58A-3D8B-424D-8DDD-F21F66504DB9}"/>
                </a:ext>
              </a:extLst>
            </p:cNvPr>
            <p:cNvCxnSpPr>
              <a:cxnSpLocks/>
            </p:cNvCxnSpPr>
            <p:nvPr/>
          </p:nvCxnSpPr>
          <p:spPr>
            <a:xfrm>
              <a:off x="2555168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線接點 277">
              <a:extLst>
                <a:ext uri="{FF2B5EF4-FFF2-40B4-BE49-F238E27FC236}">
                  <a16:creationId xmlns:a16="http://schemas.microsoft.com/office/drawing/2014/main" id="{A605C034-00EE-40EB-955F-3D0C89E37E1F}"/>
                </a:ext>
              </a:extLst>
            </p:cNvPr>
            <p:cNvCxnSpPr>
              <a:cxnSpLocks/>
            </p:cNvCxnSpPr>
            <p:nvPr/>
          </p:nvCxnSpPr>
          <p:spPr>
            <a:xfrm>
              <a:off x="2619902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線接點 278">
              <a:extLst>
                <a:ext uri="{FF2B5EF4-FFF2-40B4-BE49-F238E27FC236}">
                  <a16:creationId xmlns:a16="http://schemas.microsoft.com/office/drawing/2014/main" id="{DC7175FE-EDBF-4E04-A234-A98028F92A00}"/>
                </a:ext>
              </a:extLst>
            </p:cNvPr>
            <p:cNvCxnSpPr>
              <a:cxnSpLocks/>
            </p:cNvCxnSpPr>
            <p:nvPr/>
          </p:nvCxnSpPr>
          <p:spPr>
            <a:xfrm>
              <a:off x="2684635" y="6090710"/>
              <a:ext cx="0" cy="1265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0" name="圖形 279" descr="資料庫 以實心填滿">
              <a:extLst>
                <a:ext uri="{FF2B5EF4-FFF2-40B4-BE49-F238E27FC236}">
                  <a16:creationId xmlns:a16="http://schemas.microsoft.com/office/drawing/2014/main" id="{54441351-918E-414B-8D17-F9E99BB9E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528030" y="5971491"/>
              <a:ext cx="459412" cy="354160"/>
            </a:xfrm>
            <a:prstGeom prst="rect">
              <a:avLst/>
            </a:prstGeom>
          </p:spPr>
        </p:pic>
        <p:pic>
          <p:nvPicPr>
            <p:cNvPr id="281" name="圖形 280" descr="男人 以實心填滿">
              <a:extLst>
                <a:ext uri="{FF2B5EF4-FFF2-40B4-BE49-F238E27FC236}">
                  <a16:creationId xmlns:a16="http://schemas.microsoft.com/office/drawing/2014/main" id="{0AA10B5B-E6F3-418F-9C80-8B1ABDACC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13958" y="5973185"/>
              <a:ext cx="357893" cy="357893"/>
            </a:xfrm>
            <a:prstGeom prst="rect">
              <a:avLst/>
            </a:prstGeom>
          </p:spPr>
        </p:pic>
        <p:sp>
          <p:nvSpPr>
            <p:cNvPr id="282" name="橢圓 281">
              <a:extLst>
                <a:ext uri="{FF2B5EF4-FFF2-40B4-BE49-F238E27FC236}">
                  <a16:creationId xmlns:a16="http://schemas.microsoft.com/office/drawing/2014/main" id="{D485B96B-7800-4525-AEBA-09407BEE3DD7}"/>
                </a:ext>
              </a:extLst>
            </p:cNvPr>
            <p:cNvSpPr/>
            <p:nvPr/>
          </p:nvSpPr>
          <p:spPr>
            <a:xfrm>
              <a:off x="59862" y="4928219"/>
              <a:ext cx="178037" cy="178037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3</a:t>
              </a:r>
              <a:endParaRPr lang="zh-TW" altLang="en-US" sz="1200" dirty="0"/>
            </a:p>
          </p:txBody>
        </p:sp>
        <p:grpSp>
          <p:nvGrpSpPr>
            <p:cNvPr id="283" name="群組 282">
              <a:extLst>
                <a:ext uri="{FF2B5EF4-FFF2-40B4-BE49-F238E27FC236}">
                  <a16:creationId xmlns:a16="http://schemas.microsoft.com/office/drawing/2014/main" id="{C3EACA46-729B-47FE-8860-70E616A866F7}"/>
                </a:ext>
              </a:extLst>
            </p:cNvPr>
            <p:cNvGrpSpPr/>
            <p:nvPr/>
          </p:nvGrpSpPr>
          <p:grpSpPr>
            <a:xfrm>
              <a:off x="210596" y="5790864"/>
              <a:ext cx="777578" cy="720840"/>
              <a:chOff x="210596" y="5790864"/>
              <a:chExt cx="777578" cy="720840"/>
            </a:xfrm>
          </p:grpSpPr>
          <p:sp>
            <p:nvSpPr>
              <p:cNvPr id="284" name="橢圓 283">
                <a:extLst>
                  <a:ext uri="{FF2B5EF4-FFF2-40B4-BE49-F238E27FC236}">
                    <a16:creationId xmlns:a16="http://schemas.microsoft.com/office/drawing/2014/main" id="{6857C45F-BA75-4BFB-A4A4-A674A16762EA}"/>
                  </a:ext>
                </a:extLst>
              </p:cNvPr>
              <p:cNvSpPr/>
              <p:nvPr/>
            </p:nvSpPr>
            <p:spPr>
              <a:xfrm>
                <a:off x="210596" y="5790864"/>
                <a:ext cx="777578" cy="72084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橢圓 284">
                <a:extLst>
                  <a:ext uri="{FF2B5EF4-FFF2-40B4-BE49-F238E27FC236}">
                    <a16:creationId xmlns:a16="http://schemas.microsoft.com/office/drawing/2014/main" id="{D6AEA22E-4FE2-441A-BD69-AFB0EBF41AD4}"/>
                  </a:ext>
                </a:extLst>
              </p:cNvPr>
              <p:cNvSpPr/>
              <p:nvPr/>
            </p:nvSpPr>
            <p:spPr>
              <a:xfrm>
                <a:off x="325300" y="6118345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86" name="橢圓 285">
                <a:extLst>
                  <a:ext uri="{FF2B5EF4-FFF2-40B4-BE49-F238E27FC236}">
                    <a16:creationId xmlns:a16="http://schemas.microsoft.com/office/drawing/2014/main" id="{C6B6F76F-8850-4FC1-B376-25DE57F18F23}"/>
                  </a:ext>
                </a:extLst>
              </p:cNvPr>
              <p:cNvSpPr/>
              <p:nvPr/>
            </p:nvSpPr>
            <p:spPr>
              <a:xfrm>
                <a:off x="757479" y="6042202"/>
                <a:ext cx="108743" cy="108743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287" name="橢圓 286">
                <a:extLst>
                  <a:ext uri="{FF2B5EF4-FFF2-40B4-BE49-F238E27FC236}">
                    <a16:creationId xmlns:a16="http://schemas.microsoft.com/office/drawing/2014/main" id="{EC9DA601-7873-43E5-B1C0-97E505ECD4BC}"/>
                  </a:ext>
                </a:extLst>
              </p:cNvPr>
              <p:cNvSpPr/>
              <p:nvPr/>
            </p:nvSpPr>
            <p:spPr>
              <a:xfrm>
                <a:off x="498162" y="6094199"/>
                <a:ext cx="108743" cy="108743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橢圓 287">
                <a:extLst>
                  <a:ext uri="{FF2B5EF4-FFF2-40B4-BE49-F238E27FC236}">
                    <a16:creationId xmlns:a16="http://schemas.microsoft.com/office/drawing/2014/main" id="{AE28301C-4E4A-45F5-A8BB-7CC3D0E43D4C}"/>
                  </a:ext>
                </a:extLst>
              </p:cNvPr>
              <p:cNvSpPr/>
              <p:nvPr/>
            </p:nvSpPr>
            <p:spPr>
              <a:xfrm>
                <a:off x="543277" y="5860034"/>
                <a:ext cx="108743" cy="108743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9" name="橢圓 288">
                <a:extLst>
                  <a:ext uri="{FF2B5EF4-FFF2-40B4-BE49-F238E27FC236}">
                    <a16:creationId xmlns:a16="http://schemas.microsoft.com/office/drawing/2014/main" id="{97A4DB3B-8CC3-49F9-8852-5B3F1796DA8A}"/>
                  </a:ext>
                </a:extLst>
              </p:cNvPr>
              <p:cNvSpPr/>
              <p:nvPr/>
            </p:nvSpPr>
            <p:spPr>
              <a:xfrm>
                <a:off x="556615" y="6341787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橢圓 289">
                <a:extLst>
                  <a:ext uri="{FF2B5EF4-FFF2-40B4-BE49-F238E27FC236}">
                    <a16:creationId xmlns:a16="http://schemas.microsoft.com/office/drawing/2014/main" id="{D8375A81-D163-4954-9261-B8EFF75A7E29}"/>
                  </a:ext>
                </a:extLst>
              </p:cNvPr>
              <p:cNvSpPr/>
              <p:nvPr/>
            </p:nvSpPr>
            <p:spPr>
              <a:xfrm>
                <a:off x="677076" y="6336137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1" name="橢圓 290">
                <a:extLst>
                  <a:ext uri="{FF2B5EF4-FFF2-40B4-BE49-F238E27FC236}">
                    <a16:creationId xmlns:a16="http://schemas.microsoft.com/office/drawing/2014/main" id="{9A0C6922-BF01-4B8E-A265-AF304FDFC30F}"/>
                  </a:ext>
                </a:extLst>
              </p:cNvPr>
              <p:cNvSpPr/>
              <p:nvPr/>
            </p:nvSpPr>
            <p:spPr>
              <a:xfrm>
                <a:off x="625001" y="6241706"/>
                <a:ext cx="108743" cy="108743"/>
              </a:xfrm>
              <a:prstGeom prst="ellipse">
                <a:avLst/>
              </a:prstGeom>
              <a:solidFill>
                <a:srgbClr val="70AD4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8258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C6E467-D878-4987-A858-EECAB355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Candidate Selection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(cont.)</a:t>
            </a:r>
            <a:endParaRPr lang="zh-TW" altLang="en-US" sz="3200" dirty="0"/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0CB71590-FE15-4713-9DA2-2004E2240267}"/>
              </a:ext>
            </a:extLst>
          </p:cNvPr>
          <p:cNvGrpSpPr/>
          <p:nvPr/>
        </p:nvGrpSpPr>
        <p:grpSpPr>
          <a:xfrm>
            <a:off x="594613" y="2783021"/>
            <a:ext cx="11333040" cy="2363263"/>
            <a:chOff x="594613" y="2266373"/>
            <a:chExt cx="11333040" cy="2363263"/>
          </a:xfrm>
        </p:grpSpPr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DE7126C4-16B1-4C82-AEBB-02288377C0C6}"/>
                </a:ext>
              </a:extLst>
            </p:cNvPr>
            <p:cNvGrpSpPr/>
            <p:nvPr/>
          </p:nvGrpSpPr>
          <p:grpSpPr>
            <a:xfrm>
              <a:off x="594613" y="3631100"/>
              <a:ext cx="1813253" cy="998536"/>
              <a:chOff x="5007289" y="2262962"/>
              <a:chExt cx="1813253" cy="9985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文字方塊 265">
                    <a:extLst>
                      <a:ext uri="{FF2B5EF4-FFF2-40B4-BE49-F238E27FC236}">
                        <a16:creationId xmlns:a16="http://schemas.microsoft.com/office/drawing/2014/main" id="{22854AA7-4121-4AB3-AEDC-036E9E5D0577}"/>
                      </a:ext>
                    </a:extLst>
                  </p:cNvPr>
                  <p:cNvSpPr txBox="1"/>
                  <p:nvPr/>
                </p:nvSpPr>
                <p:spPr>
                  <a:xfrm>
                    <a:off x="5007289" y="2262962"/>
                    <a:ext cx="1813253" cy="5003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zh-TW" alt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𝐴𝑙𝑡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𝑙𝑡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𝐴𝑙𝑡</m:t>
                                  </m:r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𝑙𝑡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TW" altLang="en-US" sz="1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𝑙𝑡𝑅𝑒𝑓</m:t>
                                  </m:r>
                                </m:e>
                                <m:sub>
                                  <m:r>
                                    <a:rPr lang="en-US" altLang="zh-TW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1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nor/>
                            </m:rPr>
                            <a:rPr lang="zh-TW" altLang="en-US" sz="1200" dirty="0"/>
                            <m:t>𝜇</m:t>
                          </m:r>
                        </m:oMath>
                      </m:oMathPara>
                    </a14:m>
                    <a:endParaRPr lang="zh-TW" altLang="en-US" sz="1200" dirty="0"/>
                  </a:p>
                </p:txBody>
              </p:sp>
            </mc:Choice>
            <mc:Fallback xmlns="">
              <p:sp>
                <p:nvSpPr>
                  <p:cNvPr id="266" name="文字方塊 265">
                    <a:extLst>
                      <a:ext uri="{FF2B5EF4-FFF2-40B4-BE49-F238E27FC236}">
                        <a16:creationId xmlns:a16="http://schemas.microsoft.com/office/drawing/2014/main" id="{22854AA7-4121-4AB3-AEDC-036E9E5D05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7289" y="2262962"/>
                    <a:ext cx="1813253" cy="50039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43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7" name="文字方塊 266">
                    <a:extLst>
                      <a:ext uri="{FF2B5EF4-FFF2-40B4-BE49-F238E27FC236}">
                        <a16:creationId xmlns:a16="http://schemas.microsoft.com/office/drawing/2014/main" id="{319EB8CD-DF34-45F1-8BEA-3D7656B18F32}"/>
                      </a:ext>
                    </a:extLst>
                  </p:cNvPr>
                  <p:cNvSpPr txBox="1"/>
                  <p:nvPr/>
                </p:nvSpPr>
                <p:spPr>
                  <a:xfrm>
                    <a:off x="5007289" y="2761105"/>
                    <a:ext cx="1768113" cy="50039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TW"/>
                    </a:defPPr>
                    <a:lvl1pPr>
                      <a:defRPr sz="1200" i="1"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𝐴𝑙𝑡𝐴𝑙𝑡</m:t>
                                  </m:r>
                                </m:e>
                                <m:sub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𝐴𝑙𝑡𝐴𝑙𝑡</m:t>
                                  </m:r>
                                </m:e>
                                <m:sub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𝑅𝑒𝑓𝐴𝑙𝑡</m:t>
                                  </m:r>
                                </m:e>
                                <m:sub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zh-TW" altLang="en-US">
                              <a:latin typeface="Cambria Math" panose="02040503050406030204" pitchFamily="18" charset="0"/>
                            </a:rPr>
                            <m:t>𝜈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267" name="文字方塊 266">
                    <a:extLst>
                      <a:ext uri="{FF2B5EF4-FFF2-40B4-BE49-F238E27FC236}">
                        <a16:creationId xmlns:a16="http://schemas.microsoft.com/office/drawing/2014/main" id="{319EB8CD-DF34-45F1-8BEA-3D7656B18F3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07289" y="2761105"/>
                    <a:ext cx="1768113" cy="50039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439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8D7CFCC8-7740-4809-B5A3-D236CFF33191}"/>
                    </a:ext>
                  </a:extLst>
                </p:cNvPr>
                <p:cNvSpPr txBox="1"/>
                <p:nvPr/>
              </p:nvSpPr>
              <p:spPr>
                <a:xfrm>
                  <a:off x="5326656" y="3631100"/>
                  <a:ext cx="1253355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=0.33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74" name="文字方塊 273">
                  <a:extLst>
                    <a:ext uri="{FF2B5EF4-FFF2-40B4-BE49-F238E27FC236}">
                      <a16:creationId xmlns:a16="http://schemas.microsoft.com/office/drawing/2014/main" id="{8D7CFCC8-7740-4809-B5A3-D236CFF331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656" y="3631100"/>
                  <a:ext cx="1253355" cy="44230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B7D48353-67D4-4A61-8BFA-B174123FFAC3}"/>
                    </a:ext>
                  </a:extLst>
                </p:cNvPr>
                <p:cNvSpPr txBox="1"/>
                <p:nvPr/>
              </p:nvSpPr>
              <p:spPr>
                <a:xfrm>
                  <a:off x="5326656" y="4129243"/>
                  <a:ext cx="1049775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 sz="1200"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75" name="文字方塊 274">
                  <a:extLst>
                    <a:ext uri="{FF2B5EF4-FFF2-40B4-BE49-F238E27FC236}">
                      <a16:creationId xmlns:a16="http://schemas.microsoft.com/office/drawing/2014/main" id="{B7D48353-67D4-4A61-8BFA-B174123FF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6656" y="4129243"/>
                  <a:ext cx="1049775" cy="44230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1" name="文字方塊 320">
              <a:extLst>
                <a:ext uri="{FF2B5EF4-FFF2-40B4-BE49-F238E27FC236}">
                  <a16:creationId xmlns:a16="http://schemas.microsoft.com/office/drawing/2014/main" id="{3079E381-52C4-4F5F-B459-D1B25363F599}"/>
                </a:ext>
              </a:extLst>
            </p:cNvPr>
            <p:cNvSpPr txBox="1"/>
            <p:nvPr/>
          </p:nvSpPr>
          <p:spPr>
            <a:xfrm>
              <a:off x="6635930" y="366758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✕</a:t>
              </a:r>
            </a:p>
          </p:txBody>
        </p:sp>
        <p:sp>
          <p:nvSpPr>
            <p:cNvPr id="322" name="文字方塊 321">
              <a:extLst>
                <a:ext uri="{FF2B5EF4-FFF2-40B4-BE49-F238E27FC236}">
                  <a16:creationId xmlns:a16="http://schemas.microsoft.com/office/drawing/2014/main" id="{2C61B262-1A2F-43D0-B50C-6DC92DA77AF1}"/>
                </a:ext>
              </a:extLst>
            </p:cNvPr>
            <p:cNvSpPr txBox="1"/>
            <p:nvPr/>
          </p:nvSpPr>
          <p:spPr>
            <a:xfrm>
              <a:off x="6635930" y="416572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  <p:sp>
          <p:nvSpPr>
            <p:cNvPr id="276" name="箭號: 五邊形 275">
              <a:extLst>
                <a:ext uri="{FF2B5EF4-FFF2-40B4-BE49-F238E27FC236}">
                  <a16:creationId xmlns:a16="http://schemas.microsoft.com/office/drawing/2014/main" id="{F810FD9D-3D6B-4228-80F1-848532D0937A}"/>
                </a:ext>
              </a:extLst>
            </p:cNvPr>
            <p:cNvSpPr/>
            <p:nvPr/>
          </p:nvSpPr>
          <p:spPr>
            <a:xfrm>
              <a:off x="4981434" y="29094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77" name="箭號: 五邊形 276">
              <a:extLst>
                <a:ext uri="{FF2B5EF4-FFF2-40B4-BE49-F238E27FC236}">
                  <a16:creationId xmlns:a16="http://schemas.microsoft.com/office/drawing/2014/main" id="{CC43F906-3864-47C8-A927-3DFE978298B3}"/>
                </a:ext>
              </a:extLst>
            </p:cNvPr>
            <p:cNvSpPr/>
            <p:nvPr/>
          </p:nvSpPr>
          <p:spPr>
            <a:xfrm>
              <a:off x="4981434" y="30618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78" name="箭號: 五邊形 277">
              <a:extLst>
                <a:ext uri="{FF2B5EF4-FFF2-40B4-BE49-F238E27FC236}">
                  <a16:creationId xmlns:a16="http://schemas.microsoft.com/office/drawing/2014/main" id="{8660C836-21B1-4582-AE8E-A8960CBAAF8C}"/>
                </a:ext>
              </a:extLst>
            </p:cNvPr>
            <p:cNvSpPr/>
            <p:nvPr/>
          </p:nvSpPr>
          <p:spPr>
            <a:xfrm>
              <a:off x="4981434" y="32142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79" name="矩形 178">
              <a:extLst>
                <a:ext uri="{FF2B5EF4-FFF2-40B4-BE49-F238E27FC236}">
                  <a16:creationId xmlns:a16="http://schemas.microsoft.com/office/drawing/2014/main" id="{D7924C19-862D-4D62-889F-420B29903F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1730" y="321034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0" name="矩形 178">
              <a:extLst>
                <a:ext uri="{FF2B5EF4-FFF2-40B4-BE49-F238E27FC236}">
                  <a16:creationId xmlns:a16="http://schemas.microsoft.com/office/drawing/2014/main" id="{B649847F-67C4-4EE6-BFA8-640229CF56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0613" y="32103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281" name="箭號: 五邊形 280">
              <a:extLst>
                <a:ext uri="{FF2B5EF4-FFF2-40B4-BE49-F238E27FC236}">
                  <a16:creationId xmlns:a16="http://schemas.microsoft.com/office/drawing/2014/main" id="{58D45A18-007B-4D17-BF9F-D1A13AC31F09}"/>
                </a:ext>
              </a:extLst>
            </p:cNvPr>
            <p:cNvSpPr/>
            <p:nvPr/>
          </p:nvSpPr>
          <p:spPr>
            <a:xfrm>
              <a:off x="4981434" y="33666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82" name="矩形 178">
              <a:extLst>
                <a:ext uri="{FF2B5EF4-FFF2-40B4-BE49-F238E27FC236}">
                  <a16:creationId xmlns:a16="http://schemas.microsoft.com/office/drawing/2014/main" id="{0839FC85-0BA9-4FB3-9CEC-6FD67683CE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1730" y="336274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3" name="矩形 178">
              <a:extLst>
                <a:ext uri="{FF2B5EF4-FFF2-40B4-BE49-F238E27FC236}">
                  <a16:creationId xmlns:a16="http://schemas.microsoft.com/office/drawing/2014/main" id="{AFA96F5A-A581-4536-98B5-586712D7A3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0613" y="33627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284" name="箭號: 五邊形 283">
              <a:extLst>
                <a:ext uri="{FF2B5EF4-FFF2-40B4-BE49-F238E27FC236}">
                  <a16:creationId xmlns:a16="http://schemas.microsoft.com/office/drawing/2014/main" id="{56662716-3899-42AF-A572-43798ECB0AE0}"/>
                </a:ext>
              </a:extLst>
            </p:cNvPr>
            <p:cNvSpPr/>
            <p:nvPr/>
          </p:nvSpPr>
          <p:spPr>
            <a:xfrm>
              <a:off x="4981434" y="35190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90" name="矩形 178">
              <a:extLst>
                <a:ext uri="{FF2B5EF4-FFF2-40B4-BE49-F238E27FC236}">
                  <a16:creationId xmlns:a16="http://schemas.microsoft.com/office/drawing/2014/main" id="{E4FED16F-F8B3-4569-A918-E428F07696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1730" y="3515145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92" name="矩形 178">
              <a:extLst>
                <a:ext uri="{FF2B5EF4-FFF2-40B4-BE49-F238E27FC236}">
                  <a16:creationId xmlns:a16="http://schemas.microsoft.com/office/drawing/2014/main" id="{E2845A83-DBBD-4874-A6D5-B7C3061203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0613" y="35151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00" name="箭號: 五邊形 299">
              <a:extLst>
                <a:ext uri="{FF2B5EF4-FFF2-40B4-BE49-F238E27FC236}">
                  <a16:creationId xmlns:a16="http://schemas.microsoft.com/office/drawing/2014/main" id="{F6BF0676-5304-4863-9106-1191EC3994F2}"/>
                </a:ext>
              </a:extLst>
            </p:cNvPr>
            <p:cNvSpPr/>
            <p:nvPr/>
          </p:nvSpPr>
          <p:spPr>
            <a:xfrm>
              <a:off x="4981434" y="2759323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04" name="矩形 178">
              <a:extLst>
                <a:ext uri="{FF2B5EF4-FFF2-40B4-BE49-F238E27FC236}">
                  <a16:creationId xmlns:a16="http://schemas.microsoft.com/office/drawing/2014/main" id="{90E2B545-F955-4BF1-9A1A-553D490930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1532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G</a:t>
              </a:r>
              <a:endParaRPr lang="zh-TW" altLang="en-US" sz="1050" dirty="0">
                <a:noFill/>
              </a:endParaRPr>
            </a:p>
          </p:txBody>
        </p:sp>
        <p:sp>
          <p:nvSpPr>
            <p:cNvPr id="306" name="矩形 178">
              <a:extLst>
                <a:ext uri="{FF2B5EF4-FFF2-40B4-BE49-F238E27FC236}">
                  <a16:creationId xmlns:a16="http://schemas.microsoft.com/office/drawing/2014/main" id="{BFDA554B-D758-48B5-B873-D2FFA0FD85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81629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7" name="矩形 178">
              <a:extLst>
                <a:ext uri="{FF2B5EF4-FFF2-40B4-BE49-F238E27FC236}">
                  <a16:creationId xmlns:a16="http://schemas.microsoft.com/office/drawing/2014/main" id="{6A39191C-738E-443D-98CC-BADABA1FBD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1730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8" name="矩形 178">
              <a:extLst>
                <a:ext uri="{FF2B5EF4-FFF2-40B4-BE49-F238E27FC236}">
                  <a16:creationId xmlns:a16="http://schemas.microsoft.com/office/drawing/2014/main" id="{41DAB14B-5D84-4E49-A7A1-5510999D8A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81811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0" name="矩形 178">
              <a:extLst>
                <a:ext uri="{FF2B5EF4-FFF2-40B4-BE49-F238E27FC236}">
                  <a16:creationId xmlns:a16="http://schemas.microsoft.com/office/drawing/2014/main" id="{FB98B9B2-4B84-4E3F-9C05-6D78CD8712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82821" y="2755048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1" name="矩形 178">
              <a:extLst>
                <a:ext uri="{FF2B5EF4-FFF2-40B4-BE49-F238E27FC236}">
                  <a16:creationId xmlns:a16="http://schemas.microsoft.com/office/drawing/2014/main" id="{104FAA0B-6E2A-47AC-B2E0-362CF1DB0C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77668" y="2755048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T</a:t>
              </a:r>
              <a:endParaRPr lang="zh-TW" altLang="en-US" sz="1050" dirty="0">
                <a:noFill/>
              </a:endParaRPr>
            </a:p>
          </p:txBody>
        </p:sp>
        <p:sp>
          <p:nvSpPr>
            <p:cNvPr id="313" name="矩形 178">
              <a:extLst>
                <a:ext uri="{FF2B5EF4-FFF2-40B4-BE49-F238E27FC236}">
                  <a16:creationId xmlns:a16="http://schemas.microsoft.com/office/drawing/2014/main" id="{C6D29197-7050-47A6-AB8F-90ACF666B7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72277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4" name="矩形 178">
              <a:extLst>
                <a:ext uri="{FF2B5EF4-FFF2-40B4-BE49-F238E27FC236}">
                  <a16:creationId xmlns:a16="http://schemas.microsoft.com/office/drawing/2014/main" id="{9CC88981-1B8B-4909-AFFF-8EFE3AE935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72378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G</a:t>
              </a:r>
              <a:endParaRPr lang="zh-TW" altLang="en-US" sz="1050" dirty="0">
                <a:noFill/>
              </a:endParaRPr>
            </a:p>
          </p:txBody>
        </p:sp>
        <p:cxnSp>
          <p:nvCxnSpPr>
            <p:cNvPr id="320" name="接點: 弧形 319">
              <a:extLst>
                <a:ext uri="{FF2B5EF4-FFF2-40B4-BE49-F238E27FC236}">
                  <a16:creationId xmlns:a16="http://schemas.microsoft.com/office/drawing/2014/main" id="{14059A1D-85E7-4696-B429-D3B45793B725}"/>
                </a:ext>
              </a:extLst>
            </p:cNvPr>
            <p:cNvCxnSpPr>
              <a:cxnSpLocks/>
              <a:stCxn id="280" idx="0"/>
              <a:endCxn id="279" idx="0"/>
            </p:cNvCxnSpPr>
            <p:nvPr/>
          </p:nvCxnSpPr>
          <p:spPr>
            <a:xfrm rot="16200000" flipV="1">
              <a:off x="5855751" y="3010903"/>
              <a:ext cx="12700" cy="398883"/>
            </a:xfrm>
            <a:prstGeom prst="curvedConnector3">
              <a:avLst>
                <a:gd name="adj1" fmla="val 180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3" name="文字方塊 322">
                  <a:extLst>
                    <a:ext uri="{FF2B5EF4-FFF2-40B4-BE49-F238E27FC236}">
                      <a16:creationId xmlns:a16="http://schemas.microsoft.com/office/drawing/2014/main" id="{78E299D7-C672-41EF-ADB6-72FF9EB23545}"/>
                    </a:ext>
                  </a:extLst>
                </p:cNvPr>
                <p:cNvSpPr txBox="1"/>
                <p:nvPr/>
              </p:nvSpPr>
              <p:spPr>
                <a:xfrm>
                  <a:off x="5898759" y="2403937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23" name="文字方塊 322">
                  <a:extLst>
                    <a:ext uri="{FF2B5EF4-FFF2-40B4-BE49-F238E27FC236}">
                      <a16:creationId xmlns:a16="http://schemas.microsoft.com/office/drawing/2014/main" id="{78E299D7-C672-41EF-ADB6-72FF9EB235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759" y="2403937"/>
                  <a:ext cx="33433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文字方塊 323">
                  <a:extLst>
                    <a:ext uri="{FF2B5EF4-FFF2-40B4-BE49-F238E27FC236}">
                      <a16:creationId xmlns:a16="http://schemas.microsoft.com/office/drawing/2014/main" id="{E75EB9B8-FE38-413A-8495-FE10FDD488AA}"/>
                    </a:ext>
                  </a:extLst>
                </p:cNvPr>
                <p:cNvSpPr txBox="1"/>
                <p:nvPr/>
              </p:nvSpPr>
              <p:spPr>
                <a:xfrm>
                  <a:off x="5534824" y="2403937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24" name="文字方塊 323">
                  <a:extLst>
                    <a:ext uri="{FF2B5EF4-FFF2-40B4-BE49-F238E27FC236}">
                      <a16:creationId xmlns:a16="http://schemas.microsoft.com/office/drawing/2014/main" id="{E75EB9B8-FE38-413A-8495-FE10FDD488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4824" y="2403937"/>
                  <a:ext cx="33433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8" name="文字方塊 267">
                  <a:extLst>
                    <a:ext uri="{FF2B5EF4-FFF2-40B4-BE49-F238E27FC236}">
                      <a16:creationId xmlns:a16="http://schemas.microsoft.com/office/drawing/2014/main" id="{112EC0D3-5EB2-40EF-9108-8018FD256B8C}"/>
                    </a:ext>
                  </a:extLst>
                </p:cNvPr>
                <p:cNvSpPr txBox="1"/>
                <p:nvPr/>
              </p:nvSpPr>
              <p:spPr>
                <a:xfrm>
                  <a:off x="2928532" y="3631100"/>
                  <a:ext cx="1253355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=0.66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68" name="文字方塊 267">
                  <a:extLst>
                    <a:ext uri="{FF2B5EF4-FFF2-40B4-BE49-F238E27FC236}">
                      <a16:creationId xmlns:a16="http://schemas.microsoft.com/office/drawing/2014/main" id="{112EC0D3-5EB2-40EF-9108-8018FD256B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8532" y="3631100"/>
                  <a:ext cx="1253355" cy="44230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字方塊 268">
                  <a:extLst>
                    <a:ext uri="{FF2B5EF4-FFF2-40B4-BE49-F238E27FC236}">
                      <a16:creationId xmlns:a16="http://schemas.microsoft.com/office/drawing/2014/main" id="{5D5AA62C-7D3D-4D20-A26F-C645AD1DEE2B}"/>
                    </a:ext>
                  </a:extLst>
                </p:cNvPr>
                <p:cNvSpPr txBox="1"/>
                <p:nvPr/>
              </p:nvSpPr>
              <p:spPr>
                <a:xfrm>
                  <a:off x="2928532" y="4129243"/>
                  <a:ext cx="1051377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TW" altLang="en-US" sz="12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269" name="文字方塊 268">
                  <a:extLst>
                    <a:ext uri="{FF2B5EF4-FFF2-40B4-BE49-F238E27FC236}">
                      <a16:creationId xmlns:a16="http://schemas.microsoft.com/office/drawing/2014/main" id="{5D5AA62C-7D3D-4D20-A26F-C645AD1DEE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8532" y="4129243"/>
                  <a:ext cx="1051377" cy="44230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0" name="文字方塊 269">
              <a:extLst>
                <a:ext uri="{FF2B5EF4-FFF2-40B4-BE49-F238E27FC236}">
                  <a16:creationId xmlns:a16="http://schemas.microsoft.com/office/drawing/2014/main" id="{D1388425-7570-455D-BB7D-D43B79EE29A5}"/>
                </a:ext>
              </a:extLst>
            </p:cNvPr>
            <p:cNvSpPr txBox="1"/>
            <p:nvPr/>
          </p:nvSpPr>
          <p:spPr>
            <a:xfrm>
              <a:off x="4181887" y="366758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  <p:sp>
          <p:nvSpPr>
            <p:cNvPr id="271" name="文字方塊 270">
              <a:extLst>
                <a:ext uri="{FF2B5EF4-FFF2-40B4-BE49-F238E27FC236}">
                  <a16:creationId xmlns:a16="http://schemas.microsoft.com/office/drawing/2014/main" id="{4EFA455C-9235-40D7-B1A3-5B24BD98A38C}"/>
                </a:ext>
              </a:extLst>
            </p:cNvPr>
            <p:cNvSpPr txBox="1"/>
            <p:nvPr/>
          </p:nvSpPr>
          <p:spPr>
            <a:xfrm>
              <a:off x="4181887" y="416572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  <p:sp>
          <p:nvSpPr>
            <p:cNvPr id="238" name="箭號: 五邊形 237">
              <a:extLst>
                <a:ext uri="{FF2B5EF4-FFF2-40B4-BE49-F238E27FC236}">
                  <a16:creationId xmlns:a16="http://schemas.microsoft.com/office/drawing/2014/main" id="{DD1B1543-6E52-4254-A1E2-16C13C54375D}"/>
                </a:ext>
              </a:extLst>
            </p:cNvPr>
            <p:cNvSpPr/>
            <p:nvPr/>
          </p:nvSpPr>
          <p:spPr>
            <a:xfrm>
              <a:off x="2568388" y="29094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39" name="箭號: 五邊形 238">
              <a:extLst>
                <a:ext uri="{FF2B5EF4-FFF2-40B4-BE49-F238E27FC236}">
                  <a16:creationId xmlns:a16="http://schemas.microsoft.com/office/drawing/2014/main" id="{0E6FA2F7-1C82-4EA9-8DCF-CEF6AFEB55DA}"/>
                </a:ext>
              </a:extLst>
            </p:cNvPr>
            <p:cNvSpPr/>
            <p:nvPr/>
          </p:nvSpPr>
          <p:spPr>
            <a:xfrm>
              <a:off x="2568388" y="30618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47" name="箭號: 五邊形 246">
              <a:extLst>
                <a:ext uri="{FF2B5EF4-FFF2-40B4-BE49-F238E27FC236}">
                  <a16:creationId xmlns:a16="http://schemas.microsoft.com/office/drawing/2014/main" id="{E98B9A2A-6599-4AF1-82F0-29A2A6447CD4}"/>
                </a:ext>
              </a:extLst>
            </p:cNvPr>
            <p:cNvSpPr/>
            <p:nvPr/>
          </p:nvSpPr>
          <p:spPr>
            <a:xfrm>
              <a:off x="2568388" y="32142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48" name="矩形 178">
              <a:extLst>
                <a:ext uri="{FF2B5EF4-FFF2-40B4-BE49-F238E27FC236}">
                  <a16:creationId xmlns:a16="http://schemas.microsoft.com/office/drawing/2014/main" id="{89AC3C13-DC29-49C2-AFEF-EDA9073D9E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8486" y="3210345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49" name="矩形 178">
              <a:extLst>
                <a:ext uri="{FF2B5EF4-FFF2-40B4-BE49-F238E27FC236}">
                  <a16:creationId xmlns:a16="http://schemas.microsoft.com/office/drawing/2014/main" id="{3C5D86DB-8251-4B81-AA1F-AC49377289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67567" y="32103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250" name="箭號: 五邊形 249">
              <a:extLst>
                <a:ext uri="{FF2B5EF4-FFF2-40B4-BE49-F238E27FC236}">
                  <a16:creationId xmlns:a16="http://schemas.microsoft.com/office/drawing/2014/main" id="{34129C61-3361-4FFD-B844-6A5E02E9BE59}"/>
                </a:ext>
              </a:extLst>
            </p:cNvPr>
            <p:cNvSpPr/>
            <p:nvPr/>
          </p:nvSpPr>
          <p:spPr>
            <a:xfrm>
              <a:off x="2568388" y="33666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51" name="矩形 178">
              <a:extLst>
                <a:ext uri="{FF2B5EF4-FFF2-40B4-BE49-F238E27FC236}">
                  <a16:creationId xmlns:a16="http://schemas.microsoft.com/office/drawing/2014/main" id="{19699DFC-1774-4184-B450-AFBD8F1978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8486" y="3362745"/>
              <a:ext cx="149158" cy="137021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52" name="矩形 178">
              <a:extLst>
                <a:ext uri="{FF2B5EF4-FFF2-40B4-BE49-F238E27FC236}">
                  <a16:creationId xmlns:a16="http://schemas.microsoft.com/office/drawing/2014/main" id="{A3ED35CE-FA36-4776-B82B-6B3E874CD0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67567" y="33627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253" name="箭號: 五邊形 252">
              <a:extLst>
                <a:ext uri="{FF2B5EF4-FFF2-40B4-BE49-F238E27FC236}">
                  <a16:creationId xmlns:a16="http://schemas.microsoft.com/office/drawing/2014/main" id="{7BC20F86-C527-4899-B453-5E5011A85953}"/>
                </a:ext>
              </a:extLst>
            </p:cNvPr>
            <p:cNvSpPr/>
            <p:nvPr/>
          </p:nvSpPr>
          <p:spPr>
            <a:xfrm>
              <a:off x="2568388" y="35190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54" name="矩形 178">
              <a:extLst>
                <a:ext uri="{FF2B5EF4-FFF2-40B4-BE49-F238E27FC236}">
                  <a16:creationId xmlns:a16="http://schemas.microsoft.com/office/drawing/2014/main" id="{8346C874-66DD-4598-A5AD-BB5D24F242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8486" y="3515145"/>
              <a:ext cx="149158" cy="137021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55" name="矩形 178">
              <a:extLst>
                <a:ext uri="{FF2B5EF4-FFF2-40B4-BE49-F238E27FC236}">
                  <a16:creationId xmlns:a16="http://schemas.microsoft.com/office/drawing/2014/main" id="{437A51B4-1966-4D41-BAE7-4E6BE88C9A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67567" y="35151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256" name="矩形 178">
              <a:extLst>
                <a:ext uri="{FF2B5EF4-FFF2-40B4-BE49-F238E27FC236}">
                  <a16:creationId xmlns:a16="http://schemas.microsoft.com/office/drawing/2014/main" id="{7610D770-0839-43A5-9A58-CE8BA3A6AF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2905545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7" name="矩形 178">
              <a:extLst>
                <a:ext uri="{FF2B5EF4-FFF2-40B4-BE49-F238E27FC236}">
                  <a16:creationId xmlns:a16="http://schemas.microsoft.com/office/drawing/2014/main" id="{48754C41-D6F8-42D5-8D6B-124B61E1EB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3057945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8" name="矩形 178">
              <a:extLst>
                <a:ext uri="{FF2B5EF4-FFF2-40B4-BE49-F238E27FC236}">
                  <a16:creationId xmlns:a16="http://schemas.microsoft.com/office/drawing/2014/main" id="{E4A661FC-3B1F-489E-B69F-F09F6AB74E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3210345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9" name="矩形 178">
              <a:extLst>
                <a:ext uri="{FF2B5EF4-FFF2-40B4-BE49-F238E27FC236}">
                  <a16:creationId xmlns:a16="http://schemas.microsoft.com/office/drawing/2014/main" id="{D4840CFE-EDF2-4113-B89B-561F9A2EED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3362745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0" name="矩形 178">
              <a:extLst>
                <a:ext uri="{FF2B5EF4-FFF2-40B4-BE49-F238E27FC236}">
                  <a16:creationId xmlns:a16="http://schemas.microsoft.com/office/drawing/2014/main" id="{DE4D473F-8A0F-4266-A736-9C5AF40D88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3515145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1" name="箭號: 五邊形 260">
              <a:extLst>
                <a:ext uri="{FF2B5EF4-FFF2-40B4-BE49-F238E27FC236}">
                  <a16:creationId xmlns:a16="http://schemas.microsoft.com/office/drawing/2014/main" id="{EDDF0169-9576-4FD1-9EA7-76CC64DD1872}"/>
                </a:ext>
              </a:extLst>
            </p:cNvPr>
            <p:cNvSpPr/>
            <p:nvPr/>
          </p:nvSpPr>
          <p:spPr>
            <a:xfrm>
              <a:off x="2568388" y="2759323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262" name="矩形 178">
              <a:extLst>
                <a:ext uri="{FF2B5EF4-FFF2-40B4-BE49-F238E27FC236}">
                  <a16:creationId xmlns:a16="http://schemas.microsoft.com/office/drawing/2014/main" id="{BFA65FAC-B68F-4F2E-AB71-DBBA36CC39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90037" y="2755378"/>
              <a:ext cx="55663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sz="105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Read </a:t>
              </a:r>
              <a:r>
                <a:rPr lang="en-US" altLang="zh-TW" sz="1050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zh-TW" altLang="en-US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3" name="矩形 178">
              <a:extLst>
                <a:ext uri="{FF2B5EF4-FFF2-40B4-BE49-F238E27FC236}">
                  <a16:creationId xmlns:a16="http://schemas.microsoft.com/office/drawing/2014/main" id="{B7A57102-3B9B-4686-8AF6-74A3323049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68388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4" name="矩形 178">
              <a:extLst>
                <a:ext uri="{FF2B5EF4-FFF2-40B4-BE49-F238E27FC236}">
                  <a16:creationId xmlns:a16="http://schemas.microsoft.com/office/drawing/2014/main" id="{C4298442-708B-4438-BFAD-1E318B45A2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68486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G</a:t>
              </a:r>
              <a:endParaRPr lang="zh-TW" altLang="en-US" sz="1050" dirty="0">
                <a:noFill/>
              </a:endParaRPr>
            </a:p>
          </p:txBody>
        </p:sp>
        <p:cxnSp>
          <p:nvCxnSpPr>
            <p:cNvPr id="265" name="接點: 弧形 264">
              <a:extLst>
                <a:ext uri="{FF2B5EF4-FFF2-40B4-BE49-F238E27FC236}">
                  <a16:creationId xmlns:a16="http://schemas.microsoft.com/office/drawing/2014/main" id="{B51EA8E8-64D6-4098-ACBA-B04886D7B7C1}"/>
                </a:ext>
              </a:extLst>
            </p:cNvPr>
            <p:cNvCxnSpPr>
              <a:cxnSpLocks/>
              <a:stCxn id="249" idx="0"/>
              <a:endCxn id="248" idx="0"/>
            </p:cNvCxnSpPr>
            <p:nvPr/>
          </p:nvCxnSpPr>
          <p:spPr>
            <a:xfrm rot="16200000" flipV="1">
              <a:off x="3242606" y="2810804"/>
              <a:ext cx="12700" cy="799081"/>
            </a:xfrm>
            <a:prstGeom prst="curvedConnector3">
              <a:avLst>
                <a:gd name="adj1" fmla="val 180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字方塊 271">
                  <a:extLst>
                    <a:ext uri="{FF2B5EF4-FFF2-40B4-BE49-F238E27FC236}">
                      <a16:creationId xmlns:a16="http://schemas.microsoft.com/office/drawing/2014/main" id="{F9044A16-74E0-4B3B-8D07-07B3B6125213}"/>
                    </a:ext>
                  </a:extLst>
                </p:cNvPr>
                <p:cNvSpPr txBox="1"/>
                <p:nvPr/>
              </p:nvSpPr>
              <p:spPr>
                <a:xfrm>
                  <a:off x="3476723" y="2404267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72" name="文字方塊 271">
                  <a:extLst>
                    <a:ext uri="{FF2B5EF4-FFF2-40B4-BE49-F238E27FC236}">
                      <a16:creationId xmlns:a16="http://schemas.microsoft.com/office/drawing/2014/main" id="{F9044A16-74E0-4B3B-8D07-07B3B61252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6723" y="2404267"/>
                  <a:ext cx="334335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371162AF-0B21-4F44-8466-61A6DBBAA434}"/>
                    </a:ext>
                  </a:extLst>
                </p:cNvPr>
                <p:cNvSpPr txBox="1"/>
                <p:nvPr/>
              </p:nvSpPr>
              <p:spPr>
                <a:xfrm>
                  <a:off x="2703864" y="2404267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73" name="文字方塊 272">
                  <a:extLst>
                    <a:ext uri="{FF2B5EF4-FFF2-40B4-BE49-F238E27FC236}">
                      <a16:creationId xmlns:a16="http://schemas.microsoft.com/office/drawing/2014/main" id="{371162AF-0B21-4F44-8466-61A6DBBAA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3864" y="2404267"/>
                  <a:ext cx="334335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9" name="箭號: 五邊形 348">
              <a:extLst>
                <a:ext uri="{FF2B5EF4-FFF2-40B4-BE49-F238E27FC236}">
                  <a16:creationId xmlns:a16="http://schemas.microsoft.com/office/drawing/2014/main" id="{0321078C-8037-4E0E-8DFB-F8DE77ED13FA}"/>
                </a:ext>
              </a:extLst>
            </p:cNvPr>
            <p:cNvSpPr/>
            <p:nvPr/>
          </p:nvSpPr>
          <p:spPr>
            <a:xfrm>
              <a:off x="9699304" y="2906241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0" name="矩形 178">
              <a:extLst>
                <a:ext uri="{FF2B5EF4-FFF2-40B4-BE49-F238E27FC236}">
                  <a16:creationId xmlns:a16="http://schemas.microsoft.com/office/drawing/2014/main" id="{3CD0A067-EC0F-4575-B9B9-BA69679327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290229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1" name="箭號: 五邊形 350">
              <a:extLst>
                <a:ext uri="{FF2B5EF4-FFF2-40B4-BE49-F238E27FC236}">
                  <a16:creationId xmlns:a16="http://schemas.microsoft.com/office/drawing/2014/main" id="{78C1C048-1953-40F3-8906-2CD862FD5102}"/>
                </a:ext>
              </a:extLst>
            </p:cNvPr>
            <p:cNvSpPr/>
            <p:nvPr/>
          </p:nvSpPr>
          <p:spPr>
            <a:xfrm>
              <a:off x="9699304" y="3058641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2" name="矩形 178">
              <a:extLst>
                <a:ext uri="{FF2B5EF4-FFF2-40B4-BE49-F238E27FC236}">
                  <a16:creationId xmlns:a16="http://schemas.microsoft.com/office/drawing/2014/main" id="{C9AFDD46-15CB-40A0-9CAB-1F3B4A0284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3054696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3" name="箭號: 五邊形 352">
              <a:extLst>
                <a:ext uri="{FF2B5EF4-FFF2-40B4-BE49-F238E27FC236}">
                  <a16:creationId xmlns:a16="http://schemas.microsoft.com/office/drawing/2014/main" id="{B893E620-2CB8-4963-96BD-9E5AB8593164}"/>
                </a:ext>
              </a:extLst>
            </p:cNvPr>
            <p:cNvSpPr/>
            <p:nvPr/>
          </p:nvSpPr>
          <p:spPr>
            <a:xfrm>
              <a:off x="9699304" y="3211041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4" name="矩形 178">
              <a:extLst>
                <a:ext uri="{FF2B5EF4-FFF2-40B4-BE49-F238E27FC236}">
                  <a16:creationId xmlns:a16="http://schemas.microsoft.com/office/drawing/2014/main" id="{01D57A28-B83B-44F0-8AB4-867C0A4F15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3207096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55" name="箭號: 五邊形 354">
              <a:extLst>
                <a:ext uri="{FF2B5EF4-FFF2-40B4-BE49-F238E27FC236}">
                  <a16:creationId xmlns:a16="http://schemas.microsoft.com/office/drawing/2014/main" id="{F9D0BBE6-C8E1-4339-ABAC-74FB886F1C6F}"/>
                </a:ext>
              </a:extLst>
            </p:cNvPr>
            <p:cNvSpPr/>
            <p:nvPr/>
          </p:nvSpPr>
          <p:spPr>
            <a:xfrm>
              <a:off x="9699304" y="3363441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6" name="矩形 178">
              <a:extLst>
                <a:ext uri="{FF2B5EF4-FFF2-40B4-BE49-F238E27FC236}">
                  <a16:creationId xmlns:a16="http://schemas.microsoft.com/office/drawing/2014/main" id="{13BC161A-EB27-4551-B06B-5A601D703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3359496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57" name="箭號: 五邊形 356">
              <a:extLst>
                <a:ext uri="{FF2B5EF4-FFF2-40B4-BE49-F238E27FC236}">
                  <a16:creationId xmlns:a16="http://schemas.microsoft.com/office/drawing/2014/main" id="{D2A300B8-02FB-44D0-AB0E-917080657BDD}"/>
                </a:ext>
              </a:extLst>
            </p:cNvPr>
            <p:cNvSpPr/>
            <p:nvPr/>
          </p:nvSpPr>
          <p:spPr>
            <a:xfrm>
              <a:off x="9699304" y="3515841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58" name="矩形 178">
              <a:extLst>
                <a:ext uri="{FF2B5EF4-FFF2-40B4-BE49-F238E27FC236}">
                  <a16:creationId xmlns:a16="http://schemas.microsoft.com/office/drawing/2014/main" id="{5EEBF660-9672-4F9A-AB24-2BD1C194E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3511896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66" name="矩形 178">
              <a:extLst>
                <a:ext uri="{FF2B5EF4-FFF2-40B4-BE49-F238E27FC236}">
                  <a16:creationId xmlns:a16="http://schemas.microsoft.com/office/drawing/2014/main" id="{616A2256-10D3-434D-A80F-6BD51563D9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2905545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67" name="矩形 178">
              <a:extLst>
                <a:ext uri="{FF2B5EF4-FFF2-40B4-BE49-F238E27FC236}">
                  <a16:creationId xmlns:a16="http://schemas.microsoft.com/office/drawing/2014/main" id="{49F70953-B488-4B8F-9B4C-B18E3C7BF3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3057945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68" name="矩形 178">
              <a:extLst>
                <a:ext uri="{FF2B5EF4-FFF2-40B4-BE49-F238E27FC236}">
                  <a16:creationId xmlns:a16="http://schemas.microsoft.com/office/drawing/2014/main" id="{6727EEC2-D7C9-4FB8-A62B-DD10EC296E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3210345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69" name="矩形 178">
              <a:extLst>
                <a:ext uri="{FF2B5EF4-FFF2-40B4-BE49-F238E27FC236}">
                  <a16:creationId xmlns:a16="http://schemas.microsoft.com/office/drawing/2014/main" id="{22095999-063D-4635-ABE5-7B9D61CBEA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3362745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70" name="矩形 178">
              <a:extLst>
                <a:ext uri="{FF2B5EF4-FFF2-40B4-BE49-F238E27FC236}">
                  <a16:creationId xmlns:a16="http://schemas.microsoft.com/office/drawing/2014/main" id="{B5841E76-1E01-47D3-9B18-2B538A7BFA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3515145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71" name="箭號: 五邊形 370">
              <a:extLst>
                <a:ext uri="{FF2B5EF4-FFF2-40B4-BE49-F238E27FC236}">
                  <a16:creationId xmlns:a16="http://schemas.microsoft.com/office/drawing/2014/main" id="{298DD7CA-FE8A-4540-9CA0-C580A6B1528C}"/>
                </a:ext>
              </a:extLst>
            </p:cNvPr>
            <p:cNvSpPr/>
            <p:nvPr/>
          </p:nvSpPr>
          <p:spPr>
            <a:xfrm>
              <a:off x="9699304" y="2756074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72" name="矩形 178">
              <a:extLst>
                <a:ext uri="{FF2B5EF4-FFF2-40B4-BE49-F238E27FC236}">
                  <a16:creationId xmlns:a16="http://schemas.microsoft.com/office/drawing/2014/main" id="{5E69CD6B-EBE3-43FD-BF24-6F10AF532E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98483" y="2752129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4" name="矩形 178">
              <a:extLst>
                <a:ext uri="{FF2B5EF4-FFF2-40B4-BE49-F238E27FC236}">
                  <a16:creationId xmlns:a16="http://schemas.microsoft.com/office/drawing/2014/main" id="{9AD9BB5F-BDB6-4689-B387-335875E2348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87675" y="2755378"/>
              <a:ext cx="149157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75" name="矩形 178">
              <a:extLst>
                <a:ext uri="{FF2B5EF4-FFF2-40B4-BE49-F238E27FC236}">
                  <a16:creationId xmlns:a16="http://schemas.microsoft.com/office/drawing/2014/main" id="{1D77949E-8C90-4DB6-8C84-0F1A798C50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499681" y="2752725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6" name="矩形 178">
              <a:extLst>
                <a:ext uri="{FF2B5EF4-FFF2-40B4-BE49-F238E27FC236}">
                  <a16:creationId xmlns:a16="http://schemas.microsoft.com/office/drawing/2014/main" id="{F7DDC31C-B7CE-4565-9FD0-7A799C0DA0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00691" y="2751799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7" name="矩形 178">
              <a:extLst>
                <a:ext uri="{FF2B5EF4-FFF2-40B4-BE49-F238E27FC236}">
                  <a16:creationId xmlns:a16="http://schemas.microsoft.com/office/drawing/2014/main" id="{9A0DAD64-2556-4A81-A13C-691DF72198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90248" y="2752725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G</a:t>
              </a:r>
              <a:endParaRPr lang="zh-TW" altLang="en-US" sz="1050" dirty="0">
                <a:noFill/>
              </a:endParaRPr>
            </a:p>
          </p:txBody>
        </p:sp>
        <p:cxnSp>
          <p:nvCxnSpPr>
            <p:cNvPr id="379" name="接點: 弧形 378">
              <a:extLst>
                <a:ext uri="{FF2B5EF4-FFF2-40B4-BE49-F238E27FC236}">
                  <a16:creationId xmlns:a16="http://schemas.microsoft.com/office/drawing/2014/main" id="{5E362FD7-6FC8-4DA4-97B2-F901851EFCF5}"/>
                </a:ext>
              </a:extLst>
            </p:cNvPr>
            <p:cNvCxnSpPr>
              <a:cxnSpLocks/>
              <a:stCxn id="372" idx="0"/>
              <a:endCxn id="374" idx="0"/>
            </p:cNvCxnSpPr>
            <p:nvPr/>
          </p:nvCxnSpPr>
          <p:spPr>
            <a:xfrm rot="16200000" flipH="1">
              <a:off x="11266033" y="2259157"/>
              <a:ext cx="3249" cy="989192"/>
            </a:xfrm>
            <a:prstGeom prst="curvedConnector3">
              <a:avLst>
                <a:gd name="adj1" fmla="val -7036011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2" name="文字方塊 381">
                  <a:extLst>
                    <a:ext uri="{FF2B5EF4-FFF2-40B4-BE49-F238E27FC236}">
                      <a16:creationId xmlns:a16="http://schemas.microsoft.com/office/drawing/2014/main" id="{1334905F-2DD2-4EF0-B72F-C0BD6AF71216}"/>
                    </a:ext>
                  </a:extLst>
                </p:cNvPr>
                <p:cNvSpPr txBox="1"/>
                <p:nvPr/>
              </p:nvSpPr>
              <p:spPr>
                <a:xfrm>
                  <a:off x="11593318" y="2266373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82" name="文字方塊 381">
                  <a:extLst>
                    <a:ext uri="{FF2B5EF4-FFF2-40B4-BE49-F238E27FC236}">
                      <a16:creationId xmlns:a16="http://schemas.microsoft.com/office/drawing/2014/main" id="{1334905F-2DD2-4EF0-B72F-C0BD6AF712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93318" y="2266373"/>
                  <a:ext cx="334335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3" name="文字方塊 382">
                  <a:extLst>
                    <a:ext uri="{FF2B5EF4-FFF2-40B4-BE49-F238E27FC236}">
                      <a16:creationId xmlns:a16="http://schemas.microsoft.com/office/drawing/2014/main" id="{030352F8-4076-4118-B5EB-E9E59EBB1B9C}"/>
                    </a:ext>
                  </a:extLst>
                </p:cNvPr>
                <p:cNvSpPr txBox="1"/>
                <p:nvPr/>
              </p:nvSpPr>
              <p:spPr>
                <a:xfrm>
                  <a:off x="10605893" y="2266373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83" name="文字方塊 382">
                  <a:extLst>
                    <a:ext uri="{FF2B5EF4-FFF2-40B4-BE49-F238E27FC236}">
                      <a16:creationId xmlns:a16="http://schemas.microsoft.com/office/drawing/2014/main" id="{030352F8-4076-4118-B5EB-E9E59EBB1B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05893" y="2266373"/>
                  <a:ext cx="33433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4" name="文字方塊 383">
              <a:extLst>
                <a:ext uri="{FF2B5EF4-FFF2-40B4-BE49-F238E27FC236}">
                  <a16:creationId xmlns:a16="http://schemas.microsoft.com/office/drawing/2014/main" id="{43836D48-DDA8-41E5-94C8-C226BABA9B39}"/>
                </a:ext>
              </a:extLst>
            </p:cNvPr>
            <p:cNvSpPr txBox="1"/>
            <p:nvPr/>
          </p:nvSpPr>
          <p:spPr>
            <a:xfrm>
              <a:off x="11353800" y="42238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✕</a:t>
              </a:r>
            </a:p>
          </p:txBody>
        </p:sp>
        <p:sp>
          <p:nvSpPr>
            <p:cNvPr id="386" name="文字方塊 385">
              <a:extLst>
                <a:ext uri="{FF2B5EF4-FFF2-40B4-BE49-F238E27FC236}">
                  <a16:creationId xmlns:a16="http://schemas.microsoft.com/office/drawing/2014/main" id="{135D0AC0-A731-447D-8FC6-8EBBDDBA5017}"/>
                </a:ext>
              </a:extLst>
            </p:cNvPr>
            <p:cNvSpPr txBox="1"/>
            <p:nvPr/>
          </p:nvSpPr>
          <p:spPr>
            <a:xfrm>
              <a:off x="11353800" y="372567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3" name="文字方塊 392">
                  <a:extLst>
                    <a:ext uri="{FF2B5EF4-FFF2-40B4-BE49-F238E27FC236}">
                      <a16:creationId xmlns:a16="http://schemas.microsoft.com/office/drawing/2014/main" id="{2A313532-EC46-4C3D-97BC-EE88FF87765E}"/>
                    </a:ext>
                  </a:extLst>
                </p:cNvPr>
                <p:cNvSpPr txBox="1"/>
                <p:nvPr/>
              </p:nvSpPr>
              <p:spPr>
                <a:xfrm>
                  <a:off x="10044526" y="3689192"/>
                  <a:ext cx="1051378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93" name="文字方塊 392">
                  <a:extLst>
                    <a:ext uri="{FF2B5EF4-FFF2-40B4-BE49-F238E27FC236}">
                      <a16:creationId xmlns:a16="http://schemas.microsoft.com/office/drawing/2014/main" id="{2A313532-EC46-4C3D-97BC-EE88FF8776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4526" y="3689192"/>
                  <a:ext cx="1051378" cy="442301"/>
                </a:xfrm>
                <a:prstGeom prst="rect">
                  <a:avLst/>
                </a:prstGeom>
                <a:blipFill>
                  <a:blip r:embed="rId15"/>
                  <a:stretch>
                    <a:fillRect b="-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4" name="文字方塊 393">
                  <a:extLst>
                    <a:ext uri="{FF2B5EF4-FFF2-40B4-BE49-F238E27FC236}">
                      <a16:creationId xmlns:a16="http://schemas.microsoft.com/office/drawing/2014/main" id="{1DB09AEC-BE03-4F1C-8381-08E77C3B3B58}"/>
                    </a:ext>
                  </a:extLst>
                </p:cNvPr>
                <p:cNvSpPr txBox="1"/>
                <p:nvPr/>
              </p:nvSpPr>
              <p:spPr>
                <a:xfrm>
                  <a:off x="10044526" y="4187335"/>
                  <a:ext cx="1166794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 sz="1200"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94" name="文字方塊 393">
                  <a:extLst>
                    <a:ext uri="{FF2B5EF4-FFF2-40B4-BE49-F238E27FC236}">
                      <a16:creationId xmlns:a16="http://schemas.microsoft.com/office/drawing/2014/main" id="{1DB09AEC-BE03-4F1C-8381-08E77C3B3B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4526" y="4187335"/>
                  <a:ext cx="1166794" cy="442301"/>
                </a:xfrm>
                <a:prstGeom prst="rect">
                  <a:avLst/>
                </a:prstGeom>
                <a:blipFill>
                  <a:blip r:embed="rId16"/>
                  <a:stretch>
                    <a:fillRect b="-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7" name="箭號: 五邊形 326">
              <a:extLst>
                <a:ext uri="{FF2B5EF4-FFF2-40B4-BE49-F238E27FC236}">
                  <a16:creationId xmlns:a16="http://schemas.microsoft.com/office/drawing/2014/main" id="{28BEB89F-4DD1-4E2F-9491-23BEACCF4984}"/>
                </a:ext>
              </a:extLst>
            </p:cNvPr>
            <p:cNvSpPr/>
            <p:nvPr/>
          </p:nvSpPr>
          <p:spPr>
            <a:xfrm>
              <a:off x="7318352" y="29094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28" name="箭號: 五邊形 327">
              <a:extLst>
                <a:ext uri="{FF2B5EF4-FFF2-40B4-BE49-F238E27FC236}">
                  <a16:creationId xmlns:a16="http://schemas.microsoft.com/office/drawing/2014/main" id="{628BC40B-C20E-4568-BB28-5C8D82EA4387}"/>
                </a:ext>
              </a:extLst>
            </p:cNvPr>
            <p:cNvSpPr/>
            <p:nvPr/>
          </p:nvSpPr>
          <p:spPr>
            <a:xfrm>
              <a:off x="7318352" y="30618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29" name="箭號: 五邊形 328">
              <a:extLst>
                <a:ext uri="{FF2B5EF4-FFF2-40B4-BE49-F238E27FC236}">
                  <a16:creationId xmlns:a16="http://schemas.microsoft.com/office/drawing/2014/main" id="{712BF7A6-69DE-4356-8367-D2B8978D0163}"/>
                </a:ext>
              </a:extLst>
            </p:cNvPr>
            <p:cNvSpPr/>
            <p:nvPr/>
          </p:nvSpPr>
          <p:spPr>
            <a:xfrm>
              <a:off x="7318352" y="32142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30" name="矩形 178">
              <a:extLst>
                <a:ext uri="{FF2B5EF4-FFF2-40B4-BE49-F238E27FC236}">
                  <a16:creationId xmlns:a16="http://schemas.microsoft.com/office/drawing/2014/main" id="{C5E0612A-87C8-4102-A8F8-BBE2EA7B52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17531" y="32103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31" name="矩形 178">
              <a:extLst>
                <a:ext uri="{FF2B5EF4-FFF2-40B4-BE49-F238E27FC236}">
                  <a16:creationId xmlns:a16="http://schemas.microsoft.com/office/drawing/2014/main" id="{BCCFFA13-1170-4500-BEEA-AD7CDD101A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09196" y="3210345"/>
              <a:ext cx="149157" cy="137021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32" name="箭號: 五邊形 331">
              <a:extLst>
                <a:ext uri="{FF2B5EF4-FFF2-40B4-BE49-F238E27FC236}">
                  <a16:creationId xmlns:a16="http://schemas.microsoft.com/office/drawing/2014/main" id="{98F16301-06F0-47CE-9236-C6A49B3B3104}"/>
                </a:ext>
              </a:extLst>
            </p:cNvPr>
            <p:cNvSpPr/>
            <p:nvPr/>
          </p:nvSpPr>
          <p:spPr>
            <a:xfrm>
              <a:off x="7318352" y="33666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33" name="矩形 178">
              <a:extLst>
                <a:ext uri="{FF2B5EF4-FFF2-40B4-BE49-F238E27FC236}">
                  <a16:creationId xmlns:a16="http://schemas.microsoft.com/office/drawing/2014/main" id="{5D4E1A04-524F-4D81-84DE-E1780DD60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17531" y="33627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34" name="矩形 178">
              <a:extLst>
                <a:ext uri="{FF2B5EF4-FFF2-40B4-BE49-F238E27FC236}">
                  <a16:creationId xmlns:a16="http://schemas.microsoft.com/office/drawing/2014/main" id="{DD9B2582-534D-4476-B6EC-9ECBD6F463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09196" y="3362745"/>
              <a:ext cx="149157" cy="137021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35" name="箭號: 五邊形 334">
              <a:extLst>
                <a:ext uri="{FF2B5EF4-FFF2-40B4-BE49-F238E27FC236}">
                  <a16:creationId xmlns:a16="http://schemas.microsoft.com/office/drawing/2014/main" id="{D009C904-0980-45B5-8F83-4695A909AC64}"/>
                </a:ext>
              </a:extLst>
            </p:cNvPr>
            <p:cNvSpPr/>
            <p:nvPr/>
          </p:nvSpPr>
          <p:spPr>
            <a:xfrm>
              <a:off x="7318352" y="3519090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36" name="矩形 178">
              <a:extLst>
                <a:ext uri="{FF2B5EF4-FFF2-40B4-BE49-F238E27FC236}">
                  <a16:creationId xmlns:a16="http://schemas.microsoft.com/office/drawing/2014/main" id="{753243E0-E587-453E-B067-E3586BFF0C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17531" y="3515145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337" name="矩形 178">
              <a:extLst>
                <a:ext uri="{FF2B5EF4-FFF2-40B4-BE49-F238E27FC236}">
                  <a16:creationId xmlns:a16="http://schemas.microsoft.com/office/drawing/2014/main" id="{11B54F4A-3D60-4BA5-8AFC-1BAA8B445F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09196" y="3515145"/>
              <a:ext cx="149157" cy="137021"/>
            </a:xfrm>
            <a:prstGeom prst="rect">
              <a:avLst/>
            </a:prstGeom>
            <a:solidFill>
              <a:srgbClr val="FFC0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343" name="箭號: 五邊形 342">
              <a:extLst>
                <a:ext uri="{FF2B5EF4-FFF2-40B4-BE49-F238E27FC236}">
                  <a16:creationId xmlns:a16="http://schemas.microsoft.com/office/drawing/2014/main" id="{1651FCC9-B0B9-4FE0-86D3-3A02271A4EDE}"/>
                </a:ext>
              </a:extLst>
            </p:cNvPr>
            <p:cNvSpPr/>
            <p:nvPr/>
          </p:nvSpPr>
          <p:spPr>
            <a:xfrm>
              <a:off x="7318352" y="2759323"/>
              <a:ext cx="2228349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345" name="矩形 178">
              <a:extLst>
                <a:ext uri="{FF2B5EF4-FFF2-40B4-BE49-F238E27FC236}">
                  <a16:creationId xmlns:a16="http://schemas.microsoft.com/office/drawing/2014/main" id="{C1F4C00A-B3AE-41E8-8310-778AD5D747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18729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6" name="矩形 178">
              <a:extLst>
                <a:ext uri="{FF2B5EF4-FFF2-40B4-BE49-F238E27FC236}">
                  <a16:creationId xmlns:a16="http://schemas.microsoft.com/office/drawing/2014/main" id="{14F9BFAE-53D6-4A2C-8A8C-B20F18BA89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14586" y="2755048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T</a:t>
              </a:r>
              <a:endParaRPr lang="zh-TW" altLang="en-US" sz="1050" dirty="0">
                <a:noFill/>
              </a:endParaRPr>
            </a:p>
          </p:txBody>
        </p:sp>
        <p:sp>
          <p:nvSpPr>
            <p:cNvPr id="347" name="矩形 178">
              <a:extLst>
                <a:ext uri="{FF2B5EF4-FFF2-40B4-BE49-F238E27FC236}">
                  <a16:creationId xmlns:a16="http://schemas.microsoft.com/office/drawing/2014/main" id="{DC38C307-F67B-45E8-A48A-E5881DCFDB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09195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noFill/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48" name="矩形 178">
              <a:extLst>
                <a:ext uri="{FF2B5EF4-FFF2-40B4-BE49-F238E27FC236}">
                  <a16:creationId xmlns:a16="http://schemas.microsoft.com/office/drawing/2014/main" id="{3DCC1C61-DAF4-4AD6-A3D8-957DC59704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09296" y="2755974"/>
              <a:ext cx="149158" cy="137021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noFill/>
                </a:rPr>
                <a:t>G</a:t>
              </a:r>
              <a:endParaRPr lang="zh-TW" altLang="en-US" sz="1050" dirty="0">
                <a:noFill/>
              </a:endParaRPr>
            </a:p>
          </p:txBody>
        </p:sp>
        <p:cxnSp>
          <p:nvCxnSpPr>
            <p:cNvPr id="378" name="接點: 弧形 377">
              <a:extLst>
                <a:ext uri="{FF2B5EF4-FFF2-40B4-BE49-F238E27FC236}">
                  <a16:creationId xmlns:a16="http://schemas.microsoft.com/office/drawing/2014/main" id="{A85F18B6-06E8-42E3-BF94-12CD1547EB1A}"/>
                </a:ext>
              </a:extLst>
            </p:cNvPr>
            <p:cNvCxnSpPr>
              <a:cxnSpLocks/>
              <a:stCxn id="330" idx="0"/>
              <a:endCxn id="331" idx="0"/>
            </p:cNvCxnSpPr>
            <p:nvPr/>
          </p:nvCxnSpPr>
          <p:spPr>
            <a:xfrm rot="5400000" flipH="1" flipV="1">
              <a:off x="8687942" y="2914513"/>
              <a:ext cx="12700" cy="591665"/>
            </a:xfrm>
            <a:prstGeom prst="curvedConnector3">
              <a:avLst>
                <a:gd name="adj1" fmla="val 1800000"/>
              </a:avLst>
            </a:prstGeom>
            <a:ln w="1270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0" name="文字方塊 379">
                  <a:extLst>
                    <a:ext uri="{FF2B5EF4-FFF2-40B4-BE49-F238E27FC236}">
                      <a16:creationId xmlns:a16="http://schemas.microsoft.com/office/drawing/2014/main" id="{22744E8D-CE3E-4EEC-84BB-D5226CB1B7C5}"/>
                    </a:ext>
                  </a:extLst>
                </p:cNvPr>
                <p:cNvSpPr txBox="1"/>
                <p:nvPr/>
              </p:nvSpPr>
              <p:spPr>
                <a:xfrm>
                  <a:off x="8227226" y="2393467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80" name="文字方塊 379">
                  <a:extLst>
                    <a:ext uri="{FF2B5EF4-FFF2-40B4-BE49-F238E27FC236}">
                      <a16:creationId xmlns:a16="http://schemas.microsoft.com/office/drawing/2014/main" id="{22744E8D-CE3E-4EEC-84BB-D5226CB1B7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7226" y="2393467"/>
                  <a:ext cx="33433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1" name="文字方塊 380">
                  <a:extLst>
                    <a:ext uri="{FF2B5EF4-FFF2-40B4-BE49-F238E27FC236}">
                      <a16:creationId xmlns:a16="http://schemas.microsoft.com/office/drawing/2014/main" id="{522EDB00-DD58-49B5-9185-A0C09F1C18B5}"/>
                    </a:ext>
                  </a:extLst>
                </p:cNvPr>
                <p:cNvSpPr txBox="1"/>
                <p:nvPr/>
              </p:nvSpPr>
              <p:spPr>
                <a:xfrm>
                  <a:off x="8826608" y="2386393"/>
                  <a:ext cx="33433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81" name="文字方塊 380">
                  <a:extLst>
                    <a:ext uri="{FF2B5EF4-FFF2-40B4-BE49-F238E27FC236}">
                      <a16:creationId xmlns:a16="http://schemas.microsoft.com/office/drawing/2014/main" id="{522EDB00-DD58-49B5-9185-A0C09F1C1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6608" y="2386393"/>
                  <a:ext cx="334335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9" name="文字方塊 388">
                  <a:extLst>
                    <a:ext uri="{FF2B5EF4-FFF2-40B4-BE49-F238E27FC236}">
                      <a16:creationId xmlns:a16="http://schemas.microsoft.com/office/drawing/2014/main" id="{1A469CF2-0EED-470C-9C1C-A65F70E38A93}"/>
                    </a:ext>
                  </a:extLst>
                </p:cNvPr>
                <p:cNvSpPr txBox="1"/>
                <p:nvPr/>
              </p:nvSpPr>
              <p:spPr>
                <a:xfrm>
                  <a:off x="7678496" y="3689192"/>
                  <a:ext cx="1051378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1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altLang="zh-TW" sz="12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89" name="文字方塊 388">
                  <a:extLst>
                    <a:ext uri="{FF2B5EF4-FFF2-40B4-BE49-F238E27FC236}">
                      <a16:creationId xmlns:a16="http://schemas.microsoft.com/office/drawing/2014/main" id="{1A469CF2-0EED-470C-9C1C-A65F70E38A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496" y="3689192"/>
                  <a:ext cx="1051378" cy="442301"/>
                </a:xfrm>
                <a:prstGeom prst="rect">
                  <a:avLst/>
                </a:prstGeom>
                <a:blipFill>
                  <a:blip r:embed="rId15"/>
                  <a:stretch>
                    <a:fillRect b="-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0" name="文字方塊 389">
                  <a:extLst>
                    <a:ext uri="{FF2B5EF4-FFF2-40B4-BE49-F238E27FC236}">
                      <a16:creationId xmlns:a16="http://schemas.microsoft.com/office/drawing/2014/main" id="{1DCB67CA-C30E-4E0E-BA6E-5E786ED0A782}"/>
                    </a:ext>
                  </a:extLst>
                </p:cNvPr>
                <p:cNvSpPr txBox="1"/>
                <p:nvPr/>
              </p:nvSpPr>
              <p:spPr>
                <a:xfrm>
                  <a:off x="7678496" y="4187335"/>
                  <a:ext cx="1051378" cy="442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200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zh-TW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sz="1200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zh-TW" altLang="en-US" sz="120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sz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TW" altLang="en-US" sz="1200" dirty="0"/>
                </a:p>
              </p:txBody>
            </p:sp>
          </mc:Choice>
          <mc:Fallback xmlns="">
            <p:sp>
              <p:nvSpPr>
                <p:cNvPr id="390" name="文字方塊 389">
                  <a:extLst>
                    <a:ext uri="{FF2B5EF4-FFF2-40B4-BE49-F238E27FC236}">
                      <a16:creationId xmlns:a16="http://schemas.microsoft.com/office/drawing/2014/main" id="{1DCB67CA-C30E-4E0E-BA6E-5E786ED0A7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496" y="4187335"/>
                  <a:ext cx="1051378" cy="442301"/>
                </a:xfrm>
                <a:prstGeom prst="rect">
                  <a:avLst/>
                </a:prstGeom>
                <a:blipFill>
                  <a:blip r:embed="rId15"/>
                  <a:stretch>
                    <a:fillRect b="-13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1" name="文字方塊 390">
              <a:extLst>
                <a:ext uri="{FF2B5EF4-FFF2-40B4-BE49-F238E27FC236}">
                  <a16:creationId xmlns:a16="http://schemas.microsoft.com/office/drawing/2014/main" id="{7634DE13-C6A7-4582-81E3-BFFB633F9F5B}"/>
                </a:ext>
              </a:extLst>
            </p:cNvPr>
            <p:cNvSpPr txBox="1"/>
            <p:nvPr/>
          </p:nvSpPr>
          <p:spPr>
            <a:xfrm>
              <a:off x="8931851" y="372567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  <p:sp>
          <p:nvSpPr>
            <p:cNvPr id="392" name="文字方塊 391">
              <a:extLst>
                <a:ext uri="{FF2B5EF4-FFF2-40B4-BE49-F238E27FC236}">
                  <a16:creationId xmlns:a16="http://schemas.microsoft.com/office/drawing/2014/main" id="{A20DE10D-6AA8-4291-B868-B22C738B7C94}"/>
                </a:ext>
              </a:extLst>
            </p:cNvPr>
            <p:cNvSpPr txBox="1"/>
            <p:nvPr/>
          </p:nvSpPr>
          <p:spPr>
            <a:xfrm>
              <a:off x="8931851" y="422381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○</a:t>
              </a:r>
            </a:p>
          </p:txBody>
        </p:sp>
      </p:grpSp>
      <p:cxnSp>
        <p:nvCxnSpPr>
          <p:cNvPr id="406" name="直線接點 405">
            <a:extLst>
              <a:ext uri="{FF2B5EF4-FFF2-40B4-BE49-F238E27FC236}">
                <a16:creationId xmlns:a16="http://schemas.microsoft.com/office/drawing/2014/main" id="{BE3C05E0-BFB6-4BFE-BF51-C0E52B4E23E3}"/>
              </a:ext>
            </a:extLst>
          </p:cNvPr>
          <p:cNvCxnSpPr>
            <a:cxnSpLocks/>
          </p:cNvCxnSpPr>
          <p:nvPr/>
        </p:nvCxnSpPr>
        <p:spPr>
          <a:xfrm flipV="1">
            <a:off x="6806786" y="1062898"/>
            <a:ext cx="0" cy="154782"/>
          </a:xfrm>
          <a:prstGeom prst="line">
            <a:avLst/>
          </a:prstGeom>
          <a:ln>
            <a:solidFill>
              <a:srgbClr val="7F7F7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8" name="直線單箭頭接點 407">
            <a:extLst>
              <a:ext uri="{FF2B5EF4-FFF2-40B4-BE49-F238E27FC236}">
                <a16:creationId xmlns:a16="http://schemas.microsoft.com/office/drawing/2014/main" id="{C3238E0C-3BDE-4090-8F2B-C18712B67FDF}"/>
              </a:ext>
            </a:extLst>
          </p:cNvPr>
          <p:cNvCxnSpPr>
            <a:cxnSpLocks/>
          </p:cNvCxnSpPr>
          <p:nvPr/>
        </p:nvCxnSpPr>
        <p:spPr>
          <a:xfrm>
            <a:off x="6806786" y="1140289"/>
            <a:ext cx="1150838" cy="0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1" name="直線單箭頭接點 410">
            <a:extLst>
              <a:ext uri="{FF2B5EF4-FFF2-40B4-BE49-F238E27FC236}">
                <a16:creationId xmlns:a16="http://schemas.microsoft.com/office/drawing/2014/main" id="{6179C8CF-C01D-478E-96FD-2DD077AA37E4}"/>
              </a:ext>
            </a:extLst>
          </p:cNvPr>
          <p:cNvCxnSpPr>
            <a:cxnSpLocks/>
          </p:cNvCxnSpPr>
          <p:nvPr/>
        </p:nvCxnSpPr>
        <p:spPr>
          <a:xfrm flipH="1">
            <a:off x="5655948" y="1140289"/>
            <a:ext cx="1150838" cy="0"/>
          </a:xfrm>
          <a:prstGeom prst="straightConnector1">
            <a:avLst/>
          </a:prstGeom>
          <a:ln>
            <a:solidFill>
              <a:srgbClr val="7F7F7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3" name="箭號: 向下 402">
            <a:extLst>
              <a:ext uri="{FF2B5EF4-FFF2-40B4-BE49-F238E27FC236}">
                <a16:creationId xmlns:a16="http://schemas.microsoft.com/office/drawing/2014/main" id="{0CF52CF1-86EC-4728-A41F-2EF1C93F9F75}"/>
              </a:ext>
            </a:extLst>
          </p:cNvPr>
          <p:cNvSpPr/>
          <p:nvPr/>
        </p:nvSpPr>
        <p:spPr>
          <a:xfrm>
            <a:off x="6656497" y="923450"/>
            <a:ext cx="293072" cy="299344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2" name="接點: 弧形 421">
            <a:extLst>
              <a:ext uri="{FF2B5EF4-FFF2-40B4-BE49-F238E27FC236}">
                <a16:creationId xmlns:a16="http://schemas.microsoft.com/office/drawing/2014/main" id="{6BE8F75F-087C-4389-A4CA-42EDBB6E94C4}"/>
              </a:ext>
            </a:extLst>
          </p:cNvPr>
          <p:cNvCxnSpPr>
            <a:cxnSpLocks/>
            <a:stCxn id="494" idx="0"/>
            <a:endCxn id="496" idx="0"/>
          </p:cNvCxnSpPr>
          <p:nvPr/>
        </p:nvCxnSpPr>
        <p:spPr>
          <a:xfrm rot="16200000" flipH="1">
            <a:off x="7296004" y="1061359"/>
            <a:ext cx="3249" cy="989192"/>
          </a:xfrm>
          <a:prstGeom prst="curvedConnector3">
            <a:avLst>
              <a:gd name="adj1" fmla="val -7036011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接點: 弧形 422">
            <a:extLst>
              <a:ext uri="{FF2B5EF4-FFF2-40B4-BE49-F238E27FC236}">
                <a16:creationId xmlns:a16="http://schemas.microsoft.com/office/drawing/2014/main" id="{8D3975F0-36F4-41AA-BA7D-C588096D559B}"/>
              </a:ext>
            </a:extLst>
          </p:cNvPr>
          <p:cNvCxnSpPr>
            <a:cxnSpLocks/>
            <a:endCxn id="508" idx="0"/>
          </p:cNvCxnSpPr>
          <p:nvPr/>
        </p:nvCxnSpPr>
        <p:spPr>
          <a:xfrm rot="5400000" flipH="1" flipV="1">
            <a:off x="7098865" y="1259095"/>
            <a:ext cx="12700" cy="591664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4" name="接點: 弧形 423">
            <a:extLst>
              <a:ext uri="{FF2B5EF4-FFF2-40B4-BE49-F238E27FC236}">
                <a16:creationId xmlns:a16="http://schemas.microsoft.com/office/drawing/2014/main" id="{041F0689-A487-425C-A6DC-C775313CA8E9}"/>
              </a:ext>
            </a:extLst>
          </p:cNvPr>
          <p:cNvCxnSpPr>
            <a:cxnSpLocks/>
            <a:endCxn id="506" idx="0"/>
          </p:cNvCxnSpPr>
          <p:nvPr/>
        </p:nvCxnSpPr>
        <p:spPr>
          <a:xfrm rot="5400000" flipH="1" flipV="1">
            <a:off x="6903674" y="1453360"/>
            <a:ext cx="926" cy="202208"/>
          </a:xfrm>
          <a:prstGeom prst="curvedConnector3">
            <a:avLst>
              <a:gd name="adj1" fmla="val 24786825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5" name="接點: 弧形 424">
            <a:extLst>
              <a:ext uri="{FF2B5EF4-FFF2-40B4-BE49-F238E27FC236}">
                <a16:creationId xmlns:a16="http://schemas.microsoft.com/office/drawing/2014/main" id="{88B1F7EA-76E4-4A3C-974D-A2CB6580F459}"/>
              </a:ext>
            </a:extLst>
          </p:cNvPr>
          <p:cNvCxnSpPr>
            <a:cxnSpLocks/>
            <a:stCxn id="494" idx="0"/>
            <a:endCxn id="507" idx="0"/>
          </p:cNvCxnSpPr>
          <p:nvPr/>
        </p:nvCxnSpPr>
        <p:spPr>
          <a:xfrm rot="5400000" flipH="1" flipV="1">
            <a:off x="7001395" y="1355639"/>
            <a:ext cx="330" cy="397055"/>
          </a:xfrm>
          <a:prstGeom prst="curvedConnector3">
            <a:avLst>
              <a:gd name="adj1" fmla="val 69372727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" name="接點: 弧形 425">
            <a:extLst>
              <a:ext uri="{FF2B5EF4-FFF2-40B4-BE49-F238E27FC236}">
                <a16:creationId xmlns:a16="http://schemas.microsoft.com/office/drawing/2014/main" id="{CDF3184B-21EC-4334-A9B3-61BF42A46BA8}"/>
              </a:ext>
            </a:extLst>
          </p:cNvPr>
          <p:cNvCxnSpPr>
            <a:cxnSpLocks/>
            <a:endCxn id="509" idx="0"/>
          </p:cNvCxnSpPr>
          <p:nvPr/>
        </p:nvCxnSpPr>
        <p:spPr>
          <a:xfrm rot="5400000" flipH="1" flipV="1">
            <a:off x="7198915" y="1159045"/>
            <a:ext cx="12700" cy="791765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接點: 弧形 427">
            <a:extLst>
              <a:ext uri="{FF2B5EF4-FFF2-40B4-BE49-F238E27FC236}">
                <a16:creationId xmlns:a16="http://schemas.microsoft.com/office/drawing/2014/main" id="{BF98AC2B-46CB-48F2-886C-072DC4567888}"/>
              </a:ext>
            </a:extLst>
          </p:cNvPr>
          <p:cNvCxnSpPr>
            <a:cxnSpLocks/>
            <a:endCxn id="497" idx="0"/>
          </p:cNvCxnSpPr>
          <p:nvPr/>
        </p:nvCxnSpPr>
        <p:spPr>
          <a:xfrm rot="16200000" flipV="1">
            <a:off x="6303444" y="1055337"/>
            <a:ext cx="12700" cy="999179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0" name="接點: 弧形 429">
            <a:extLst>
              <a:ext uri="{FF2B5EF4-FFF2-40B4-BE49-F238E27FC236}">
                <a16:creationId xmlns:a16="http://schemas.microsoft.com/office/drawing/2014/main" id="{02A5161F-2CFB-4B6B-9967-23FC1C22E6E5}"/>
              </a:ext>
            </a:extLst>
          </p:cNvPr>
          <p:cNvCxnSpPr>
            <a:cxnSpLocks/>
            <a:endCxn id="499" idx="0"/>
          </p:cNvCxnSpPr>
          <p:nvPr/>
        </p:nvCxnSpPr>
        <p:spPr>
          <a:xfrm rot="16200000" flipV="1">
            <a:off x="6503541" y="1255435"/>
            <a:ext cx="12700" cy="598984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0" name="接點: 弧形 439">
            <a:extLst>
              <a:ext uri="{FF2B5EF4-FFF2-40B4-BE49-F238E27FC236}">
                <a16:creationId xmlns:a16="http://schemas.microsoft.com/office/drawing/2014/main" id="{326CE702-5BE9-45C0-9DB1-AA8DA06A10CD}"/>
              </a:ext>
            </a:extLst>
          </p:cNvPr>
          <p:cNvCxnSpPr>
            <a:cxnSpLocks/>
            <a:endCxn id="505" idx="0"/>
          </p:cNvCxnSpPr>
          <p:nvPr/>
        </p:nvCxnSpPr>
        <p:spPr>
          <a:xfrm rot="16200000" flipV="1">
            <a:off x="6703632" y="1455526"/>
            <a:ext cx="12700" cy="198802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1" name="接點: 弧形 440">
            <a:extLst>
              <a:ext uri="{FF2B5EF4-FFF2-40B4-BE49-F238E27FC236}">
                <a16:creationId xmlns:a16="http://schemas.microsoft.com/office/drawing/2014/main" id="{E2DF8962-C9D7-4210-82DD-6F336D91B9BC}"/>
              </a:ext>
            </a:extLst>
          </p:cNvPr>
          <p:cNvCxnSpPr>
            <a:cxnSpLocks/>
            <a:endCxn id="502" idx="0"/>
          </p:cNvCxnSpPr>
          <p:nvPr/>
        </p:nvCxnSpPr>
        <p:spPr>
          <a:xfrm rot="16200000" flipV="1">
            <a:off x="6603592" y="1355485"/>
            <a:ext cx="12700" cy="398883"/>
          </a:xfrm>
          <a:prstGeom prst="curvedConnector3">
            <a:avLst>
              <a:gd name="adj1" fmla="val 1800000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2" name="接點: 弧形 441">
            <a:extLst>
              <a:ext uri="{FF2B5EF4-FFF2-40B4-BE49-F238E27FC236}">
                <a16:creationId xmlns:a16="http://schemas.microsoft.com/office/drawing/2014/main" id="{EF78DD94-720D-4018-AFB0-218B09D77B21}"/>
              </a:ext>
            </a:extLst>
          </p:cNvPr>
          <p:cNvCxnSpPr>
            <a:cxnSpLocks/>
            <a:stCxn id="494" idx="0"/>
            <a:endCxn id="498" idx="0"/>
          </p:cNvCxnSpPr>
          <p:nvPr/>
        </p:nvCxnSpPr>
        <p:spPr>
          <a:xfrm rot="16200000" flipH="1" flipV="1">
            <a:off x="6403195" y="1155088"/>
            <a:ext cx="596" cy="799081"/>
          </a:xfrm>
          <a:prstGeom prst="curvedConnector3">
            <a:avLst>
              <a:gd name="adj1" fmla="val -38355705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3" name="箭號: 五邊形 442">
            <a:extLst>
              <a:ext uri="{FF2B5EF4-FFF2-40B4-BE49-F238E27FC236}">
                <a16:creationId xmlns:a16="http://schemas.microsoft.com/office/drawing/2014/main" id="{22C7A210-C051-4A8F-B6A2-A56F9D5738B5}"/>
              </a:ext>
            </a:extLst>
          </p:cNvPr>
          <p:cNvSpPr/>
          <p:nvPr/>
        </p:nvSpPr>
        <p:spPr>
          <a:xfrm>
            <a:off x="5729275" y="1708443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44" name="矩形 178">
            <a:extLst>
              <a:ext uri="{FF2B5EF4-FFF2-40B4-BE49-F238E27FC236}">
                <a16:creationId xmlns:a16="http://schemas.microsoft.com/office/drawing/2014/main" id="{655853DA-F67D-4C93-AF19-3B90365A4571}"/>
              </a:ext>
            </a:extLst>
          </p:cNvPr>
          <p:cNvSpPr>
            <a:spLocks noChangeAspect="1"/>
          </p:cNvSpPr>
          <p:nvPr/>
        </p:nvSpPr>
        <p:spPr>
          <a:xfrm>
            <a:off x="6728454" y="170449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5" name="箭號: 五邊形 444">
            <a:extLst>
              <a:ext uri="{FF2B5EF4-FFF2-40B4-BE49-F238E27FC236}">
                <a16:creationId xmlns:a16="http://schemas.microsoft.com/office/drawing/2014/main" id="{4F9C7579-7064-4037-9639-D61A5DA57E85}"/>
              </a:ext>
            </a:extLst>
          </p:cNvPr>
          <p:cNvSpPr/>
          <p:nvPr/>
        </p:nvSpPr>
        <p:spPr>
          <a:xfrm>
            <a:off x="5729275" y="1860843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46" name="矩形 178">
            <a:extLst>
              <a:ext uri="{FF2B5EF4-FFF2-40B4-BE49-F238E27FC236}">
                <a16:creationId xmlns:a16="http://schemas.microsoft.com/office/drawing/2014/main" id="{1A2A5C52-5491-4577-B75F-F19FCD128F7A}"/>
              </a:ext>
            </a:extLst>
          </p:cNvPr>
          <p:cNvSpPr>
            <a:spLocks noChangeAspect="1"/>
          </p:cNvSpPr>
          <p:nvPr/>
        </p:nvSpPr>
        <p:spPr>
          <a:xfrm>
            <a:off x="6728454" y="185689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7" name="箭號: 五邊形 446">
            <a:extLst>
              <a:ext uri="{FF2B5EF4-FFF2-40B4-BE49-F238E27FC236}">
                <a16:creationId xmlns:a16="http://schemas.microsoft.com/office/drawing/2014/main" id="{E2643ED3-DCFF-42D8-AC73-050A59FCB40C}"/>
              </a:ext>
            </a:extLst>
          </p:cNvPr>
          <p:cNvSpPr/>
          <p:nvPr/>
        </p:nvSpPr>
        <p:spPr>
          <a:xfrm>
            <a:off x="5729275" y="2013243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48" name="矩形 178">
            <a:extLst>
              <a:ext uri="{FF2B5EF4-FFF2-40B4-BE49-F238E27FC236}">
                <a16:creationId xmlns:a16="http://schemas.microsoft.com/office/drawing/2014/main" id="{A2C7EB04-DED2-425C-A04C-4309D2F979C4}"/>
              </a:ext>
            </a:extLst>
          </p:cNvPr>
          <p:cNvSpPr>
            <a:spLocks noChangeAspect="1"/>
          </p:cNvSpPr>
          <p:nvPr/>
        </p:nvSpPr>
        <p:spPr>
          <a:xfrm>
            <a:off x="5929373" y="200929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9" name="矩形 178">
            <a:extLst>
              <a:ext uri="{FF2B5EF4-FFF2-40B4-BE49-F238E27FC236}">
                <a16:creationId xmlns:a16="http://schemas.microsoft.com/office/drawing/2014/main" id="{AC1D9161-CAF7-4C8F-B879-242E712E523E}"/>
              </a:ext>
            </a:extLst>
          </p:cNvPr>
          <p:cNvSpPr>
            <a:spLocks noChangeAspect="1"/>
          </p:cNvSpPr>
          <p:nvPr/>
        </p:nvSpPr>
        <p:spPr>
          <a:xfrm>
            <a:off x="6329571" y="200929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0" name="矩形 178">
            <a:extLst>
              <a:ext uri="{FF2B5EF4-FFF2-40B4-BE49-F238E27FC236}">
                <a16:creationId xmlns:a16="http://schemas.microsoft.com/office/drawing/2014/main" id="{5CAE1ABB-DAFA-408E-ABE1-8C70B7EAB3AB}"/>
              </a:ext>
            </a:extLst>
          </p:cNvPr>
          <p:cNvSpPr>
            <a:spLocks noChangeAspect="1"/>
          </p:cNvSpPr>
          <p:nvPr/>
        </p:nvSpPr>
        <p:spPr>
          <a:xfrm>
            <a:off x="6728454" y="2009298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T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52" name="矩形 178">
            <a:extLst>
              <a:ext uri="{FF2B5EF4-FFF2-40B4-BE49-F238E27FC236}">
                <a16:creationId xmlns:a16="http://schemas.microsoft.com/office/drawing/2014/main" id="{91372156-2282-4C3C-96A0-F4EF25B47918}"/>
              </a:ext>
            </a:extLst>
          </p:cNvPr>
          <p:cNvSpPr>
            <a:spLocks noChangeAspect="1"/>
          </p:cNvSpPr>
          <p:nvPr/>
        </p:nvSpPr>
        <p:spPr>
          <a:xfrm>
            <a:off x="7320119" y="2009298"/>
            <a:ext cx="149157" cy="13702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53" name="箭號: 五邊形 452">
            <a:extLst>
              <a:ext uri="{FF2B5EF4-FFF2-40B4-BE49-F238E27FC236}">
                <a16:creationId xmlns:a16="http://schemas.microsoft.com/office/drawing/2014/main" id="{708EE1CD-1273-4963-B0AB-18B178C97902}"/>
              </a:ext>
            </a:extLst>
          </p:cNvPr>
          <p:cNvSpPr/>
          <p:nvPr/>
        </p:nvSpPr>
        <p:spPr>
          <a:xfrm>
            <a:off x="5729275" y="2165643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54" name="矩形 178">
            <a:extLst>
              <a:ext uri="{FF2B5EF4-FFF2-40B4-BE49-F238E27FC236}">
                <a16:creationId xmlns:a16="http://schemas.microsoft.com/office/drawing/2014/main" id="{68E60E95-8B19-4DA3-AA6E-3DD7F8A0D76C}"/>
              </a:ext>
            </a:extLst>
          </p:cNvPr>
          <p:cNvSpPr>
            <a:spLocks noChangeAspect="1"/>
          </p:cNvSpPr>
          <p:nvPr/>
        </p:nvSpPr>
        <p:spPr>
          <a:xfrm>
            <a:off x="5929373" y="2161698"/>
            <a:ext cx="149158" cy="13702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55" name="矩形 178">
            <a:extLst>
              <a:ext uri="{FF2B5EF4-FFF2-40B4-BE49-F238E27FC236}">
                <a16:creationId xmlns:a16="http://schemas.microsoft.com/office/drawing/2014/main" id="{E93C2778-0332-444F-BEF7-06BB42AAFC19}"/>
              </a:ext>
            </a:extLst>
          </p:cNvPr>
          <p:cNvSpPr>
            <a:spLocks noChangeAspect="1"/>
          </p:cNvSpPr>
          <p:nvPr/>
        </p:nvSpPr>
        <p:spPr>
          <a:xfrm>
            <a:off x="6329571" y="2161698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7" name="矩形 178">
            <a:extLst>
              <a:ext uri="{FF2B5EF4-FFF2-40B4-BE49-F238E27FC236}">
                <a16:creationId xmlns:a16="http://schemas.microsoft.com/office/drawing/2014/main" id="{629A3338-FADC-4110-A8D4-3E44363519C7}"/>
              </a:ext>
            </a:extLst>
          </p:cNvPr>
          <p:cNvSpPr>
            <a:spLocks noChangeAspect="1"/>
          </p:cNvSpPr>
          <p:nvPr/>
        </p:nvSpPr>
        <p:spPr>
          <a:xfrm>
            <a:off x="6728454" y="2161698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T</a:t>
            </a:r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459" name="矩形 178">
            <a:extLst>
              <a:ext uri="{FF2B5EF4-FFF2-40B4-BE49-F238E27FC236}">
                <a16:creationId xmlns:a16="http://schemas.microsoft.com/office/drawing/2014/main" id="{B5994D9A-317A-44AB-B2B1-928F6D4CA1D9}"/>
              </a:ext>
            </a:extLst>
          </p:cNvPr>
          <p:cNvSpPr>
            <a:spLocks noChangeAspect="1"/>
          </p:cNvSpPr>
          <p:nvPr/>
        </p:nvSpPr>
        <p:spPr>
          <a:xfrm>
            <a:off x="7320119" y="2161698"/>
            <a:ext cx="149157" cy="13702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62" name="箭號: 五邊形 461">
            <a:extLst>
              <a:ext uri="{FF2B5EF4-FFF2-40B4-BE49-F238E27FC236}">
                <a16:creationId xmlns:a16="http://schemas.microsoft.com/office/drawing/2014/main" id="{B108A8D5-AF12-40FE-BB3B-9E5357C01EDE}"/>
              </a:ext>
            </a:extLst>
          </p:cNvPr>
          <p:cNvSpPr/>
          <p:nvPr/>
        </p:nvSpPr>
        <p:spPr>
          <a:xfrm>
            <a:off x="5729275" y="2318043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64" name="矩形 178">
            <a:extLst>
              <a:ext uri="{FF2B5EF4-FFF2-40B4-BE49-F238E27FC236}">
                <a16:creationId xmlns:a16="http://schemas.microsoft.com/office/drawing/2014/main" id="{E7CDC956-BC1B-4703-B0A0-654A496CA396}"/>
              </a:ext>
            </a:extLst>
          </p:cNvPr>
          <p:cNvSpPr>
            <a:spLocks noChangeAspect="1"/>
          </p:cNvSpPr>
          <p:nvPr/>
        </p:nvSpPr>
        <p:spPr>
          <a:xfrm>
            <a:off x="5929373" y="2314098"/>
            <a:ext cx="149158" cy="13702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67" name="矩形 178">
            <a:extLst>
              <a:ext uri="{FF2B5EF4-FFF2-40B4-BE49-F238E27FC236}">
                <a16:creationId xmlns:a16="http://schemas.microsoft.com/office/drawing/2014/main" id="{874D124B-E158-4D44-B830-9ABF564676D6}"/>
              </a:ext>
            </a:extLst>
          </p:cNvPr>
          <p:cNvSpPr>
            <a:spLocks noChangeAspect="1"/>
          </p:cNvSpPr>
          <p:nvPr/>
        </p:nvSpPr>
        <p:spPr>
          <a:xfrm>
            <a:off x="6329571" y="2314098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69" name="矩形 178">
            <a:extLst>
              <a:ext uri="{FF2B5EF4-FFF2-40B4-BE49-F238E27FC236}">
                <a16:creationId xmlns:a16="http://schemas.microsoft.com/office/drawing/2014/main" id="{8C9F4BAD-E218-4DB5-9217-C590E90D0EDA}"/>
              </a:ext>
            </a:extLst>
          </p:cNvPr>
          <p:cNvSpPr>
            <a:spLocks noChangeAspect="1"/>
          </p:cNvSpPr>
          <p:nvPr/>
        </p:nvSpPr>
        <p:spPr>
          <a:xfrm>
            <a:off x="6728454" y="2314098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T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72" name="矩形 178">
            <a:extLst>
              <a:ext uri="{FF2B5EF4-FFF2-40B4-BE49-F238E27FC236}">
                <a16:creationId xmlns:a16="http://schemas.microsoft.com/office/drawing/2014/main" id="{C7188972-A5CB-434D-9A38-5AB746EA0DE4}"/>
              </a:ext>
            </a:extLst>
          </p:cNvPr>
          <p:cNvSpPr>
            <a:spLocks noChangeAspect="1"/>
          </p:cNvSpPr>
          <p:nvPr/>
        </p:nvSpPr>
        <p:spPr>
          <a:xfrm>
            <a:off x="7320119" y="2314098"/>
            <a:ext cx="149157" cy="137021"/>
          </a:xfrm>
          <a:prstGeom prst="rect">
            <a:avLst/>
          </a:prstGeom>
          <a:solidFill>
            <a:srgbClr val="FFC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74" name="矩形 178">
            <a:extLst>
              <a:ext uri="{FF2B5EF4-FFF2-40B4-BE49-F238E27FC236}">
                <a16:creationId xmlns:a16="http://schemas.microsoft.com/office/drawing/2014/main" id="{612B3C24-ECF7-43D1-8B69-D69EED44434B}"/>
              </a:ext>
            </a:extLst>
          </p:cNvPr>
          <p:cNvSpPr>
            <a:spLocks noChangeAspect="1"/>
          </p:cNvSpPr>
          <p:nvPr/>
        </p:nvSpPr>
        <p:spPr>
          <a:xfrm>
            <a:off x="5150924" y="1704498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0" name="矩形 178">
            <a:extLst>
              <a:ext uri="{FF2B5EF4-FFF2-40B4-BE49-F238E27FC236}">
                <a16:creationId xmlns:a16="http://schemas.microsoft.com/office/drawing/2014/main" id="{09DA148B-DD23-4DBF-ABF0-1C3D6F9DA986}"/>
              </a:ext>
            </a:extLst>
          </p:cNvPr>
          <p:cNvSpPr>
            <a:spLocks noChangeAspect="1"/>
          </p:cNvSpPr>
          <p:nvPr/>
        </p:nvSpPr>
        <p:spPr>
          <a:xfrm>
            <a:off x="5150924" y="1856898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1" name="矩形 178">
            <a:extLst>
              <a:ext uri="{FF2B5EF4-FFF2-40B4-BE49-F238E27FC236}">
                <a16:creationId xmlns:a16="http://schemas.microsoft.com/office/drawing/2014/main" id="{FC7DF813-1D38-4906-9F5A-B32A337E2891}"/>
              </a:ext>
            </a:extLst>
          </p:cNvPr>
          <p:cNvSpPr>
            <a:spLocks noChangeAspect="1"/>
          </p:cNvSpPr>
          <p:nvPr/>
        </p:nvSpPr>
        <p:spPr>
          <a:xfrm>
            <a:off x="5150924" y="2009298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2" name="矩形 178">
            <a:extLst>
              <a:ext uri="{FF2B5EF4-FFF2-40B4-BE49-F238E27FC236}">
                <a16:creationId xmlns:a16="http://schemas.microsoft.com/office/drawing/2014/main" id="{4F38353E-8879-4E07-B3E8-FDE7A11A966C}"/>
              </a:ext>
            </a:extLst>
          </p:cNvPr>
          <p:cNvSpPr>
            <a:spLocks noChangeAspect="1"/>
          </p:cNvSpPr>
          <p:nvPr/>
        </p:nvSpPr>
        <p:spPr>
          <a:xfrm>
            <a:off x="5150924" y="2161698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3" name="矩形 178">
            <a:extLst>
              <a:ext uri="{FF2B5EF4-FFF2-40B4-BE49-F238E27FC236}">
                <a16:creationId xmlns:a16="http://schemas.microsoft.com/office/drawing/2014/main" id="{A593B05B-26CF-4182-857B-043B14223030}"/>
              </a:ext>
            </a:extLst>
          </p:cNvPr>
          <p:cNvSpPr>
            <a:spLocks noChangeAspect="1"/>
          </p:cNvSpPr>
          <p:nvPr/>
        </p:nvSpPr>
        <p:spPr>
          <a:xfrm>
            <a:off x="5150924" y="2314098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4" name="矩形 178">
            <a:extLst>
              <a:ext uri="{FF2B5EF4-FFF2-40B4-BE49-F238E27FC236}">
                <a16:creationId xmlns:a16="http://schemas.microsoft.com/office/drawing/2014/main" id="{BDC402D2-5503-4449-A178-9FF369545726}"/>
              </a:ext>
            </a:extLst>
          </p:cNvPr>
          <p:cNvSpPr>
            <a:spLocks noChangeAspect="1"/>
          </p:cNvSpPr>
          <p:nvPr/>
        </p:nvSpPr>
        <p:spPr>
          <a:xfrm>
            <a:off x="7717646" y="1707747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86" name="矩形 178">
            <a:extLst>
              <a:ext uri="{FF2B5EF4-FFF2-40B4-BE49-F238E27FC236}">
                <a16:creationId xmlns:a16="http://schemas.microsoft.com/office/drawing/2014/main" id="{F5C14611-A1E4-44CC-9AA5-A5EDADDE045F}"/>
              </a:ext>
            </a:extLst>
          </p:cNvPr>
          <p:cNvSpPr>
            <a:spLocks noChangeAspect="1"/>
          </p:cNvSpPr>
          <p:nvPr/>
        </p:nvSpPr>
        <p:spPr>
          <a:xfrm>
            <a:off x="7717646" y="1860147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88" name="矩形 178">
            <a:extLst>
              <a:ext uri="{FF2B5EF4-FFF2-40B4-BE49-F238E27FC236}">
                <a16:creationId xmlns:a16="http://schemas.microsoft.com/office/drawing/2014/main" id="{AAE41259-9E40-484E-8E73-212CC8F2C4BA}"/>
              </a:ext>
            </a:extLst>
          </p:cNvPr>
          <p:cNvSpPr>
            <a:spLocks noChangeAspect="1"/>
          </p:cNvSpPr>
          <p:nvPr/>
        </p:nvSpPr>
        <p:spPr>
          <a:xfrm>
            <a:off x="7717646" y="2012547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91" name="矩形 178">
            <a:extLst>
              <a:ext uri="{FF2B5EF4-FFF2-40B4-BE49-F238E27FC236}">
                <a16:creationId xmlns:a16="http://schemas.microsoft.com/office/drawing/2014/main" id="{CB60AE92-4165-4447-90A7-1FB591A14837}"/>
              </a:ext>
            </a:extLst>
          </p:cNvPr>
          <p:cNvSpPr>
            <a:spLocks noChangeAspect="1"/>
          </p:cNvSpPr>
          <p:nvPr/>
        </p:nvSpPr>
        <p:spPr>
          <a:xfrm>
            <a:off x="7717646" y="2164947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92" name="矩形 178">
            <a:extLst>
              <a:ext uri="{FF2B5EF4-FFF2-40B4-BE49-F238E27FC236}">
                <a16:creationId xmlns:a16="http://schemas.microsoft.com/office/drawing/2014/main" id="{62BB9426-8E39-41A1-B624-39AC5299E123}"/>
              </a:ext>
            </a:extLst>
          </p:cNvPr>
          <p:cNvSpPr>
            <a:spLocks noChangeAspect="1"/>
          </p:cNvSpPr>
          <p:nvPr/>
        </p:nvSpPr>
        <p:spPr>
          <a:xfrm>
            <a:off x="7717646" y="2317347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93" name="箭號: 五邊形 492">
            <a:extLst>
              <a:ext uri="{FF2B5EF4-FFF2-40B4-BE49-F238E27FC236}">
                <a16:creationId xmlns:a16="http://schemas.microsoft.com/office/drawing/2014/main" id="{1572CD69-3C66-44DB-BB5A-775B20B031AF}"/>
              </a:ext>
            </a:extLst>
          </p:cNvPr>
          <p:cNvSpPr/>
          <p:nvPr/>
        </p:nvSpPr>
        <p:spPr>
          <a:xfrm>
            <a:off x="5729275" y="1558276"/>
            <a:ext cx="222834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494" name="矩形 178">
            <a:extLst>
              <a:ext uri="{FF2B5EF4-FFF2-40B4-BE49-F238E27FC236}">
                <a16:creationId xmlns:a16="http://schemas.microsoft.com/office/drawing/2014/main" id="{1F4D6646-4513-454E-8B47-CBC928958EE6}"/>
              </a:ext>
            </a:extLst>
          </p:cNvPr>
          <p:cNvSpPr>
            <a:spLocks noChangeAspect="1"/>
          </p:cNvSpPr>
          <p:nvPr/>
        </p:nvSpPr>
        <p:spPr>
          <a:xfrm>
            <a:off x="6728454" y="1554331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5" name="矩形 178">
            <a:extLst>
              <a:ext uri="{FF2B5EF4-FFF2-40B4-BE49-F238E27FC236}">
                <a16:creationId xmlns:a16="http://schemas.microsoft.com/office/drawing/2014/main" id="{D8934F7A-DA4D-4922-9206-5B6257F636BC}"/>
              </a:ext>
            </a:extLst>
          </p:cNvPr>
          <p:cNvSpPr>
            <a:spLocks noChangeAspect="1"/>
          </p:cNvSpPr>
          <p:nvPr/>
        </p:nvSpPr>
        <p:spPr>
          <a:xfrm>
            <a:off x="5150924" y="1554331"/>
            <a:ext cx="55663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</a:t>
            </a:r>
            <a:r>
              <a:rPr lang="en-US" altLang="zh-TW" sz="1050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TW" altLang="en-US" sz="1050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6" name="矩形 178">
            <a:extLst>
              <a:ext uri="{FF2B5EF4-FFF2-40B4-BE49-F238E27FC236}">
                <a16:creationId xmlns:a16="http://schemas.microsoft.com/office/drawing/2014/main" id="{3DC3E87E-75AB-4270-895D-4E308FB5260D}"/>
              </a:ext>
            </a:extLst>
          </p:cNvPr>
          <p:cNvSpPr>
            <a:spLocks noChangeAspect="1"/>
          </p:cNvSpPr>
          <p:nvPr/>
        </p:nvSpPr>
        <p:spPr>
          <a:xfrm>
            <a:off x="7717646" y="1557580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497" name="矩形 178">
            <a:extLst>
              <a:ext uri="{FF2B5EF4-FFF2-40B4-BE49-F238E27FC236}">
                <a16:creationId xmlns:a16="http://schemas.microsoft.com/office/drawing/2014/main" id="{3A913778-A080-4481-BD53-666883FED218}"/>
              </a:ext>
            </a:extLst>
          </p:cNvPr>
          <p:cNvSpPr>
            <a:spLocks noChangeAspect="1"/>
          </p:cNvSpPr>
          <p:nvPr/>
        </p:nvSpPr>
        <p:spPr>
          <a:xfrm>
            <a:off x="5729275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noFill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8" name="矩形 178">
            <a:extLst>
              <a:ext uri="{FF2B5EF4-FFF2-40B4-BE49-F238E27FC236}">
                <a16:creationId xmlns:a16="http://schemas.microsoft.com/office/drawing/2014/main" id="{E76FBE17-21CA-4C70-98B7-1266BB771991}"/>
              </a:ext>
            </a:extLst>
          </p:cNvPr>
          <p:cNvSpPr>
            <a:spLocks noChangeAspect="1"/>
          </p:cNvSpPr>
          <p:nvPr/>
        </p:nvSpPr>
        <p:spPr>
          <a:xfrm>
            <a:off x="5929373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noFill/>
              </a:rPr>
              <a:t>G</a:t>
            </a:r>
            <a:endParaRPr lang="zh-TW" altLang="en-US" sz="1050" dirty="0">
              <a:noFill/>
            </a:endParaRPr>
          </a:p>
        </p:txBody>
      </p:sp>
      <p:sp>
        <p:nvSpPr>
          <p:cNvPr id="499" name="矩形 178">
            <a:extLst>
              <a:ext uri="{FF2B5EF4-FFF2-40B4-BE49-F238E27FC236}">
                <a16:creationId xmlns:a16="http://schemas.microsoft.com/office/drawing/2014/main" id="{65413D69-8D63-4346-8A40-43BC21A2DE51}"/>
              </a:ext>
            </a:extLst>
          </p:cNvPr>
          <p:cNvSpPr>
            <a:spLocks noChangeAspect="1"/>
          </p:cNvSpPr>
          <p:nvPr/>
        </p:nvSpPr>
        <p:spPr>
          <a:xfrm>
            <a:off x="6129470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2" name="矩形 178">
            <a:extLst>
              <a:ext uri="{FF2B5EF4-FFF2-40B4-BE49-F238E27FC236}">
                <a16:creationId xmlns:a16="http://schemas.microsoft.com/office/drawing/2014/main" id="{D3E4CA97-280A-46E8-9055-F4D72C68C039}"/>
              </a:ext>
            </a:extLst>
          </p:cNvPr>
          <p:cNvSpPr>
            <a:spLocks noChangeAspect="1"/>
          </p:cNvSpPr>
          <p:nvPr/>
        </p:nvSpPr>
        <p:spPr>
          <a:xfrm>
            <a:off x="6329571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5" name="矩形 178">
            <a:extLst>
              <a:ext uri="{FF2B5EF4-FFF2-40B4-BE49-F238E27FC236}">
                <a16:creationId xmlns:a16="http://schemas.microsoft.com/office/drawing/2014/main" id="{BF5FE1DA-F8F3-421B-A108-A3D5CDCA4108}"/>
              </a:ext>
            </a:extLst>
          </p:cNvPr>
          <p:cNvSpPr>
            <a:spLocks noChangeAspect="1"/>
          </p:cNvSpPr>
          <p:nvPr/>
        </p:nvSpPr>
        <p:spPr>
          <a:xfrm>
            <a:off x="6529652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noFill/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6" name="矩形 178">
            <a:extLst>
              <a:ext uri="{FF2B5EF4-FFF2-40B4-BE49-F238E27FC236}">
                <a16:creationId xmlns:a16="http://schemas.microsoft.com/office/drawing/2014/main" id="{94FDF638-9879-4833-A847-4B4350677920}"/>
              </a:ext>
            </a:extLst>
          </p:cNvPr>
          <p:cNvSpPr>
            <a:spLocks noChangeAspect="1"/>
          </p:cNvSpPr>
          <p:nvPr/>
        </p:nvSpPr>
        <p:spPr>
          <a:xfrm>
            <a:off x="6930662" y="1554001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noFill/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7" name="矩形 178">
            <a:extLst>
              <a:ext uri="{FF2B5EF4-FFF2-40B4-BE49-F238E27FC236}">
                <a16:creationId xmlns:a16="http://schemas.microsoft.com/office/drawing/2014/main" id="{7DD6C09C-F0E3-4575-A1A3-66947BB53F4A}"/>
              </a:ext>
            </a:extLst>
          </p:cNvPr>
          <p:cNvSpPr>
            <a:spLocks noChangeAspect="1"/>
          </p:cNvSpPr>
          <p:nvPr/>
        </p:nvSpPr>
        <p:spPr>
          <a:xfrm>
            <a:off x="7125509" y="1554001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noFill/>
              </a:rPr>
              <a:t>T</a:t>
            </a:r>
            <a:endParaRPr lang="zh-TW" altLang="en-US" sz="1050" dirty="0">
              <a:noFill/>
            </a:endParaRPr>
          </a:p>
        </p:txBody>
      </p:sp>
      <p:sp>
        <p:nvSpPr>
          <p:cNvPr id="508" name="矩形 178">
            <a:extLst>
              <a:ext uri="{FF2B5EF4-FFF2-40B4-BE49-F238E27FC236}">
                <a16:creationId xmlns:a16="http://schemas.microsoft.com/office/drawing/2014/main" id="{26FE8F54-8730-4BFF-B8AD-C06726A1435B}"/>
              </a:ext>
            </a:extLst>
          </p:cNvPr>
          <p:cNvSpPr>
            <a:spLocks noChangeAspect="1"/>
          </p:cNvSpPr>
          <p:nvPr/>
        </p:nvSpPr>
        <p:spPr>
          <a:xfrm>
            <a:off x="7320118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noFill/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noFill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9" name="矩形 178">
            <a:extLst>
              <a:ext uri="{FF2B5EF4-FFF2-40B4-BE49-F238E27FC236}">
                <a16:creationId xmlns:a16="http://schemas.microsoft.com/office/drawing/2014/main" id="{9D801F12-A131-41E6-9004-C0D2E3631EB3}"/>
              </a:ext>
            </a:extLst>
          </p:cNvPr>
          <p:cNvSpPr>
            <a:spLocks noChangeAspect="1"/>
          </p:cNvSpPr>
          <p:nvPr/>
        </p:nvSpPr>
        <p:spPr>
          <a:xfrm>
            <a:off x="7520219" y="1554927"/>
            <a:ext cx="149158" cy="13702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noFill/>
              </a:rPr>
              <a:t>G</a:t>
            </a:r>
            <a:endParaRPr lang="zh-TW" altLang="en-US" sz="1050" dirty="0">
              <a:no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文字方塊 509">
                <a:extLst>
                  <a:ext uri="{FF2B5EF4-FFF2-40B4-BE49-F238E27FC236}">
                    <a16:creationId xmlns:a16="http://schemas.microsoft.com/office/drawing/2014/main" id="{71341105-A61D-42A0-AEC9-F1D820B02ECB}"/>
                  </a:ext>
                </a:extLst>
              </p:cNvPr>
              <p:cNvSpPr txBox="1"/>
              <p:nvPr/>
            </p:nvSpPr>
            <p:spPr>
              <a:xfrm>
                <a:off x="6635864" y="861565"/>
                <a:ext cx="334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10" name="文字方塊 509">
                <a:extLst>
                  <a:ext uri="{FF2B5EF4-FFF2-40B4-BE49-F238E27FC236}">
                    <a16:creationId xmlns:a16="http://schemas.microsoft.com/office/drawing/2014/main" id="{71341105-A61D-42A0-AEC9-F1D820B02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864" y="861565"/>
                <a:ext cx="334335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文字方塊 510">
                <a:extLst>
                  <a:ext uri="{FF2B5EF4-FFF2-40B4-BE49-F238E27FC236}">
                    <a16:creationId xmlns:a16="http://schemas.microsoft.com/office/drawing/2014/main" id="{CB0C320D-2EF5-4CEF-AAB0-50E6BBFD0696}"/>
                  </a:ext>
                </a:extLst>
              </p:cNvPr>
              <p:cNvSpPr txBox="1"/>
              <p:nvPr/>
            </p:nvSpPr>
            <p:spPr>
              <a:xfrm>
                <a:off x="5281762" y="1260125"/>
                <a:ext cx="334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11" name="文字方塊 510">
                <a:extLst>
                  <a:ext uri="{FF2B5EF4-FFF2-40B4-BE49-F238E27FC236}">
                    <a16:creationId xmlns:a16="http://schemas.microsoft.com/office/drawing/2014/main" id="{CB0C320D-2EF5-4CEF-AAB0-50E6BBFD0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762" y="1260125"/>
                <a:ext cx="334335" cy="369332"/>
              </a:xfrm>
              <a:prstGeom prst="rect">
                <a:avLst/>
              </a:prstGeom>
              <a:blipFill>
                <a:blip r:embed="rId2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CF621B35-F3B9-401F-ADA7-147C8FA49DEB}"/>
              </a:ext>
            </a:extLst>
          </p:cNvPr>
          <p:cNvGrpSpPr/>
          <p:nvPr/>
        </p:nvGrpSpPr>
        <p:grpSpPr>
          <a:xfrm>
            <a:off x="613471" y="5451775"/>
            <a:ext cx="8725916" cy="369332"/>
            <a:chOff x="613471" y="5032622"/>
            <a:chExt cx="8725916" cy="369332"/>
          </a:xfrm>
        </p:grpSpPr>
        <p:sp>
          <p:nvSpPr>
            <p:cNvPr id="551" name="文字方塊 550">
              <a:extLst>
                <a:ext uri="{FF2B5EF4-FFF2-40B4-BE49-F238E27FC236}">
                  <a16:creationId xmlns:a16="http://schemas.microsoft.com/office/drawing/2014/main" id="{D8DABB22-2F25-4205-ADCA-DC07FC241AA5}"/>
                </a:ext>
              </a:extLst>
            </p:cNvPr>
            <p:cNvSpPr txBox="1"/>
            <p:nvPr/>
          </p:nvSpPr>
          <p:spPr>
            <a:xfrm>
              <a:off x="613471" y="5063400"/>
              <a:ext cx="15881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/>
              </a:lvl1pPr>
            </a:lstStyle>
            <a:p>
              <a:r>
                <a:rPr lang="en-US" altLang="zh-TW" dirty="0"/>
                <a:t>Allele Concordance</a:t>
              </a:r>
              <a:endParaRPr lang="zh-TW" altLang="en-US" dirty="0"/>
            </a:p>
          </p:txBody>
        </p:sp>
        <p:sp>
          <p:nvSpPr>
            <p:cNvPr id="552" name="文字方塊 551">
              <a:extLst>
                <a:ext uri="{FF2B5EF4-FFF2-40B4-BE49-F238E27FC236}">
                  <a16:creationId xmlns:a16="http://schemas.microsoft.com/office/drawing/2014/main" id="{5581E10E-F6D8-49C3-8D1D-C2D9BC4461F3}"/>
                </a:ext>
              </a:extLst>
            </p:cNvPr>
            <p:cNvSpPr txBox="1"/>
            <p:nvPr/>
          </p:nvSpPr>
          <p:spPr>
            <a:xfrm>
              <a:off x="4189288" y="5032622"/>
              <a:ext cx="4154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/>
                <a:t>✓</a:t>
              </a:r>
            </a:p>
          </p:txBody>
        </p:sp>
        <p:sp>
          <p:nvSpPr>
            <p:cNvPr id="553" name="文字方塊 552">
              <a:extLst>
                <a:ext uri="{FF2B5EF4-FFF2-40B4-BE49-F238E27FC236}">
                  <a16:creationId xmlns:a16="http://schemas.microsoft.com/office/drawing/2014/main" id="{57E91D40-E758-4C3F-829C-0E8B4A3DACDC}"/>
                </a:ext>
              </a:extLst>
            </p:cNvPr>
            <p:cNvSpPr txBox="1"/>
            <p:nvPr/>
          </p:nvSpPr>
          <p:spPr>
            <a:xfrm>
              <a:off x="8923889" y="503262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✓</a:t>
              </a: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CC11D22-06D1-4DA5-9D74-A3E3C072315E}"/>
              </a:ext>
            </a:extLst>
          </p:cNvPr>
          <p:cNvGrpSpPr/>
          <p:nvPr/>
        </p:nvGrpSpPr>
        <p:grpSpPr>
          <a:xfrm>
            <a:off x="613471" y="6136661"/>
            <a:ext cx="7344152" cy="307777"/>
            <a:chOff x="613471" y="5347062"/>
            <a:chExt cx="7344152" cy="307777"/>
          </a:xfrm>
        </p:grpSpPr>
        <p:cxnSp>
          <p:nvCxnSpPr>
            <p:cNvPr id="555" name="直線接點 554">
              <a:extLst>
                <a:ext uri="{FF2B5EF4-FFF2-40B4-BE49-F238E27FC236}">
                  <a16:creationId xmlns:a16="http://schemas.microsoft.com/office/drawing/2014/main" id="{A1521C2F-5D99-4638-B244-28C6F1148A6B}"/>
                </a:ext>
              </a:extLst>
            </p:cNvPr>
            <p:cNvCxnSpPr>
              <a:cxnSpLocks/>
            </p:cNvCxnSpPr>
            <p:nvPr/>
          </p:nvCxnSpPr>
          <p:spPr>
            <a:xfrm>
              <a:off x="5729274" y="5501185"/>
              <a:ext cx="222834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57" name="矩形 178">
              <a:extLst>
                <a:ext uri="{FF2B5EF4-FFF2-40B4-BE49-F238E27FC236}">
                  <a16:creationId xmlns:a16="http://schemas.microsoft.com/office/drawing/2014/main" id="{469FEB8C-1970-4439-8E6D-D56C9B252E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8453" y="5432440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36038AE4-12FA-4957-8926-A834A37756CB}"/>
                    </a:ext>
                  </a:extLst>
                </p:cNvPr>
                <p:cNvSpPr txBox="1"/>
                <p:nvPr/>
              </p:nvSpPr>
              <p:spPr>
                <a:xfrm>
                  <a:off x="613471" y="5347062"/>
                  <a:ext cx="410118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 sz="1400"/>
                  </a:lvl1pPr>
                </a:lstStyle>
                <a:p>
                  <a:r>
                    <a:rPr lang="en-US" altLang="zh-TW" dirty="0"/>
                    <a:t>Filtered Clustered Variant(</a:t>
                  </a:r>
                  <a14:m>
                    <m:oMath xmlns:m="http://schemas.openxmlformats.org/officeDocument/2006/math">
                      <m:r>
                        <a:rPr lang="en-US" altLang="zh-TW"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en-US" altLang="zh-TW" dirty="0"/>
                    <a:t>) = Allele Concordance </a:t>
                  </a:r>
                  <a14:m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zh-TW" altLang="en-US" dirty="0"/>
                    <a:t> 𝜌</a:t>
                  </a:r>
                </a:p>
              </p:txBody>
            </p:sp>
          </mc:Choice>
          <mc:Fallback xmlns="">
            <p:sp>
              <p:nvSpPr>
                <p:cNvPr id="565" name="文字方塊 564">
                  <a:extLst>
                    <a:ext uri="{FF2B5EF4-FFF2-40B4-BE49-F238E27FC236}">
                      <a16:creationId xmlns:a16="http://schemas.microsoft.com/office/drawing/2014/main" id="{36038AE4-12FA-4957-8926-A834A37756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71" y="5347062"/>
                  <a:ext cx="4101187" cy="307777"/>
                </a:xfrm>
                <a:prstGeom prst="rect">
                  <a:avLst/>
                </a:prstGeom>
                <a:blipFill>
                  <a:blip r:embed="rId21"/>
                  <a:stretch>
                    <a:fillRect l="-446" t="-6000" b="-22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9" name="矩形 178">
            <a:extLst>
              <a:ext uri="{FF2B5EF4-FFF2-40B4-BE49-F238E27FC236}">
                <a16:creationId xmlns:a16="http://schemas.microsoft.com/office/drawing/2014/main" id="{328C652C-2AEF-46FE-AA63-5C5DF02CD940}"/>
              </a:ext>
            </a:extLst>
          </p:cNvPr>
          <p:cNvSpPr>
            <a:spLocks noChangeAspect="1"/>
          </p:cNvSpPr>
          <p:nvPr/>
        </p:nvSpPr>
        <p:spPr>
          <a:xfrm>
            <a:off x="6329571" y="6212345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580" name="右中括弧 579">
            <a:extLst>
              <a:ext uri="{FF2B5EF4-FFF2-40B4-BE49-F238E27FC236}">
                <a16:creationId xmlns:a16="http://schemas.microsoft.com/office/drawing/2014/main" id="{3CA3EE98-0E6C-4092-B121-39C24E8E683E}"/>
              </a:ext>
            </a:extLst>
          </p:cNvPr>
          <p:cNvSpPr/>
          <p:nvPr/>
        </p:nvSpPr>
        <p:spPr>
          <a:xfrm rot="5400000">
            <a:off x="6711010" y="3532910"/>
            <a:ext cx="86700" cy="4709869"/>
          </a:xfrm>
          <a:prstGeom prst="rightBracket">
            <a:avLst/>
          </a:prstGeom>
          <a:ln w="38100">
            <a:solidFill>
              <a:srgbClr val="A6A6A6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1" name="直線單箭頭接點 580">
            <a:extLst>
              <a:ext uri="{FF2B5EF4-FFF2-40B4-BE49-F238E27FC236}">
                <a16:creationId xmlns:a16="http://schemas.microsoft.com/office/drawing/2014/main" id="{500B1543-7024-4557-8E97-7CEA6E40BE3C}"/>
              </a:ext>
            </a:extLst>
          </p:cNvPr>
          <p:cNvCxnSpPr>
            <a:cxnSpLocks/>
          </p:cNvCxnSpPr>
          <p:nvPr/>
        </p:nvCxnSpPr>
        <p:spPr>
          <a:xfrm>
            <a:off x="6809382" y="5938954"/>
            <a:ext cx="0" cy="246203"/>
          </a:xfrm>
          <a:prstGeom prst="straightConnector1">
            <a:avLst/>
          </a:prstGeom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2" name="群組 591">
            <a:extLst>
              <a:ext uri="{FF2B5EF4-FFF2-40B4-BE49-F238E27FC236}">
                <a16:creationId xmlns:a16="http://schemas.microsoft.com/office/drawing/2014/main" id="{AC5A9A55-0202-4E70-9D6D-410E5DA2E9D2}"/>
              </a:ext>
            </a:extLst>
          </p:cNvPr>
          <p:cNvGrpSpPr/>
          <p:nvPr/>
        </p:nvGrpSpPr>
        <p:grpSpPr>
          <a:xfrm>
            <a:off x="2791747" y="1420570"/>
            <a:ext cx="1097319" cy="1009675"/>
            <a:chOff x="4694908" y="1061871"/>
            <a:chExt cx="1097319" cy="1009675"/>
          </a:xfrm>
        </p:grpSpPr>
        <p:sp>
          <p:nvSpPr>
            <p:cNvPr id="593" name="矩形 592">
              <a:extLst>
                <a:ext uri="{FF2B5EF4-FFF2-40B4-BE49-F238E27FC236}">
                  <a16:creationId xmlns:a16="http://schemas.microsoft.com/office/drawing/2014/main" id="{356CA2EC-2F59-4205-81F9-3DBC434A1D03}"/>
                </a:ext>
              </a:extLst>
            </p:cNvPr>
            <p:cNvSpPr/>
            <p:nvPr/>
          </p:nvSpPr>
          <p:spPr>
            <a:xfrm>
              <a:off x="4766679" y="1498733"/>
              <a:ext cx="162000" cy="16052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594" name="矩形 593">
              <a:extLst>
                <a:ext uri="{FF2B5EF4-FFF2-40B4-BE49-F238E27FC236}">
                  <a16:creationId xmlns:a16="http://schemas.microsoft.com/office/drawing/2014/main" id="{5F77D013-03C6-46F6-B539-EC67BA21BC28}"/>
                </a:ext>
              </a:extLst>
            </p:cNvPr>
            <p:cNvSpPr/>
            <p:nvPr/>
          </p:nvSpPr>
          <p:spPr>
            <a:xfrm>
              <a:off x="4766679" y="1683452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95" name="矩形 594">
              <a:extLst>
                <a:ext uri="{FF2B5EF4-FFF2-40B4-BE49-F238E27FC236}">
                  <a16:creationId xmlns:a16="http://schemas.microsoft.com/office/drawing/2014/main" id="{1EF89686-2E9A-4B82-A171-C7172C7A8AC5}"/>
                </a:ext>
              </a:extLst>
            </p:cNvPr>
            <p:cNvSpPr/>
            <p:nvPr/>
          </p:nvSpPr>
          <p:spPr>
            <a:xfrm>
              <a:off x="4766679" y="1314014"/>
              <a:ext cx="162000" cy="160529"/>
            </a:xfrm>
            <a:prstGeom prst="rect">
              <a:avLst/>
            </a:prstGeom>
            <a:solidFill>
              <a:srgbClr val="C9C9C9"/>
            </a:solidFill>
            <a:ln w="19050"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/>
            </a:p>
          </p:txBody>
        </p:sp>
        <p:sp>
          <p:nvSpPr>
            <p:cNvPr id="596" name="矩形 595">
              <a:extLst>
                <a:ext uri="{FF2B5EF4-FFF2-40B4-BE49-F238E27FC236}">
                  <a16:creationId xmlns:a16="http://schemas.microsoft.com/office/drawing/2014/main" id="{F081FC43-2EF6-4D3C-AEC5-CA6870188588}"/>
                </a:ext>
              </a:extLst>
            </p:cNvPr>
            <p:cNvSpPr/>
            <p:nvPr/>
          </p:nvSpPr>
          <p:spPr>
            <a:xfrm>
              <a:off x="4766679" y="1868171"/>
              <a:ext cx="162000" cy="160529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597" name="文字方塊 596">
              <a:extLst>
                <a:ext uri="{FF2B5EF4-FFF2-40B4-BE49-F238E27FC236}">
                  <a16:creationId xmlns:a16="http://schemas.microsoft.com/office/drawing/2014/main" id="{7F0A50FF-5913-4DBB-BEA7-92F90BA1E3DA}"/>
                </a:ext>
              </a:extLst>
            </p:cNvPr>
            <p:cNvSpPr txBox="1"/>
            <p:nvPr/>
          </p:nvSpPr>
          <p:spPr>
            <a:xfrm>
              <a:off x="4919872" y="1455887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Germline</a:t>
              </a:r>
              <a:endParaRPr lang="zh-TW" altLang="en-US" sz="1000" dirty="0"/>
            </a:p>
          </p:txBody>
        </p:sp>
        <p:sp>
          <p:nvSpPr>
            <p:cNvPr id="598" name="文字方塊 597">
              <a:extLst>
                <a:ext uri="{FF2B5EF4-FFF2-40B4-BE49-F238E27FC236}">
                  <a16:creationId xmlns:a16="http://schemas.microsoft.com/office/drawing/2014/main" id="{341BAC7D-FF1C-4D96-A2E4-B276F2B35139}"/>
                </a:ext>
              </a:extLst>
            </p:cNvPr>
            <p:cNvSpPr txBox="1"/>
            <p:nvPr/>
          </p:nvSpPr>
          <p:spPr>
            <a:xfrm>
              <a:off x="4919872" y="164060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Somatic</a:t>
              </a:r>
              <a:endParaRPr lang="zh-TW" altLang="en-US" sz="1000" dirty="0"/>
            </a:p>
          </p:txBody>
        </p:sp>
        <p:sp>
          <p:nvSpPr>
            <p:cNvPr id="599" name="文字方塊 598">
              <a:extLst>
                <a:ext uri="{FF2B5EF4-FFF2-40B4-BE49-F238E27FC236}">
                  <a16:creationId xmlns:a16="http://schemas.microsoft.com/office/drawing/2014/main" id="{45111935-9028-423F-965F-A1C176CAEFC5}"/>
                </a:ext>
              </a:extLst>
            </p:cNvPr>
            <p:cNvSpPr txBox="1"/>
            <p:nvPr/>
          </p:nvSpPr>
          <p:spPr>
            <a:xfrm>
              <a:off x="4919872" y="1271168"/>
              <a:ext cx="7152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Reference</a:t>
              </a:r>
              <a:endParaRPr lang="zh-TW" altLang="en-US" sz="1000" dirty="0"/>
            </a:p>
          </p:txBody>
        </p:sp>
        <p:sp>
          <p:nvSpPr>
            <p:cNvPr id="600" name="文字方塊 599">
              <a:extLst>
                <a:ext uri="{FF2B5EF4-FFF2-40B4-BE49-F238E27FC236}">
                  <a16:creationId xmlns:a16="http://schemas.microsoft.com/office/drawing/2014/main" id="{16A12C45-A249-475E-905A-E3C837D75022}"/>
                </a:ext>
              </a:extLst>
            </p:cNvPr>
            <p:cNvSpPr txBox="1"/>
            <p:nvPr/>
          </p:nvSpPr>
          <p:spPr>
            <a:xfrm>
              <a:off x="4694908" y="106187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/>
                <a:t>Allele</a:t>
              </a:r>
              <a:endParaRPr lang="zh-TW" altLang="en-US" sz="1000" dirty="0"/>
            </a:p>
          </p:txBody>
        </p:sp>
        <p:sp>
          <p:nvSpPr>
            <p:cNvPr id="601" name="文字方塊 600">
              <a:extLst>
                <a:ext uri="{FF2B5EF4-FFF2-40B4-BE49-F238E27FC236}">
                  <a16:creationId xmlns:a16="http://schemas.microsoft.com/office/drawing/2014/main" id="{B8ABA1CA-C271-4132-9054-5B5166B71712}"/>
                </a:ext>
              </a:extLst>
            </p:cNvPr>
            <p:cNvSpPr txBox="1"/>
            <p:nvPr/>
          </p:nvSpPr>
          <p:spPr>
            <a:xfrm>
              <a:off x="4919872" y="1825325"/>
              <a:ext cx="8723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Non-Somatic</a:t>
              </a:r>
              <a:endParaRPr lang="zh-TW" altLang="en-US" sz="1000" dirty="0"/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632A144-C0F2-41E1-B00B-23867AB47C5F}"/>
              </a:ext>
            </a:extLst>
          </p:cNvPr>
          <p:cNvSpPr txBox="1"/>
          <p:nvPr/>
        </p:nvSpPr>
        <p:spPr>
          <a:xfrm>
            <a:off x="7187280" y="86121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sp>
        <p:nvSpPr>
          <p:cNvPr id="602" name="文字方塊 601">
            <a:extLst>
              <a:ext uri="{FF2B5EF4-FFF2-40B4-BE49-F238E27FC236}">
                <a16:creationId xmlns:a16="http://schemas.microsoft.com/office/drawing/2014/main" id="{AE37E442-6A13-43E3-9F7E-3CE001154388}"/>
              </a:ext>
            </a:extLst>
          </p:cNvPr>
          <p:cNvSpPr txBox="1"/>
          <p:nvPr/>
        </p:nvSpPr>
        <p:spPr>
          <a:xfrm>
            <a:off x="6001100" y="86121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B15FD5BC-A7EC-4470-B329-E38C91CCC9AC}"/>
              </a:ext>
            </a:extLst>
          </p:cNvPr>
          <p:cNvGrpSpPr/>
          <p:nvPr/>
        </p:nvGrpSpPr>
        <p:grpSpPr>
          <a:xfrm>
            <a:off x="5729274" y="2583420"/>
            <a:ext cx="2228349" cy="137021"/>
            <a:chOff x="9261899" y="6846480"/>
            <a:chExt cx="2228349" cy="137021"/>
          </a:xfrm>
        </p:grpSpPr>
        <p:cxnSp>
          <p:nvCxnSpPr>
            <p:cNvPr id="615" name="直線接點 614">
              <a:extLst>
                <a:ext uri="{FF2B5EF4-FFF2-40B4-BE49-F238E27FC236}">
                  <a16:creationId xmlns:a16="http://schemas.microsoft.com/office/drawing/2014/main" id="{EA4BC9D7-B7EF-43CA-BBE4-7251C6322999}"/>
                </a:ext>
              </a:extLst>
            </p:cNvPr>
            <p:cNvCxnSpPr>
              <a:cxnSpLocks/>
            </p:cNvCxnSpPr>
            <p:nvPr/>
          </p:nvCxnSpPr>
          <p:spPr>
            <a:xfrm>
              <a:off x="9261899" y="6915225"/>
              <a:ext cx="2228349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16" name="矩形 178">
              <a:extLst>
                <a:ext uri="{FF2B5EF4-FFF2-40B4-BE49-F238E27FC236}">
                  <a16:creationId xmlns:a16="http://schemas.microsoft.com/office/drawing/2014/main" id="{FD2B7C17-E1DA-4D4D-A7D1-A580A5C8E9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61078" y="6846480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17" name="矩形 178">
              <a:extLst>
                <a:ext uri="{FF2B5EF4-FFF2-40B4-BE49-F238E27FC236}">
                  <a16:creationId xmlns:a16="http://schemas.microsoft.com/office/drawing/2014/main" id="{E4C9D03A-1476-4304-AD2D-C5674F6591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62196" y="6846480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618" name="文字方塊 617">
            <a:extLst>
              <a:ext uri="{FF2B5EF4-FFF2-40B4-BE49-F238E27FC236}">
                <a16:creationId xmlns:a16="http://schemas.microsoft.com/office/drawing/2014/main" id="{732331A8-CB4A-434F-B88E-F2E9507E3556}"/>
              </a:ext>
            </a:extLst>
          </p:cNvPr>
          <p:cNvSpPr txBox="1"/>
          <p:nvPr/>
        </p:nvSpPr>
        <p:spPr>
          <a:xfrm>
            <a:off x="3635005" y="2483997"/>
            <a:ext cx="2146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Somatic Variant Candidate</a:t>
            </a:r>
          </a:p>
        </p:txBody>
      </p:sp>
      <p:sp>
        <p:nvSpPr>
          <p:cNvPr id="621" name="文字方塊 620">
            <a:extLst>
              <a:ext uri="{FF2B5EF4-FFF2-40B4-BE49-F238E27FC236}">
                <a16:creationId xmlns:a16="http://schemas.microsoft.com/office/drawing/2014/main" id="{728040E3-7979-4902-ABEC-251C15CBF88F}"/>
              </a:ext>
            </a:extLst>
          </p:cNvPr>
          <p:cNvSpPr txBox="1"/>
          <p:nvPr/>
        </p:nvSpPr>
        <p:spPr>
          <a:xfrm>
            <a:off x="6598068" y="61282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✕</a:t>
            </a:r>
          </a:p>
        </p:txBody>
      </p:sp>
      <p:cxnSp>
        <p:nvCxnSpPr>
          <p:cNvPr id="622" name="直線單箭頭接點 621">
            <a:extLst>
              <a:ext uri="{FF2B5EF4-FFF2-40B4-BE49-F238E27FC236}">
                <a16:creationId xmlns:a16="http://schemas.microsoft.com/office/drawing/2014/main" id="{34FDDF0B-A12B-4780-80D8-94B0344681B9}"/>
              </a:ext>
            </a:extLst>
          </p:cNvPr>
          <p:cNvCxnSpPr>
            <a:cxnSpLocks/>
          </p:cNvCxnSpPr>
          <p:nvPr/>
        </p:nvCxnSpPr>
        <p:spPr>
          <a:xfrm>
            <a:off x="4399425" y="5146284"/>
            <a:ext cx="0" cy="246203"/>
          </a:xfrm>
          <a:prstGeom prst="straightConnector1">
            <a:avLst/>
          </a:prstGeom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直線單箭頭接點 622">
            <a:extLst>
              <a:ext uri="{FF2B5EF4-FFF2-40B4-BE49-F238E27FC236}">
                <a16:creationId xmlns:a16="http://schemas.microsoft.com/office/drawing/2014/main" id="{A4036387-7314-4867-8F7A-0011DA0D20C8}"/>
              </a:ext>
            </a:extLst>
          </p:cNvPr>
          <p:cNvCxnSpPr>
            <a:cxnSpLocks/>
          </p:cNvCxnSpPr>
          <p:nvPr/>
        </p:nvCxnSpPr>
        <p:spPr>
          <a:xfrm>
            <a:off x="9132379" y="5146284"/>
            <a:ext cx="0" cy="246203"/>
          </a:xfrm>
          <a:prstGeom prst="straightConnector1">
            <a:avLst/>
          </a:prstGeom>
          <a:ln w="38100">
            <a:solidFill>
              <a:srgbClr val="A6A6A6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987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接點: 弧形 219">
            <a:extLst>
              <a:ext uri="{FF2B5EF4-FFF2-40B4-BE49-F238E27FC236}">
                <a16:creationId xmlns:a16="http://schemas.microsoft.com/office/drawing/2014/main" id="{14AE7F0D-DC68-4CDB-905E-F0C3684B3250}"/>
              </a:ext>
            </a:extLst>
          </p:cNvPr>
          <p:cNvCxnSpPr>
            <a:cxnSpLocks/>
          </p:cNvCxnSpPr>
          <p:nvPr/>
        </p:nvCxnSpPr>
        <p:spPr>
          <a:xfrm flipV="1">
            <a:off x="8633356" y="1739891"/>
            <a:ext cx="1" cy="64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9E3441DE-3D87-4C38-A102-9CB98F6A6D86}"/>
              </a:ext>
            </a:extLst>
          </p:cNvPr>
          <p:cNvGrpSpPr/>
          <p:nvPr/>
        </p:nvGrpSpPr>
        <p:grpSpPr>
          <a:xfrm>
            <a:off x="1627887" y="3025124"/>
            <a:ext cx="705600" cy="705600"/>
            <a:chOff x="1627887" y="5534155"/>
            <a:chExt cx="705600" cy="705600"/>
          </a:xfrm>
        </p:grpSpPr>
        <p:sp>
          <p:nvSpPr>
            <p:cNvPr id="671" name="橢圓 670">
              <a:extLst>
                <a:ext uri="{FF2B5EF4-FFF2-40B4-BE49-F238E27FC236}">
                  <a16:creationId xmlns:a16="http://schemas.microsoft.com/office/drawing/2014/main" id="{910AB6B8-B9BB-49E6-99CC-5502D12D25D2}"/>
                </a:ext>
              </a:extLst>
            </p:cNvPr>
            <p:cNvSpPr/>
            <p:nvPr/>
          </p:nvSpPr>
          <p:spPr>
            <a:xfrm>
              <a:off x="1627887" y="5534155"/>
              <a:ext cx="705600" cy="7056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87" name="橢圓 686">
              <a:extLst>
                <a:ext uri="{FF2B5EF4-FFF2-40B4-BE49-F238E27FC236}">
                  <a16:creationId xmlns:a16="http://schemas.microsoft.com/office/drawing/2014/main" id="{CC3C039D-2A14-40CA-85AD-0078D55C630C}"/>
                </a:ext>
              </a:extLst>
            </p:cNvPr>
            <p:cNvSpPr/>
            <p:nvPr/>
          </p:nvSpPr>
          <p:spPr>
            <a:xfrm>
              <a:off x="1950850" y="5761872"/>
              <a:ext cx="341304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8" name="手繪多邊形: 圖案 687">
              <a:extLst>
                <a:ext uri="{FF2B5EF4-FFF2-40B4-BE49-F238E27FC236}">
                  <a16:creationId xmlns:a16="http://schemas.microsoft.com/office/drawing/2014/main" id="{5A54D11D-DB15-4948-9E6F-074BD544CF4A}"/>
                </a:ext>
              </a:extLst>
            </p:cNvPr>
            <p:cNvSpPr/>
            <p:nvPr/>
          </p:nvSpPr>
          <p:spPr>
            <a:xfrm>
              <a:off x="1950849" y="5817985"/>
              <a:ext cx="967" cy="3561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690" name="橢圓 689">
              <a:extLst>
                <a:ext uri="{FF2B5EF4-FFF2-40B4-BE49-F238E27FC236}">
                  <a16:creationId xmlns:a16="http://schemas.microsoft.com/office/drawing/2014/main" id="{24802CD7-CCFC-480B-A726-A5FE9D774BDF}"/>
                </a:ext>
              </a:extLst>
            </p:cNvPr>
            <p:cNvSpPr/>
            <p:nvPr/>
          </p:nvSpPr>
          <p:spPr>
            <a:xfrm>
              <a:off x="1950850" y="5761872"/>
              <a:ext cx="341304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4" name="橢圓 673">
              <a:extLst>
                <a:ext uri="{FF2B5EF4-FFF2-40B4-BE49-F238E27FC236}">
                  <a16:creationId xmlns:a16="http://schemas.microsoft.com/office/drawing/2014/main" id="{F212E15C-0C0C-44F0-8E55-840CB1A96D3C}"/>
                </a:ext>
              </a:extLst>
            </p:cNvPr>
            <p:cNvSpPr/>
            <p:nvPr/>
          </p:nvSpPr>
          <p:spPr>
            <a:xfrm>
              <a:off x="1669394" y="5761872"/>
              <a:ext cx="282422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5" name="橢圓 674">
              <a:extLst>
                <a:ext uri="{FF2B5EF4-FFF2-40B4-BE49-F238E27FC236}">
                  <a16:creationId xmlns:a16="http://schemas.microsoft.com/office/drawing/2014/main" id="{C928B399-9D0F-4C37-8A27-6DCE9B3968D3}"/>
                </a:ext>
              </a:extLst>
            </p:cNvPr>
            <p:cNvSpPr/>
            <p:nvPr/>
          </p:nvSpPr>
          <p:spPr>
            <a:xfrm>
              <a:off x="1926968" y="5768952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EFE340F-93F4-41DC-BB0F-4C055BD5A231}"/>
                </a:ext>
              </a:extLst>
            </p:cNvPr>
            <p:cNvGrpSpPr/>
            <p:nvPr/>
          </p:nvGrpSpPr>
          <p:grpSpPr>
            <a:xfrm>
              <a:off x="1669394" y="5921057"/>
              <a:ext cx="622760" cy="115785"/>
              <a:chOff x="1669394" y="5921057"/>
              <a:chExt cx="622760" cy="115785"/>
            </a:xfrm>
          </p:grpSpPr>
          <p:sp>
            <p:nvSpPr>
              <p:cNvPr id="686" name="手繪多邊形: 圖案 685">
                <a:extLst>
                  <a:ext uri="{FF2B5EF4-FFF2-40B4-BE49-F238E27FC236}">
                    <a16:creationId xmlns:a16="http://schemas.microsoft.com/office/drawing/2014/main" id="{9C1F158A-B400-489F-B0E5-CECACD04C21E}"/>
                  </a:ext>
                </a:extLst>
              </p:cNvPr>
              <p:cNvSpPr/>
              <p:nvPr/>
            </p:nvSpPr>
            <p:spPr>
              <a:xfrm>
                <a:off x="2101265" y="5921057"/>
                <a:ext cx="76872" cy="115785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3" name="手繪多邊形: 圖案 682">
                <a:extLst>
                  <a:ext uri="{FF2B5EF4-FFF2-40B4-BE49-F238E27FC236}">
                    <a16:creationId xmlns:a16="http://schemas.microsoft.com/office/drawing/2014/main" id="{9362C6DA-D633-4441-8105-FFC61553D940}"/>
                  </a:ext>
                </a:extLst>
              </p:cNvPr>
              <p:cNvSpPr/>
              <p:nvPr/>
            </p:nvSpPr>
            <p:spPr>
              <a:xfrm>
                <a:off x="1951377" y="5922444"/>
                <a:ext cx="149888" cy="113013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9" name="手繪多邊形: 圖案 688">
                <a:extLst>
                  <a:ext uri="{FF2B5EF4-FFF2-40B4-BE49-F238E27FC236}">
                    <a16:creationId xmlns:a16="http://schemas.microsoft.com/office/drawing/2014/main" id="{63741400-6CCF-49B4-A1F6-A4C498924A77}"/>
                  </a:ext>
                </a:extLst>
              </p:cNvPr>
              <p:cNvSpPr/>
              <p:nvPr/>
            </p:nvSpPr>
            <p:spPr>
              <a:xfrm>
                <a:off x="2019124" y="5922805"/>
                <a:ext cx="54000" cy="112291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2" name="手繪多邊形: 圖案 681">
                <a:extLst>
                  <a:ext uri="{FF2B5EF4-FFF2-40B4-BE49-F238E27FC236}">
                    <a16:creationId xmlns:a16="http://schemas.microsoft.com/office/drawing/2014/main" id="{6184D018-4E0C-4A94-8A4A-5D94F587B2E6}"/>
                  </a:ext>
                </a:extLst>
              </p:cNvPr>
              <p:cNvSpPr/>
              <p:nvPr/>
            </p:nvSpPr>
            <p:spPr>
              <a:xfrm>
                <a:off x="1950849" y="5977170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84" name="手繪多邊形: 圖案 683">
                <a:extLst>
                  <a:ext uri="{FF2B5EF4-FFF2-40B4-BE49-F238E27FC236}">
                    <a16:creationId xmlns:a16="http://schemas.microsoft.com/office/drawing/2014/main" id="{1F08ECFA-80D8-42CB-BC21-EB9EEC179FB7}"/>
                  </a:ext>
                </a:extLst>
              </p:cNvPr>
              <p:cNvSpPr/>
              <p:nvPr/>
            </p:nvSpPr>
            <p:spPr>
              <a:xfrm>
                <a:off x="2178137" y="5924937"/>
                <a:ext cx="114017" cy="108028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5" name="橢圓 684">
                <a:extLst>
                  <a:ext uri="{FF2B5EF4-FFF2-40B4-BE49-F238E27FC236}">
                    <a16:creationId xmlns:a16="http://schemas.microsoft.com/office/drawing/2014/main" id="{A133127A-B367-4DD7-949B-052F76F6D999}"/>
                  </a:ext>
                </a:extLst>
              </p:cNvPr>
              <p:cNvSpPr/>
              <p:nvPr/>
            </p:nvSpPr>
            <p:spPr>
              <a:xfrm>
                <a:off x="1950850" y="5921057"/>
                <a:ext cx="341304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6" name="手繪多邊形: 圖案 675">
                <a:extLst>
                  <a:ext uri="{FF2B5EF4-FFF2-40B4-BE49-F238E27FC236}">
                    <a16:creationId xmlns:a16="http://schemas.microsoft.com/office/drawing/2014/main" id="{85A574B2-53B4-4681-898B-45B8B6CEEF9A}"/>
                  </a:ext>
                </a:extLst>
              </p:cNvPr>
              <p:cNvSpPr/>
              <p:nvPr/>
            </p:nvSpPr>
            <p:spPr>
              <a:xfrm>
                <a:off x="1773102" y="5921057"/>
                <a:ext cx="75006" cy="115785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7" name="手繪多邊形: 圖案 676">
                <a:extLst>
                  <a:ext uri="{FF2B5EF4-FFF2-40B4-BE49-F238E27FC236}">
                    <a16:creationId xmlns:a16="http://schemas.microsoft.com/office/drawing/2014/main" id="{7185E3C4-0147-47B8-85F7-5707E2DC1E48}"/>
                  </a:ext>
                </a:extLst>
              </p:cNvPr>
              <p:cNvSpPr/>
              <p:nvPr/>
            </p:nvSpPr>
            <p:spPr>
              <a:xfrm>
                <a:off x="1950849" y="5977169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78" name="手繪多邊形: 圖案 677">
                <a:extLst>
                  <a:ext uri="{FF2B5EF4-FFF2-40B4-BE49-F238E27FC236}">
                    <a16:creationId xmlns:a16="http://schemas.microsoft.com/office/drawing/2014/main" id="{465B4137-146D-4C84-9C0B-B6A3C21A7093}"/>
                  </a:ext>
                </a:extLst>
              </p:cNvPr>
              <p:cNvSpPr/>
              <p:nvPr/>
            </p:nvSpPr>
            <p:spPr>
              <a:xfrm>
                <a:off x="1848107" y="5924161"/>
                <a:ext cx="103270" cy="109577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9" name="手繪多邊形: 圖案 678">
                <a:extLst>
                  <a:ext uri="{FF2B5EF4-FFF2-40B4-BE49-F238E27FC236}">
                    <a16:creationId xmlns:a16="http://schemas.microsoft.com/office/drawing/2014/main" id="{5E0D49BF-BBEF-4E22-A1AB-EF9AC38D1437}"/>
                  </a:ext>
                </a:extLst>
              </p:cNvPr>
              <p:cNvSpPr/>
              <p:nvPr/>
            </p:nvSpPr>
            <p:spPr>
              <a:xfrm>
                <a:off x="1669394" y="5924160"/>
                <a:ext cx="103708" cy="10957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80" name="橢圓 679">
                <a:extLst>
                  <a:ext uri="{FF2B5EF4-FFF2-40B4-BE49-F238E27FC236}">
                    <a16:creationId xmlns:a16="http://schemas.microsoft.com/office/drawing/2014/main" id="{D7588908-4998-443F-B3F0-259E6A32CF5A}"/>
                  </a:ext>
                </a:extLst>
              </p:cNvPr>
              <p:cNvSpPr/>
              <p:nvPr/>
            </p:nvSpPr>
            <p:spPr>
              <a:xfrm>
                <a:off x="1669394" y="5921057"/>
                <a:ext cx="282422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1" name="橢圓 680">
                <a:extLst>
                  <a:ext uri="{FF2B5EF4-FFF2-40B4-BE49-F238E27FC236}">
                    <a16:creationId xmlns:a16="http://schemas.microsoft.com/office/drawing/2014/main" id="{4FB8D43F-E7C4-41CF-AF92-5310C2F15684}"/>
                  </a:ext>
                </a:extLst>
              </p:cNvPr>
              <p:cNvSpPr/>
              <p:nvPr/>
            </p:nvSpPr>
            <p:spPr>
              <a:xfrm>
                <a:off x="1926968" y="5928136"/>
                <a:ext cx="48309" cy="10162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3DBD15C-0330-4FFD-91B1-0F8BDED2066A}"/>
              </a:ext>
            </a:extLst>
          </p:cNvPr>
          <p:cNvGrpSpPr/>
          <p:nvPr/>
        </p:nvGrpSpPr>
        <p:grpSpPr>
          <a:xfrm>
            <a:off x="3454550" y="3025124"/>
            <a:ext cx="705600" cy="705600"/>
            <a:chOff x="3454550" y="3025124"/>
            <a:chExt cx="705600" cy="705600"/>
          </a:xfrm>
        </p:grpSpPr>
        <p:sp>
          <p:nvSpPr>
            <p:cNvPr id="692" name="橢圓 691">
              <a:extLst>
                <a:ext uri="{FF2B5EF4-FFF2-40B4-BE49-F238E27FC236}">
                  <a16:creationId xmlns:a16="http://schemas.microsoft.com/office/drawing/2014/main" id="{CF7B187C-4FA5-47E5-B118-B77204074CF0}"/>
                </a:ext>
              </a:extLst>
            </p:cNvPr>
            <p:cNvSpPr/>
            <p:nvPr/>
          </p:nvSpPr>
          <p:spPr>
            <a:xfrm>
              <a:off x="3454550" y="3025124"/>
              <a:ext cx="705600" cy="705600"/>
            </a:xfrm>
            <a:prstGeom prst="ellipse">
              <a:avLst/>
            </a:prstGeom>
            <a:solidFill>
              <a:srgbClr val="FFF2CC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E7232173-3147-4353-ACDF-955740EC25BC}"/>
                </a:ext>
              </a:extLst>
            </p:cNvPr>
            <p:cNvGrpSpPr/>
            <p:nvPr/>
          </p:nvGrpSpPr>
          <p:grpSpPr>
            <a:xfrm>
              <a:off x="3777511" y="3412026"/>
              <a:ext cx="341305" cy="115785"/>
              <a:chOff x="3777511" y="3412026"/>
              <a:chExt cx="341305" cy="115785"/>
            </a:xfrm>
          </p:grpSpPr>
          <p:sp>
            <p:nvSpPr>
              <p:cNvPr id="713" name="手繪多邊形: 圖案 712">
                <a:extLst>
                  <a:ext uri="{FF2B5EF4-FFF2-40B4-BE49-F238E27FC236}">
                    <a16:creationId xmlns:a16="http://schemas.microsoft.com/office/drawing/2014/main" id="{9AB87993-82EC-4D61-9863-1549FCFEB205}"/>
                  </a:ext>
                </a:extLst>
              </p:cNvPr>
              <p:cNvSpPr/>
              <p:nvPr/>
            </p:nvSpPr>
            <p:spPr>
              <a:xfrm>
                <a:off x="3927927" y="3412026"/>
                <a:ext cx="76872" cy="115785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4" name="手繪多邊形: 圖案 713">
                <a:extLst>
                  <a:ext uri="{FF2B5EF4-FFF2-40B4-BE49-F238E27FC236}">
                    <a16:creationId xmlns:a16="http://schemas.microsoft.com/office/drawing/2014/main" id="{EDB503C9-28FB-46D2-AF16-CC4B32FBFA77}"/>
                  </a:ext>
                </a:extLst>
              </p:cNvPr>
              <p:cNvSpPr/>
              <p:nvPr/>
            </p:nvSpPr>
            <p:spPr>
              <a:xfrm>
                <a:off x="3778039" y="3413413"/>
                <a:ext cx="149888" cy="113013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5" name="手繪多邊形: 圖案 714">
                <a:extLst>
                  <a:ext uri="{FF2B5EF4-FFF2-40B4-BE49-F238E27FC236}">
                    <a16:creationId xmlns:a16="http://schemas.microsoft.com/office/drawing/2014/main" id="{E5E30D57-EAA0-4412-90A6-15055F5C85E8}"/>
                  </a:ext>
                </a:extLst>
              </p:cNvPr>
              <p:cNvSpPr/>
              <p:nvPr/>
            </p:nvSpPr>
            <p:spPr>
              <a:xfrm>
                <a:off x="3845786" y="3413774"/>
                <a:ext cx="54000" cy="112291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6" name="手繪多邊形: 圖案 715">
                <a:extLst>
                  <a:ext uri="{FF2B5EF4-FFF2-40B4-BE49-F238E27FC236}">
                    <a16:creationId xmlns:a16="http://schemas.microsoft.com/office/drawing/2014/main" id="{539E3395-0EBD-4051-9732-ABC0E46A3E30}"/>
                  </a:ext>
                </a:extLst>
              </p:cNvPr>
              <p:cNvSpPr/>
              <p:nvPr/>
            </p:nvSpPr>
            <p:spPr>
              <a:xfrm>
                <a:off x="3777511" y="3468139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717" name="手繪多邊形: 圖案 716">
                <a:extLst>
                  <a:ext uri="{FF2B5EF4-FFF2-40B4-BE49-F238E27FC236}">
                    <a16:creationId xmlns:a16="http://schemas.microsoft.com/office/drawing/2014/main" id="{F14C7302-4084-401E-BA89-822415374596}"/>
                  </a:ext>
                </a:extLst>
              </p:cNvPr>
              <p:cNvSpPr/>
              <p:nvPr/>
            </p:nvSpPr>
            <p:spPr>
              <a:xfrm>
                <a:off x="4004799" y="3415906"/>
                <a:ext cx="114017" cy="108028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0" name="手繪多邊形: 圖案 719">
                <a:extLst>
                  <a:ext uri="{FF2B5EF4-FFF2-40B4-BE49-F238E27FC236}">
                    <a16:creationId xmlns:a16="http://schemas.microsoft.com/office/drawing/2014/main" id="{6C29CC48-101A-43CB-AB02-1776A0DFA555}"/>
                  </a:ext>
                </a:extLst>
              </p:cNvPr>
              <p:cNvSpPr/>
              <p:nvPr/>
            </p:nvSpPr>
            <p:spPr>
              <a:xfrm>
                <a:off x="3777511" y="3468138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709" name="手繪多邊形: 圖案 708">
                <a:extLst>
                  <a:ext uri="{FF2B5EF4-FFF2-40B4-BE49-F238E27FC236}">
                    <a16:creationId xmlns:a16="http://schemas.microsoft.com/office/drawing/2014/main" id="{FD835549-4F98-43E2-8A13-B3DD3F6BC393}"/>
                  </a:ext>
                </a:extLst>
              </p:cNvPr>
              <p:cNvSpPr/>
              <p:nvPr/>
            </p:nvSpPr>
            <p:spPr>
              <a:xfrm>
                <a:off x="4025334" y="3415881"/>
                <a:ext cx="54000" cy="108075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8" name="橢圓 717">
                <a:extLst>
                  <a:ext uri="{FF2B5EF4-FFF2-40B4-BE49-F238E27FC236}">
                    <a16:creationId xmlns:a16="http://schemas.microsoft.com/office/drawing/2014/main" id="{2E52D62B-EEEC-4D73-8109-CD9FC4C4C441}"/>
                  </a:ext>
                </a:extLst>
              </p:cNvPr>
              <p:cNvSpPr/>
              <p:nvPr/>
            </p:nvSpPr>
            <p:spPr>
              <a:xfrm>
                <a:off x="3777512" y="3412026"/>
                <a:ext cx="341304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19" name="手繪多邊形: 圖案 718">
              <a:extLst>
                <a:ext uri="{FF2B5EF4-FFF2-40B4-BE49-F238E27FC236}">
                  <a16:creationId xmlns:a16="http://schemas.microsoft.com/office/drawing/2014/main" id="{D06F3647-F3E6-40DD-A7A5-3B0EBDB15314}"/>
                </a:ext>
              </a:extLst>
            </p:cNvPr>
            <p:cNvSpPr/>
            <p:nvPr/>
          </p:nvSpPr>
          <p:spPr>
            <a:xfrm>
              <a:off x="3599764" y="3412026"/>
              <a:ext cx="75006" cy="115785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1" name="手繪多邊形: 圖案 720">
              <a:extLst>
                <a:ext uri="{FF2B5EF4-FFF2-40B4-BE49-F238E27FC236}">
                  <a16:creationId xmlns:a16="http://schemas.microsoft.com/office/drawing/2014/main" id="{14DC7F16-5D4B-4A40-A324-507F4B377E03}"/>
                </a:ext>
              </a:extLst>
            </p:cNvPr>
            <p:cNvSpPr/>
            <p:nvPr/>
          </p:nvSpPr>
          <p:spPr>
            <a:xfrm>
              <a:off x="3674769" y="3415130"/>
              <a:ext cx="103270" cy="109577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2" name="手繪多邊形: 圖案 721">
              <a:extLst>
                <a:ext uri="{FF2B5EF4-FFF2-40B4-BE49-F238E27FC236}">
                  <a16:creationId xmlns:a16="http://schemas.microsoft.com/office/drawing/2014/main" id="{52EB432F-B031-44A5-A1B8-42FF82309389}"/>
                </a:ext>
              </a:extLst>
            </p:cNvPr>
            <p:cNvSpPr/>
            <p:nvPr/>
          </p:nvSpPr>
          <p:spPr>
            <a:xfrm>
              <a:off x="3496056" y="3415129"/>
              <a:ext cx="103708" cy="109577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23" name="橢圓 722">
              <a:extLst>
                <a:ext uri="{FF2B5EF4-FFF2-40B4-BE49-F238E27FC236}">
                  <a16:creationId xmlns:a16="http://schemas.microsoft.com/office/drawing/2014/main" id="{A0B3A752-79F6-4719-AE5A-BA87101B1E1C}"/>
                </a:ext>
              </a:extLst>
            </p:cNvPr>
            <p:cNvSpPr/>
            <p:nvPr/>
          </p:nvSpPr>
          <p:spPr>
            <a:xfrm>
              <a:off x="3496056" y="3412026"/>
              <a:ext cx="282422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4" name="橢圓 723">
              <a:extLst>
                <a:ext uri="{FF2B5EF4-FFF2-40B4-BE49-F238E27FC236}">
                  <a16:creationId xmlns:a16="http://schemas.microsoft.com/office/drawing/2014/main" id="{17878CE8-C769-424B-AEDC-E1CB941CD109}"/>
                </a:ext>
              </a:extLst>
            </p:cNvPr>
            <p:cNvSpPr/>
            <p:nvPr/>
          </p:nvSpPr>
          <p:spPr>
            <a:xfrm>
              <a:off x="3753630" y="3419105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85B4542B-787C-4471-BAD5-FC48FFA9470A}"/>
                </a:ext>
              </a:extLst>
            </p:cNvPr>
            <p:cNvSpPr/>
            <p:nvPr/>
          </p:nvSpPr>
          <p:spPr>
            <a:xfrm>
              <a:off x="3777512" y="3252841"/>
              <a:ext cx="341304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B534788F-848F-466D-A5DF-C4C5021FA138}"/>
                </a:ext>
              </a:extLst>
            </p:cNvPr>
            <p:cNvSpPr/>
            <p:nvPr/>
          </p:nvSpPr>
          <p:spPr>
            <a:xfrm>
              <a:off x="3777512" y="3252841"/>
              <a:ext cx="341304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5" name="橢圓 694">
              <a:extLst>
                <a:ext uri="{FF2B5EF4-FFF2-40B4-BE49-F238E27FC236}">
                  <a16:creationId xmlns:a16="http://schemas.microsoft.com/office/drawing/2014/main" id="{F707FAC5-4BD4-4F7E-BF75-0A5AEFE9BB4D}"/>
                </a:ext>
              </a:extLst>
            </p:cNvPr>
            <p:cNvSpPr/>
            <p:nvPr/>
          </p:nvSpPr>
          <p:spPr>
            <a:xfrm>
              <a:off x="3496057" y="3252841"/>
              <a:ext cx="282422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6" name="橢圓 695">
              <a:extLst>
                <a:ext uri="{FF2B5EF4-FFF2-40B4-BE49-F238E27FC236}">
                  <a16:creationId xmlns:a16="http://schemas.microsoft.com/office/drawing/2014/main" id="{BC7FE65B-2785-4565-88EF-BD9F32B0E080}"/>
                </a:ext>
              </a:extLst>
            </p:cNvPr>
            <p:cNvSpPr/>
            <p:nvPr/>
          </p:nvSpPr>
          <p:spPr>
            <a:xfrm>
              <a:off x="3753631" y="3259921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5" name="群組 244">
            <a:extLst>
              <a:ext uri="{FF2B5EF4-FFF2-40B4-BE49-F238E27FC236}">
                <a16:creationId xmlns:a16="http://schemas.microsoft.com/office/drawing/2014/main" id="{BA7B4159-B505-4A71-96C7-B7BE1E42407E}"/>
              </a:ext>
            </a:extLst>
          </p:cNvPr>
          <p:cNvGrpSpPr/>
          <p:nvPr/>
        </p:nvGrpSpPr>
        <p:grpSpPr>
          <a:xfrm>
            <a:off x="742964" y="3025124"/>
            <a:ext cx="705600" cy="705600"/>
            <a:chOff x="5400899" y="-1017589"/>
            <a:chExt cx="648000" cy="648000"/>
          </a:xfrm>
        </p:grpSpPr>
        <p:sp>
          <p:nvSpPr>
            <p:cNvPr id="313" name="橢圓 312">
              <a:extLst>
                <a:ext uri="{FF2B5EF4-FFF2-40B4-BE49-F238E27FC236}">
                  <a16:creationId xmlns:a16="http://schemas.microsoft.com/office/drawing/2014/main" id="{78AE67C9-DB16-424A-9D0F-9AB97DE357D4}"/>
                </a:ext>
              </a:extLst>
            </p:cNvPr>
            <p:cNvSpPr/>
            <p:nvPr/>
          </p:nvSpPr>
          <p:spPr>
            <a:xfrm>
              <a:off x="5400899" y="-1017589"/>
              <a:ext cx="648000" cy="648000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4" name="橢圓 313">
              <a:extLst>
                <a:ext uri="{FF2B5EF4-FFF2-40B4-BE49-F238E27FC236}">
                  <a16:creationId xmlns:a16="http://schemas.microsoft.com/office/drawing/2014/main" id="{1F07F11C-8E7F-4521-A6D3-221A509E4391}"/>
                </a:ext>
              </a:extLst>
            </p:cNvPr>
            <p:cNvSpPr/>
            <p:nvPr/>
          </p:nvSpPr>
          <p:spPr>
            <a:xfrm>
              <a:off x="5697498" y="-808461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5" name="群組 314">
              <a:extLst>
                <a:ext uri="{FF2B5EF4-FFF2-40B4-BE49-F238E27FC236}">
                  <a16:creationId xmlns:a16="http://schemas.microsoft.com/office/drawing/2014/main" id="{B5B78E87-A242-4F10-A1E0-7980D97BBC86}"/>
                </a:ext>
              </a:extLst>
            </p:cNvPr>
            <p:cNvGrpSpPr/>
            <p:nvPr/>
          </p:nvGrpSpPr>
          <p:grpSpPr>
            <a:xfrm>
              <a:off x="5697497" y="-662271"/>
              <a:ext cx="313443" cy="106333"/>
              <a:chOff x="5697497" y="-808461"/>
              <a:chExt cx="313443" cy="106333"/>
            </a:xfrm>
          </p:grpSpPr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0EE9A04E-333B-49E8-A53C-397D821DE7D2}"/>
                  </a:ext>
                </a:extLst>
              </p:cNvPr>
              <p:cNvSpPr/>
              <p:nvPr/>
            </p:nvSpPr>
            <p:spPr>
              <a:xfrm>
                <a:off x="5835634" y="-808461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3A0807F8-D282-4024-A78C-8DC2CCAB7719}"/>
                  </a:ext>
                </a:extLst>
              </p:cNvPr>
              <p:cNvSpPr/>
              <p:nvPr/>
            </p:nvSpPr>
            <p:spPr>
              <a:xfrm>
                <a:off x="5697497" y="-75692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手繪多邊形: 圖案 324">
                <a:extLst>
                  <a:ext uri="{FF2B5EF4-FFF2-40B4-BE49-F238E27FC236}">
                    <a16:creationId xmlns:a16="http://schemas.microsoft.com/office/drawing/2014/main" id="{02CBAA63-D608-4370-B530-63AA03EEE006}"/>
                  </a:ext>
                </a:extLst>
              </p:cNvPr>
              <p:cNvSpPr/>
              <p:nvPr/>
            </p:nvSpPr>
            <p:spPr>
              <a:xfrm>
                <a:off x="5697982" y="-807187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手繪多邊形: 圖案 325">
                <a:extLst>
                  <a:ext uri="{FF2B5EF4-FFF2-40B4-BE49-F238E27FC236}">
                    <a16:creationId xmlns:a16="http://schemas.microsoft.com/office/drawing/2014/main" id="{3CA627EF-19F2-4D05-BC06-468E5BF860E6}"/>
                  </a:ext>
                </a:extLst>
              </p:cNvPr>
              <p:cNvSpPr/>
              <p:nvPr/>
            </p:nvSpPr>
            <p:spPr>
              <a:xfrm>
                <a:off x="5906231" y="-804898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橢圓 326">
                <a:extLst>
                  <a:ext uri="{FF2B5EF4-FFF2-40B4-BE49-F238E27FC236}">
                    <a16:creationId xmlns:a16="http://schemas.microsoft.com/office/drawing/2014/main" id="{59ADDA11-2FFD-41D5-992D-D9DFB75E1FCE}"/>
                  </a:ext>
                </a:extLst>
              </p:cNvPr>
              <p:cNvSpPr/>
              <p:nvPr/>
            </p:nvSpPr>
            <p:spPr>
              <a:xfrm>
                <a:off x="5697498" y="-80846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6" name="橢圓 315">
              <a:extLst>
                <a:ext uri="{FF2B5EF4-FFF2-40B4-BE49-F238E27FC236}">
                  <a16:creationId xmlns:a16="http://schemas.microsoft.com/office/drawing/2014/main" id="{4A87C420-569D-4618-A267-0AFC74B1CF57}"/>
                </a:ext>
              </a:extLst>
            </p:cNvPr>
            <p:cNvSpPr/>
            <p:nvPr/>
          </p:nvSpPr>
          <p:spPr>
            <a:xfrm>
              <a:off x="5439018" y="-808461"/>
              <a:ext cx="259367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499E21D7-9351-492A-9364-617952D22D49}"/>
                </a:ext>
              </a:extLst>
            </p:cNvPr>
            <p:cNvSpPr/>
            <p:nvPr/>
          </p:nvSpPr>
          <p:spPr>
            <a:xfrm>
              <a:off x="5675565" y="-801959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8" name="手繪多邊形: 圖案 317">
              <a:extLst>
                <a:ext uri="{FF2B5EF4-FFF2-40B4-BE49-F238E27FC236}">
                  <a16:creationId xmlns:a16="http://schemas.microsoft.com/office/drawing/2014/main" id="{3BA5FAB7-AA07-44D3-937F-72C20D048473}"/>
                </a:ext>
              </a:extLst>
            </p:cNvPr>
            <p:cNvSpPr/>
            <p:nvPr/>
          </p:nvSpPr>
          <p:spPr>
            <a:xfrm>
              <a:off x="5534260" y="-662271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9" name="手繪多邊形: 圖案 318">
              <a:extLst>
                <a:ext uri="{FF2B5EF4-FFF2-40B4-BE49-F238E27FC236}">
                  <a16:creationId xmlns:a16="http://schemas.microsoft.com/office/drawing/2014/main" id="{276F710C-738D-4E96-824D-A780500EE67E}"/>
                </a:ext>
              </a:extLst>
            </p:cNvPr>
            <p:cNvSpPr/>
            <p:nvPr/>
          </p:nvSpPr>
          <p:spPr>
            <a:xfrm>
              <a:off x="5697497" y="-61073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320" name="手繪多邊形: 圖案 319">
              <a:extLst>
                <a:ext uri="{FF2B5EF4-FFF2-40B4-BE49-F238E27FC236}">
                  <a16:creationId xmlns:a16="http://schemas.microsoft.com/office/drawing/2014/main" id="{0C9689A3-5B1D-4A47-A8BE-B52A7F59380E}"/>
                </a:ext>
              </a:extLst>
            </p:cNvPr>
            <p:cNvSpPr/>
            <p:nvPr/>
          </p:nvSpPr>
          <p:spPr>
            <a:xfrm>
              <a:off x="5603142" y="-659420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1" name="手繪多邊形: 圖案 320">
              <a:extLst>
                <a:ext uri="{FF2B5EF4-FFF2-40B4-BE49-F238E27FC236}">
                  <a16:creationId xmlns:a16="http://schemas.microsoft.com/office/drawing/2014/main" id="{1021FA41-DA40-4D16-BCD9-D99C85B30E22}"/>
                </a:ext>
              </a:extLst>
            </p:cNvPr>
            <p:cNvSpPr/>
            <p:nvPr/>
          </p:nvSpPr>
          <p:spPr>
            <a:xfrm>
              <a:off x="5439018" y="-659421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569BF9A0-17AA-4A5A-A928-80D8E63CF399}"/>
                </a:ext>
              </a:extLst>
            </p:cNvPr>
            <p:cNvSpPr/>
            <p:nvPr/>
          </p:nvSpPr>
          <p:spPr>
            <a:xfrm>
              <a:off x="5439018" y="-662271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441872E8-8C13-4C05-97F3-92AD2EF3219B}"/>
                </a:ext>
              </a:extLst>
            </p:cNvPr>
            <p:cNvSpPr/>
            <p:nvPr/>
          </p:nvSpPr>
          <p:spPr>
            <a:xfrm>
              <a:off x="5675565" y="-655770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7" name="群組 246">
            <a:extLst>
              <a:ext uri="{FF2B5EF4-FFF2-40B4-BE49-F238E27FC236}">
                <a16:creationId xmlns:a16="http://schemas.microsoft.com/office/drawing/2014/main" id="{9E7579DB-8C66-4168-AD4F-D1D247DD819A}"/>
              </a:ext>
            </a:extLst>
          </p:cNvPr>
          <p:cNvGrpSpPr/>
          <p:nvPr/>
        </p:nvGrpSpPr>
        <p:grpSpPr>
          <a:xfrm>
            <a:off x="2512808" y="3025124"/>
            <a:ext cx="705600" cy="705600"/>
            <a:chOff x="8008675" y="-404071"/>
            <a:chExt cx="648000" cy="648000"/>
          </a:xfrm>
        </p:grpSpPr>
        <p:sp>
          <p:nvSpPr>
            <p:cNvPr id="269" name="橢圓 268">
              <a:extLst>
                <a:ext uri="{FF2B5EF4-FFF2-40B4-BE49-F238E27FC236}">
                  <a16:creationId xmlns:a16="http://schemas.microsoft.com/office/drawing/2014/main" id="{AEF46EF8-89E0-4D06-9CC1-8BEB95007BCB}"/>
                </a:ext>
              </a:extLst>
            </p:cNvPr>
            <p:cNvSpPr/>
            <p:nvPr/>
          </p:nvSpPr>
          <p:spPr>
            <a:xfrm>
              <a:off x="8008675" y="-404071"/>
              <a:ext cx="648000" cy="648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270" name="群組 269">
              <a:extLst>
                <a:ext uri="{FF2B5EF4-FFF2-40B4-BE49-F238E27FC236}">
                  <a16:creationId xmlns:a16="http://schemas.microsoft.com/office/drawing/2014/main" id="{6C733162-D2D1-4B44-B9D2-660AD0D2444B}"/>
                </a:ext>
              </a:extLst>
            </p:cNvPr>
            <p:cNvGrpSpPr/>
            <p:nvPr/>
          </p:nvGrpSpPr>
          <p:grpSpPr>
            <a:xfrm>
              <a:off x="8046794" y="-194943"/>
              <a:ext cx="259367" cy="106333"/>
              <a:chOff x="8142036" y="-669792"/>
              <a:chExt cx="259367" cy="106333"/>
            </a:xfrm>
          </p:grpSpPr>
          <p:sp>
            <p:nvSpPr>
              <p:cNvPr id="289" name="橢圓 288">
                <a:extLst>
                  <a:ext uri="{FF2B5EF4-FFF2-40B4-BE49-F238E27FC236}">
                    <a16:creationId xmlns:a16="http://schemas.microsoft.com/office/drawing/2014/main" id="{AC7F50DC-6B8B-4BFF-8A7A-E396E5FE8377}"/>
                  </a:ext>
                </a:extLst>
              </p:cNvPr>
              <p:cNvSpPr/>
              <p:nvPr/>
            </p:nvSpPr>
            <p:spPr>
              <a:xfrm>
                <a:off x="8142036" y="-669792"/>
                <a:ext cx="259367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手繪多邊形: 圖案 289">
                <a:extLst>
                  <a:ext uri="{FF2B5EF4-FFF2-40B4-BE49-F238E27FC236}">
                    <a16:creationId xmlns:a16="http://schemas.microsoft.com/office/drawing/2014/main" id="{2B373738-C7D6-4ADF-9D5D-CAE78079BC70}"/>
                  </a:ext>
                </a:extLst>
              </p:cNvPr>
              <p:cNvSpPr/>
              <p:nvPr/>
            </p:nvSpPr>
            <p:spPr>
              <a:xfrm>
                <a:off x="8400515" y="-618260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1" name="手繪多邊形: 圖案 290">
                <a:extLst>
                  <a:ext uri="{FF2B5EF4-FFF2-40B4-BE49-F238E27FC236}">
                    <a16:creationId xmlns:a16="http://schemas.microsoft.com/office/drawing/2014/main" id="{3EDE3F4B-3B94-482E-9CC0-F34B0047F965}"/>
                  </a:ext>
                </a:extLst>
              </p:cNvPr>
              <p:cNvSpPr/>
              <p:nvPr/>
            </p:nvSpPr>
            <p:spPr>
              <a:xfrm>
                <a:off x="8277926" y="-665854"/>
                <a:ext cx="70597" cy="102395"/>
              </a:xfrm>
              <a:custGeom>
                <a:avLst/>
                <a:gdLst>
                  <a:gd name="connsiteX0" fmla="*/ 0 w 103512"/>
                  <a:gd name="connsiteY0" fmla="*/ 0 h 150136"/>
                  <a:gd name="connsiteX1" fmla="*/ 39135 w 103512"/>
                  <a:gd name="connsiteY1" fmla="*/ 3239 h 150136"/>
                  <a:gd name="connsiteX2" fmla="*/ 99575 w 103512"/>
                  <a:gd name="connsiteY2" fmla="*/ 19946 h 150136"/>
                  <a:gd name="connsiteX3" fmla="*/ 103512 w 103512"/>
                  <a:gd name="connsiteY3" fmla="*/ 22340 h 150136"/>
                  <a:gd name="connsiteX4" fmla="*/ 103512 w 103512"/>
                  <a:gd name="connsiteY4" fmla="*/ 127796 h 150136"/>
                  <a:gd name="connsiteX5" fmla="*/ 99575 w 103512"/>
                  <a:gd name="connsiteY5" fmla="*/ 130190 h 150136"/>
                  <a:gd name="connsiteX6" fmla="*/ 39135 w 103512"/>
                  <a:gd name="connsiteY6" fmla="*/ 146897 h 150136"/>
                  <a:gd name="connsiteX7" fmla="*/ 0 w 103512"/>
                  <a:gd name="connsiteY7" fmla="*/ 150136 h 150136"/>
                  <a:gd name="connsiteX8" fmla="*/ 0 w 103512"/>
                  <a:gd name="connsiteY8" fmla="*/ 0 h 15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50136">
                    <a:moveTo>
                      <a:pt x="0" y="0"/>
                    </a:moveTo>
                    <a:lnTo>
                      <a:pt x="39135" y="3239"/>
                    </a:lnTo>
                    <a:cubicBezTo>
                      <a:pt x="61883" y="7184"/>
                      <a:pt x="82370" y="12892"/>
                      <a:pt x="99575" y="19946"/>
                    </a:cubicBezTo>
                    <a:lnTo>
                      <a:pt x="103512" y="22340"/>
                    </a:lnTo>
                    <a:lnTo>
                      <a:pt x="103512" y="127796"/>
                    </a:lnTo>
                    <a:lnTo>
                      <a:pt x="99575" y="130190"/>
                    </a:lnTo>
                    <a:cubicBezTo>
                      <a:pt x="82370" y="137244"/>
                      <a:pt x="61883" y="142952"/>
                      <a:pt x="39135" y="146897"/>
                    </a:cubicBezTo>
                    <a:lnTo>
                      <a:pt x="0" y="150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2" name="橢圓 291">
                <a:extLst>
                  <a:ext uri="{FF2B5EF4-FFF2-40B4-BE49-F238E27FC236}">
                    <a16:creationId xmlns:a16="http://schemas.microsoft.com/office/drawing/2014/main" id="{FFAD2D9D-67A2-4E34-B754-6B37A9EBC5B1}"/>
                  </a:ext>
                </a:extLst>
              </p:cNvPr>
              <p:cNvSpPr/>
              <p:nvPr/>
            </p:nvSpPr>
            <p:spPr>
              <a:xfrm>
                <a:off x="8142036" y="-669792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1" name="群組 270">
              <a:extLst>
                <a:ext uri="{FF2B5EF4-FFF2-40B4-BE49-F238E27FC236}">
                  <a16:creationId xmlns:a16="http://schemas.microsoft.com/office/drawing/2014/main" id="{7E414C81-11DB-4D85-B96C-23205740BEEA}"/>
                </a:ext>
              </a:extLst>
            </p:cNvPr>
            <p:cNvGrpSpPr/>
            <p:nvPr/>
          </p:nvGrpSpPr>
          <p:grpSpPr>
            <a:xfrm>
              <a:off x="8305273" y="-194943"/>
              <a:ext cx="313443" cy="106333"/>
              <a:chOff x="7561781" y="-662271"/>
              <a:chExt cx="313443" cy="106333"/>
            </a:xfrm>
          </p:grpSpPr>
          <p:sp>
            <p:nvSpPr>
              <p:cNvPr id="285" name="橢圓 284">
                <a:extLst>
                  <a:ext uri="{FF2B5EF4-FFF2-40B4-BE49-F238E27FC236}">
                    <a16:creationId xmlns:a16="http://schemas.microsoft.com/office/drawing/2014/main" id="{68138D0B-17DE-427C-9342-FC3C076D675B}"/>
                  </a:ext>
                </a:extLst>
              </p:cNvPr>
              <p:cNvSpPr/>
              <p:nvPr/>
            </p:nvSpPr>
            <p:spPr>
              <a:xfrm>
                <a:off x="7561782" y="-662271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手繪多邊形: 圖案 285">
                <a:extLst>
                  <a:ext uri="{FF2B5EF4-FFF2-40B4-BE49-F238E27FC236}">
                    <a16:creationId xmlns:a16="http://schemas.microsoft.com/office/drawing/2014/main" id="{66B2DC94-0D68-483A-B218-ED85A65DF526}"/>
                  </a:ext>
                </a:extLst>
              </p:cNvPr>
              <p:cNvSpPr/>
              <p:nvPr/>
            </p:nvSpPr>
            <p:spPr>
              <a:xfrm>
                <a:off x="7561781" y="-61073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8" name="橢圓 287">
                <a:extLst>
                  <a:ext uri="{FF2B5EF4-FFF2-40B4-BE49-F238E27FC236}">
                    <a16:creationId xmlns:a16="http://schemas.microsoft.com/office/drawing/2014/main" id="{DC0F8919-FD5A-4D22-A865-34C97FFD892B}"/>
                  </a:ext>
                </a:extLst>
              </p:cNvPr>
              <p:cNvSpPr/>
              <p:nvPr/>
            </p:nvSpPr>
            <p:spPr>
              <a:xfrm>
                <a:off x="7561782" y="-66227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CF909041-428C-483B-A3D6-3B89816EB68A}"/>
                </a:ext>
              </a:extLst>
            </p:cNvPr>
            <p:cNvGrpSpPr/>
            <p:nvPr/>
          </p:nvGrpSpPr>
          <p:grpSpPr>
            <a:xfrm>
              <a:off x="8305273" y="-48753"/>
              <a:ext cx="313443" cy="106333"/>
              <a:chOff x="5697497" y="-808461"/>
              <a:chExt cx="313443" cy="106333"/>
            </a:xfrm>
          </p:grpSpPr>
          <p:sp>
            <p:nvSpPr>
              <p:cNvPr id="284" name="手繪多邊形: 圖案 283">
                <a:extLst>
                  <a:ext uri="{FF2B5EF4-FFF2-40B4-BE49-F238E27FC236}">
                    <a16:creationId xmlns:a16="http://schemas.microsoft.com/office/drawing/2014/main" id="{F84B15A7-CAE6-4032-ADEC-781D2F18012B}"/>
                  </a:ext>
                </a:extLst>
              </p:cNvPr>
              <p:cNvSpPr/>
              <p:nvPr/>
            </p:nvSpPr>
            <p:spPr>
              <a:xfrm>
                <a:off x="5835634" y="-808461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0" name="手繪多邊形: 圖案 279">
                <a:extLst>
                  <a:ext uri="{FF2B5EF4-FFF2-40B4-BE49-F238E27FC236}">
                    <a16:creationId xmlns:a16="http://schemas.microsoft.com/office/drawing/2014/main" id="{39227940-43E0-489E-A545-74E340A16ED4}"/>
                  </a:ext>
                </a:extLst>
              </p:cNvPr>
              <p:cNvSpPr/>
              <p:nvPr/>
            </p:nvSpPr>
            <p:spPr>
              <a:xfrm>
                <a:off x="5697497" y="-75692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1" name="手繪多邊形: 圖案 280">
                <a:extLst>
                  <a:ext uri="{FF2B5EF4-FFF2-40B4-BE49-F238E27FC236}">
                    <a16:creationId xmlns:a16="http://schemas.microsoft.com/office/drawing/2014/main" id="{75D4B101-367A-4789-A8F6-A635D32A3264}"/>
                  </a:ext>
                </a:extLst>
              </p:cNvPr>
              <p:cNvSpPr/>
              <p:nvPr/>
            </p:nvSpPr>
            <p:spPr>
              <a:xfrm>
                <a:off x="5697982" y="-807187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2" name="手繪多邊形: 圖案 281">
                <a:extLst>
                  <a:ext uri="{FF2B5EF4-FFF2-40B4-BE49-F238E27FC236}">
                    <a16:creationId xmlns:a16="http://schemas.microsoft.com/office/drawing/2014/main" id="{279A2097-347A-4976-8261-100D40B7F223}"/>
                  </a:ext>
                </a:extLst>
              </p:cNvPr>
              <p:cNvSpPr/>
              <p:nvPr/>
            </p:nvSpPr>
            <p:spPr>
              <a:xfrm>
                <a:off x="5906231" y="-804898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橢圓 282">
                <a:extLst>
                  <a:ext uri="{FF2B5EF4-FFF2-40B4-BE49-F238E27FC236}">
                    <a16:creationId xmlns:a16="http://schemas.microsoft.com/office/drawing/2014/main" id="{69A4E8BD-31CA-4127-83A2-2E0BC0BCD3C0}"/>
                  </a:ext>
                </a:extLst>
              </p:cNvPr>
              <p:cNvSpPr/>
              <p:nvPr/>
            </p:nvSpPr>
            <p:spPr>
              <a:xfrm>
                <a:off x="5697498" y="-80846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DBF2266A-1596-42C0-8B55-335ADE846CD1}"/>
                </a:ext>
              </a:extLst>
            </p:cNvPr>
            <p:cNvSpPr/>
            <p:nvPr/>
          </p:nvSpPr>
          <p:spPr>
            <a:xfrm>
              <a:off x="8283341" y="-188441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手繪多邊形: 圖案 273">
              <a:extLst>
                <a:ext uri="{FF2B5EF4-FFF2-40B4-BE49-F238E27FC236}">
                  <a16:creationId xmlns:a16="http://schemas.microsoft.com/office/drawing/2014/main" id="{CA6E75CD-1C80-427B-A269-F24E7CA7E8B8}"/>
                </a:ext>
              </a:extLst>
            </p:cNvPr>
            <p:cNvSpPr/>
            <p:nvPr/>
          </p:nvSpPr>
          <p:spPr>
            <a:xfrm>
              <a:off x="8142036" y="-48753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手繪多邊形: 圖案 274">
              <a:extLst>
                <a:ext uri="{FF2B5EF4-FFF2-40B4-BE49-F238E27FC236}">
                  <a16:creationId xmlns:a16="http://schemas.microsoft.com/office/drawing/2014/main" id="{A10D156D-3F95-4983-A157-0E2A9113B338}"/>
                </a:ext>
              </a:extLst>
            </p:cNvPr>
            <p:cNvSpPr/>
            <p:nvPr/>
          </p:nvSpPr>
          <p:spPr>
            <a:xfrm>
              <a:off x="8305273" y="277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276" name="手繪多邊形: 圖案 275">
              <a:extLst>
                <a:ext uri="{FF2B5EF4-FFF2-40B4-BE49-F238E27FC236}">
                  <a16:creationId xmlns:a16="http://schemas.microsoft.com/office/drawing/2014/main" id="{1C8D9FB8-7337-4A39-BB88-C9BAB589E9F2}"/>
                </a:ext>
              </a:extLst>
            </p:cNvPr>
            <p:cNvSpPr/>
            <p:nvPr/>
          </p:nvSpPr>
          <p:spPr>
            <a:xfrm>
              <a:off x="8210918" y="-45902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手繪多邊形: 圖案 276">
              <a:extLst>
                <a:ext uri="{FF2B5EF4-FFF2-40B4-BE49-F238E27FC236}">
                  <a16:creationId xmlns:a16="http://schemas.microsoft.com/office/drawing/2014/main" id="{DA50C44F-EB0F-4A00-9435-BF95D14824C6}"/>
                </a:ext>
              </a:extLst>
            </p:cNvPr>
            <p:cNvSpPr/>
            <p:nvPr/>
          </p:nvSpPr>
          <p:spPr>
            <a:xfrm>
              <a:off x="8046794" y="-45903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F8A2FB8A-4FBF-4BE4-9CBC-56626CC3229B}"/>
                </a:ext>
              </a:extLst>
            </p:cNvPr>
            <p:cNvSpPr/>
            <p:nvPr/>
          </p:nvSpPr>
          <p:spPr>
            <a:xfrm>
              <a:off x="8046794" y="-48753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D685E3B5-898F-4C8D-94AF-4C25A48A6179}"/>
                </a:ext>
              </a:extLst>
            </p:cNvPr>
            <p:cNvSpPr/>
            <p:nvPr/>
          </p:nvSpPr>
          <p:spPr>
            <a:xfrm>
              <a:off x="8283341" y="-42252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標題 3">
            <a:extLst>
              <a:ext uri="{FF2B5EF4-FFF2-40B4-BE49-F238E27FC236}">
                <a16:creationId xmlns:a16="http://schemas.microsoft.com/office/drawing/2014/main" id="{0531B0C9-0258-464F-A514-805612DA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Somatic Variant Calling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pSp>
        <p:nvGrpSpPr>
          <p:cNvPr id="632" name="群組 631">
            <a:extLst>
              <a:ext uri="{FF2B5EF4-FFF2-40B4-BE49-F238E27FC236}">
                <a16:creationId xmlns:a16="http://schemas.microsoft.com/office/drawing/2014/main" id="{C3EC74F7-029E-4248-BF82-3B854969E7A8}"/>
              </a:ext>
            </a:extLst>
          </p:cNvPr>
          <p:cNvGrpSpPr/>
          <p:nvPr/>
        </p:nvGrpSpPr>
        <p:grpSpPr>
          <a:xfrm>
            <a:off x="751346" y="1379679"/>
            <a:ext cx="1304106" cy="1009675"/>
            <a:chOff x="406180" y="1096625"/>
            <a:chExt cx="1304106" cy="1009675"/>
          </a:xfrm>
        </p:grpSpPr>
        <p:sp>
          <p:nvSpPr>
            <p:cNvPr id="404" name="矩形 403">
              <a:extLst>
                <a:ext uri="{FF2B5EF4-FFF2-40B4-BE49-F238E27FC236}">
                  <a16:creationId xmlns:a16="http://schemas.microsoft.com/office/drawing/2014/main" id="{69D67A93-4275-486A-9620-BE4B855CF651}"/>
                </a:ext>
              </a:extLst>
            </p:cNvPr>
            <p:cNvSpPr/>
            <p:nvPr/>
          </p:nvSpPr>
          <p:spPr>
            <a:xfrm>
              <a:off x="477951" y="1533487"/>
              <a:ext cx="162000" cy="16052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405" name="矩形 404">
              <a:extLst>
                <a:ext uri="{FF2B5EF4-FFF2-40B4-BE49-F238E27FC236}">
                  <a16:creationId xmlns:a16="http://schemas.microsoft.com/office/drawing/2014/main" id="{C89EBF63-B095-4F1E-A438-F8D87706B972}"/>
                </a:ext>
              </a:extLst>
            </p:cNvPr>
            <p:cNvSpPr/>
            <p:nvPr/>
          </p:nvSpPr>
          <p:spPr>
            <a:xfrm>
              <a:off x="477951" y="1718206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406" name="矩形 405">
              <a:extLst>
                <a:ext uri="{FF2B5EF4-FFF2-40B4-BE49-F238E27FC236}">
                  <a16:creationId xmlns:a16="http://schemas.microsoft.com/office/drawing/2014/main" id="{25F027AF-14D9-416F-A91A-11951E58212B}"/>
                </a:ext>
              </a:extLst>
            </p:cNvPr>
            <p:cNvSpPr/>
            <p:nvPr/>
          </p:nvSpPr>
          <p:spPr>
            <a:xfrm>
              <a:off x="477951" y="1348768"/>
              <a:ext cx="162000" cy="160529"/>
            </a:xfrm>
            <a:prstGeom prst="rect">
              <a:avLst/>
            </a:prstGeom>
            <a:solidFill>
              <a:srgbClr val="C9C9C9"/>
            </a:solidFill>
            <a:ln w="19050"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/>
            </a:p>
          </p:txBody>
        </p:sp>
        <p:sp>
          <p:nvSpPr>
            <p:cNvPr id="407" name="矩形 406">
              <a:extLst>
                <a:ext uri="{FF2B5EF4-FFF2-40B4-BE49-F238E27FC236}">
                  <a16:creationId xmlns:a16="http://schemas.microsoft.com/office/drawing/2014/main" id="{BCC7E593-9285-4376-A926-992214ABE6F5}"/>
                </a:ext>
              </a:extLst>
            </p:cNvPr>
            <p:cNvSpPr/>
            <p:nvPr/>
          </p:nvSpPr>
          <p:spPr>
            <a:xfrm>
              <a:off x="477951" y="1902925"/>
              <a:ext cx="162000" cy="160529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408" name="文字方塊 407">
              <a:extLst>
                <a:ext uri="{FF2B5EF4-FFF2-40B4-BE49-F238E27FC236}">
                  <a16:creationId xmlns:a16="http://schemas.microsoft.com/office/drawing/2014/main" id="{3337624B-B25E-4F74-9D3C-745CFC84F58A}"/>
                </a:ext>
              </a:extLst>
            </p:cNvPr>
            <p:cNvSpPr txBox="1"/>
            <p:nvPr/>
          </p:nvSpPr>
          <p:spPr>
            <a:xfrm>
              <a:off x="631144" y="1490641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Germline Variant</a:t>
              </a:r>
              <a:endParaRPr lang="zh-TW" altLang="en-US" sz="1000" dirty="0"/>
            </a:p>
          </p:txBody>
        </p:sp>
        <p:sp>
          <p:nvSpPr>
            <p:cNvPr id="409" name="文字方塊 408">
              <a:extLst>
                <a:ext uri="{FF2B5EF4-FFF2-40B4-BE49-F238E27FC236}">
                  <a16:creationId xmlns:a16="http://schemas.microsoft.com/office/drawing/2014/main" id="{09F4853B-060C-4013-BCF8-9420833C391C}"/>
                </a:ext>
              </a:extLst>
            </p:cNvPr>
            <p:cNvSpPr txBox="1"/>
            <p:nvPr/>
          </p:nvSpPr>
          <p:spPr>
            <a:xfrm>
              <a:off x="631144" y="1675360"/>
              <a:ext cx="10086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Somatic Variant</a:t>
              </a:r>
              <a:endParaRPr lang="zh-TW" altLang="en-US" sz="1000" dirty="0"/>
            </a:p>
          </p:txBody>
        </p:sp>
        <p:sp>
          <p:nvSpPr>
            <p:cNvPr id="410" name="文字方塊 409">
              <a:extLst>
                <a:ext uri="{FF2B5EF4-FFF2-40B4-BE49-F238E27FC236}">
                  <a16:creationId xmlns:a16="http://schemas.microsoft.com/office/drawing/2014/main" id="{AC222C29-01BD-4C76-A8DE-7017B314D7C3}"/>
                </a:ext>
              </a:extLst>
            </p:cNvPr>
            <p:cNvSpPr txBox="1"/>
            <p:nvPr/>
          </p:nvSpPr>
          <p:spPr>
            <a:xfrm>
              <a:off x="631144" y="1305922"/>
              <a:ext cx="10326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Reference Allele</a:t>
              </a:r>
              <a:endParaRPr lang="zh-TW" altLang="en-US" sz="1000" dirty="0"/>
            </a:p>
          </p:txBody>
        </p:sp>
        <p:sp>
          <p:nvSpPr>
            <p:cNvPr id="411" name="文字方塊 410">
              <a:extLst>
                <a:ext uri="{FF2B5EF4-FFF2-40B4-BE49-F238E27FC236}">
                  <a16:creationId xmlns:a16="http://schemas.microsoft.com/office/drawing/2014/main" id="{14E32272-D009-41E7-B615-A5B1EC9163DC}"/>
                </a:ext>
              </a:extLst>
            </p:cNvPr>
            <p:cNvSpPr txBox="1"/>
            <p:nvPr/>
          </p:nvSpPr>
          <p:spPr>
            <a:xfrm>
              <a:off x="406180" y="1096625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/>
                <a:t>Allele</a:t>
              </a:r>
              <a:endParaRPr lang="zh-TW" altLang="en-US" sz="1000" dirty="0"/>
            </a:p>
          </p:txBody>
        </p:sp>
        <p:sp>
          <p:nvSpPr>
            <p:cNvPr id="412" name="文字方塊 411">
              <a:extLst>
                <a:ext uri="{FF2B5EF4-FFF2-40B4-BE49-F238E27FC236}">
                  <a16:creationId xmlns:a16="http://schemas.microsoft.com/office/drawing/2014/main" id="{EEE6E4C7-2841-4A24-965C-A8480A3992B6}"/>
                </a:ext>
              </a:extLst>
            </p:cNvPr>
            <p:cNvSpPr txBox="1"/>
            <p:nvPr/>
          </p:nvSpPr>
          <p:spPr>
            <a:xfrm>
              <a:off x="631144" y="1860079"/>
              <a:ext cx="10791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Sequencing Error</a:t>
              </a:r>
            </a:p>
          </p:txBody>
        </p:sp>
      </p:grpSp>
      <p:grpSp>
        <p:nvGrpSpPr>
          <p:cNvPr id="413" name="群組 412">
            <a:extLst>
              <a:ext uri="{FF2B5EF4-FFF2-40B4-BE49-F238E27FC236}">
                <a16:creationId xmlns:a16="http://schemas.microsoft.com/office/drawing/2014/main" id="{46EC7D56-4592-4959-AA39-A26C1AC8EF94}"/>
              </a:ext>
            </a:extLst>
          </p:cNvPr>
          <p:cNvGrpSpPr/>
          <p:nvPr/>
        </p:nvGrpSpPr>
        <p:grpSpPr>
          <a:xfrm>
            <a:off x="328961" y="4431306"/>
            <a:ext cx="400899" cy="97472"/>
            <a:chOff x="641614" y="1524061"/>
            <a:chExt cx="991589" cy="2600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65" name="橢圓 464">
              <a:extLst>
                <a:ext uri="{FF2B5EF4-FFF2-40B4-BE49-F238E27FC236}">
                  <a16:creationId xmlns:a16="http://schemas.microsoft.com/office/drawing/2014/main" id="{87066226-FB1D-4E7C-8593-90A56E451BAF}"/>
                </a:ext>
              </a:extLst>
            </p:cNvPr>
            <p:cNvSpPr/>
            <p:nvPr/>
          </p:nvSpPr>
          <p:spPr>
            <a:xfrm>
              <a:off x="944033" y="1582126"/>
              <a:ext cx="245533" cy="14393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6" name="手繪多邊形: 圖案 465">
              <a:extLst>
                <a:ext uri="{FF2B5EF4-FFF2-40B4-BE49-F238E27FC236}">
                  <a16:creationId xmlns:a16="http://schemas.microsoft.com/office/drawing/2014/main" id="{777E6C66-B9DD-4189-83B4-39315DA5FDF4}"/>
                </a:ext>
              </a:extLst>
            </p:cNvPr>
            <p:cNvSpPr/>
            <p:nvPr/>
          </p:nvSpPr>
          <p:spPr>
            <a:xfrm>
              <a:off x="1189566" y="1654092"/>
              <a:ext cx="443637" cy="95086"/>
            </a:xfrm>
            <a:custGeom>
              <a:avLst/>
              <a:gdLst>
                <a:gd name="connsiteX0" fmla="*/ 0 w 1171575"/>
                <a:gd name="connsiteY0" fmla="*/ 23385 h 251107"/>
                <a:gd name="connsiteX1" fmla="*/ 552450 w 1171575"/>
                <a:gd name="connsiteY1" fmla="*/ 21004 h 251107"/>
                <a:gd name="connsiteX2" fmla="*/ 726281 w 1171575"/>
                <a:gd name="connsiteY2" fmla="*/ 247223 h 251107"/>
                <a:gd name="connsiteX3" fmla="*/ 1059656 w 1171575"/>
                <a:gd name="connsiteY3" fmla="*/ 159117 h 251107"/>
                <a:gd name="connsiteX4" fmla="*/ 1171575 w 1171575"/>
                <a:gd name="connsiteY4" fmla="*/ 94823 h 25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575" h="251107">
                  <a:moveTo>
                    <a:pt x="0" y="23385"/>
                  </a:moveTo>
                  <a:cubicBezTo>
                    <a:pt x="215701" y="3541"/>
                    <a:pt x="431403" y="-16302"/>
                    <a:pt x="552450" y="21004"/>
                  </a:cubicBezTo>
                  <a:cubicBezTo>
                    <a:pt x="673497" y="58310"/>
                    <a:pt x="641747" y="224204"/>
                    <a:pt x="726281" y="247223"/>
                  </a:cubicBezTo>
                  <a:cubicBezTo>
                    <a:pt x="810815" y="270242"/>
                    <a:pt x="985440" y="184517"/>
                    <a:pt x="1059656" y="159117"/>
                  </a:cubicBezTo>
                  <a:cubicBezTo>
                    <a:pt x="1133872" y="133717"/>
                    <a:pt x="1135459" y="97998"/>
                    <a:pt x="1171575" y="94823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7" name="橢圓 466">
              <a:extLst>
                <a:ext uri="{FF2B5EF4-FFF2-40B4-BE49-F238E27FC236}">
                  <a16:creationId xmlns:a16="http://schemas.microsoft.com/office/drawing/2014/main" id="{946EE89C-2E24-4B8D-BC79-1213C748481B}"/>
                </a:ext>
              </a:extLst>
            </p:cNvPr>
            <p:cNvSpPr/>
            <p:nvPr/>
          </p:nvSpPr>
          <p:spPr>
            <a:xfrm>
              <a:off x="641614" y="1524061"/>
              <a:ext cx="443637" cy="26006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4" name="群組 413">
            <a:extLst>
              <a:ext uri="{FF2B5EF4-FFF2-40B4-BE49-F238E27FC236}">
                <a16:creationId xmlns:a16="http://schemas.microsoft.com/office/drawing/2014/main" id="{FC46044E-D9CC-47AF-B3CF-B8AAB71ED070}"/>
              </a:ext>
            </a:extLst>
          </p:cNvPr>
          <p:cNvGrpSpPr/>
          <p:nvPr/>
        </p:nvGrpSpPr>
        <p:grpSpPr>
          <a:xfrm>
            <a:off x="250801" y="3823466"/>
            <a:ext cx="515043" cy="477461"/>
            <a:chOff x="553508" y="2125498"/>
            <a:chExt cx="642937" cy="642937"/>
          </a:xfrm>
        </p:grpSpPr>
        <p:sp>
          <p:nvSpPr>
            <p:cNvPr id="463" name="橢圓 462">
              <a:extLst>
                <a:ext uri="{FF2B5EF4-FFF2-40B4-BE49-F238E27FC236}">
                  <a16:creationId xmlns:a16="http://schemas.microsoft.com/office/drawing/2014/main" id="{10BBD8F3-5DB6-4DA9-93B8-13BE67FB78E6}"/>
                </a:ext>
              </a:extLst>
            </p:cNvPr>
            <p:cNvSpPr/>
            <p:nvPr/>
          </p:nvSpPr>
          <p:spPr>
            <a:xfrm>
              <a:off x="553508" y="2125498"/>
              <a:ext cx="642937" cy="64293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4" name="橢圓 463">
              <a:extLst>
                <a:ext uri="{FF2B5EF4-FFF2-40B4-BE49-F238E27FC236}">
                  <a16:creationId xmlns:a16="http://schemas.microsoft.com/office/drawing/2014/main" id="{6CCB23F9-FD50-4D28-B805-F8EEB399AC1D}"/>
                </a:ext>
              </a:extLst>
            </p:cNvPr>
            <p:cNvSpPr/>
            <p:nvPr/>
          </p:nvSpPr>
          <p:spPr>
            <a:xfrm>
              <a:off x="633147" y="2201654"/>
              <a:ext cx="483658" cy="48365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15" name="圖形 97" descr="水 以實心填滿">
            <a:extLst>
              <a:ext uri="{FF2B5EF4-FFF2-40B4-BE49-F238E27FC236}">
                <a16:creationId xmlns:a16="http://schemas.microsoft.com/office/drawing/2014/main" id="{687E9D8C-4A63-439C-970C-51DDDE5FE0F1}"/>
              </a:ext>
            </a:extLst>
          </p:cNvPr>
          <p:cNvSpPr/>
          <p:nvPr/>
        </p:nvSpPr>
        <p:spPr>
          <a:xfrm rot="16200000">
            <a:off x="1990224" y="2940594"/>
            <a:ext cx="846655" cy="256321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86" h="2086071">
                <a:moveTo>
                  <a:pt x="413694" y="0"/>
                </a:moveTo>
                <a:cubicBezTo>
                  <a:pt x="413694" y="0"/>
                  <a:pt x="0" y="966181"/>
                  <a:pt x="0" y="1399864"/>
                </a:cubicBezTo>
                <a:cubicBezTo>
                  <a:pt x="0" y="1778651"/>
                  <a:pt x="185335" y="2086072"/>
                  <a:pt x="413694" y="2086072"/>
                </a:cubicBezTo>
                <a:cubicBezTo>
                  <a:pt x="642052" y="2086072"/>
                  <a:pt x="827387" y="1778651"/>
                  <a:pt x="827387" y="1399864"/>
                </a:cubicBezTo>
                <a:cubicBezTo>
                  <a:pt x="827387" y="963436"/>
                  <a:pt x="413694" y="0"/>
                  <a:pt x="413694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cxnSp>
        <p:nvCxnSpPr>
          <p:cNvPr id="416" name="直線接點 415">
            <a:extLst>
              <a:ext uri="{FF2B5EF4-FFF2-40B4-BE49-F238E27FC236}">
                <a16:creationId xmlns:a16="http://schemas.microsoft.com/office/drawing/2014/main" id="{DD17F22D-9BD3-420C-825C-4B898B1088E9}"/>
              </a:ext>
            </a:extLst>
          </p:cNvPr>
          <p:cNvCxnSpPr>
            <a:cxnSpLocks/>
            <a:endCxn id="417" idx="0"/>
          </p:cNvCxnSpPr>
          <p:nvPr/>
        </p:nvCxnSpPr>
        <p:spPr>
          <a:xfrm flipH="1">
            <a:off x="1095070" y="3730709"/>
            <a:ext cx="694" cy="46333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橢圓 416">
            <a:extLst>
              <a:ext uri="{FF2B5EF4-FFF2-40B4-BE49-F238E27FC236}">
                <a16:creationId xmlns:a16="http://schemas.microsoft.com/office/drawing/2014/main" id="{91454AEB-C0CD-4F03-BA84-7CDD6843B917}"/>
              </a:ext>
            </a:extLst>
          </p:cNvPr>
          <p:cNvSpPr/>
          <p:nvPr/>
        </p:nvSpPr>
        <p:spPr>
          <a:xfrm>
            <a:off x="1059543" y="4194040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8" name="圖形 97" descr="水 以實心填滿">
            <a:extLst>
              <a:ext uri="{FF2B5EF4-FFF2-40B4-BE49-F238E27FC236}">
                <a16:creationId xmlns:a16="http://schemas.microsoft.com/office/drawing/2014/main" id="{40E5C087-8469-4607-B532-DCC1967BD916}"/>
              </a:ext>
            </a:extLst>
          </p:cNvPr>
          <p:cNvSpPr/>
          <p:nvPr/>
        </p:nvSpPr>
        <p:spPr>
          <a:xfrm rot="16200000">
            <a:off x="2532581" y="3221044"/>
            <a:ext cx="384532" cy="172060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264081 w 677774"/>
              <a:gd name="connsiteY0" fmla="*/ 1 h 2086073"/>
              <a:gd name="connsiteX1" fmla="*/ 0 w 677774"/>
              <a:gd name="connsiteY1" fmla="*/ 1407266 h 2086073"/>
              <a:gd name="connsiteX2" fmla="*/ 264081 w 677774"/>
              <a:gd name="connsiteY2" fmla="*/ 2086073 h 2086073"/>
              <a:gd name="connsiteX3" fmla="*/ 677774 w 677774"/>
              <a:gd name="connsiteY3" fmla="*/ 1399865 h 2086073"/>
              <a:gd name="connsiteX4" fmla="*/ 264081 w 677774"/>
              <a:gd name="connsiteY4" fmla="*/ 1 h 2086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7774" h="2086073">
                <a:moveTo>
                  <a:pt x="264081" y="1"/>
                </a:moveTo>
                <a:cubicBezTo>
                  <a:pt x="151119" y="1235"/>
                  <a:pt x="0" y="973583"/>
                  <a:pt x="0" y="1407266"/>
                </a:cubicBezTo>
                <a:cubicBezTo>
                  <a:pt x="0" y="1786053"/>
                  <a:pt x="35722" y="2086073"/>
                  <a:pt x="264081" y="2086073"/>
                </a:cubicBezTo>
                <a:cubicBezTo>
                  <a:pt x="492439" y="2086073"/>
                  <a:pt x="677774" y="1778652"/>
                  <a:pt x="677774" y="1399865"/>
                </a:cubicBezTo>
                <a:cubicBezTo>
                  <a:pt x="677774" y="963437"/>
                  <a:pt x="377043" y="-1233"/>
                  <a:pt x="264081" y="1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19" name="直線接點 418">
            <a:extLst>
              <a:ext uri="{FF2B5EF4-FFF2-40B4-BE49-F238E27FC236}">
                <a16:creationId xmlns:a16="http://schemas.microsoft.com/office/drawing/2014/main" id="{48AAB3BE-8BC2-40BB-A638-42591D53A773}"/>
              </a:ext>
            </a:extLst>
          </p:cNvPr>
          <p:cNvCxnSpPr>
            <a:cxnSpLocks/>
            <a:endCxn id="420" idx="0"/>
          </p:cNvCxnSpPr>
          <p:nvPr/>
        </p:nvCxnSpPr>
        <p:spPr>
          <a:xfrm flipH="1">
            <a:off x="1864547" y="3730709"/>
            <a:ext cx="116140" cy="35461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橢圓 419">
            <a:extLst>
              <a:ext uri="{FF2B5EF4-FFF2-40B4-BE49-F238E27FC236}">
                <a16:creationId xmlns:a16="http://schemas.microsoft.com/office/drawing/2014/main" id="{117322B8-5E3E-40D6-A98C-9A1E4CE55B9B}"/>
              </a:ext>
            </a:extLst>
          </p:cNvPr>
          <p:cNvSpPr/>
          <p:nvPr/>
        </p:nvSpPr>
        <p:spPr>
          <a:xfrm>
            <a:off x="1829020" y="4085325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1" name="圖形 97" descr="水 以實心填滿">
            <a:extLst>
              <a:ext uri="{FF2B5EF4-FFF2-40B4-BE49-F238E27FC236}">
                <a16:creationId xmlns:a16="http://schemas.microsoft.com/office/drawing/2014/main" id="{6CB331BD-E81A-42BC-A3FD-303843DBD6B7}"/>
              </a:ext>
            </a:extLst>
          </p:cNvPr>
          <p:cNvSpPr/>
          <p:nvPr/>
        </p:nvSpPr>
        <p:spPr>
          <a:xfrm rot="16200000">
            <a:off x="3002968" y="3723885"/>
            <a:ext cx="243257" cy="81245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228284 w 641976"/>
              <a:gd name="connsiteY0" fmla="*/ 0 h 2086071"/>
              <a:gd name="connsiteX1" fmla="*/ 0 w 641976"/>
              <a:gd name="connsiteY1" fmla="*/ 1399864 h 2086071"/>
              <a:gd name="connsiteX2" fmla="*/ 228284 w 641976"/>
              <a:gd name="connsiteY2" fmla="*/ 2086072 h 2086071"/>
              <a:gd name="connsiteX3" fmla="*/ 641977 w 641976"/>
              <a:gd name="connsiteY3" fmla="*/ 1399864 h 2086071"/>
              <a:gd name="connsiteX4" fmla="*/ 228284 w 641976"/>
              <a:gd name="connsiteY4" fmla="*/ 0 h 2086071"/>
              <a:gd name="connsiteX0" fmla="*/ 526264 w 939956"/>
              <a:gd name="connsiteY0" fmla="*/ 0 h 2086071"/>
              <a:gd name="connsiteX1" fmla="*/ 0 w 939956"/>
              <a:gd name="connsiteY1" fmla="*/ 1399864 h 2086071"/>
              <a:gd name="connsiteX2" fmla="*/ 526264 w 939956"/>
              <a:gd name="connsiteY2" fmla="*/ 2086072 h 2086071"/>
              <a:gd name="connsiteX3" fmla="*/ 939957 w 939956"/>
              <a:gd name="connsiteY3" fmla="*/ 1399864 h 2086071"/>
              <a:gd name="connsiteX4" fmla="*/ 526264 w 939956"/>
              <a:gd name="connsiteY4" fmla="*/ 0 h 2086071"/>
              <a:gd name="connsiteX0" fmla="*/ 526264 w 1138609"/>
              <a:gd name="connsiteY0" fmla="*/ 0 h 2086071"/>
              <a:gd name="connsiteX1" fmla="*/ 0 w 1138609"/>
              <a:gd name="connsiteY1" fmla="*/ 1399864 h 2086071"/>
              <a:gd name="connsiteX2" fmla="*/ 526264 w 1138609"/>
              <a:gd name="connsiteY2" fmla="*/ 2086072 h 2086071"/>
              <a:gd name="connsiteX3" fmla="*/ 1138608 w 1138609"/>
              <a:gd name="connsiteY3" fmla="*/ 1399869 h 2086071"/>
              <a:gd name="connsiteX4" fmla="*/ 526264 w 1138609"/>
              <a:gd name="connsiteY4" fmla="*/ 0 h 20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609" h="2086071">
                <a:moveTo>
                  <a:pt x="526264" y="0"/>
                </a:moveTo>
                <a:cubicBezTo>
                  <a:pt x="336496" y="-1"/>
                  <a:pt x="0" y="966181"/>
                  <a:pt x="0" y="1399864"/>
                </a:cubicBezTo>
                <a:cubicBezTo>
                  <a:pt x="0" y="1778651"/>
                  <a:pt x="297905" y="2086072"/>
                  <a:pt x="526264" y="2086072"/>
                </a:cubicBezTo>
                <a:cubicBezTo>
                  <a:pt x="754622" y="2086072"/>
                  <a:pt x="1138608" y="1778656"/>
                  <a:pt x="1138608" y="1399869"/>
                </a:cubicBezTo>
                <a:cubicBezTo>
                  <a:pt x="1138608" y="963441"/>
                  <a:pt x="716032" y="1"/>
                  <a:pt x="526264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2" name="橢圓 421">
            <a:extLst>
              <a:ext uri="{FF2B5EF4-FFF2-40B4-BE49-F238E27FC236}">
                <a16:creationId xmlns:a16="http://schemas.microsoft.com/office/drawing/2014/main" id="{9E064745-EBF9-4EB1-9B51-6598A7630E60}"/>
              </a:ext>
            </a:extLst>
          </p:cNvPr>
          <p:cNvSpPr/>
          <p:nvPr/>
        </p:nvSpPr>
        <p:spPr>
          <a:xfrm>
            <a:off x="2671633" y="4100845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3" name="圖形 97" descr="水 以實心填滿">
            <a:extLst>
              <a:ext uri="{FF2B5EF4-FFF2-40B4-BE49-F238E27FC236}">
                <a16:creationId xmlns:a16="http://schemas.microsoft.com/office/drawing/2014/main" id="{82FC8DF3-C716-4E76-87D8-8741A1250DEF}"/>
              </a:ext>
            </a:extLst>
          </p:cNvPr>
          <p:cNvSpPr/>
          <p:nvPr/>
        </p:nvSpPr>
        <p:spPr>
          <a:xfrm rot="16200000">
            <a:off x="2692505" y="3934448"/>
            <a:ext cx="270075" cy="1040340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413694 w 1171719"/>
              <a:gd name="connsiteY0" fmla="*/ 21 h 2086092"/>
              <a:gd name="connsiteX1" fmla="*/ 0 w 1171719"/>
              <a:gd name="connsiteY1" fmla="*/ 1399885 h 2086092"/>
              <a:gd name="connsiteX2" fmla="*/ 413694 w 1171719"/>
              <a:gd name="connsiteY2" fmla="*/ 2086093 h 2086092"/>
              <a:gd name="connsiteX3" fmla="*/ 1171719 w 1171719"/>
              <a:gd name="connsiteY3" fmla="*/ 1431231 h 2086092"/>
              <a:gd name="connsiteX4" fmla="*/ 413694 w 1171719"/>
              <a:gd name="connsiteY4" fmla="*/ 21 h 2086092"/>
              <a:gd name="connsiteX0" fmla="*/ 1016070 w 1191956"/>
              <a:gd name="connsiteY0" fmla="*/ 17 h 2242822"/>
              <a:gd name="connsiteX1" fmla="*/ 19660 w 1191956"/>
              <a:gd name="connsiteY1" fmla="*/ 1556615 h 2242822"/>
              <a:gd name="connsiteX2" fmla="*/ 433354 w 1191956"/>
              <a:gd name="connsiteY2" fmla="*/ 2242823 h 2242822"/>
              <a:gd name="connsiteX3" fmla="*/ 1191379 w 1191956"/>
              <a:gd name="connsiteY3" fmla="*/ 1587961 h 2242822"/>
              <a:gd name="connsiteX4" fmla="*/ 1016070 w 1191956"/>
              <a:gd name="connsiteY4" fmla="*/ 17 h 2242822"/>
              <a:gd name="connsiteX0" fmla="*/ 787370 w 962679"/>
              <a:gd name="connsiteY0" fmla="*/ 46 h 2242851"/>
              <a:gd name="connsiteX1" fmla="*/ 55832 w 962679"/>
              <a:gd name="connsiteY1" fmla="*/ 1537052 h 2242851"/>
              <a:gd name="connsiteX2" fmla="*/ 204654 w 962679"/>
              <a:gd name="connsiteY2" fmla="*/ 2242852 h 2242851"/>
              <a:gd name="connsiteX3" fmla="*/ 962679 w 962679"/>
              <a:gd name="connsiteY3" fmla="*/ 1587990 h 2242851"/>
              <a:gd name="connsiteX4" fmla="*/ 787370 w 962679"/>
              <a:gd name="connsiteY4" fmla="*/ 46 h 2242851"/>
              <a:gd name="connsiteX0" fmla="*/ 1016074 w 1191960"/>
              <a:gd name="connsiteY0" fmla="*/ 4084 h 2246889"/>
              <a:gd name="connsiteX1" fmla="*/ 19664 w 1191960"/>
              <a:gd name="connsiteY1" fmla="*/ 1168847 h 2246889"/>
              <a:gd name="connsiteX2" fmla="*/ 433358 w 1191960"/>
              <a:gd name="connsiteY2" fmla="*/ 2246890 h 2246889"/>
              <a:gd name="connsiteX3" fmla="*/ 1191383 w 1191960"/>
              <a:gd name="connsiteY3" fmla="*/ 1592028 h 2246889"/>
              <a:gd name="connsiteX4" fmla="*/ 1016074 w 1191960"/>
              <a:gd name="connsiteY4" fmla="*/ 4084 h 2246889"/>
              <a:gd name="connsiteX0" fmla="*/ 1096119 w 1272005"/>
              <a:gd name="connsiteY0" fmla="*/ 3494 h 2246299"/>
              <a:gd name="connsiteX1" fmla="*/ 99709 w 1272005"/>
              <a:gd name="connsiteY1" fmla="*/ 1168257 h 2246299"/>
              <a:gd name="connsiteX2" fmla="*/ 513403 w 1272005"/>
              <a:gd name="connsiteY2" fmla="*/ 2246300 h 2246299"/>
              <a:gd name="connsiteX3" fmla="*/ 1271428 w 1272005"/>
              <a:gd name="connsiteY3" fmla="*/ 1591438 h 2246299"/>
              <a:gd name="connsiteX4" fmla="*/ 1096119 w 1272005"/>
              <a:gd name="connsiteY4" fmla="*/ 3494 h 2246299"/>
              <a:gd name="connsiteX0" fmla="*/ 1112936 w 1288822"/>
              <a:gd name="connsiteY0" fmla="*/ 3558 h 2246363"/>
              <a:gd name="connsiteX1" fmla="*/ 116526 w 1288822"/>
              <a:gd name="connsiteY1" fmla="*/ 1168321 h 2246363"/>
              <a:gd name="connsiteX2" fmla="*/ 530220 w 1288822"/>
              <a:gd name="connsiteY2" fmla="*/ 2246364 h 2246363"/>
              <a:gd name="connsiteX3" fmla="*/ 1288245 w 1288822"/>
              <a:gd name="connsiteY3" fmla="*/ 1591502 h 2246363"/>
              <a:gd name="connsiteX4" fmla="*/ 1112936 w 1288822"/>
              <a:gd name="connsiteY4" fmla="*/ 3558 h 2246363"/>
              <a:gd name="connsiteX0" fmla="*/ 1112936 w 1288822"/>
              <a:gd name="connsiteY0" fmla="*/ 4052 h 2246857"/>
              <a:gd name="connsiteX1" fmla="*/ 116526 w 1288822"/>
              <a:gd name="connsiteY1" fmla="*/ 1168815 h 2246857"/>
              <a:gd name="connsiteX2" fmla="*/ 530220 w 1288822"/>
              <a:gd name="connsiteY2" fmla="*/ 2246858 h 2246857"/>
              <a:gd name="connsiteX3" fmla="*/ 1288245 w 1288822"/>
              <a:gd name="connsiteY3" fmla="*/ 1591996 h 2246857"/>
              <a:gd name="connsiteX4" fmla="*/ 1112936 w 1288822"/>
              <a:gd name="connsiteY4" fmla="*/ 4052 h 2246857"/>
              <a:gd name="connsiteX0" fmla="*/ 1081492 w 1257378"/>
              <a:gd name="connsiteY0" fmla="*/ 4614 h 2247419"/>
              <a:gd name="connsiteX1" fmla="*/ 85082 w 1257378"/>
              <a:gd name="connsiteY1" fmla="*/ 1169377 h 2247419"/>
              <a:gd name="connsiteX2" fmla="*/ 498776 w 1257378"/>
              <a:gd name="connsiteY2" fmla="*/ 2247420 h 2247419"/>
              <a:gd name="connsiteX3" fmla="*/ 1256801 w 1257378"/>
              <a:gd name="connsiteY3" fmla="*/ 1592558 h 2247419"/>
              <a:gd name="connsiteX4" fmla="*/ 1081492 w 1257378"/>
              <a:gd name="connsiteY4" fmla="*/ 4614 h 2247419"/>
              <a:gd name="connsiteX0" fmla="*/ 1097397 w 1219656"/>
              <a:gd name="connsiteY0" fmla="*/ 2552 h 2904940"/>
              <a:gd name="connsiteX1" fmla="*/ 23734 w 1219656"/>
              <a:gd name="connsiteY1" fmla="*/ 1826898 h 2904940"/>
              <a:gd name="connsiteX2" fmla="*/ 437428 w 1219656"/>
              <a:gd name="connsiteY2" fmla="*/ 2904941 h 2904940"/>
              <a:gd name="connsiteX3" fmla="*/ 1195453 w 1219656"/>
              <a:gd name="connsiteY3" fmla="*/ 2250079 h 2904940"/>
              <a:gd name="connsiteX4" fmla="*/ 1097397 w 1219656"/>
              <a:gd name="connsiteY4" fmla="*/ 2552 h 2904940"/>
              <a:gd name="connsiteX0" fmla="*/ 1097397 w 1219656"/>
              <a:gd name="connsiteY0" fmla="*/ 2552 h 2904940"/>
              <a:gd name="connsiteX1" fmla="*/ 23734 w 1219656"/>
              <a:gd name="connsiteY1" fmla="*/ 1826898 h 2904940"/>
              <a:gd name="connsiteX2" fmla="*/ 437428 w 1219656"/>
              <a:gd name="connsiteY2" fmla="*/ 2904941 h 2904940"/>
              <a:gd name="connsiteX3" fmla="*/ 1195453 w 1219656"/>
              <a:gd name="connsiteY3" fmla="*/ 2250079 h 2904940"/>
              <a:gd name="connsiteX4" fmla="*/ 1097397 w 121965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108419 w 1264138"/>
              <a:gd name="connsiteY0" fmla="*/ 2552 h 2904940"/>
              <a:gd name="connsiteX1" fmla="*/ 34756 w 1264138"/>
              <a:gd name="connsiteY1" fmla="*/ 1826898 h 2904940"/>
              <a:gd name="connsiteX2" fmla="*/ 448450 w 1264138"/>
              <a:gd name="connsiteY2" fmla="*/ 2904941 h 2904940"/>
              <a:gd name="connsiteX3" fmla="*/ 1206475 w 1264138"/>
              <a:gd name="connsiteY3" fmla="*/ 2250079 h 2904940"/>
              <a:gd name="connsiteX4" fmla="*/ 1108419 w 1264138"/>
              <a:gd name="connsiteY4" fmla="*/ 2552 h 290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4138" h="2904940">
                <a:moveTo>
                  <a:pt x="1108419" y="2552"/>
                </a:moveTo>
                <a:cubicBezTo>
                  <a:pt x="913132" y="-67978"/>
                  <a:pt x="144751" y="1343167"/>
                  <a:pt x="34756" y="1826898"/>
                </a:cubicBezTo>
                <a:cubicBezTo>
                  <a:pt x="-75239" y="2310629"/>
                  <a:pt x="79374" y="2867656"/>
                  <a:pt x="448450" y="2904941"/>
                </a:cubicBezTo>
                <a:cubicBezTo>
                  <a:pt x="676808" y="2904941"/>
                  <a:pt x="1134737" y="2722968"/>
                  <a:pt x="1206475" y="2250079"/>
                </a:cubicBezTo>
                <a:cubicBezTo>
                  <a:pt x="1289245" y="1808325"/>
                  <a:pt x="1303706" y="73082"/>
                  <a:pt x="1108419" y="255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cxnSp>
        <p:nvCxnSpPr>
          <p:cNvPr id="424" name="直線接點 423">
            <a:extLst>
              <a:ext uri="{FF2B5EF4-FFF2-40B4-BE49-F238E27FC236}">
                <a16:creationId xmlns:a16="http://schemas.microsoft.com/office/drawing/2014/main" id="{9BED8477-E971-40DA-A238-FA3CAA6E6965}"/>
              </a:ext>
            </a:extLst>
          </p:cNvPr>
          <p:cNvCxnSpPr>
            <a:cxnSpLocks/>
            <a:endCxn id="425" idx="0"/>
          </p:cNvCxnSpPr>
          <p:nvPr/>
        </p:nvCxnSpPr>
        <p:spPr>
          <a:xfrm flipH="1">
            <a:off x="2285344" y="3627378"/>
            <a:ext cx="311167" cy="68759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5" name="橢圓 424">
            <a:extLst>
              <a:ext uri="{FF2B5EF4-FFF2-40B4-BE49-F238E27FC236}">
                <a16:creationId xmlns:a16="http://schemas.microsoft.com/office/drawing/2014/main" id="{E062F17F-F501-4CB1-8AFE-63F1E6AE8BD0}"/>
              </a:ext>
            </a:extLst>
          </p:cNvPr>
          <p:cNvSpPr/>
          <p:nvPr/>
        </p:nvSpPr>
        <p:spPr>
          <a:xfrm>
            <a:off x="2249817" y="4314972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7" name="文字方塊 426">
            <a:extLst>
              <a:ext uri="{FF2B5EF4-FFF2-40B4-BE49-F238E27FC236}">
                <a16:creationId xmlns:a16="http://schemas.microsoft.com/office/drawing/2014/main" id="{B5E2CB89-48C3-4D91-AA43-9BE105D8B9C5}"/>
              </a:ext>
            </a:extLst>
          </p:cNvPr>
          <p:cNvSpPr txBox="1"/>
          <p:nvPr/>
        </p:nvSpPr>
        <p:spPr>
          <a:xfrm>
            <a:off x="1659399" y="2697012"/>
            <a:ext cx="81406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/>
              <a:t>Clonal </a:t>
            </a:r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429" name="文字方塊 428">
            <a:extLst>
              <a:ext uri="{FF2B5EF4-FFF2-40B4-BE49-F238E27FC236}">
                <a16:creationId xmlns:a16="http://schemas.microsoft.com/office/drawing/2014/main" id="{4F026CF1-8E62-4835-A966-BE82B77FF490}"/>
              </a:ext>
            </a:extLst>
          </p:cNvPr>
          <p:cNvSpPr txBox="1"/>
          <p:nvPr/>
        </p:nvSpPr>
        <p:spPr>
          <a:xfrm>
            <a:off x="2555956" y="2697012"/>
            <a:ext cx="81406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Clonal 2</a:t>
            </a:r>
            <a:endParaRPr lang="zh-TW" altLang="en-US" sz="1200" dirty="0"/>
          </a:p>
        </p:txBody>
      </p:sp>
      <p:sp>
        <p:nvSpPr>
          <p:cNvPr id="430" name="文字方塊 429">
            <a:extLst>
              <a:ext uri="{FF2B5EF4-FFF2-40B4-BE49-F238E27FC236}">
                <a16:creationId xmlns:a16="http://schemas.microsoft.com/office/drawing/2014/main" id="{4E588113-D889-4894-B241-4A627796C189}"/>
              </a:ext>
            </a:extLst>
          </p:cNvPr>
          <p:cNvSpPr txBox="1"/>
          <p:nvPr/>
        </p:nvSpPr>
        <p:spPr>
          <a:xfrm>
            <a:off x="3330897" y="2697012"/>
            <a:ext cx="116957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Subclone 1.1</a:t>
            </a:r>
            <a:endParaRPr lang="zh-TW" altLang="en-US" sz="1200" dirty="0"/>
          </a:p>
        </p:txBody>
      </p:sp>
      <p:sp>
        <p:nvSpPr>
          <p:cNvPr id="432" name="文字方塊 431">
            <a:extLst>
              <a:ext uri="{FF2B5EF4-FFF2-40B4-BE49-F238E27FC236}">
                <a16:creationId xmlns:a16="http://schemas.microsoft.com/office/drawing/2014/main" id="{D11A25DB-FD12-406A-B21E-E1D18C0407C1}"/>
              </a:ext>
            </a:extLst>
          </p:cNvPr>
          <p:cNvSpPr txBox="1"/>
          <p:nvPr/>
        </p:nvSpPr>
        <p:spPr>
          <a:xfrm>
            <a:off x="849788" y="2697011"/>
            <a:ext cx="667677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Origin</a:t>
            </a:r>
            <a:endParaRPr lang="zh-TW" altLang="en-US" sz="1200" dirty="0"/>
          </a:p>
        </p:txBody>
      </p:sp>
      <p:cxnSp>
        <p:nvCxnSpPr>
          <p:cNvPr id="433" name="直線接點 432">
            <a:extLst>
              <a:ext uri="{FF2B5EF4-FFF2-40B4-BE49-F238E27FC236}">
                <a16:creationId xmlns:a16="http://schemas.microsoft.com/office/drawing/2014/main" id="{2D56754A-4325-4651-92B7-F612E45B8C33}"/>
              </a:ext>
            </a:extLst>
          </p:cNvPr>
          <p:cNvCxnSpPr>
            <a:cxnSpLocks/>
            <a:endCxn id="422" idx="7"/>
          </p:cNvCxnSpPr>
          <p:nvPr/>
        </p:nvCxnSpPr>
        <p:spPr>
          <a:xfrm flipH="1">
            <a:off x="2732281" y="3627377"/>
            <a:ext cx="805972" cy="48311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9" name="圖形 398" descr="男人 以實心填滿">
            <a:extLst>
              <a:ext uri="{FF2B5EF4-FFF2-40B4-BE49-F238E27FC236}">
                <a16:creationId xmlns:a16="http://schemas.microsoft.com/office/drawing/2014/main" id="{8AF062D5-4BE6-4860-8643-97A930297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8895" y="3727507"/>
            <a:ext cx="911164" cy="911164"/>
          </a:xfrm>
          <a:prstGeom prst="rect">
            <a:avLst/>
          </a:prstGeom>
        </p:spPr>
      </p:pic>
      <p:grpSp>
        <p:nvGrpSpPr>
          <p:cNvPr id="400" name="群組 399">
            <a:extLst>
              <a:ext uri="{FF2B5EF4-FFF2-40B4-BE49-F238E27FC236}">
                <a16:creationId xmlns:a16="http://schemas.microsoft.com/office/drawing/2014/main" id="{FE8CCFCF-FD7E-431B-A0B3-790EFAF73006}"/>
              </a:ext>
            </a:extLst>
          </p:cNvPr>
          <p:cNvGrpSpPr/>
          <p:nvPr/>
        </p:nvGrpSpPr>
        <p:grpSpPr>
          <a:xfrm>
            <a:off x="4052614" y="3972074"/>
            <a:ext cx="110663" cy="215688"/>
            <a:chOff x="5344963" y="3176166"/>
            <a:chExt cx="166799" cy="325102"/>
          </a:xfrm>
        </p:grpSpPr>
        <p:sp>
          <p:nvSpPr>
            <p:cNvPr id="401" name="橢圓 400">
              <a:extLst>
                <a:ext uri="{FF2B5EF4-FFF2-40B4-BE49-F238E27FC236}">
                  <a16:creationId xmlns:a16="http://schemas.microsoft.com/office/drawing/2014/main" id="{C536058B-7CA1-4138-9A34-FB8C808E5178}"/>
                </a:ext>
              </a:extLst>
            </p:cNvPr>
            <p:cNvSpPr/>
            <p:nvPr/>
          </p:nvSpPr>
          <p:spPr>
            <a:xfrm>
              <a:off x="5350970" y="3176166"/>
              <a:ext cx="160792" cy="191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2" name="橢圓 401">
              <a:extLst>
                <a:ext uri="{FF2B5EF4-FFF2-40B4-BE49-F238E27FC236}">
                  <a16:creationId xmlns:a16="http://schemas.microsoft.com/office/drawing/2014/main" id="{7A49F8E9-A450-4F9A-872C-B321A09BF516}"/>
                </a:ext>
              </a:extLst>
            </p:cNvPr>
            <p:cNvSpPr/>
            <p:nvPr/>
          </p:nvSpPr>
          <p:spPr>
            <a:xfrm>
              <a:off x="5366042" y="3231821"/>
              <a:ext cx="94664" cy="11303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3" name="橢圓 402">
              <a:extLst>
                <a:ext uri="{FF2B5EF4-FFF2-40B4-BE49-F238E27FC236}">
                  <a16:creationId xmlns:a16="http://schemas.microsoft.com/office/drawing/2014/main" id="{0F642674-46BF-4736-810C-F97FD26897A1}"/>
                </a:ext>
              </a:extLst>
            </p:cNvPr>
            <p:cNvSpPr/>
            <p:nvPr/>
          </p:nvSpPr>
          <p:spPr>
            <a:xfrm>
              <a:off x="5344963" y="3368165"/>
              <a:ext cx="111469" cy="13310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</p:grpSp>
      <p:cxnSp>
        <p:nvCxnSpPr>
          <p:cNvPr id="892" name="直線接點 891">
            <a:extLst>
              <a:ext uri="{FF2B5EF4-FFF2-40B4-BE49-F238E27FC236}">
                <a16:creationId xmlns:a16="http://schemas.microsoft.com/office/drawing/2014/main" id="{A723B918-481F-4ED7-BEEB-6E125523F18E}"/>
              </a:ext>
            </a:extLst>
          </p:cNvPr>
          <p:cNvCxnSpPr>
            <a:cxnSpLocks/>
          </p:cNvCxnSpPr>
          <p:nvPr/>
        </p:nvCxnSpPr>
        <p:spPr>
          <a:xfrm>
            <a:off x="4990780" y="2495734"/>
            <a:ext cx="657680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E613C75B-F3D0-4033-9BCA-FC27234C7FB6}"/>
              </a:ext>
            </a:extLst>
          </p:cNvPr>
          <p:cNvGrpSpPr/>
          <p:nvPr/>
        </p:nvGrpSpPr>
        <p:grpSpPr>
          <a:xfrm>
            <a:off x="5381526" y="1589378"/>
            <a:ext cx="1396016" cy="855257"/>
            <a:chOff x="5438676" y="1109153"/>
            <a:chExt cx="1396016" cy="855257"/>
          </a:xfrm>
        </p:grpSpPr>
        <p:sp>
          <p:nvSpPr>
            <p:cNvPr id="819" name="箭號: 五邊形 818">
              <a:extLst>
                <a:ext uri="{FF2B5EF4-FFF2-40B4-BE49-F238E27FC236}">
                  <a16:creationId xmlns:a16="http://schemas.microsoft.com/office/drawing/2014/main" id="{1D5C1F14-5967-4E4A-850F-4C24DDEE9ED5}"/>
                </a:ext>
              </a:extLst>
            </p:cNvPr>
            <p:cNvSpPr/>
            <p:nvPr/>
          </p:nvSpPr>
          <p:spPr>
            <a:xfrm>
              <a:off x="5438676" y="11130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0" name="矩形 178">
              <a:extLst>
                <a:ext uri="{FF2B5EF4-FFF2-40B4-BE49-F238E27FC236}">
                  <a16:creationId xmlns:a16="http://schemas.microsoft.com/office/drawing/2014/main" id="{8D6D5B22-44CA-417D-81D5-34E53D202A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1" name="矩形 178">
              <a:extLst>
                <a:ext uri="{FF2B5EF4-FFF2-40B4-BE49-F238E27FC236}">
                  <a16:creationId xmlns:a16="http://schemas.microsoft.com/office/drawing/2014/main" id="{5A73588D-EA1E-4E6B-86C9-4167018AD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2" name="矩形 178">
              <a:extLst>
                <a:ext uri="{FF2B5EF4-FFF2-40B4-BE49-F238E27FC236}">
                  <a16:creationId xmlns:a16="http://schemas.microsoft.com/office/drawing/2014/main" id="{1D721150-0D30-4867-9BEE-B403B0DC8E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109153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3" name="箭號: 五邊形 822">
              <a:extLst>
                <a:ext uri="{FF2B5EF4-FFF2-40B4-BE49-F238E27FC236}">
                  <a16:creationId xmlns:a16="http://schemas.microsoft.com/office/drawing/2014/main" id="{B519EF07-AE68-4939-99BF-D36D5B2B943C}"/>
                </a:ext>
              </a:extLst>
            </p:cNvPr>
            <p:cNvSpPr/>
            <p:nvPr/>
          </p:nvSpPr>
          <p:spPr>
            <a:xfrm>
              <a:off x="5438676" y="12654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4" name="矩形 178">
              <a:extLst>
                <a:ext uri="{FF2B5EF4-FFF2-40B4-BE49-F238E27FC236}">
                  <a16:creationId xmlns:a16="http://schemas.microsoft.com/office/drawing/2014/main" id="{34D16337-7BC9-4E42-A773-224A8E5F55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5" name="矩形 178">
              <a:extLst>
                <a:ext uri="{FF2B5EF4-FFF2-40B4-BE49-F238E27FC236}">
                  <a16:creationId xmlns:a16="http://schemas.microsoft.com/office/drawing/2014/main" id="{B6011775-229D-4B3A-AF48-F922D6D992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6" name="矩形 178">
              <a:extLst>
                <a:ext uri="{FF2B5EF4-FFF2-40B4-BE49-F238E27FC236}">
                  <a16:creationId xmlns:a16="http://schemas.microsoft.com/office/drawing/2014/main" id="{12B679E8-4504-42A9-B084-D934879E2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261553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7" name="箭號: 五邊形 826">
              <a:extLst>
                <a:ext uri="{FF2B5EF4-FFF2-40B4-BE49-F238E27FC236}">
                  <a16:creationId xmlns:a16="http://schemas.microsoft.com/office/drawing/2014/main" id="{D6E7B0EE-7D28-41CC-9353-C5D61030E889}"/>
                </a:ext>
              </a:extLst>
            </p:cNvPr>
            <p:cNvSpPr/>
            <p:nvPr/>
          </p:nvSpPr>
          <p:spPr>
            <a:xfrm>
              <a:off x="5438676" y="14722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8" name="矩形 178">
              <a:extLst>
                <a:ext uri="{FF2B5EF4-FFF2-40B4-BE49-F238E27FC236}">
                  <a16:creationId xmlns:a16="http://schemas.microsoft.com/office/drawing/2014/main" id="{130FC9D8-A633-4819-B334-495C8B910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4682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29" name="矩形 178">
              <a:extLst>
                <a:ext uri="{FF2B5EF4-FFF2-40B4-BE49-F238E27FC236}">
                  <a16:creationId xmlns:a16="http://schemas.microsoft.com/office/drawing/2014/main" id="{30C300EB-0008-417A-BB0D-851056EC9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468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0" name="矩形 178">
              <a:extLst>
                <a:ext uri="{FF2B5EF4-FFF2-40B4-BE49-F238E27FC236}">
                  <a16:creationId xmlns:a16="http://schemas.microsoft.com/office/drawing/2014/main" id="{8DDD7201-A2B9-4D41-908A-587BD1D2E3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468271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1" name="箭號: 五邊形 830">
              <a:extLst>
                <a:ext uri="{FF2B5EF4-FFF2-40B4-BE49-F238E27FC236}">
                  <a16:creationId xmlns:a16="http://schemas.microsoft.com/office/drawing/2014/main" id="{42C81BBD-CE73-48CF-B098-9B49B0404DFB}"/>
                </a:ext>
              </a:extLst>
            </p:cNvPr>
            <p:cNvSpPr/>
            <p:nvPr/>
          </p:nvSpPr>
          <p:spPr>
            <a:xfrm>
              <a:off x="5438676" y="16246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32" name="矩形 178">
              <a:extLst>
                <a:ext uri="{FF2B5EF4-FFF2-40B4-BE49-F238E27FC236}">
                  <a16:creationId xmlns:a16="http://schemas.microsoft.com/office/drawing/2014/main" id="{E17AE8D8-8592-41D0-943A-E91BE78671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6206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3" name="矩形 178">
              <a:extLst>
                <a:ext uri="{FF2B5EF4-FFF2-40B4-BE49-F238E27FC236}">
                  <a16:creationId xmlns:a16="http://schemas.microsoft.com/office/drawing/2014/main" id="{C305FABD-F115-481F-ADB8-C7B6304769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6206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4" name="矩形 178">
              <a:extLst>
                <a:ext uri="{FF2B5EF4-FFF2-40B4-BE49-F238E27FC236}">
                  <a16:creationId xmlns:a16="http://schemas.microsoft.com/office/drawing/2014/main" id="{27DEEE20-044F-433C-B69F-1956D00D0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620671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5" name="箭號: 五邊形 834">
              <a:extLst>
                <a:ext uri="{FF2B5EF4-FFF2-40B4-BE49-F238E27FC236}">
                  <a16:creationId xmlns:a16="http://schemas.microsoft.com/office/drawing/2014/main" id="{798AF8B5-0C3C-4015-A1D8-3E590EF0B2C4}"/>
                </a:ext>
              </a:extLst>
            </p:cNvPr>
            <p:cNvSpPr/>
            <p:nvPr/>
          </p:nvSpPr>
          <p:spPr>
            <a:xfrm>
              <a:off x="5438676" y="1831334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36" name="矩形 178">
              <a:extLst>
                <a:ext uri="{FF2B5EF4-FFF2-40B4-BE49-F238E27FC236}">
                  <a16:creationId xmlns:a16="http://schemas.microsoft.com/office/drawing/2014/main" id="{EBF0EF81-EE42-448C-B06A-A84305E45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827389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7" name="矩形 178">
              <a:extLst>
                <a:ext uri="{FF2B5EF4-FFF2-40B4-BE49-F238E27FC236}">
                  <a16:creationId xmlns:a16="http://schemas.microsoft.com/office/drawing/2014/main" id="{229E0B07-9F99-4B6F-8C7F-12B14BCBD1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827389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8" name="矩形 178">
              <a:extLst>
                <a:ext uri="{FF2B5EF4-FFF2-40B4-BE49-F238E27FC236}">
                  <a16:creationId xmlns:a16="http://schemas.microsoft.com/office/drawing/2014/main" id="{AE238600-A69A-441E-A56C-0CD9DC1D0F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827389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7EA1FDE-EBC1-4AF7-B7E2-BF1965A81745}"/>
              </a:ext>
            </a:extLst>
          </p:cNvPr>
          <p:cNvGrpSpPr/>
          <p:nvPr/>
        </p:nvGrpSpPr>
        <p:grpSpPr>
          <a:xfrm>
            <a:off x="7237340" y="1589378"/>
            <a:ext cx="1396016" cy="855257"/>
            <a:chOff x="7294490" y="1109153"/>
            <a:chExt cx="1396016" cy="855257"/>
          </a:xfrm>
        </p:grpSpPr>
        <p:sp>
          <p:nvSpPr>
            <p:cNvPr id="872" name="箭號: 五邊形 871">
              <a:extLst>
                <a:ext uri="{FF2B5EF4-FFF2-40B4-BE49-F238E27FC236}">
                  <a16:creationId xmlns:a16="http://schemas.microsoft.com/office/drawing/2014/main" id="{ED10289C-C896-4FC6-9EA5-0B3FC7DB1859}"/>
                </a:ext>
              </a:extLst>
            </p:cNvPr>
            <p:cNvSpPr/>
            <p:nvPr/>
          </p:nvSpPr>
          <p:spPr>
            <a:xfrm>
              <a:off x="7294490" y="11130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73" name="矩形 178">
              <a:extLst>
                <a:ext uri="{FF2B5EF4-FFF2-40B4-BE49-F238E27FC236}">
                  <a16:creationId xmlns:a16="http://schemas.microsoft.com/office/drawing/2014/main" id="{75299754-7A53-4BBD-9977-441762CD3B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4" name="矩形 178">
              <a:extLst>
                <a:ext uri="{FF2B5EF4-FFF2-40B4-BE49-F238E27FC236}">
                  <a16:creationId xmlns:a16="http://schemas.microsoft.com/office/drawing/2014/main" id="{365FF45B-A478-4FD0-A2AD-C70381AD4C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5" name="矩形 178">
              <a:extLst>
                <a:ext uri="{FF2B5EF4-FFF2-40B4-BE49-F238E27FC236}">
                  <a16:creationId xmlns:a16="http://schemas.microsoft.com/office/drawing/2014/main" id="{1684F057-C97F-4421-BAAE-9EAEA887A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109153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76" name="箭號: 五邊形 875">
              <a:extLst>
                <a:ext uri="{FF2B5EF4-FFF2-40B4-BE49-F238E27FC236}">
                  <a16:creationId xmlns:a16="http://schemas.microsoft.com/office/drawing/2014/main" id="{A762A873-4D10-4E8E-8226-110D59CB94F5}"/>
                </a:ext>
              </a:extLst>
            </p:cNvPr>
            <p:cNvSpPr/>
            <p:nvPr/>
          </p:nvSpPr>
          <p:spPr>
            <a:xfrm>
              <a:off x="7294490" y="12654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77" name="矩形 178">
              <a:extLst>
                <a:ext uri="{FF2B5EF4-FFF2-40B4-BE49-F238E27FC236}">
                  <a16:creationId xmlns:a16="http://schemas.microsoft.com/office/drawing/2014/main" id="{190BFBF9-EABE-4766-B557-DE2CEBC8DF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8" name="矩形 178">
              <a:extLst>
                <a:ext uri="{FF2B5EF4-FFF2-40B4-BE49-F238E27FC236}">
                  <a16:creationId xmlns:a16="http://schemas.microsoft.com/office/drawing/2014/main" id="{6797D624-8312-42A2-8C57-0E32C3DC5F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9" name="矩形 178">
              <a:extLst>
                <a:ext uri="{FF2B5EF4-FFF2-40B4-BE49-F238E27FC236}">
                  <a16:creationId xmlns:a16="http://schemas.microsoft.com/office/drawing/2014/main" id="{6732B435-B514-45CD-95BC-C4FD2BB0B6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261553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0" name="箭號: 五邊形 879">
              <a:extLst>
                <a:ext uri="{FF2B5EF4-FFF2-40B4-BE49-F238E27FC236}">
                  <a16:creationId xmlns:a16="http://schemas.microsoft.com/office/drawing/2014/main" id="{82FDD47C-715B-4DDB-98E9-828241D1FC0B}"/>
                </a:ext>
              </a:extLst>
            </p:cNvPr>
            <p:cNvSpPr/>
            <p:nvPr/>
          </p:nvSpPr>
          <p:spPr>
            <a:xfrm>
              <a:off x="7294490" y="14722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1" name="矩形 178">
              <a:extLst>
                <a:ext uri="{FF2B5EF4-FFF2-40B4-BE49-F238E27FC236}">
                  <a16:creationId xmlns:a16="http://schemas.microsoft.com/office/drawing/2014/main" id="{EBA5FFB5-7E92-42B8-A2D3-2DEE11A3C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4682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2" name="矩形 178">
              <a:extLst>
                <a:ext uri="{FF2B5EF4-FFF2-40B4-BE49-F238E27FC236}">
                  <a16:creationId xmlns:a16="http://schemas.microsoft.com/office/drawing/2014/main" id="{7E78E063-5A66-4FCE-87FD-A15238774F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468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3" name="矩形 178">
              <a:extLst>
                <a:ext uri="{FF2B5EF4-FFF2-40B4-BE49-F238E27FC236}">
                  <a16:creationId xmlns:a16="http://schemas.microsoft.com/office/drawing/2014/main" id="{F6619499-B68C-4D65-9AB9-FF7187446B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468271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4" name="箭號: 五邊形 883">
              <a:extLst>
                <a:ext uri="{FF2B5EF4-FFF2-40B4-BE49-F238E27FC236}">
                  <a16:creationId xmlns:a16="http://schemas.microsoft.com/office/drawing/2014/main" id="{A0C93ACD-8D20-4013-AFE7-D9AE181CFCE6}"/>
                </a:ext>
              </a:extLst>
            </p:cNvPr>
            <p:cNvSpPr/>
            <p:nvPr/>
          </p:nvSpPr>
          <p:spPr>
            <a:xfrm>
              <a:off x="7294490" y="16246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5" name="矩形 178">
              <a:extLst>
                <a:ext uri="{FF2B5EF4-FFF2-40B4-BE49-F238E27FC236}">
                  <a16:creationId xmlns:a16="http://schemas.microsoft.com/office/drawing/2014/main" id="{8AA95A5E-F6D7-4B69-B079-7D75B4FB8E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6206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6" name="矩形 178">
              <a:extLst>
                <a:ext uri="{FF2B5EF4-FFF2-40B4-BE49-F238E27FC236}">
                  <a16:creationId xmlns:a16="http://schemas.microsoft.com/office/drawing/2014/main" id="{0EE77C71-3E99-4600-BEBD-E7D3F2D36E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6206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7" name="矩形 178">
              <a:extLst>
                <a:ext uri="{FF2B5EF4-FFF2-40B4-BE49-F238E27FC236}">
                  <a16:creationId xmlns:a16="http://schemas.microsoft.com/office/drawing/2014/main" id="{1705D657-3695-49A4-ABF2-86F60FCE07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620671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8" name="箭號: 五邊形 887">
              <a:extLst>
                <a:ext uri="{FF2B5EF4-FFF2-40B4-BE49-F238E27FC236}">
                  <a16:creationId xmlns:a16="http://schemas.microsoft.com/office/drawing/2014/main" id="{C2A3EA8C-1DBE-4E7B-9076-7D74FAD6FB5E}"/>
                </a:ext>
              </a:extLst>
            </p:cNvPr>
            <p:cNvSpPr/>
            <p:nvPr/>
          </p:nvSpPr>
          <p:spPr>
            <a:xfrm>
              <a:off x="7294490" y="1831334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9" name="矩形 178">
              <a:extLst>
                <a:ext uri="{FF2B5EF4-FFF2-40B4-BE49-F238E27FC236}">
                  <a16:creationId xmlns:a16="http://schemas.microsoft.com/office/drawing/2014/main" id="{15DC0EDA-3471-4443-A8A1-797101FC76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827389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90" name="矩形 178">
              <a:extLst>
                <a:ext uri="{FF2B5EF4-FFF2-40B4-BE49-F238E27FC236}">
                  <a16:creationId xmlns:a16="http://schemas.microsoft.com/office/drawing/2014/main" id="{7A196D33-E12E-4EA0-AB16-A6074C1FE3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827389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91" name="矩形 178">
              <a:extLst>
                <a:ext uri="{FF2B5EF4-FFF2-40B4-BE49-F238E27FC236}">
                  <a16:creationId xmlns:a16="http://schemas.microsoft.com/office/drawing/2014/main" id="{EA918594-884A-4370-BCB8-FDB8D1BEE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827389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551" name="文字方塊 550">
            <a:extLst>
              <a:ext uri="{FF2B5EF4-FFF2-40B4-BE49-F238E27FC236}">
                <a16:creationId xmlns:a16="http://schemas.microsoft.com/office/drawing/2014/main" id="{66E3FE0C-A9A5-42B6-B5C1-E5F10A686BBA}"/>
              </a:ext>
            </a:extLst>
          </p:cNvPr>
          <p:cNvSpPr txBox="1"/>
          <p:nvPr/>
        </p:nvSpPr>
        <p:spPr>
          <a:xfrm>
            <a:off x="5237332" y="1249926"/>
            <a:ext cx="16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Somatic Variant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554" name="文字方塊 553">
            <a:extLst>
              <a:ext uri="{FF2B5EF4-FFF2-40B4-BE49-F238E27FC236}">
                <a16:creationId xmlns:a16="http://schemas.microsoft.com/office/drawing/2014/main" id="{522566D7-3DD8-4AC9-9F0F-4C3D0C1845F7}"/>
              </a:ext>
            </a:extLst>
          </p:cNvPr>
          <p:cNvSpPr txBox="1"/>
          <p:nvPr/>
        </p:nvSpPr>
        <p:spPr>
          <a:xfrm>
            <a:off x="6912634" y="1249926"/>
            <a:ext cx="201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 dirty="0">
                <a:solidFill>
                  <a:schemeClr val="tx1"/>
                </a:solidFill>
              </a:rPr>
              <a:t>Sequencing Artifact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96FAF63-8DE9-4DE0-A277-8BE9BA9F80C6}"/>
              </a:ext>
            </a:extLst>
          </p:cNvPr>
          <p:cNvGrpSpPr/>
          <p:nvPr/>
        </p:nvGrpSpPr>
        <p:grpSpPr>
          <a:xfrm>
            <a:off x="8773488" y="2546833"/>
            <a:ext cx="2540093" cy="1759597"/>
            <a:chOff x="9651907" y="3392528"/>
            <a:chExt cx="2540093" cy="1759597"/>
          </a:xfrm>
        </p:grpSpPr>
        <p:sp>
          <p:nvSpPr>
            <p:cNvPr id="1000" name="文字方塊 999">
              <a:extLst>
                <a:ext uri="{FF2B5EF4-FFF2-40B4-BE49-F238E27FC236}">
                  <a16:creationId xmlns:a16="http://schemas.microsoft.com/office/drawing/2014/main" id="{146E15CD-8DCC-4890-AE23-28837FA64471}"/>
                </a:ext>
              </a:extLst>
            </p:cNvPr>
            <p:cNvSpPr txBox="1"/>
            <p:nvPr/>
          </p:nvSpPr>
          <p:spPr>
            <a:xfrm>
              <a:off x="9651907" y="3392528"/>
              <a:ext cx="21738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Tri-nodal-edge Graph</a:t>
              </a:r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A643C6E5-3CE5-433B-985D-65B1B5C3E77F}"/>
                </a:ext>
              </a:extLst>
            </p:cNvPr>
            <p:cNvGrpSpPr/>
            <p:nvPr/>
          </p:nvGrpSpPr>
          <p:grpSpPr>
            <a:xfrm>
              <a:off x="9975114" y="3556877"/>
              <a:ext cx="2216886" cy="1595248"/>
              <a:chOff x="6052477" y="1542996"/>
              <a:chExt cx="2216886" cy="1595248"/>
            </a:xfrm>
          </p:grpSpPr>
          <p:sp>
            <p:nvSpPr>
              <p:cNvPr id="1026" name="文字方塊 1025">
                <a:extLst>
                  <a:ext uri="{FF2B5EF4-FFF2-40B4-BE49-F238E27FC236}">
                    <a16:creationId xmlns:a16="http://schemas.microsoft.com/office/drawing/2014/main" id="{FA76AC8A-9B81-4E62-A2EE-66BF05CC6C5C}"/>
                  </a:ext>
                </a:extLst>
              </p:cNvPr>
              <p:cNvSpPr txBox="1"/>
              <p:nvPr/>
            </p:nvSpPr>
            <p:spPr>
              <a:xfrm>
                <a:off x="6347137" y="1542996"/>
                <a:ext cx="425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8FAADC"/>
                    </a:solidFill>
                  </a:rPr>
                  <a:t>rrr</a:t>
                </a:r>
                <a:endParaRPr lang="zh-TW" altLang="en-US" dirty="0">
                  <a:solidFill>
                    <a:srgbClr val="8FAADC"/>
                  </a:solidFill>
                </a:endParaRPr>
              </a:p>
            </p:txBody>
          </p:sp>
          <p:cxnSp>
            <p:nvCxnSpPr>
              <p:cNvPr id="1005" name="直線單箭頭接點 1004">
                <a:extLst>
                  <a:ext uri="{FF2B5EF4-FFF2-40B4-BE49-F238E27FC236}">
                    <a16:creationId xmlns:a16="http://schemas.microsoft.com/office/drawing/2014/main" id="{AE8D599F-BD6E-4329-A85C-0811C12AF9CC}"/>
                  </a:ext>
                </a:extLst>
              </p:cNvPr>
              <p:cNvCxnSpPr>
                <a:cxnSpLocks/>
                <a:stCxn id="1023" idx="7"/>
                <a:endCxn id="1020" idx="3"/>
              </p:cNvCxnSpPr>
              <p:nvPr/>
            </p:nvCxnSpPr>
            <p:spPr>
              <a:xfrm flipV="1">
                <a:off x="7329648" y="2094231"/>
                <a:ext cx="674668" cy="506057"/>
              </a:xfrm>
              <a:prstGeom prst="straightConnector1">
                <a:avLst/>
              </a:prstGeom>
              <a:ln w="19050">
                <a:solidFill>
                  <a:schemeClr val="accent4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直線單箭頭接點 1005">
                <a:extLst>
                  <a:ext uri="{FF2B5EF4-FFF2-40B4-BE49-F238E27FC236}">
                    <a16:creationId xmlns:a16="http://schemas.microsoft.com/office/drawing/2014/main" id="{BD31743F-A034-4A5B-9D40-25AFF0980910}"/>
                  </a:ext>
                </a:extLst>
              </p:cNvPr>
              <p:cNvCxnSpPr>
                <a:cxnSpLocks/>
                <a:stCxn id="1024" idx="6"/>
                <a:endCxn id="1022" idx="2"/>
              </p:cNvCxnSpPr>
              <p:nvPr/>
            </p:nvCxnSpPr>
            <p:spPr>
              <a:xfrm flipV="1">
                <a:off x="6494350" y="1984445"/>
                <a:ext cx="580445" cy="4593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直線單箭頭接點 1006">
                <a:extLst>
                  <a:ext uri="{FF2B5EF4-FFF2-40B4-BE49-F238E27FC236}">
                    <a16:creationId xmlns:a16="http://schemas.microsoft.com/office/drawing/2014/main" id="{86E73CCC-6AE4-4A15-A5CB-DA3B470E9792}"/>
                  </a:ext>
                </a:extLst>
              </p:cNvPr>
              <p:cNvCxnSpPr>
                <a:cxnSpLocks/>
                <a:stCxn id="1024" idx="5"/>
                <a:endCxn id="1023" idx="1"/>
              </p:cNvCxnSpPr>
              <p:nvPr/>
            </p:nvCxnSpPr>
            <p:spPr>
              <a:xfrm>
                <a:off x="6448875" y="2098824"/>
                <a:ext cx="661201" cy="501464"/>
              </a:xfrm>
              <a:prstGeom prst="straightConnector1">
                <a:avLst/>
              </a:prstGeom>
              <a:ln w="19050">
                <a:solidFill>
                  <a:schemeClr val="accent4"/>
                </a:solidFill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直線單箭頭接點 1008">
                <a:extLst>
                  <a:ext uri="{FF2B5EF4-FFF2-40B4-BE49-F238E27FC236}">
                    <a16:creationId xmlns:a16="http://schemas.microsoft.com/office/drawing/2014/main" id="{95F8742C-1D30-44C7-B48C-208339256C55}"/>
                  </a:ext>
                </a:extLst>
              </p:cNvPr>
              <p:cNvCxnSpPr>
                <a:cxnSpLocks/>
                <a:stCxn id="1022" idx="6"/>
                <a:endCxn id="1021" idx="0"/>
              </p:cNvCxnSpPr>
              <p:nvPr/>
            </p:nvCxnSpPr>
            <p:spPr>
              <a:xfrm>
                <a:off x="7385316" y="1984445"/>
                <a:ext cx="720262" cy="570368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直線單箭頭接點 1009">
                <a:extLst>
                  <a:ext uri="{FF2B5EF4-FFF2-40B4-BE49-F238E27FC236}">
                    <a16:creationId xmlns:a16="http://schemas.microsoft.com/office/drawing/2014/main" id="{4E93D63E-44B9-4AB7-91CA-5C712875782F}"/>
                  </a:ext>
                </a:extLst>
              </p:cNvPr>
              <p:cNvCxnSpPr>
                <a:cxnSpLocks/>
                <a:stCxn id="1024" idx="4"/>
                <a:endCxn id="1023" idx="2"/>
              </p:cNvCxnSpPr>
              <p:nvPr/>
            </p:nvCxnSpPr>
            <p:spPr>
              <a:xfrm>
                <a:off x="6339089" y="2144299"/>
                <a:ext cx="725512" cy="565776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Dot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直線單箭頭接點 1010">
                <a:extLst>
                  <a:ext uri="{FF2B5EF4-FFF2-40B4-BE49-F238E27FC236}">
                    <a16:creationId xmlns:a16="http://schemas.microsoft.com/office/drawing/2014/main" id="{2BEAFFFE-02FA-4715-957C-BBB90615C807}"/>
                  </a:ext>
                </a:extLst>
              </p:cNvPr>
              <p:cNvCxnSpPr>
                <a:cxnSpLocks/>
                <a:stCxn id="1023" idx="6"/>
                <a:endCxn id="1021" idx="2"/>
              </p:cNvCxnSpPr>
              <p:nvPr/>
            </p:nvCxnSpPr>
            <p:spPr>
              <a:xfrm>
                <a:off x="7375123" y="2710075"/>
                <a:ext cx="575194" cy="0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Dot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直線單箭頭接點 1011">
                <a:extLst>
                  <a:ext uri="{FF2B5EF4-FFF2-40B4-BE49-F238E27FC236}">
                    <a16:creationId xmlns:a16="http://schemas.microsoft.com/office/drawing/2014/main" id="{47435BB3-3AC7-4AFC-AE57-BA7E4E72D4F4}"/>
                  </a:ext>
                </a:extLst>
              </p:cNvPr>
              <p:cNvCxnSpPr>
                <a:cxnSpLocks/>
                <a:stCxn id="1025" idx="6"/>
                <a:endCxn id="1023" idx="2"/>
              </p:cNvCxnSpPr>
              <p:nvPr/>
            </p:nvCxnSpPr>
            <p:spPr>
              <a:xfrm flipV="1">
                <a:off x="6485826" y="2710074"/>
                <a:ext cx="578775" cy="459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直線單箭頭接點 1014">
                <a:extLst>
                  <a:ext uri="{FF2B5EF4-FFF2-40B4-BE49-F238E27FC236}">
                    <a16:creationId xmlns:a16="http://schemas.microsoft.com/office/drawing/2014/main" id="{4BB0B250-422E-492F-9A9A-9E6D41F5BCFE}"/>
                  </a:ext>
                </a:extLst>
              </p:cNvPr>
              <p:cNvCxnSpPr>
                <a:cxnSpLocks/>
                <a:stCxn id="1023" idx="6"/>
                <a:endCxn id="1020" idx="4"/>
              </p:cNvCxnSpPr>
              <p:nvPr/>
            </p:nvCxnSpPr>
            <p:spPr>
              <a:xfrm flipV="1">
                <a:off x="7375123" y="2139706"/>
                <a:ext cx="738979" cy="57036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6" name="直線單箭頭接點 1015">
                <a:extLst>
                  <a:ext uri="{FF2B5EF4-FFF2-40B4-BE49-F238E27FC236}">
                    <a16:creationId xmlns:a16="http://schemas.microsoft.com/office/drawing/2014/main" id="{638FB73F-0E98-44E6-A70B-2916AEFCCEA8}"/>
                  </a:ext>
                </a:extLst>
              </p:cNvPr>
              <p:cNvCxnSpPr>
                <a:cxnSpLocks/>
                <a:stCxn id="1022" idx="5"/>
                <a:endCxn id="1021" idx="1"/>
              </p:cNvCxnSpPr>
              <p:nvPr/>
            </p:nvCxnSpPr>
            <p:spPr>
              <a:xfrm>
                <a:off x="7339842" y="2094231"/>
                <a:ext cx="655950" cy="506057"/>
              </a:xfrm>
              <a:prstGeom prst="straightConnector1">
                <a:avLst/>
              </a:prstGeom>
              <a:ln w="19050">
                <a:solidFill>
                  <a:srgbClr val="2F5597"/>
                </a:solidFill>
                <a:prstDash val="lg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7" name="直線單箭頭接點 1016">
                <a:extLst>
                  <a:ext uri="{FF2B5EF4-FFF2-40B4-BE49-F238E27FC236}">
                    <a16:creationId xmlns:a16="http://schemas.microsoft.com/office/drawing/2014/main" id="{2CA438B4-CE1B-4881-B288-B5547BCE859E}"/>
                  </a:ext>
                </a:extLst>
              </p:cNvPr>
              <p:cNvCxnSpPr>
                <a:cxnSpLocks/>
                <a:stCxn id="1022" idx="6"/>
                <a:endCxn id="1020" idx="2"/>
              </p:cNvCxnSpPr>
              <p:nvPr/>
            </p:nvCxnSpPr>
            <p:spPr>
              <a:xfrm>
                <a:off x="7385317" y="1984445"/>
                <a:ext cx="573524" cy="0"/>
              </a:xfrm>
              <a:prstGeom prst="straightConnector1">
                <a:avLst/>
              </a:prstGeom>
              <a:ln w="19050">
                <a:solidFill>
                  <a:schemeClr val="accent5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8" name="直線單箭頭接點 1017">
                <a:extLst>
                  <a:ext uri="{FF2B5EF4-FFF2-40B4-BE49-F238E27FC236}">
                    <a16:creationId xmlns:a16="http://schemas.microsoft.com/office/drawing/2014/main" id="{838437A6-B058-421B-8866-BB393666D854}"/>
                  </a:ext>
                </a:extLst>
              </p:cNvPr>
              <p:cNvCxnSpPr>
                <a:cxnSpLocks/>
                <a:stCxn id="1025" idx="7"/>
                <a:endCxn id="1022" idx="3"/>
              </p:cNvCxnSpPr>
              <p:nvPr/>
            </p:nvCxnSpPr>
            <p:spPr>
              <a:xfrm flipV="1">
                <a:off x="6440351" y="2094231"/>
                <a:ext cx="679919" cy="510650"/>
              </a:xfrm>
              <a:prstGeom prst="straightConnector1">
                <a:avLst/>
              </a:prstGeom>
              <a:ln w="19050">
                <a:solidFill>
                  <a:srgbClr val="2F5597"/>
                </a:solidFill>
                <a:prstDash val="lgDash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9" name="直線單箭頭接點 1018">
                <a:extLst>
                  <a:ext uri="{FF2B5EF4-FFF2-40B4-BE49-F238E27FC236}">
                    <a16:creationId xmlns:a16="http://schemas.microsoft.com/office/drawing/2014/main" id="{3826A463-D17C-4366-B82C-FCFD4D8E9910}"/>
                  </a:ext>
                </a:extLst>
              </p:cNvPr>
              <p:cNvCxnSpPr>
                <a:cxnSpLocks/>
                <a:stCxn id="1025" idx="0"/>
                <a:endCxn id="1022" idx="2"/>
              </p:cNvCxnSpPr>
              <p:nvPr/>
            </p:nvCxnSpPr>
            <p:spPr>
              <a:xfrm flipV="1">
                <a:off x="6330565" y="1984445"/>
                <a:ext cx="744230" cy="574962"/>
              </a:xfrm>
              <a:prstGeom prst="straightConnector1">
                <a:avLst/>
              </a:prstGeom>
              <a:ln w="19050">
                <a:solidFill>
                  <a:schemeClr val="accent5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0" name="橢圓 1019">
                <a:extLst>
                  <a:ext uri="{FF2B5EF4-FFF2-40B4-BE49-F238E27FC236}">
                    <a16:creationId xmlns:a16="http://schemas.microsoft.com/office/drawing/2014/main" id="{4BE2FB7D-3DE8-4C26-ABAC-07EBBAC2AAF6}"/>
                  </a:ext>
                </a:extLst>
              </p:cNvPr>
              <p:cNvSpPr/>
              <p:nvPr/>
            </p:nvSpPr>
            <p:spPr>
              <a:xfrm>
                <a:off x="7958841" y="182918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1" name="橢圓 1020">
                <a:extLst>
                  <a:ext uri="{FF2B5EF4-FFF2-40B4-BE49-F238E27FC236}">
                    <a16:creationId xmlns:a16="http://schemas.microsoft.com/office/drawing/2014/main" id="{955C0AB3-1007-413C-BA90-1AED64329972}"/>
                  </a:ext>
                </a:extLst>
              </p:cNvPr>
              <p:cNvSpPr/>
              <p:nvPr/>
            </p:nvSpPr>
            <p:spPr>
              <a:xfrm>
                <a:off x="7950317" y="255481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1022" name="橢圓 1021">
                <a:extLst>
                  <a:ext uri="{FF2B5EF4-FFF2-40B4-BE49-F238E27FC236}">
                    <a16:creationId xmlns:a16="http://schemas.microsoft.com/office/drawing/2014/main" id="{732A42BC-8B33-4A70-B045-70B5CB745638}"/>
                  </a:ext>
                </a:extLst>
              </p:cNvPr>
              <p:cNvSpPr/>
              <p:nvPr/>
            </p:nvSpPr>
            <p:spPr>
              <a:xfrm>
                <a:off x="7074795" y="182918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3" name="橢圓 1022">
                <a:extLst>
                  <a:ext uri="{FF2B5EF4-FFF2-40B4-BE49-F238E27FC236}">
                    <a16:creationId xmlns:a16="http://schemas.microsoft.com/office/drawing/2014/main" id="{72EB4C2B-A2ED-4627-9937-67B596F1AC4B}"/>
                  </a:ext>
                </a:extLst>
              </p:cNvPr>
              <p:cNvSpPr/>
              <p:nvPr/>
            </p:nvSpPr>
            <p:spPr>
              <a:xfrm>
                <a:off x="7064601" y="255481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1024" name="橢圓 1023">
                <a:extLst>
                  <a:ext uri="{FF2B5EF4-FFF2-40B4-BE49-F238E27FC236}">
                    <a16:creationId xmlns:a16="http://schemas.microsoft.com/office/drawing/2014/main" id="{7FD4CA95-C9D9-44C6-95B6-EFE460B8FE68}"/>
                  </a:ext>
                </a:extLst>
              </p:cNvPr>
              <p:cNvSpPr/>
              <p:nvPr/>
            </p:nvSpPr>
            <p:spPr>
              <a:xfrm>
                <a:off x="6183828" y="1833777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5" name="橢圓 1024">
                <a:extLst>
                  <a:ext uri="{FF2B5EF4-FFF2-40B4-BE49-F238E27FC236}">
                    <a16:creationId xmlns:a16="http://schemas.microsoft.com/office/drawing/2014/main" id="{BB2318EA-51FC-4612-A5B1-19CEA4218ABF}"/>
                  </a:ext>
                </a:extLst>
              </p:cNvPr>
              <p:cNvSpPr/>
              <p:nvPr/>
            </p:nvSpPr>
            <p:spPr>
              <a:xfrm>
                <a:off x="6175304" y="2559407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1027" name="文字方塊 1026">
                <a:extLst>
                  <a:ext uri="{FF2B5EF4-FFF2-40B4-BE49-F238E27FC236}">
                    <a16:creationId xmlns:a16="http://schemas.microsoft.com/office/drawing/2014/main" id="{E6B527EA-EEB8-4F89-B1CF-F95BC038C853}"/>
                  </a:ext>
                </a:extLst>
              </p:cNvPr>
              <p:cNvSpPr txBox="1"/>
              <p:nvPr/>
            </p:nvSpPr>
            <p:spPr>
              <a:xfrm>
                <a:off x="6478492" y="1706467"/>
                <a:ext cx="450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2"/>
                    </a:solidFill>
                  </a:rPr>
                  <a:t>rra</a:t>
                </a:r>
                <a:endParaRPr lang="zh-TW" alt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2FDF95D0-A76B-4441-B1CD-0BAD7A785550}"/>
                  </a:ext>
                </a:extLst>
              </p:cNvPr>
              <p:cNvSpPr txBox="1"/>
              <p:nvPr/>
            </p:nvSpPr>
            <p:spPr>
              <a:xfrm>
                <a:off x="6439430" y="1870585"/>
                <a:ext cx="450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4"/>
                    </a:solidFill>
                  </a:rPr>
                  <a:t>rar</a:t>
                </a:r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6A041DCF-0FF1-43C7-93DD-BA31E1622DC2}"/>
                  </a:ext>
                </a:extLst>
              </p:cNvPr>
              <p:cNvSpPr txBox="1"/>
              <p:nvPr/>
            </p:nvSpPr>
            <p:spPr>
              <a:xfrm>
                <a:off x="6439430" y="2428102"/>
                <a:ext cx="481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1"/>
                    </a:solidFill>
                  </a:rPr>
                  <a:t>ara</a:t>
                </a:r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801C15EC-4C46-4A54-9705-319B6DA63E36}"/>
                  </a:ext>
                </a:extLst>
              </p:cNvPr>
              <p:cNvSpPr txBox="1"/>
              <p:nvPr/>
            </p:nvSpPr>
            <p:spPr>
              <a:xfrm>
                <a:off x="6052477" y="2066640"/>
                <a:ext cx="481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6"/>
                    </a:solidFill>
                  </a:rPr>
                  <a:t>raa</a:t>
                </a:r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031" name="文字方塊 1030">
                <a:extLst>
                  <a:ext uri="{FF2B5EF4-FFF2-40B4-BE49-F238E27FC236}">
                    <a16:creationId xmlns:a16="http://schemas.microsoft.com/office/drawing/2014/main" id="{573284F7-EC2A-4F3E-8DCE-AA7F912ED69F}"/>
                  </a:ext>
                </a:extLst>
              </p:cNvPr>
              <p:cNvSpPr txBox="1"/>
              <p:nvPr/>
            </p:nvSpPr>
            <p:spPr>
              <a:xfrm>
                <a:off x="6052477" y="2276453"/>
                <a:ext cx="4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5"/>
                    </a:solidFill>
                  </a:rPr>
                  <a:t>arr</a:t>
                </a:r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1032" name="文字方塊 1031">
                <a:extLst>
                  <a:ext uri="{FF2B5EF4-FFF2-40B4-BE49-F238E27FC236}">
                    <a16:creationId xmlns:a16="http://schemas.microsoft.com/office/drawing/2014/main" id="{E03B068B-868A-4691-9956-CF94EB767D2D}"/>
                  </a:ext>
                </a:extLst>
              </p:cNvPr>
              <p:cNvSpPr txBox="1"/>
              <p:nvPr/>
            </p:nvSpPr>
            <p:spPr>
              <a:xfrm>
                <a:off x="6478492" y="2600043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C00000"/>
                    </a:solidFill>
                  </a:rPr>
                  <a:t>aar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33" name="文字方塊 1032">
                <a:extLst>
                  <a:ext uri="{FF2B5EF4-FFF2-40B4-BE49-F238E27FC236}">
                    <a16:creationId xmlns:a16="http://schemas.microsoft.com/office/drawing/2014/main" id="{8875CFE5-EEF3-427E-8A05-0F38E46F331B}"/>
                  </a:ext>
                </a:extLst>
              </p:cNvPr>
              <p:cNvSpPr txBox="1"/>
              <p:nvPr/>
            </p:nvSpPr>
            <p:spPr>
              <a:xfrm>
                <a:off x="6347137" y="2768912"/>
                <a:ext cx="5164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C55A11"/>
                    </a:solidFill>
                  </a:rPr>
                  <a:t>aaa</a:t>
                </a:r>
                <a:endParaRPr lang="zh-TW" altLang="en-US" dirty="0">
                  <a:solidFill>
                    <a:srgbClr val="C55A11"/>
                  </a:solidFill>
                </a:endParaRPr>
              </a:p>
            </p:txBody>
          </p:sp>
          <p:cxnSp>
            <p:nvCxnSpPr>
              <p:cNvPr id="1004" name="直線單箭頭接點 1003">
                <a:extLst>
                  <a:ext uri="{FF2B5EF4-FFF2-40B4-BE49-F238E27FC236}">
                    <a16:creationId xmlns:a16="http://schemas.microsoft.com/office/drawing/2014/main" id="{95173B6B-1362-4FD7-81DA-AD236233089B}"/>
                  </a:ext>
                </a:extLst>
              </p:cNvPr>
              <p:cNvCxnSpPr>
                <a:cxnSpLocks/>
                <a:stCxn id="1022" idx="0"/>
                <a:endCxn id="1020" idx="0"/>
              </p:cNvCxnSpPr>
              <p:nvPr/>
            </p:nvCxnSpPr>
            <p:spPr>
              <a:xfrm>
                <a:off x="7230056" y="1829184"/>
                <a:ext cx="884047" cy="0"/>
              </a:xfrm>
              <a:prstGeom prst="straightConnector1">
                <a:avLst/>
              </a:prstGeom>
              <a:ln w="19050">
                <a:solidFill>
                  <a:srgbClr val="8FAADC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直線單箭頭接點 1007">
                <a:extLst>
                  <a:ext uri="{FF2B5EF4-FFF2-40B4-BE49-F238E27FC236}">
                    <a16:creationId xmlns:a16="http://schemas.microsoft.com/office/drawing/2014/main" id="{468F78B0-682C-483B-B1F1-F115A936DFE1}"/>
                  </a:ext>
                </a:extLst>
              </p:cNvPr>
              <p:cNvCxnSpPr>
                <a:cxnSpLocks/>
                <a:stCxn id="1024" idx="0"/>
                <a:endCxn id="1022" idx="0"/>
              </p:cNvCxnSpPr>
              <p:nvPr/>
            </p:nvCxnSpPr>
            <p:spPr>
              <a:xfrm flipV="1">
                <a:off x="6339089" y="1829184"/>
                <a:ext cx="890967" cy="4593"/>
              </a:xfrm>
              <a:prstGeom prst="straightConnector1">
                <a:avLst/>
              </a:prstGeom>
              <a:ln w="19050">
                <a:solidFill>
                  <a:srgbClr val="8FAADC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直線單箭頭接點 1012">
                <a:extLst>
                  <a:ext uri="{FF2B5EF4-FFF2-40B4-BE49-F238E27FC236}">
                    <a16:creationId xmlns:a16="http://schemas.microsoft.com/office/drawing/2014/main" id="{EA4D4BD8-5A26-4EEA-878B-3626C8DAEDD6}"/>
                  </a:ext>
                </a:extLst>
              </p:cNvPr>
              <p:cNvCxnSpPr>
                <a:cxnSpLocks/>
                <a:stCxn id="1025" idx="4"/>
                <a:endCxn id="1023" idx="4"/>
              </p:cNvCxnSpPr>
              <p:nvPr/>
            </p:nvCxnSpPr>
            <p:spPr>
              <a:xfrm flipV="1">
                <a:off x="6330565" y="2865335"/>
                <a:ext cx="889297" cy="4593"/>
              </a:xfrm>
              <a:prstGeom prst="straightConnector1">
                <a:avLst/>
              </a:prstGeom>
              <a:ln w="19050">
                <a:solidFill>
                  <a:srgbClr val="C55A1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直線單箭頭接點 1013">
                <a:extLst>
                  <a:ext uri="{FF2B5EF4-FFF2-40B4-BE49-F238E27FC236}">
                    <a16:creationId xmlns:a16="http://schemas.microsoft.com/office/drawing/2014/main" id="{238A18AD-C247-40AC-820B-EED2696A5DEC}"/>
                  </a:ext>
                </a:extLst>
              </p:cNvPr>
              <p:cNvCxnSpPr>
                <a:cxnSpLocks/>
                <a:stCxn id="1023" idx="4"/>
                <a:endCxn id="1021" idx="4"/>
              </p:cNvCxnSpPr>
              <p:nvPr/>
            </p:nvCxnSpPr>
            <p:spPr>
              <a:xfrm>
                <a:off x="7219862" y="2865335"/>
                <a:ext cx="885716" cy="0"/>
              </a:xfrm>
              <a:prstGeom prst="straightConnector1">
                <a:avLst/>
              </a:prstGeom>
              <a:ln w="19050">
                <a:solidFill>
                  <a:srgbClr val="C55A1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9A64784D-97ED-4980-AC30-3DFD8576C609}"/>
              </a:ext>
            </a:extLst>
          </p:cNvPr>
          <p:cNvGrpSpPr/>
          <p:nvPr/>
        </p:nvGrpSpPr>
        <p:grpSpPr>
          <a:xfrm>
            <a:off x="5475877" y="3065178"/>
            <a:ext cx="1175662" cy="722906"/>
            <a:chOff x="8808422" y="2155742"/>
            <a:chExt cx="1175662" cy="722906"/>
          </a:xfrm>
        </p:grpSpPr>
        <p:sp>
          <p:nvSpPr>
            <p:cNvPr id="842" name="橢圓 841">
              <a:extLst>
                <a:ext uri="{FF2B5EF4-FFF2-40B4-BE49-F238E27FC236}">
                  <a16:creationId xmlns:a16="http://schemas.microsoft.com/office/drawing/2014/main" id="{9DA36F85-9FAC-4766-8BC1-E165B85DF797}"/>
                </a:ext>
              </a:extLst>
            </p:cNvPr>
            <p:cNvSpPr/>
            <p:nvPr/>
          </p:nvSpPr>
          <p:spPr>
            <a:xfrm>
              <a:off x="8808422" y="215810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843" name="橢圓 842">
              <a:extLst>
                <a:ext uri="{FF2B5EF4-FFF2-40B4-BE49-F238E27FC236}">
                  <a16:creationId xmlns:a16="http://schemas.microsoft.com/office/drawing/2014/main" id="{841A3C2A-6910-4494-9A9F-7356CBFA9052}"/>
                </a:ext>
              </a:extLst>
            </p:cNvPr>
            <p:cNvSpPr/>
            <p:nvPr/>
          </p:nvSpPr>
          <p:spPr>
            <a:xfrm>
              <a:off x="8808422" y="261505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4" name="橢圓 843">
              <a:extLst>
                <a:ext uri="{FF2B5EF4-FFF2-40B4-BE49-F238E27FC236}">
                  <a16:creationId xmlns:a16="http://schemas.microsoft.com/office/drawing/2014/main" id="{9874ACD8-B88A-4DEB-A08B-B168B7201A20}"/>
                </a:ext>
              </a:extLst>
            </p:cNvPr>
            <p:cNvSpPr/>
            <p:nvPr/>
          </p:nvSpPr>
          <p:spPr>
            <a:xfrm>
              <a:off x="9266236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845" name="橢圓 844">
              <a:extLst>
                <a:ext uri="{FF2B5EF4-FFF2-40B4-BE49-F238E27FC236}">
                  <a16:creationId xmlns:a16="http://schemas.microsoft.com/office/drawing/2014/main" id="{A701509D-7B9F-448A-9CFE-7950CEDEE8D4}"/>
                </a:ext>
              </a:extLst>
            </p:cNvPr>
            <p:cNvSpPr/>
            <p:nvPr/>
          </p:nvSpPr>
          <p:spPr>
            <a:xfrm>
              <a:off x="9265378" y="261269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6" name="橢圓 845">
              <a:extLst>
                <a:ext uri="{FF2B5EF4-FFF2-40B4-BE49-F238E27FC236}">
                  <a16:creationId xmlns:a16="http://schemas.microsoft.com/office/drawing/2014/main" id="{81E0F23B-FF7E-4913-87DD-98B42AA2A1FD}"/>
                </a:ext>
              </a:extLst>
            </p:cNvPr>
            <p:cNvSpPr/>
            <p:nvPr/>
          </p:nvSpPr>
          <p:spPr>
            <a:xfrm>
              <a:off x="9720494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847" name="橢圓 846">
              <a:extLst>
                <a:ext uri="{FF2B5EF4-FFF2-40B4-BE49-F238E27FC236}">
                  <a16:creationId xmlns:a16="http://schemas.microsoft.com/office/drawing/2014/main" id="{C6A09C57-C7A6-4CA5-A269-EC0DB6930718}"/>
                </a:ext>
              </a:extLst>
            </p:cNvPr>
            <p:cNvSpPr/>
            <p:nvPr/>
          </p:nvSpPr>
          <p:spPr>
            <a:xfrm>
              <a:off x="9720494" y="261269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849" name="直線單箭頭接點 848">
              <a:extLst>
                <a:ext uri="{FF2B5EF4-FFF2-40B4-BE49-F238E27FC236}">
                  <a16:creationId xmlns:a16="http://schemas.microsoft.com/office/drawing/2014/main" id="{B9BB3E29-9C90-4803-B759-0BA44F262CE2}"/>
                </a:ext>
              </a:extLst>
            </p:cNvPr>
            <p:cNvCxnSpPr>
              <a:cxnSpLocks/>
              <a:stCxn id="843" idx="4"/>
              <a:endCxn id="845" idx="4"/>
            </p:cNvCxnSpPr>
            <p:nvPr/>
          </p:nvCxnSpPr>
          <p:spPr>
            <a:xfrm flipV="1">
              <a:off x="8940217" y="2876288"/>
              <a:ext cx="456956" cy="2360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直線單箭頭接點 849">
              <a:extLst>
                <a:ext uri="{FF2B5EF4-FFF2-40B4-BE49-F238E27FC236}">
                  <a16:creationId xmlns:a16="http://schemas.microsoft.com/office/drawing/2014/main" id="{33796B58-3B25-40C9-9AB3-3D7A1DE354F1}"/>
                </a:ext>
              </a:extLst>
            </p:cNvPr>
            <p:cNvCxnSpPr>
              <a:cxnSpLocks/>
              <a:stCxn id="845" idx="4"/>
              <a:endCxn id="847" idx="4"/>
            </p:cNvCxnSpPr>
            <p:nvPr/>
          </p:nvCxnSpPr>
          <p:spPr>
            <a:xfrm>
              <a:off x="9397173" y="2876288"/>
              <a:ext cx="455116" cy="0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線單箭頭接點 851">
              <a:extLst>
                <a:ext uri="{FF2B5EF4-FFF2-40B4-BE49-F238E27FC236}">
                  <a16:creationId xmlns:a16="http://schemas.microsoft.com/office/drawing/2014/main" id="{C4F8997A-65B4-4AED-8043-39AA4658F851}"/>
                </a:ext>
              </a:extLst>
            </p:cNvPr>
            <p:cNvCxnSpPr>
              <a:cxnSpLocks/>
              <a:stCxn id="843" idx="7"/>
              <a:endCxn id="844" idx="4"/>
            </p:cNvCxnSpPr>
            <p:nvPr/>
          </p:nvCxnSpPr>
          <p:spPr>
            <a:xfrm flipV="1">
              <a:off x="9033410" y="2419332"/>
              <a:ext cx="364621" cy="234328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直線單箭頭接點 852">
              <a:extLst>
                <a:ext uri="{FF2B5EF4-FFF2-40B4-BE49-F238E27FC236}">
                  <a16:creationId xmlns:a16="http://schemas.microsoft.com/office/drawing/2014/main" id="{B18838BF-3D00-4E6C-B739-BFD94EA32406}"/>
                </a:ext>
              </a:extLst>
            </p:cNvPr>
            <p:cNvCxnSpPr>
              <a:cxnSpLocks/>
              <a:stCxn id="844" idx="4"/>
              <a:endCxn id="847" idx="1"/>
            </p:cNvCxnSpPr>
            <p:nvPr/>
          </p:nvCxnSpPr>
          <p:spPr>
            <a:xfrm>
              <a:off x="9398031" y="2419332"/>
              <a:ext cx="361065" cy="231968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線單箭頭接點 847">
              <a:extLst>
                <a:ext uri="{FF2B5EF4-FFF2-40B4-BE49-F238E27FC236}">
                  <a16:creationId xmlns:a16="http://schemas.microsoft.com/office/drawing/2014/main" id="{6CE58ACF-38E6-4394-8A7F-018684CF00C0}"/>
                </a:ext>
              </a:extLst>
            </p:cNvPr>
            <p:cNvCxnSpPr>
              <a:cxnSpLocks/>
              <a:stCxn id="842" idx="0"/>
              <a:endCxn id="844" idx="0"/>
            </p:cNvCxnSpPr>
            <p:nvPr/>
          </p:nvCxnSpPr>
          <p:spPr>
            <a:xfrm flipV="1">
              <a:off x="8940217" y="2155742"/>
              <a:ext cx="457814" cy="236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線單箭頭接點 850">
              <a:extLst>
                <a:ext uri="{FF2B5EF4-FFF2-40B4-BE49-F238E27FC236}">
                  <a16:creationId xmlns:a16="http://schemas.microsoft.com/office/drawing/2014/main" id="{E5FEE910-2F3C-4371-8966-3499A880DB23}"/>
                </a:ext>
              </a:extLst>
            </p:cNvPr>
            <p:cNvCxnSpPr>
              <a:cxnSpLocks/>
              <a:stCxn id="844" idx="0"/>
              <a:endCxn id="846" idx="0"/>
            </p:cNvCxnSpPr>
            <p:nvPr/>
          </p:nvCxnSpPr>
          <p:spPr>
            <a:xfrm>
              <a:off x="9398031" y="2155742"/>
              <a:ext cx="454258" cy="0"/>
            </a:xfrm>
            <a:prstGeom prst="straightConnector1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9AF472E-E0FA-4403-BB24-4DC78890040A}"/>
              </a:ext>
            </a:extLst>
          </p:cNvPr>
          <p:cNvGrpSpPr/>
          <p:nvPr/>
        </p:nvGrpSpPr>
        <p:grpSpPr>
          <a:xfrm>
            <a:off x="7331691" y="3065178"/>
            <a:ext cx="1175662" cy="722906"/>
            <a:chOff x="10607086" y="2155742"/>
            <a:chExt cx="1175662" cy="722906"/>
          </a:xfrm>
        </p:grpSpPr>
        <p:sp>
          <p:nvSpPr>
            <p:cNvPr id="860" name="橢圓 859">
              <a:extLst>
                <a:ext uri="{FF2B5EF4-FFF2-40B4-BE49-F238E27FC236}">
                  <a16:creationId xmlns:a16="http://schemas.microsoft.com/office/drawing/2014/main" id="{32F3D10D-25C3-43B5-AA6F-9B9844DA227D}"/>
                </a:ext>
              </a:extLst>
            </p:cNvPr>
            <p:cNvSpPr/>
            <p:nvPr/>
          </p:nvSpPr>
          <p:spPr>
            <a:xfrm>
              <a:off x="10607086" y="215810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/>
                <a:t>A</a:t>
              </a:r>
              <a:endParaRPr lang="zh-TW" altLang="en-US" dirty="0"/>
            </a:p>
          </p:txBody>
        </p:sp>
        <p:sp>
          <p:nvSpPr>
            <p:cNvPr id="861" name="橢圓 860">
              <a:extLst>
                <a:ext uri="{FF2B5EF4-FFF2-40B4-BE49-F238E27FC236}">
                  <a16:creationId xmlns:a16="http://schemas.microsoft.com/office/drawing/2014/main" id="{62FBC793-525A-464C-B3B2-9E5974F9F8E2}"/>
                </a:ext>
              </a:extLst>
            </p:cNvPr>
            <p:cNvSpPr/>
            <p:nvPr/>
          </p:nvSpPr>
          <p:spPr>
            <a:xfrm>
              <a:off x="10607086" y="261505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62" name="橢圓 861">
              <a:extLst>
                <a:ext uri="{FF2B5EF4-FFF2-40B4-BE49-F238E27FC236}">
                  <a16:creationId xmlns:a16="http://schemas.microsoft.com/office/drawing/2014/main" id="{3556C6E5-0D44-4535-81DF-E95455C40B70}"/>
                </a:ext>
              </a:extLst>
            </p:cNvPr>
            <p:cNvSpPr/>
            <p:nvPr/>
          </p:nvSpPr>
          <p:spPr>
            <a:xfrm>
              <a:off x="11064900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863" name="橢圓 862">
              <a:extLst>
                <a:ext uri="{FF2B5EF4-FFF2-40B4-BE49-F238E27FC236}">
                  <a16:creationId xmlns:a16="http://schemas.microsoft.com/office/drawing/2014/main" id="{4A059007-8B41-4FC7-AA49-E0F309EEAF31}"/>
                </a:ext>
              </a:extLst>
            </p:cNvPr>
            <p:cNvSpPr/>
            <p:nvPr/>
          </p:nvSpPr>
          <p:spPr>
            <a:xfrm>
              <a:off x="11064042" y="2612698"/>
              <a:ext cx="263590" cy="26359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64" name="橢圓 863">
              <a:extLst>
                <a:ext uri="{FF2B5EF4-FFF2-40B4-BE49-F238E27FC236}">
                  <a16:creationId xmlns:a16="http://schemas.microsoft.com/office/drawing/2014/main" id="{7154A330-67B4-494F-A597-B686FB81F481}"/>
                </a:ext>
              </a:extLst>
            </p:cNvPr>
            <p:cNvSpPr/>
            <p:nvPr/>
          </p:nvSpPr>
          <p:spPr>
            <a:xfrm>
              <a:off x="11519158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865" name="橢圓 864">
              <a:extLst>
                <a:ext uri="{FF2B5EF4-FFF2-40B4-BE49-F238E27FC236}">
                  <a16:creationId xmlns:a16="http://schemas.microsoft.com/office/drawing/2014/main" id="{879CC830-3156-42D6-B472-1FDB61BF2D0D}"/>
                </a:ext>
              </a:extLst>
            </p:cNvPr>
            <p:cNvSpPr/>
            <p:nvPr/>
          </p:nvSpPr>
          <p:spPr>
            <a:xfrm>
              <a:off x="11519158" y="261269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866" name="直線單箭頭接點 865">
              <a:extLst>
                <a:ext uri="{FF2B5EF4-FFF2-40B4-BE49-F238E27FC236}">
                  <a16:creationId xmlns:a16="http://schemas.microsoft.com/office/drawing/2014/main" id="{CFF0AA0C-322A-4873-9FBC-567DBF49419F}"/>
                </a:ext>
              </a:extLst>
            </p:cNvPr>
            <p:cNvCxnSpPr>
              <a:cxnSpLocks/>
              <a:stCxn id="860" idx="0"/>
              <a:endCxn id="862" idx="0"/>
            </p:cNvCxnSpPr>
            <p:nvPr/>
          </p:nvCxnSpPr>
          <p:spPr>
            <a:xfrm flipV="1">
              <a:off x="10738881" y="2155742"/>
              <a:ext cx="457814" cy="236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直線單箭頭接點 866">
              <a:extLst>
                <a:ext uri="{FF2B5EF4-FFF2-40B4-BE49-F238E27FC236}">
                  <a16:creationId xmlns:a16="http://schemas.microsoft.com/office/drawing/2014/main" id="{CAF69966-E325-4D24-9C4D-BB67638676E6}"/>
                </a:ext>
              </a:extLst>
            </p:cNvPr>
            <p:cNvCxnSpPr>
              <a:cxnSpLocks/>
              <a:stCxn id="861" idx="4"/>
              <a:endCxn id="863" idx="4"/>
            </p:cNvCxnSpPr>
            <p:nvPr/>
          </p:nvCxnSpPr>
          <p:spPr>
            <a:xfrm flipV="1">
              <a:off x="10738881" y="2876288"/>
              <a:ext cx="456956" cy="2360"/>
            </a:xfrm>
            <a:prstGeom prst="straightConnector1">
              <a:avLst/>
            </a:prstGeom>
            <a:ln w="19050">
              <a:solidFill>
                <a:srgbClr val="FFC000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直線單箭頭接點 867">
              <a:extLst>
                <a:ext uri="{FF2B5EF4-FFF2-40B4-BE49-F238E27FC236}">
                  <a16:creationId xmlns:a16="http://schemas.microsoft.com/office/drawing/2014/main" id="{F8625F9B-9354-42A6-A131-ECB9176DD376}"/>
                </a:ext>
              </a:extLst>
            </p:cNvPr>
            <p:cNvCxnSpPr>
              <a:cxnSpLocks/>
              <a:stCxn id="863" idx="4"/>
              <a:endCxn id="865" idx="4"/>
            </p:cNvCxnSpPr>
            <p:nvPr/>
          </p:nvCxnSpPr>
          <p:spPr>
            <a:xfrm>
              <a:off x="11195837" y="2876288"/>
              <a:ext cx="455116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直線單箭頭接點 868">
              <a:extLst>
                <a:ext uri="{FF2B5EF4-FFF2-40B4-BE49-F238E27FC236}">
                  <a16:creationId xmlns:a16="http://schemas.microsoft.com/office/drawing/2014/main" id="{A5A9568E-404B-4BCE-BA25-86FA47ED672E}"/>
                </a:ext>
              </a:extLst>
            </p:cNvPr>
            <p:cNvCxnSpPr>
              <a:cxnSpLocks/>
              <a:stCxn id="862" idx="2"/>
              <a:endCxn id="864" idx="2"/>
            </p:cNvCxnSpPr>
            <p:nvPr/>
          </p:nvCxnSpPr>
          <p:spPr>
            <a:xfrm>
              <a:off x="11064900" y="2287537"/>
              <a:ext cx="454258" cy="0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直線單箭頭接點 869">
              <a:extLst>
                <a:ext uri="{FF2B5EF4-FFF2-40B4-BE49-F238E27FC236}">
                  <a16:creationId xmlns:a16="http://schemas.microsoft.com/office/drawing/2014/main" id="{8C44462B-3681-4DB6-A59B-1DCC39CFF9DB}"/>
                </a:ext>
              </a:extLst>
            </p:cNvPr>
            <p:cNvCxnSpPr>
              <a:cxnSpLocks/>
              <a:stCxn id="861" idx="7"/>
              <a:endCxn id="862" idx="2"/>
            </p:cNvCxnSpPr>
            <p:nvPr/>
          </p:nvCxnSpPr>
          <p:spPr>
            <a:xfrm flipV="1">
              <a:off x="10832074" y="2287537"/>
              <a:ext cx="232826" cy="366123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直線單箭頭接點 870">
              <a:extLst>
                <a:ext uri="{FF2B5EF4-FFF2-40B4-BE49-F238E27FC236}">
                  <a16:creationId xmlns:a16="http://schemas.microsoft.com/office/drawing/2014/main" id="{A8C8C507-F4AC-4554-B9CB-4BDFD854A95C}"/>
                </a:ext>
              </a:extLst>
            </p:cNvPr>
            <p:cNvCxnSpPr>
              <a:cxnSpLocks/>
              <a:stCxn id="862" idx="0"/>
              <a:endCxn id="865" idx="1"/>
            </p:cNvCxnSpPr>
            <p:nvPr/>
          </p:nvCxnSpPr>
          <p:spPr>
            <a:xfrm>
              <a:off x="11196695" y="2155742"/>
              <a:ext cx="361065" cy="495558"/>
            </a:xfrm>
            <a:prstGeom prst="straightConnector1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218" name="接點: 弧形 217">
            <a:extLst>
              <a:ext uri="{FF2B5EF4-FFF2-40B4-BE49-F238E27FC236}">
                <a16:creationId xmlns:a16="http://schemas.microsoft.com/office/drawing/2014/main" id="{3D7128E6-2AEB-4FE2-8CF6-50CD8F49F118}"/>
              </a:ext>
            </a:extLst>
          </p:cNvPr>
          <p:cNvCxnSpPr>
            <a:cxnSpLocks/>
          </p:cNvCxnSpPr>
          <p:nvPr/>
        </p:nvCxnSpPr>
        <p:spPr>
          <a:xfrm flipV="1">
            <a:off x="6800264" y="2100896"/>
            <a:ext cx="1" cy="28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接點: 弧形 218">
            <a:extLst>
              <a:ext uri="{FF2B5EF4-FFF2-40B4-BE49-F238E27FC236}">
                <a16:creationId xmlns:a16="http://schemas.microsoft.com/office/drawing/2014/main" id="{01A09645-BF1B-4BF8-A29C-931640E278C0}"/>
              </a:ext>
            </a:extLst>
          </p:cNvPr>
          <p:cNvCxnSpPr>
            <a:cxnSpLocks/>
          </p:cNvCxnSpPr>
          <p:nvPr/>
        </p:nvCxnSpPr>
        <p:spPr>
          <a:xfrm flipV="1">
            <a:off x="8633356" y="2100896"/>
            <a:ext cx="1" cy="28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直線接點 556">
            <a:extLst>
              <a:ext uri="{FF2B5EF4-FFF2-40B4-BE49-F238E27FC236}">
                <a16:creationId xmlns:a16="http://schemas.microsoft.com/office/drawing/2014/main" id="{A33D7614-0807-481C-86F6-5820074F7363}"/>
              </a:ext>
            </a:extLst>
          </p:cNvPr>
          <p:cNvCxnSpPr>
            <a:cxnSpLocks/>
          </p:cNvCxnSpPr>
          <p:nvPr/>
        </p:nvCxnSpPr>
        <p:spPr>
          <a:xfrm>
            <a:off x="7014131" y="2997370"/>
            <a:ext cx="0" cy="377490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AD9020DA-626F-41A9-807D-DDAD80BF8F89}"/>
              </a:ext>
            </a:extLst>
          </p:cNvPr>
          <p:cNvGrpSpPr/>
          <p:nvPr/>
        </p:nvGrpSpPr>
        <p:grpSpPr>
          <a:xfrm>
            <a:off x="7331691" y="5041314"/>
            <a:ext cx="2772555" cy="1613435"/>
            <a:chOff x="7437438" y="5041314"/>
            <a:chExt cx="2772555" cy="1613435"/>
          </a:xfrm>
        </p:grpSpPr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FF2B91EB-47EE-437E-9555-EFF986333E6D}"/>
                </a:ext>
              </a:extLst>
            </p:cNvPr>
            <p:cNvGrpSpPr/>
            <p:nvPr/>
          </p:nvGrpSpPr>
          <p:grpSpPr>
            <a:xfrm>
              <a:off x="9034331" y="5041314"/>
              <a:ext cx="1175662" cy="638133"/>
              <a:chOff x="7331691" y="5264677"/>
              <a:chExt cx="1175662" cy="638133"/>
            </a:xfrm>
          </p:grpSpPr>
          <p:cxnSp>
            <p:nvCxnSpPr>
              <p:cNvPr id="543" name="直線單箭頭接點 542">
                <a:extLst>
                  <a:ext uri="{FF2B5EF4-FFF2-40B4-BE49-F238E27FC236}">
                    <a16:creationId xmlns:a16="http://schemas.microsoft.com/office/drawing/2014/main" id="{5FC394C0-7D4D-44BE-95A4-143234E7310D}"/>
                  </a:ext>
                </a:extLst>
              </p:cNvPr>
              <p:cNvCxnSpPr>
                <a:cxnSpLocks/>
                <a:stCxn id="552" idx="6"/>
                <a:endCxn id="549" idx="2"/>
              </p:cNvCxnSpPr>
              <p:nvPr/>
            </p:nvCxnSpPr>
            <p:spPr>
              <a:xfrm flipV="1">
                <a:off x="7595281" y="5396472"/>
                <a:ext cx="194224" cy="236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線單箭頭接點 543">
                <a:extLst>
                  <a:ext uri="{FF2B5EF4-FFF2-40B4-BE49-F238E27FC236}">
                    <a16:creationId xmlns:a16="http://schemas.microsoft.com/office/drawing/2014/main" id="{EE946636-D132-491E-9735-1FA49745D506}"/>
                  </a:ext>
                </a:extLst>
              </p:cNvPr>
              <p:cNvCxnSpPr>
                <a:cxnSpLocks/>
                <a:stCxn id="549" idx="6"/>
                <a:endCxn id="550" idx="2"/>
              </p:cNvCxnSpPr>
              <p:nvPr/>
            </p:nvCxnSpPr>
            <p:spPr>
              <a:xfrm>
                <a:off x="8053095" y="5396472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線單箭頭接點 544">
                <a:extLst>
                  <a:ext uri="{FF2B5EF4-FFF2-40B4-BE49-F238E27FC236}">
                    <a16:creationId xmlns:a16="http://schemas.microsoft.com/office/drawing/2014/main" id="{158E21DF-27C5-4FCF-9075-1BBF7B4E11B6}"/>
                  </a:ext>
                </a:extLst>
              </p:cNvPr>
              <p:cNvCxnSpPr>
                <a:cxnSpLocks/>
                <a:stCxn id="552" idx="5"/>
                <a:endCxn id="553" idx="1"/>
              </p:cNvCxnSpPr>
              <p:nvPr/>
            </p:nvCxnSpPr>
            <p:spPr>
              <a:xfrm>
                <a:off x="7556679" y="5492025"/>
                <a:ext cx="270570" cy="183437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線單箭頭接點 545">
                <a:extLst>
                  <a:ext uri="{FF2B5EF4-FFF2-40B4-BE49-F238E27FC236}">
                    <a16:creationId xmlns:a16="http://schemas.microsoft.com/office/drawing/2014/main" id="{DC501F54-FC0D-4817-823C-1F2B242DC166}"/>
                  </a:ext>
                </a:extLst>
              </p:cNvPr>
              <p:cNvCxnSpPr>
                <a:cxnSpLocks/>
                <a:stCxn id="556" idx="7"/>
                <a:endCxn id="549" idx="3"/>
              </p:cNvCxnSpPr>
              <p:nvPr/>
            </p:nvCxnSpPr>
            <p:spPr>
              <a:xfrm flipV="1">
                <a:off x="7556679" y="5489665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線單箭頭接點 546">
                <a:extLst>
                  <a:ext uri="{FF2B5EF4-FFF2-40B4-BE49-F238E27FC236}">
                    <a16:creationId xmlns:a16="http://schemas.microsoft.com/office/drawing/2014/main" id="{3461A9AE-466F-43A5-ADE5-376FE15D44CF}"/>
                  </a:ext>
                </a:extLst>
              </p:cNvPr>
              <p:cNvCxnSpPr>
                <a:cxnSpLocks/>
                <a:stCxn id="549" idx="5"/>
                <a:endCxn id="555" idx="1"/>
              </p:cNvCxnSpPr>
              <p:nvPr/>
            </p:nvCxnSpPr>
            <p:spPr>
              <a:xfrm>
                <a:off x="8014493" y="5489665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線單箭頭接點 547">
                <a:extLst>
                  <a:ext uri="{FF2B5EF4-FFF2-40B4-BE49-F238E27FC236}">
                    <a16:creationId xmlns:a16="http://schemas.microsoft.com/office/drawing/2014/main" id="{CD745086-D47C-406F-B6D4-B11EB77C3CAD}"/>
                  </a:ext>
                </a:extLst>
              </p:cNvPr>
              <p:cNvCxnSpPr>
                <a:cxnSpLocks/>
                <a:stCxn id="553" idx="7"/>
                <a:endCxn id="550" idx="3"/>
              </p:cNvCxnSpPr>
              <p:nvPr/>
            </p:nvCxnSpPr>
            <p:spPr>
              <a:xfrm flipV="1">
                <a:off x="8013635" y="5489665"/>
                <a:ext cx="268730" cy="185797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9" name="橢圓 548">
                <a:extLst>
                  <a:ext uri="{FF2B5EF4-FFF2-40B4-BE49-F238E27FC236}">
                    <a16:creationId xmlns:a16="http://schemas.microsoft.com/office/drawing/2014/main" id="{92A6A13C-A1EE-459B-8C10-164491020CD0}"/>
                  </a:ext>
                </a:extLst>
              </p:cNvPr>
              <p:cNvSpPr/>
              <p:nvPr/>
            </p:nvSpPr>
            <p:spPr>
              <a:xfrm>
                <a:off x="7789505" y="526467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50" name="橢圓 549">
                <a:extLst>
                  <a:ext uri="{FF2B5EF4-FFF2-40B4-BE49-F238E27FC236}">
                    <a16:creationId xmlns:a16="http://schemas.microsoft.com/office/drawing/2014/main" id="{3680F573-D086-492B-8423-238853682C37}"/>
                  </a:ext>
                </a:extLst>
              </p:cNvPr>
              <p:cNvSpPr/>
              <p:nvPr/>
            </p:nvSpPr>
            <p:spPr>
              <a:xfrm>
                <a:off x="8243763" y="526467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52" name="橢圓 551">
                <a:extLst>
                  <a:ext uri="{FF2B5EF4-FFF2-40B4-BE49-F238E27FC236}">
                    <a16:creationId xmlns:a16="http://schemas.microsoft.com/office/drawing/2014/main" id="{4638E4DE-0DD0-478E-B65A-B2664FC8B7ED}"/>
                  </a:ext>
                </a:extLst>
              </p:cNvPr>
              <p:cNvSpPr/>
              <p:nvPr/>
            </p:nvSpPr>
            <p:spPr>
              <a:xfrm>
                <a:off x="7331691" y="526703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53" name="橢圓 552">
                <a:extLst>
                  <a:ext uri="{FF2B5EF4-FFF2-40B4-BE49-F238E27FC236}">
                    <a16:creationId xmlns:a16="http://schemas.microsoft.com/office/drawing/2014/main" id="{B1B8E72B-E669-42EC-9A00-49A3EC7545DD}"/>
                  </a:ext>
                </a:extLst>
              </p:cNvPr>
              <p:cNvSpPr/>
              <p:nvPr/>
            </p:nvSpPr>
            <p:spPr>
              <a:xfrm>
                <a:off x="7788647" y="5636860"/>
                <a:ext cx="263590" cy="26359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5" name="橢圓 554">
                <a:extLst>
                  <a:ext uri="{FF2B5EF4-FFF2-40B4-BE49-F238E27FC236}">
                    <a16:creationId xmlns:a16="http://schemas.microsoft.com/office/drawing/2014/main" id="{1CB0B0E4-57DF-430F-9C0F-9AD37E7F8EC5}"/>
                  </a:ext>
                </a:extLst>
              </p:cNvPr>
              <p:cNvSpPr/>
              <p:nvPr/>
            </p:nvSpPr>
            <p:spPr>
              <a:xfrm>
                <a:off x="8243763" y="5636860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6" name="橢圓 555">
                <a:extLst>
                  <a:ext uri="{FF2B5EF4-FFF2-40B4-BE49-F238E27FC236}">
                    <a16:creationId xmlns:a16="http://schemas.microsoft.com/office/drawing/2014/main" id="{E670E455-8E25-4206-8586-44FACBFE00E9}"/>
                  </a:ext>
                </a:extLst>
              </p:cNvPr>
              <p:cNvSpPr/>
              <p:nvPr/>
            </p:nvSpPr>
            <p:spPr>
              <a:xfrm>
                <a:off x="7331691" y="5639220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530E82E-EA85-44D6-ACD2-B7FF5EBBF296}"/>
                </a:ext>
              </a:extLst>
            </p:cNvPr>
            <p:cNvGrpSpPr/>
            <p:nvPr/>
          </p:nvGrpSpPr>
          <p:grpSpPr>
            <a:xfrm>
              <a:off x="7437438" y="5041314"/>
              <a:ext cx="1175662" cy="638133"/>
              <a:chOff x="8714397" y="5264677"/>
              <a:chExt cx="1175662" cy="638133"/>
            </a:xfrm>
          </p:grpSpPr>
          <p:cxnSp>
            <p:nvCxnSpPr>
              <p:cNvPr id="523" name="直線單箭頭接點 522">
                <a:extLst>
                  <a:ext uri="{FF2B5EF4-FFF2-40B4-BE49-F238E27FC236}">
                    <a16:creationId xmlns:a16="http://schemas.microsoft.com/office/drawing/2014/main" id="{854DE7B2-A06A-4C72-9010-1B54F3E64278}"/>
                  </a:ext>
                </a:extLst>
              </p:cNvPr>
              <p:cNvCxnSpPr>
                <a:cxnSpLocks/>
                <a:stCxn id="539" idx="6"/>
                <a:endCxn id="537" idx="2"/>
              </p:cNvCxnSpPr>
              <p:nvPr/>
            </p:nvCxnSpPr>
            <p:spPr>
              <a:xfrm flipV="1">
                <a:off x="8977987" y="5396472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線單箭頭接點 530">
                <a:extLst>
                  <a:ext uri="{FF2B5EF4-FFF2-40B4-BE49-F238E27FC236}">
                    <a16:creationId xmlns:a16="http://schemas.microsoft.com/office/drawing/2014/main" id="{ED8C5602-0BB6-4984-8E68-21B2B99BC40B}"/>
                  </a:ext>
                </a:extLst>
              </p:cNvPr>
              <p:cNvCxnSpPr>
                <a:cxnSpLocks/>
                <a:stCxn id="537" idx="6"/>
                <a:endCxn id="538" idx="2"/>
              </p:cNvCxnSpPr>
              <p:nvPr/>
            </p:nvCxnSpPr>
            <p:spPr>
              <a:xfrm>
                <a:off x="9435801" y="5396472"/>
                <a:ext cx="190668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直線單箭頭接點 531">
                <a:extLst>
                  <a:ext uri="{FF2B5EF4-FFF2-40B4-BE49-F238E27FC236}">
                    <a16:creationId xmlns:a16="http://schemas.microsoft.com/office/drawing/2014/main" id="{8BBB83EC-2395-4D61-B887-95F2A6B927C8}"/>
                  </a:ext>
                </a:extLst>
              </p:cNvPr>
              <p:cNvCxnSpPr>
                <a:cxnSpLocks/>
                <a:stCxn id="540" idx="6"/>
                <a:endCxn id="541" idx="2"/>
              </p:cNvCxnSpPr>
              <p:nvPr/>
            </p:nvCxnSpPr>
            <p:spPr>
              <a:xfrm>
                <a:off x="9434943" y="5768655"/>
                <a:ext cx="191526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線單箭頭接點 533">
                <a:extLst>
                  <a:ext uri="{FF2B5EF4-FFF2-40B4-BE49-F238E27FC236}">
                    <a16:creationId xmlns:a16="http://schemas.microsoft.com/office/drawing/2014/main" id="{065CF3FC-F857-40CE-A2CC-F23AC18FB2EA}"/>
                  </a:ext>
                </a:extLst>
              </p:cNvPr>
              <p:cNvCxnSpPr>
                <a:cxnSpLocks/>
                <a:stCxn id="542" idx="7"/>
                <a:endCxn id="537" idx="3"/>
              </p:cNvCxnSpPr>
              <p:nvPr/>
            </p:nvCxnSpPr>
            <p:spPr>
              <a:xfrm flipV="1">
                <a:off x="8939385" y="5489665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線單箭頭接點 534">
                <a:extLst>
                  <a:ext uri="{FF2B5EF4-FFF2-40B4-BE49-F238E27FC236}">
                    <a16:creationId xmlns:a16="http://schemas.microsoft.com/office/drawing/2014/main" id="{04D3D8BE-7B91-4B5E-8E33-DB318FE235B1}"/>
                  </a:ext>
                </a:extLst>
              </p:cNvPr>
              <p:cNvCxnSpPr>
                <a:cxnSpLocks/>
                <a:stCxn id="537" idx="5"/>
                <a:endCxn id="541" idx="1"/>
              </p:cNvCxnSpPr>
              <p:nvPr/>
            </p:nvCxnSpPr>
            <p:spPr>
              <a:xfrm>
                <a:off x="9397199" y="5489665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線單箭頭接點 535">
                <a:extLst>
                  <a:ext uri="{FF2B5EF4-FFF2-40B4-BE49-F238E27FC236}">
                    <a16:creationId xmlns:a16="http://schemas.microsoft.com/office/drawing/2014/main" id="{591F96F1-5616-4A38-B831-32D615A62D19}"/>
                  </a:ext>
                </a:extLst>
              </p:cNvPr>
              <p:cNvCxnSpPr>
                <a:cxnSpLocks/>
                <a:stCxn id="542" idx="6"/>
                <a:endCxn id="540" idx="2"/>
              </p:cNvCxnSpPr>
              <p:nvPr/>
            </p:nvCxnSpPr>
            <p:spPr>
              <a:xfrm flipV="1">
                <a:off x="8977987" y="5768655"/>
                <a:ext cx="193366" cy="236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7" name="橢圓 536">
                <a:extLst>
                  <a:ext uri="{FF2B5EF4-FFF2-40B4-BE49-F238E27FC236}">
                    <a16:creationId xmlns:a16="http://schemas.microsoft.com/office/drawing/2014/main" id="{ED5BA9C1-822B-4143-8D85-66B641EA5E66}"/>
                  </a:ext>
                </a:extLst>
              </p:cNvPr>
              <p:cNvSpPr/>
              <p:nvPr/>
            </p:nvSpPr>
            <p:spPr>
              <a:xfrm>
                <a:off x="9172211" y="526467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38" name="橢圓 537">
                <a:extLst>
                  <a:ext uri="{FF2B5EF4-FFF2-40B4-BE49-F238E27FC236}">
                    <a16:creationId xmlns:a16="http://schemas.microsoft.com/office/drawing/2014/main" id="{42B676D0-2FE7-4C96-876B-1295D8E767C0}"/>
                  </a:ext>
                </a:extLst>
              </p:cNvPr>
              <p:cNvSpPr/>
              <p:nvPr/>
            </p:nvSpPr>
            <p:spPr>
              <a:xfrm>
                <a:off x="9626469" y="526467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39" name="橢圓 538">
                <a:extLst>
                  <a:ext uri="{FF2B5EF4-FFF2-40B4-BE49-F238E27FC236}">
                    <a16:creationId xmlns:a16="http://schemas.microsoft.com/office/drawing/2014/main" id="{E31C8BD4-E113-4167-A68D-B90E4010D047}"/>
                  </a:ext>
                </a:extLst>
              </p:cNvPr>
              <p:cNvSpPr/>
              <p:nvPr/>
            </p:nvSpPr>
            <p:spPr>
              <a:xfrm>
                <a:off x="8714397" y="5267037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40" name="橢圓 539">
                <a:extLst>
                  <a:ext uri="{FF2B5EF4-FFF2-40B4-BE49-F238E27FC236}">
                    <a16:creationId xmlns:a16="http://schemas.microsoft.com/office/drawing/2014/main" id="{0DC5BA37-9719-4E12-BAF2-2D88411D9076}"/>
                  </a:ext>
                </a:extLst>
              </p:cNvPr>
              <p:cNvSpPr/>
              <p:nvPr/>
            </p:nvSpPr>
            <p:spPr>
              <a:xfrm>
                <a:off x="9171353" y="5636860"/>
                <a:ext cx="263590" cy="26359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1" name="橢圓 540">
                <a:extLst>
                  <a:ext uri="{FF2B5EF4-FFF2-40B4-BE49-F238E27FC236}">
                    <a16:creationId xmlns:a16="http://schemas.microsoft.com/office/drawing/2014/main" id="{65D6BD30-D209-4D89-9047-D88C1F799518}"/>
                  </a:ext>
                </a:extLst>
              </p:cNvPr>
              <p:cNvSpPr/>
              <p:nvPr/>
            </p:nvSpPr>
            <p:spPr>
              <a:xfrm>
                <a:off x="9626469" y="5636860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42" name="橢圓 541">
                <a:extLst>
                  <a:ext uri="{FF2B5EF4-FFF2-40B4-BE49-F238E27FC236}">
                    <a16:creationId xmlns:a16="http://schemas.microsoft.com/office/drawing/2014/main" id="{10E95BFE-E639-43C1-8640-79621EA72F16}"/>
                  </a:ext>
                </a:extLst>
              </p:cNvPr>
              <p:cNvSpPr/>
              <p:nvPr/>
            </p:nvSpPr>
            <p:spPr>
              <a:xfrm>
                <a:off x="8714397" y="5639220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1" name="群組 560">
              <a:extLst>
                <a:ext uri="{FF2B5EF4-FFF2-40B4-BE49-F238E27FC236}">
                  <a16:creationId xmlns:a16="http://schemas.microsoft.com/office/drawing/2014/main" id="{D1A34A86-48C5-4043-9E7E-6E1949255DEA}"/>
                </a:ext>
              </a:extLst>
            </p:cNvPr>
            <p:cNvGrpSpPr/>
            <p:nvPr/>
          </p:nvGrpSpPr>
          <p:grpSpPr>
            <a:xfrm>
              <a:off x="7437438" y="6016616"/>
              <a:ext cx="1175662" cy="638133"/>
              <a:chOff x="12031771" y="4962182"/>
              <a:chExt cx="1175662" cy="638133"/>
            </a:xfrm>
          </p:grpSpPr>
          <p:cxnSp>
            <p:nvCxnSpPr>
              <p:cNvPr id="562" name="直線單箭頭接點 561">
                <a:extLst>
                  <a:ext uri="{FF2B5EF4-FFF2-40B4-BE49-F238E27FC236}">
                    <a16:creationId xmlns:a16="http://schemas.microsoft.com/office/drawing/2014/main" id="{7A762546-B1E4-4161-A887-69AB89BF0391}"/>
                  </a:ext>
                </a:extLst>
              </p:cNvPr>
              <p:cNvCxnSpPr>
                <a:cxnSpLocks/>
                <a:stCxn id="570" idx="6"/>
                <a:endCxn id="568" idx="2"/>
              </p:cNvCxnSpPr>
              <p:nvPr/>
            </p:nvCxnSpPr>
            <p:spPr>
              <a:xfrm flipV="1">
                <a:off x="12295361" y="5093977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線單箭頭接點 562">
                <a:extLst>
                  <a:ext uri="{FF2B5EF4-FFF2-40B4-BE49-F238E27FC236}">
                    <a16:creationId xmlns:a16="http://schemas.microsoft.com/office/drawing/2014/main" id="{19B9CACF-DFAD-47A5-A12B-0C54BA58DD0C}"/>
                  </a:ext>
                </a:extLst>
              </p:cNvPr>
              <p:cNvCxnSpPr>
                <a:cxnSpLocks/>
                <a:stCxn id="568" idx="6"/>
                <a:endCxn id="569" idx="2"/>
              </p:cNvCxnSpPr>
              <p:nvPr/>
            </p:nvCxnSpPr>
            <p:spPr>
              <a:xfrm>
                <a:off x="12753175" y="5093977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線單箭頭接點 563">
                <a:extLst>
                  <a:ext uri="{FF2B5EF4-FFF2-40B4-BE49-F238E27FC236}">
                    <a16:creationId xmlns:a16="http://schemas.microsoft.com/office/drawing/2014/main" id="{6628FDC0-5382-4BC5-9137-6576F7550EC4}"/>
                  </a:ext>
                </a:extLst>
              </p:cNvPr>
              <p:cNvCxnSpPr>
                <a:cxnSpLocks/>
                <a:stCxn id="573" idx="7"/>
                <a:endCxn id="568" idx="3"/>
              </p:cNvCxnSpPr>
              <p:nvPr/>
            </p:nvCxnSpPr>
            <p:spPr>
              <a:xfrm flipV="1">
                <a:off x="12256759" y="5187170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線單箭頭接點 564">
                <a:extLst>
                  <a:ext uri="{FF2B5EF4-FFF2-40B4-BE49-F238E27FC236}">
                    <a16:creationId xmlns:a16="http://schemas.microsoft.com/office/drawing/2014/main" id="{EACA5D2F-6A5C-48D6-A1DE-FE137B61FCA5}"/>
                  </a:ext>
                </a:extLst>
              </p:cNvPr>
              <p:cNvCxnSpPr>
                <a:cxnSpLocks/>
                <a:stCxn id="568" idx="5"/>
                <a:endCxn id="572" idx="1"/>
              </p:cNvCxnSpPr>
              <p:nvPr/>
            </p:nvCxnSpPr>
            <p:spPr>
              <a:xfrm>
                <a:off x="12714573" y="5187170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線單箭頭接點 565">
                <a:extLst>
                  <a:ext uri="{FF2B5EF4-FFF2-40B4-BE49-F238E27FC236}">
                    <a16:creationId xmlns:a16="http://schemas.microsoft.com/office/drawing/2014/main" id="{6DE7D9AE-91F5-4BD9-B4D7-3EE648485F0F}"/>
                  </a:ext>
                </a:extLst>
              </p:cNvPr>
              <p:cNvCxnSpPr>
                <a:cxnSpLocks/>
                <a:stCxn id="570" idx="5"/>
                <a:endCxn id="571" idx="1"/>
              </p:cNvCxnSpPr>
              <p:nvPr/>
            </p:nvCxnSpPr>
            <p:spPr>
              <a:xfrm>
                <a:off x="12256759" y="5189530"/>
                <a:ext cx="270570" cy="183437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直線單箭頭接點 566">
                <a:extLst>
                  <a:ext uri="{FF2B5EF4-FFF2-40B4-BE49-F238E27FC236}">
                    <a16:creationId xmlns:a16="http://schemas.microsoft.com/office/drawing/2014/main" id="{39E19B39-C0F1-415D-A531-0D1ACB90C03D}"/>
                  </a:ext>
                </a:extLst>
              </p:cNvPr>
              <p:cNvCxnSpPr>
                <a:cxnSpLocks/>
                <a:stCxn id="571" idx="6"/>
                <a:endCxn id="572" idx="2"/>
              </p:cNvCxnSpPr>
              <p:nvPr/>
            </p:nvCxnSpPr>
            <p:spPr>
              <a:xfrm>
                <a:off x="12752317" y="5466160"/>
                <a:ext cx="191526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8" name="橢圓 567">
                <a:extLst>
                  <a:ext uri="{FF2B5EF4-FFF2-40B4-BE49-F238E27FC236}">
                    <a16:creationId xmlns:a16="http://schemas.microsoft.com/office/drawing/2014/main" id="{A40387B2-2187-46EC-97DF-A67D9C2CA297}"/>
                  </a:ext>
                </a:extLst>
              </p:cNvPr>
              <p:cNvSpPr/>
              <p:nvPr/>
            </p:nvSpPr>
            <p:spPr>
              <a:xfrm>
                <a:off x="12489585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69" name="橢圓 568">
                <a:extLst>
                  <a:ext uri="{FF2B5EF4-FFF2-40B4-BE49-F238E27FC236}">
                    <a16:creationId xmlns:a16="http://schemas.microsoft.com/office/drawing/2014/main" id="{703DE1DF-E7FC-4129-B4C3-3FCE2D902AE4}"/>
                  </a:ext>
                </a:extLst>
              </p:cNvPr>
              <p:cNvSpPr/>
              <p:nvPr/>
            </p:nvSpPr>
            <p:spPr>
              <a:xfrm>
                <a:off x="12943843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70" name="橢圓 569">
                <a:extLst>
                  <a:ext uri="{FF2B5EF4-FFF2-40B4-BE49-F238E27FC236}">
                    <a16:creationId xmlns:a16="http://schemas.microsoft.com/office/drawing/2014/main" id="{65EE6206-6FF0-4A70-AE64-A7956F50CA45}"/>
                  </a:ext>
                </a:extLst>
              </p:cNvPr>
              <p:cNvSpPr/>
              <p:nvPr/>
            </p:nvSpPr>
            <p:spPr>
              <a:xfrm>
                <a:off x="12031771" y="496454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571" name="橢圓 570">
                <a:extLst>
                  <a:ext uri="{FF2B5EF4-FFF2-40B4-BE49-F238E27FC236}">
                    <a16:creationId xmlns:a16="http://schemas.microsoft.com/office/drawing/2014/main" id="{3EECB181-53ED-49B3-8925-2883CD4BE083}"/>
                  </a:ext>
                </a:extLst>
              </p:cNvPr>
              <p:cNvSpPr/>
              <p:nvPr/>
            </p:nvSpPr>
            <p:spPr>
              <a:xfrm>
                <a:off x="12488727" y="5334365"/>
                <a:ext cx="263590" cy="26359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2" name="橢圓 571">
                <a:extLst>
                  <a:ext uri="{FF2B5EF4-FFF2-40B4-BE49-F238E27FC236}">
                    <a16:creationId xmlns:a16="http://schemas.microsoft.com/office/drawing/2014/main" id="{024CD3EA-06E0-4AD7-8C1F-C15FB74BF8FA}"/>
                  </a:ext>
                </a:extLst>
              </p:cNvPr>
              <p:cNvSpPr/>
              <p:nvPr/>
            </p:nvSpPr>
            <p:spPr>
              <a:xfrm>
                <a:off x="12943843" y="533436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3" name="橢圓 572">
                <a:extLst>
                  <a:ext uri="{FF2B5EF4-FFF2-40B4-BE49-F238E27FC236}">
                    <a16:creationId xmlns:a16="http://schemas.microsoft.com/office/drawing/2014/main" id="{C08B4A43-FB59-405B-A350-05A66EEB6BB1}"/>
                  </a:ext>
                </a:extLst>
              </p:cNvPr>
              <p:cNvSpPr/>
              <p:nvPr/>
            </p:nvSpPr>
            <p:spPr>
              <a:xfrm>
                <a:off x="12031771" y="533672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98" name="群組 597">
              <a:extLst>
                <a:ext uri="{FF2B5EF4-FFF2-40B4-BE49-F238E27FC236}">
                  <a16:creationId xmlns:a16="http://schemas.microsoft.com/office/drawing/2014/main" id="{FF64E393-54C0-4068-A6BB-F7AA86FDBFDA}"/>
                </a:ext>
              </a:extLst>
            </p:cNvPr>
            <p:cNvGrpSpPr/>
            <p:nvPr/>
          </p:nvGrpSpPr>
          <p:grpSpPr>
            <a:xfrm>
              <a:off x="9034331" y="6016616"/>
              <a:ext cx="1175662" cy="638133"/>
              <a:chOff x="12031771" y="4962182"/>
              <a:chExt cx="1175662" cy="638133"/>
            </a:xfrm>
          </p:grpSpPr>
          <p:cxnSp>
            <p:nvCxnSpPr>
              <p:cNvPr id="599" name="直線單箭頭接點 598">
                <a:extLst>
                  <a:ext uri="{FF2B5EF4-FFF2-40B4-BE49-F238E27FC236}">
                    <a16:creationId xmlns:a16="http://schemas.microsoft.com/office/drawing/2014/main" id="{EE999049-7068-41DD-A1CC-EA87567163DE}"/>
                  </a:ext>
                </a:extLst>
              </p:cNvPr>
              <p:cNvCxnSpPr>
                <a:cxnSpLocks/>
                <a:stCxn id="607" idx="6"/>
                <a:endCxn id="605" idx="2"/>
              </p:cNvCxnSpPr>
              <p:nvPr/>
            </p:nvCxnSpPr>
            <p:spPr>
              <a:xfrm flipV="1">
                <a:off x="12295361" y="5093977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直線單箭頭接點 599">
                <a:extLst>
                  <a:ext uri="{FF2B5EF4-FFF2-40B4-BE49-F238E27FC236}">
                    <a16:creationId xmlns:a16="http://schemas.microsoft.com/office/drawing/2014/main" id="{40C7D8F7-6487-4CF7-8F00-E9461378EDA7}"/>
                  </a:ext>
                </a:extLst>
              </p:cNvPr>
              <p:cNvCxnSpPr>
                <a:cxnSpLocks/>
                <a:stCxn id="605" idx="6"/>
                <a:endCxn id="606" idx="2"/>
              </p:cNvCxnSpPr>
              <p:nvPr/>
            </p:nvCxnSpPr>
            <p:spPr>
              <a:xfrm>
                <a:off x="12753175" y="5093977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直線單箭頭接點 600">
                <a:extLst>
                  <a:ext uri="{FF2B5EF4-FFF2-40B4-BE49-F238E27FC236}">
                    <a16:creationId xmlns:a16="http://schemas.microsoft.com/office/drawing/2014/main" id="{4F9C3631-1032-4CAA-A9F9-72C333145F2A}"/>
                  </a:ext>
                </a:extLst>
              </p:cNvPr>
              <p:cNvCxnSpPr>
                <a:cxnSpLocks/>
                <a:stCxn id="610" idx="7"/>
                <a:endCxn id="605" idx="3"/>
              </p:cNvCxnSpPr>
              <p:nvPr/>
            </p:nvCxnSpPr>
            <p:spPr>
              <a:xfrm flipV="1">
                <a:off x="12256759" y="5187170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直線單箭頭接點 601">
                <a:extLst>
                  <a:ext uri="{FF2B5EF4-FFF2-40B4-BE49-F238E27FC236}">
                    <a16:creationId xmlns:a16="http://schemas.microsoft.com/office/drawing/2014/main" id="{BE97B8B6-BE7F-41E5-9D36-F09853D19FA2}"/>
                  </a:ext>
                </a:extLst>
              </p:cNvPr>
              <p:cNvCxnSpPr>
                <a:cxnSpLocks/>
                <a:stCxn id="605" idx="5"/>
                <a:endCxn id="609" idx="1"/>
              </p:cNvCxnSpPr>
              <p:nvPr/>
            </p:nvCxnSpPr>
            <p:spPr>
              <a:xfrm>
                <a:off x="12714573" y="5187170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直線單箭頭接點 602">
                <a:extLst>
                  <a:ext uri="{FF2B5EF4-FFF2-40B4-BE49-F238E27FC236}">
                    <a16:creationId xmlns:a16="http://schemas.microsoft.com/office/drawing/2014/main" id="{4181BD49-0EE5-4B19-9569-CB7BE6BDC11E}"/>
                  </a:ext>
                </a:extLst>
              </p:cNvPr>
              <p:cNvCxnSpPr>
                <a:cxnSpLocks/>
                <a:stCxn id="610" idx="6"/>
                <a:endCxn id="608" idx="2"/>
              </p:cNvCxnSpPr>
              <p:nvPr/>
            </p:nvCxnSpPr>
            <p:spPr>
              <a:xfrm flipV="1">
                <a:off x="12295361" y="5466160"/>
                <a:ext cx="193366" cy="236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直線單箭頭接點 603">
                <a:extLst>
                  <a:ext uri="{FF2B5EF4-FFF2-40B4-BE49-F238E27FC236}">
                    <a16:creationId xmlns:a16="http://schemas.microsoft.com/office/drawing/2014/main" id="{E055CF36-E8DA-4A00-B0A6-BC043BC62428}"/>
                  </a:ext>
                </a:extLst>
              </p:cNvPr>
              <p:cNvCxnSpPr>
                <a:cxnSpLocks/>
                <a:stCxn id="608" idx="7"/>
                <a:endCxn id="606" idx="3"/>
              </p:cNvCxnSpPr>
              <p:nvPr/>
            </p:nvCxnSpPr>
            <p:spPr>
              <a:xfrm flipV="1">
                <a:off x="12713715" y="5187170"/>
                <a:ext cx="268730" cy="185797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5" name="橢圓 604">
                <a:extLst>
                  <a:ext uri="{FF2B5EF4-FFF2-40B4-BE49-F238E27FC236}">
                    <a16:creationId xmlns:a16="http://schemas.microsoft.com/office/drawing/2014/main" id="{53ADB009-B104-4BF2-B5A1-CE81BA9900EB}"/>
                  </a:ext>
                </a:extLst>
              </p:cNvPr>
              <p:cNvSpPr/>
              <p:nvPr/>
            </p:nvSpPr>
            <p:spPr>
              <a:xfrm>
                <a:off x="12489585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06" name="橢圓 605">
                <a:extLst>
                  <a:ext uri="{FF2B5EF4-FFF2-40B4-BE49-F238E27FC236}">
                    <a16:creationId xmlns:a16="http://schemas.microsoft.com/office/drawing/2014/main" id="{0F088B4F-405E-4E6E-B601-981CE94EA159}"/>
                  </a:ext>
                </a:extLst>
              </p:cNvPr>
              <p:cNvSpPr/>
              <p:nvPr/>
            </p:nvSpPr>
            <p:spPr>
              <a:xfrm>
                <a:off x="12943843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07" name="橢圓 606">
                <a:extLst>
                  <a:ext uri="{FF2B5EF4-FFF2-40B4-BE49-F238E27FC236}">
                    <a16:creationId xmlns:a16="http://schemas.microsoft.com/office/drawing/2014/main" id="{3C58A5BF-064A-446E-84F4-E6E2ABF3FC86}"/>
                  </a:ext>
                </a:extLst>
              </p:cNvPr>
              <p:cNvSpPr/>
              <p:nvPr/>
            </p:nvSpPr>
            <p:spPr>
              <a:xfrm>
                <a:off x="12031771" y="496454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08" name="橢圓 607">
                <a:extLst>
                  <a:ext uri="{FF2B5EF4-FFF2-40B4-BE49-F238E27FC236}">
                    <a16:creationId xmlns:a16="http://schemas.microsoft.com/office/drawing/2014/main" id="{CA53C31E-B301-4D09-A319-771BE00A371F}"/>
                  </a:ext>
                </a:extLst>
              </p:cNvPr>
              <p:cNvSpPr/>
              <p:nvPr/>
            </p:nvSpPr>
            <p:spPr>
              <a:xfrm>
                <a:off x="12488727" y="5334365"/>
                <a:ext cx="263590" cy="26359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9" name="橢圓 608">
                <a:extLst>
                  <a:ext uri="{FF2B5EF4-FFF2-40B4-BE49-F238E27FC236}">
                    <a16:creationId xmlns:a16="http://schemas.microsoft.com/office/drawing/2014/main" id="{C4ACF01C-44CA-425A-BB8A-996CEC95B050}"/>
                  </a:ext>
                </a:extLst>
              </p:cNvPr>
              <p:cNvSpPr/>
              <p:nvPr/>
            </p:nvSpPr>
            <p:spPr>
              <a:xfrm>
                <a:off x="12943843" y="533436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0" name="橢圓 609">
                <a:extLst>
                  <a:ext uri="{FF2B5EF4-FFF2-40B4-BE49-F238E27FC236}">
                    <a16:creationId xmlns:a16="http://schemas.microsoft.com/office/drawing/2014/main" id="{90D254E4-B92A-431C-AF09-26BC0E9A36A6}"/>
                  </a:ext>
                </a:extLst>
              </p:cNvPr>
              <p:cNvSpPr/>
              <p:nvPr/>
            </p:nvSpPr>
            <p:spPr>
              <a:xfrm>
                <a:off x="12031771" y="533672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85BC5B29-16B1-4B37-A311-5900BD45328F}"/>
              </a:ext>
            </a:extLst>
          </p:cNvPr>
          <p:cNvGrpSpPr/>
          <p:nvPr/>
        </p:nvGrpSpPr>
        <p:grpSpPr>
          <a:xfrm>
            <a:off x="3878985" y="5041314"/>
            <a:ext cx="2772554" cy="1613435"/>
            <a:chOff x="4004799" y="5041314"/>
            <a:chExt cx="2772554" cy="1613435"/>
          </a:xfrm>
        </p:grpSpPr>
        <p:grpSp>
          <p:nvGrpSpPr>
            <p:cNvPr id="2" name="群組 1">
              <a:extLst>
                <a:ext uri="{FF2B5EF4-FFF2-40B4-BE49-F238E27FC236}">
                  <a16:creationId xmlns:a16="http://schemas.microsoft.com/office/drawing/2014/main" id="{7DFF19D2-3663-4F5F-A4DB-47E474B56875}"/>
                </a:ext>
              </a:extLst>
            </p:cNvPr>
            <p:cNvGrpSpPr/>
            <p:nvPr/>
          </p:nvGrpSpPr>
          <p:grpSpPr>
            <a:xfrm>
              <a:off x="4004799" y="6016616"/>
              <a:ext cx="1175662" cy="638133"/>
              <a:chOff x="12031771" y="3550116"/>
              <a:chExt cx="1175662" cy="638133"/>
            </a:xfrm>
          </p:grpSpPr>
          <p:cxnSp>
            <p:nvCxnSpPr>
              <p:cNvPr id="345" name="直線單箭頭接點 344">
                <a:extLst>
                  <a:ext uri="{FF2B5EF4-FFF2-40B4-BE49-F238E27FC236}">
                    <a16:creationId xmlns:a16="http://schemas.microsoft.com/office/drawing/2014/main" id="{595D7B04-F4F3-40FB-9D42-BF8A685EB5F7}"/>
                  </a:ext>
                </a:extLst>
              </p:cNvPr>
              <p:cNvCxnSpPr>
                <a:cxnSpLocks/>
                <a:stCxn id="359" idx="6"/>
                <a:endCxn id="355" idx="2"/>
              </p:cNvCxnSpPr>
              <p:nvPr/>
            </p:nvCxnSpPr>
            <p:spPr>
              <a:xfrm flipV="1">
                <a:off x="12295361" y="3681911"/>
                <a:ext cx="194224" cy="236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線單箭頭接點 345">
                <a:extLst>
                  <a:ext uri="{FF2B5EF4-FFF2-40B4-BE49-F238E27FC236}">
                    <a16:creationId xmlns:a16="http://schemas.microsoft.com/office/drawing/2014/main" id="{8D2A0128-10E8-4483-BD48-31F12E9A7FC4}"/>
                  </a:ext>
                </a:extLst>
              </p:cNvPr>
              <p:cNvCxnSpPr>
                <a:cxnSpLocks/>
                <a:stCxn id="355" idx="6"/>
                <a:endCxn id="357" idx="2"/>
              </p:cNvCxnSpPr>
              <p:nvPr/>
            </p:nvCxnSpPr>
            <p:spPr>
              <a:xfrm>
                <a:off x="12753175" y="3681911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線單箭頭接點 346">
                <a:extLst>
                  <a:ext uri="{FF2B5EF4-FFF2-40B4-BE49-F238E27FC236}">
                    <a16:creationId xmlns:a16="http://schemas.microsoft.com/office/drawing/2014/main" id="{280A64ED-9C2B-4B02-9FBF-24E75ABDB8D9}"/>
                  </a:ext>
                </a:extLst>
              </p:cNvPr>
              <p:cNvCxnSpPr>
                <a:cxnSpLocks/>
                <a:stCxn id="365" idx="6"/>
                <a:endCxn id="361" idx="2"/>
              </p:cNvCxnSpPr>
              <p:nvPr/>
            </p:nvCxnSpPr>
            <p:spPr>
              <a:xfrm flipV="1">
                <a:off x="12295361" y="4054094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線單箭頭接點 348">
                <a:extLst>
                  <a:ext uri="{FF2B5EF4-FFF2-40B4-BE49-F238E27FC236}">
                    <a16:creationId xmlns:a16="http://schemas.microsoft.com/office/drawing/2014/main" id="{1E6511B1-288F-445A-B4B1-BF2F3ED4F043}"/>
                  </a:ext>
                </a:extLst>
              </p:cNvPr>
              <p:cNvCxnSpPr>
                <a:cxnSpLocks/>
                <a:stCxn id="365" idx="7"/>
                <a:endCxn id="355" idx="3"/>
              </p:cNvCxnSpPr>
              <p:nvPr/>
            </p:nvCxnSpPr>
            <p:spPr>
              <a:xfrm flipV="1">
                <a:off x="12256759" y="3775104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線單箭頭接點 350">
                <a:extLst>
                  <a:ext uri="{FF2B5EF4-FFF2-40B4-BE49-F238E27FC236}">
                    <a16:creationId xmlns:a16="http://schemas.microsoft.com/office/drawing/2014/main" id="{A075DEAC-A5C4-4FCE-B2FD-795EF39106EE}"/>
                  </a:ext>
                </a:extLst>
              </p:cNvPr>
              <p:cNvCxnSpPr>
                <a:cxnSpLocks/>
                <a:stCxn id="355" idx="5"/>
                <a:endCxn id="363" idx="1"/>
              </p:cNvCxnSpPr>
              <p:nvPr/>
            </p:nvCxnSpPr>
            <p:spPr>
              <a:xfrm>
                <a:off x="12714573" y="3775104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直線單箭頭接點 352">
                <a:extLst>
                  <a:ext uri="{FF2B5EF4-FFF2-40B4-BE49-F238E27FC236}">
                    <a16:creationId xmlns:a16="http://schemas.microsoft.com/office/drawing/2014/main" id="{B9571922-8259-46FD-BA27-0D7E25C1917B}"/>
                  </a:ext>
                </a:extLst>
              </p:cNvPr>
              <p:cNvCxnSpPr>
                <a:cxnSpLocks/>
                <a:stCxn id="361" idx="7"/>
                <a:endCxn id="357" idx="3"/>
              </p:cNvCxnSpPr>
              <p:nvPr/>
            </p:nvCxnSpPr>
            <p:spPr>
              <a:xfrm flipV="1">
                <a:off x="12713715" y="3775104"/>
                <a:ext cx="268730" cy="185797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5" name="橢圓 354">
                <a:extLst>
                  <a:ext uri="{FF2B5EF4-FFF2-40B4-BE49-F238E27FC236}">
                    <a16:creationId xmlns:a16="http://schemas.microsoft.com/office/drawing/2014/main" id="{0FF2A54E-C23D-46F9-9EA7-A438ABE4EF10}"/>
                  </a:ext>
                </a:extLst>
              </p:cNvPr>
              <p:cNvSpPr/>
              <p:nvPr/>
            </p:nvSpPr>
            <p:spPr>
              <a:xfrm>
                <a:off x="12489585" y="355011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57" name="橢圓 356">
                <a:extLst>
                  <a:ext uri="{FF2B5EF4-FFF2-40B4-BE49-F238E27FC236}">
                    <a16:creationId xmlns:a16="http://schemas.microsoft.com/office/drawing/2014/main" id="{722E1BD5-E316-462A-9D2C-5A417553A3DD}"/>
                  </a:ext>
                </a:extLst>
              </p:cNvPr>
              <p:cNvSpPr/>
              <p:nvPr/>
            </p:nvSpPr>
            <p:spPr>
              <a:xfrm>
                <a:off x="12943843" y="355011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59" name="橢圓 358">
                <a:extLst>
                  <a:ext uri="{FF2B5EF4-FFF2-40B4-BE49-F238E27FC236}">
                    <a16:creationId xmlns:a16="http://schemas.microsoft.com/office/drawing/2014/main" id="{E4FABDFE-1409-4203-ADBB-4415798E162A}"/>
                  </a:ext>
                </a:extLst>
              </p:cNvPr>
              <p:cNvSpPr/>
              <p:nvPr/>
            </p:nvSpPr>
            <p:spPr>
              <a:xfrm>
                <a:off x="12031771" y="355247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61" name="橢圓 360">
                <a:extLst>
                  <a:ext uri="{FF2B5EF4-FFF2-40B4-BE49-F238E27FC236}">
                    <a16:creationId xmlns:a16="http://schemas.microsoft.com/office/drawing/2014/main" id="{62964449-4CE8-4CA2-9296-4624325DF7F7}"/>
                  </a:ext>
                </a:extLst>
              </p:cNvPr>
              <p:cNvSpPr/>
              <p:nvPr/>
            </p:nvSpPr>
            <p:spPr>
              <a:xfrm>
                <a:off x="12488727" y="3922299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DDFACD19-6F0B-4AFD-8597-C865910B0061}"/>
                  </a:ext>
                </a:extLst>
              </p:cNvPr>
              <p:cNvSpPr/>
              <p:nvPr/>
            </p:nvSpPr>
            <p:spPr>
              <a:xfrm>
                <a:off x="12943843" y="392229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5" name="橢圓 364">
                <a:extLst>
                  <a:ext uri="{FF2B5EF4-FFF2-40B4-BE49-F238E27FC236}">
                    <a16:creationId xmlns:a16="http://schemas.microsoft.com/office/drawing/2014/main" id="{02DC6071-ECDF-4E82-8B67-3B177E07FA67}"/>
                  </a:ext>
                </a:extLst>
              </p:cNvPr>
              <p:cNvSpPr/>
              <p:nvPr/>
            </p:nvSpPr>
            <p:spPr>
              <a:xfrm>
                <a:off x="12031771" y="392465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FF2DECA0-4187-4AD8-B780-39469550476B}"/>
                </a:ext>
              </a:extLst>
            </p:cNvPr>
            <p:cNvGrpSpPr/>
            <p:nvPr/>
          </p:nvGrpSpPr>
          <p:grpSpPr>
            <a:xfrm>
              <a:off x="5601691" y="6016616"/>
              <a:ext cx="1175662" cy="638133"/>
              <a:chOff x="12031771" y="4256149"/>
              <a:chExt cx="1175662" cy="638133"/>
            </a:xfrm>
          </p:grpSpPr>
          <p:cxnSp>
            <p:nvCxnSpPr>
              <p:cNvPr id="386" name="直線單箭頭接點 385">
                <a:extLst>
                  <a:ext uri="{FF2B5EF4-FFF2-40B4-BE49-F238E27FC236}">
                    <a16:creationId xmlns:a16="http://schemas.microsoft.com/office/drawing/2014/main" id="{28601F1D-3793-4F4B-8C14-21D140CE5A40}"/>
                  </a:ext>
                </a:extLst>
              </p:cNvPr>
              <p:cNvCxnSpPr>
                <a:cxnSpLocks/>
                <a:stCxn id="394" idx="6"/>
                <a:endCxn id="392" idx="2"/>
              </p:cNvCxnSpPr>
              <p:nvPr/>
            </p:nvCxnSpPr>
            <p:spPr>
              <a:xfrm flipV="1">
                <a:off x="12295361" y="4387944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線單箭頭接點 386">
                <a:extLst>
                  <a:ext uri="{FF2B5EF4-FFF2-40B4-BE49-F238E27FC236}">
                    <a16:creationId xmlns:a16="http://schemas.microsoft.com/office/drawing/2014/main" id="{0D8D9957-6D5D-476D-8E06-FDDE4F8F5434}"/>
                  </a:ext>
                </a:extLst>
              </p:cNvPr>
              <p:cNvCxnSpPr>
                <a:cxnSpLocks/>
                <a:stCxn id="392" idx="6"/>
                <a:endCxn id="393" idx="2"/>
              </p:cNvCxnSpPr>
              <p:nvPr/>
            </p:nvCxnSpPr>
            <p:spPr>
              <a:xfrm>
                <a:off x="12753175" y="4387944"/>
                <a:ext cx="190668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線單箭頭接點 387">
                <a:extLst>
                  <a:ext uri="{FF2B5EF4-FFF2-40B4-BE49-F238E27FC236}">
                    <a16:creationId xmlns:a16="http://schemas.microsoft.com/office/drawing/2014/main" id="{72A4F199-AA8C-4CA6-9D65-DADD5320CE25}"/>
                  </a:ext>
                </a:extLst>
              </p:cNvPr>
              <p:cNvCxnSpPr>
                <a:cxnSpLocks/>
                <a:stCxn id="395" idx="6"/>
                <a:endCxn id="396" idx="2"/>
              </p:cNvCxnSpPr>
              <p:nvPr/>
            </p:nvCxnSpPr>
            <p:spPr>
              <a:xfrm>
                <a:off x="12752317" y="4760127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線單箭頭接點 388">
                <a:extLst>
                  <a:ext uri="{FF2B5EF4-FFF2-40B4-BE49-F238E27FC236}">
                    <a16:creationId xmlns:a16="http://schemas.microsoft.com/office/drawing/2014/main" id="{FCE1A768-F9F7-4F06-8CED-94B03FB4624F}"/>
                  </a:ext>
                </a:extLst>
              </p:cNvPr>
              <p:cNvCxnSpPr>
                <a:cxnSpLocks/>
                <a:stCxn id="397" idx="7"/>
                <a:endCxn id="392" idx="3"/>
              </p:cNvCxnSpPr>
              <p:nvPr/>
            </p:nvCxnSpPr>
            <p:spPr>
              <a:xfrm flipV="1">
                <a:off x="12256759" y="4481137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線單箭頭接點 389">
                <a:extLst>
                  <a:ext uri="{FF2B5EF4-FFF2-40B4-BE49-F238E27FC236}">
                    <a16:creationId xmlns:a16="http://schemas.microsoft.com/office/drawing/2014/main" id="{AFEF8146-0CCA-4403-9AB3-92BEDBE3CCFE}"/>
                  </a:ext>
                </a:extLst>
              </p:cNvPr>
              <p:cNvCxnSpPr>
                <a:cxnSpLocks/>
                <a:stCxn id="392" idx="5"/>
                <a:endCxn id="396" idx="1"/>
              </p:cNvCxnSpPr>
              <p:nvPr/>
            </p:nvCxnSpPr>
            <p:spPr>
              <a:xfrm>
                <a:off x="12714573" y="4481137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線單箭頭接點 390">
                <a:extLst>
                  <a:ext uri="{FF2B5EF4-FFF2-40B4-BE49-F238E27FC236}">
                    <a16:creationId xmlns:a16="http://schemas.microsoft.com/office/drawing/2014/main" id="{521337C2-550D-4924-ABB6-CE39B15E3F50}"/>
                  </a:ext>
                </a:extLst>
              </p:cNvPr>
              <p:cNvCxnSpPr>
                <a:cxnSpLocks/>
                <a:stCxn id="394" idx="5"/>
                <a:endCxn id="395" idx="1"/>
              </p:cNvCxnSpPr>
              <p:nvPr/>
            </p:nvCxnSpPr>
            <p:spPr>
              <a:xfrm>
                <a:off x="12256759" y="4483497"/>
                <a:ext cx="270570" cy="183437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2" name="橢圓 391">
                <a:extLst>
                  <a:ext uri="{FF2B5EF4-FFF2-40B4-BE49-F238E27FC236}">
                    <a16:creationId xmlns:a16="http://schemas.microsoft.com/office/drawing/2014/main" id="{440829FA-8D2D-4C1A-9B60-3827416D0536}"/>
                  </a:ext>
                </a:extLst>
              </p:cNvPr>
              <p:cNvSpPr/>
              <p:nvPr/>
            </p:nvSpPr>
            <p:spPr>
              <a:xfrm>
                <a:off x="12489585" y="4256149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93" name="橢圓 392">
                <a:extLst>
                  <a:ext uri="{FF2B5EF4-FFF2-40B4-BE49-F238E27FC236}">
                    <a16:creationId xmlns:a16="http://schemas.microsoft.com/office/drawing/2014/main" id="{D77562A7-F425-46EF-9AE1-48FD332C6927}"/>
                  </a:ext>
                </a:extLst>
              </p:cNvPr>
              <p:cNvSpPr/>
              <p:nvPr/>
            </p:nvSpPr>
            <p:spPr>
              <a:xfrm>
                <a:off x="12943843" y="4256149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94" name="橢圓 393">
                <a:extLst>
                  <a:ext uri="{FF2B5EF4-FFF2-40B4-BE49-F238E27FC236}">
                    <a16:creationId xmlns:a16="http://schemas.microsoft.com/office/drawing/2014/main" id="{DA79EB96-4654-4175-869A-7077CA35A8C1}"/>
                  </a:ext>
                </a:extLst>
              </p:cNvPr>
              <p:cNvSpPr/>
              <p:nvPr/>
            </p:nvSpPr>
            <p:spPr>
              <a:xfrm>
                <a:off x="12031771" y="4258509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395" name="橢圓 394">
                <a:extLst>
                  <a:ext uri="{FF2B5EF4-FFF2-40B4-BE49-F238E27FC236}">
                    <a16:creationId xmlns:a16="http://schemas.microsoft.com/office/drawing/2014/main" id="{1405DB28-86F4-4A04-BF19-FB3AF3C1DB24}"/>
                  </a:ext>
                </a:extLst>
              </p:cNvPr>
              <p:cNvSpPr/>
              <p:nvPr/>
            </p:nvSpPr>
            <p:spPr>
              <a:xfrm>
                <a:off x="12488727" y="4628332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6" name="橢圓 395">
                <a:extLst>
                  <a:ext uri="{FF2B5EF4-FFF2-40B4-BE49-F238E27FC236}">
                    <a16:creationId xmlns:a16="http://schemas.microsoft.com/office/drawing/2014/main" id="{FBCBC7CB-555C-4E32-8AB9-8BA41E2A8CB3}"/>
                  </a:ext>
                </a:extLst>
              </p:cNvPr>
              <p:cNvSpPr/>
              <p:nvPr/>
            </p:nvSpPr>
            <p:spPr>
              <a:xfrm>
                <a:off x="12943843" y="4628332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7" name="橢圓 396">
                <a:extLst>
                  <a:ext uri="{FF2B5EF4-FFF2-40B4-BE49-F238E27FC236}">
                    <a16:creationId xmlns:a16="http://schemas.microsoft.com/office/drawing/2014/main" id="{B0DABF2E-5647-4310-8BDA-771C832290F7}"/>
                  </a:ext>
                </a:extLst>
              </p:cNvPr>
              <p:cNvSpPr/>
              <p:nvPr/>
            </p:nvSpPr>
            <p:spPr>
              <a:xfrm>
                <a:off x="12031771" y="4630692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4043BF73-E271-4D5C-93B4-631FBA09E552}"/>
                </a:ext>
              </a:extLst>
            </p:cNvPr>
            <p:cNvGrpSpPr/>
            <p:nvPr/>
          </p:nvGrpSpPr>
          <p:grpSpPr>
            <a:xfrm>
              <a:off x="5601691" y="5041314"/>
              <a:ext cx="1175662" cy="638133"/>
              <a:chOff x="12031771" y="4962182"/>
              <a:chExt cx="1175662" cy="638133"/>
            </a:xfrm>
          </p:grpSpPr>
          <p:cxnSp>
            <p:nvCxnSpPr>
              <p:cNvPr id="446" name="直線單箭頭接點 445">
                <a:extLst>
                  <a:ext uri="{FF2B5EF4-FFF2-40B4-BE49-F238E27FC236}">
                    <a16:creationId xmlns:a16="http://schemas.microsoft.com/office/drawing/2014/main" id="{1494C54F-5111-4A45-AA23-37BAA1F5877F}"/>
                  </a:ext>
                </a:extLst>
              </p:cNvPr>
              <p:cNvCxnSpPr>
                <a:cxnSpLocks/>
                <a:stCxn id="454" idx="6"/>
                <a:endCxn id="452" idx="2"/>
              </p:cNvCxnSpPr>
              <p:nvPr/>
            </p:nvCxnSpPr>
            <p:spPr>
              <a:xfrm flipV="1">
                <a:off x="12295361" y="5093977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線單箭頭接點 446">
                <a:extLst>
                  <a:ext uri="{FF2B5EF4-FFF2-40B4-BE49-F238E27FC236}">
                    <a16:creationId xmlns:a16="http://schemas.microsoft.com/office/drawing/2014/main" id="{01A113F3-1139-4AFE-8E63-1E369E0F117C}"/>
                  </a:ext>
                </a:extLst>
              </p:cNvPr>
              <p:cNvCxnSpPr>
                <a:cxnSpLocks/>
                <a:stCxn id="452" idx="6"/>
                <a:endCxn id="453" idx="2"/>
              </p:cNvCxnSpPr>
              <p:nvPr/>
            </p:nvCxnSpPr>
            <p:spPr>
              <a:xfrm>
                <a:off x="12753175" y="5093977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線單箭頭接點 447">
                <a:extLst>
                  <a:ext uri="{FF2B5EF4-FFF2-40B4-BE49-F238E27FC236}">
                    <a16:creationId xmlns:a16="http://schemas.microsoft.com/office/drawing/2014/main" id="{F2D65465-FF97-41AA-82FB-DD916AF0A9E4}"/>
                  </a:ext>
                </a:extLst>
              </p:cNvPr>
              <p:cNvCxnSpPr>
                <a:cxnSpLocks/>
                <a:stCxn id="457" idx="7"/>
                <a:endCxn id="452" idx="3"/>
              </p:cNvCxnSpPr>
              <p:nvPr/>
            </p:nvCxnSpPr>
            <p:spPr>
              <a:xfrm flipV="1">
                <a:off x="12256759" y="5187170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線單箭頭接點 448">
                <a:extLst>
                  <a:ext uri="{FF2B5EF4-FFF2-40B4-BE49-F238E27FC236}">
                    <a16:creationId xmlns:a16="http://schemas.microsoft.com/office/drawing/2014/main" id="{53173E4E-04BB-4669-BA42-FE5F2C4FBAF7}"/>
                  </a:ext>
                </a:extLst>
              </p:cNvPr>
              <p:cNvCxnSpPr>
                <a:cxnSpLocks/>
                <a:stCxn id="452" idx="5"/>
                <a:endCxn id="456" idx="1"/>
              </p:cNvCxnSpPr>
              <p:nvPr/>
            </p:nvCxnSpPr>
            <p:spPr>
              <a:xfrm>
                <a:off x="12714573" y="5187170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線單箭頭接點 449">
                <a:extLst>
                  <a:ext uri="{FF2B5EF4-FFF2-40B4-BE49-F238E27FC236}">
                    <a16:creationId xmlns:a16="http://schemas.microsoft.com/office/drawing/2014/main" id="{99FD8F9D-CB77-4698-9BA3-6C9ED116E4E9}"/>
                  </a:ext>
                </a:extLst>
              </p:cNvPr>
              <p:cNvCxnSpPr>
                <a:cxnSpLocks/>
                <a:stCxn id="454" idx="5"/>
                <a:endCxn id="455" idx="1"/>
              </p:cNvCxnSpPr>
              <p:nvPr/>
            </p:nvCxnSpPr>
            <p:spPr>
              <a:xfrm>
                <a:off x="12256759" y="5189530"/>
                <a:ext cx="270570" cy="183437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直線單箭頭接點 450">
                <a:extLst>
                  <a:ext uri="{FF2B5EF4-FFF2-40B4-BE49-F238E27FC236}">
                    <a16:creationId xmlns:a16="http://schemas.microsoft.com/office/drawing/2014/main" id="{3924BD4F-F22F-4115-B834-3F3487473E38}"/>
                  </a:ext>
                </a:extLst>
              </p:cNvPr>
              <p:cNvCxnSpPr>
                <a:cxnSpLocks/>
                <a:stCxn id="455" idx="7"/>
                <a:endCxn id="453" idx="3"/>
              </p:cNvCxnSpPr>
              <p:nvPr/>
            </p:nvCxnSpPr>
            <p:spPr>
              <a:xfrm flipV="1">
                <a:off x="12713715" y="5187170"/>
                <a:ext cx="268730" cy="185797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2" name="橢圓 451">
                <a:extLst>
                  <a:ext uri="{FF2B5EF4-FFF2-40B4-BE49-F238E27FC236}">
                    <a16:creationId xmlns:a16="http://schemas.microsoft.com/office/drawing/2014/main" id="{2A7864C2-BB47-4091-8A2F-3208E2B28883}"/>
                  </a:ext>
                </a:extLst>
              </p:cNvPr>
              <p:cNvSpPr/>
              <p:nvPr/>
            </p:nvSpPr>
            <p:spPr>
              <a:xfrm>
                <a:off x="12489585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53" name="橢圓 452">
                <a:extLst>
                  <a:ext uri="{FF2B5EF4-FFF2-40B4-BE49-F238E27FC236}">
                    <a16:creationId xmlns:a16="http://schemas.microsoft.com/office/drawing/2014/main" id="{2988F30F-539A-42BE-B0AF-84A2301BB49E}"/>
                  </a:ext>
                </a:extLst>
              </p:cNvPr>
              <p:cNvSpPr/>
              <p:nvPr/>
            </p:nvSpPr>
            <p:spPr>
              <a:xfrm>
                <a:off x="12943843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54" name="橢圓 453">
                <a:extLst>
                  <a:ext uri="{FF2B5EF4-FFF2-40B4-BE49-F238E27FC236}">
                    <a16:creationId xmlns:a16="http://schemas.microsoft.com/office/drawing/2014/main" id="{95A0AB05-4F3E-40E2-AD21-DF23040B0AFE}"/>
                  </a:ext>
                </a:extLst>
              </p:cNvPr>
              <p:cNvSpPr/>
              <p:nvPr/>
            </p:nvSpPr>
            <p:spPr>
              <a:xfrm>
                <a:off x="12031771" y="496454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55" name="橢圓 454">
                <a:extLst>
                  <a:ext uri="{FF2B5EF4-FFF2-40B4-BE49-F238E27FC236}">
                    <a16:creationId xmlns:a16="http://schemas.microsoft.com/office/drawing/2014/main" id="{281A7C46-5174-4FE9-AED1-06314E036C3D}"/>
                  </a:ext>
                </a:extLst>
              </p:cNvPr>
              <p:cNvSpPr/>
              <p:nvPr/>
            </p:nvSpPr>
            <p:spPr>
              <a:xfrm>
                <a:off x="12488727" y="5334365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6" name="橢圓 455">
                <a:extLst>
                  <a:ext uri="{FF2B5EF4-FFF2-40B4-BE49-F238E27FC236}">
                    <a16:creationId xmlns:a16="http://schemas.microsoft.com/office/drawing/2014/main" id="{9315AEFF-595B-43D2-941F-1A079CEECDD6}"/>
                  </a:ext>
                </a:extLst>
              </p:cNvPr>
              <p:cNvSpPr/>
              <p:nvPr/>
            </p:nvSpPr>
            <p:spPr>
              <a:xfrm>
                <a:off x="12943843" y="533436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7" name="橢圓 456">
                <a:extLst>
                  <a:ext uri="{FF2B5EF4-FFF2-40B4-BE49-F238E27FC236}">
                    <a16:creationId xmlns:a16="http://schemas.microsoft.com/office/drawing/2014/main" id="{2756E23C-E6CD-4981-984F-D6D767DE576F}"/>
                  </a:ext>
                </a:extLst>
              </p:cNvPr>
              <p:cNvSpPr/>
              <p:nvPr/>
            </p:nvSpPr>
            <p:spPr>
              <a:xfrm>
                <a:off x="12031771" y="533672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11" name="群組 610">
              <a:extLst>
                <a:ext uri="{FF2B5EF4-FFF2-40B4-BE49-F238E27FC236}">
                  <a16:creationId xmlns:a16="http://schemas.microsoft.com/office/drawing/2014/main" id="{1C83EAE3-B2E1-4D31-BF42-62251B0C83FB}"/>
                </a:ext>
              </a:extLst>
            </p:cNvPr>
            <p:cNvGrpSpPr/>
            <p:nvPr/>
          </p:nvGrpSpPr>
          <p:grpSpPr>
            <a:xfrm>
              <a:off x="4004799" y="5041314"/>
              <a:ext cx="1175662" cy="638133"/>
              <a:chOff x="12031771" y="4962182"/>
              <a:chExt cx="1175662" cy="638133"/>
            </a:xfrm>
          </p:grpSpPr>
          <p:cxnSp>
            <p:nvCxnSpPr>
              <p:cNvPr id="612" name="直線單箭頭接點 611">
                <a:extLst>
                  <a:ext uri="{FF2B5EF4-FFF2-40B4-BE49-F238E27FC236}">
                    <a16:creationId xmlns:a16="http://schemas.microsoft.com/office/drawing/2014/main" id="{B824137B-ADA9-4C07-8279-EEF18080084C}"/>
                  </a:ext>
                </a:extLst>
              </p:cNvPr>
              <p:cNvCxnSpPr>
                <a:cxnSpLocks/>
                <a:stCxn id="620" idx="6"/>
                <a:endCxn id="618" idx="2"/>
              </p:cNvCxnSpPr>
              <p:nvPr/>
            </p:nvCxnSpPr>
            <p:spPr>
              <a:xfrm flipV="1">
                <a:off x="12295361" y="5093977"/>
                <a:ext cx="194224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直線單箭頭接點 612">
                <a:extLst>
                  <a:ext uri="{FF2B5EF4-FFF2-40B4-BE49-F238E27FC236}">
                    <a16:creationId xmlns:a16="http://schemas.microsoft.com/office/drawing/2014/main" id="{DC546036-9E90-468B-B506-F64FAA1E0CEF}"/>
                  </a:ext>
                </a:extLst>
              </p:cNvPr>
              <p:cNvCxnSpPr>
                <a:cxnSpLocks/>
                <a:stCxn id="618" idx="6"/>
                <a:endCxn id="619" idx="2"/>
              </p:cNvCxnSpPr>
              <p:nvPr/>
            </p:nvCxnSpPr>
            <p:spPr>
              <a:xfrm>
                <a:off x="12753175" y="5093977"/>
                <a:ext cx="190668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直線單箭頭接點 613">
                <a:extLst>
                  <a:ext uri="{FF2B5EF4-FFF2-40B4-BE49-F238E27FC236}">
                    <a16:creationId xmlns:a16="http://schemas.microsoft.com/office/drawing/2014/main" id="{F03F8A45-ED92-470E-A39D-A2ED2CDF70EC}"/>
                  </a:ext>
                </a:extLst>
              </p:cNvPr>
              <p:cNvCxnSpPr>
                <a:cxnSpLocks/>
                <a:stCxn id="623" idx="7"/>
                <a:endCxn id="618" idx="3"/>
              </p:cNvCxnSpPr>
              <p:nvPr/>
            </p:nvCxnSpPr>
            <p:spPr>
              <a:xfrm flipV="1">
                <a:off x="12256759" y="5187170"/>
                <a:ext cx="271428" cy="18815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直線單箭頭接點 614">
                <a:extLst>
                  <a:ext uri="{FF2B5EF4-FFF2-40B4-BE49-F238E27FC236}">
                    <a16:creationId xmlns:a16="http://schemas.microsoft.com/office/drawing/2014/main" id="{90F69B01-E959-4301-91D7-ADC523687121}"/>
                  </a:ext>
                </a:extLst>
              </p:cNvPr>
              <p:cNvCxnSpPr>
                <a:cxnSpLocks/>
                <a:stCxn id="618" idx="5"/>
                <a:endCxn id="622" idx="1"/>
              </p:cNvCxnSpPr>
              <p:nvPr/>
            </p:nvCxnSpPr>
            <p:spPr>
              <a:xfrm>
                <a:off x="12714573" y="5187170"/>
                <a:ext cx="267872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直線單箭頭接點 615">
                <a:extLst>
                  <a:ext uri="{FF2B5EF4-FFF2-40B4-BE49-F238E27FC236}">
                    <a16:creationId xmlns:a16="http://schemas.microsoft.com/office/drawing/2014/main" id="{83D9C15E-65C4-4448-A6AF-7E60348C525F}"/>
                  </a:ext>
                </a:extLst>
              </p:cNvPr>
              <p:cNvCxnSpPr>
                <a:cxnSpLocks/>
                <a:stCxn id="623" idx="6"/>
                <a:endCxn id="621" idx="2"/>
              </p:cNvCxnSpPr>
              <p:nvPr/>
            </p:nvCxnSpPr>
            <p:spPr>
              <a:xfrm flipV="1">
                <a:off x="12295361" y="5466160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直線單箭頭接點 616">
                <a:extLst>
                  <a:ext uri="{FF2B5EF4-FFF2-40B4-BE49-F238E27FC236}">
                    <a16:creationId xmlns:a16="http://schemas.microsoft.com/office/drawing/2014/main" id="{A682911C-CBB5-4088-B274-0AC50CF5ED02}"/>
                  </a:ext>
                </a:extLst>
              </p:cNvPr>
              <p:cNvCxnSpPr>
                <a:cxnSpLocks/>
                <a:stCxn id="621" idx="6"/>
                <a:endCxn id="622" idx="2"/>
              </p:cNvCxnSpPr>
              <p:nvPr/>
            </p:nvCxnSpPr>
            <p:spPr>
              <a:xfrm>
                <a:off x="12752317" y="5466160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8" name="橢圓 617">
                <a:extLst>
                  <a:ext uri="{FF2B5EF4-FFF2-40B4-BE49-F238E27FC236}">
                    <a16:creationId xmlns:a16="http://schemas.microsoft.com/office/drawing/2014/main" id="{76B838FB-5996-4FE4-B83B-08B54C2FC794}"/>
                  </a:ext>
                </a:extLst>
              </p:cNvPr>
              <p:cNvSpPr/>
              <p:nvPr/>
            </p:nvSpPr>
            <p:spPr>
              <a:xfrm>
                <a:off x="12489585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19" name="橢圓 618">
                <a:extLst>
                  <a:ext uri="{FF2B5EF4-FFF2-40B4-BE49-F238E27FC236}">
                    <a16:creationId xmlns:a16="http://schemas.microsoft.com/office/drawing/2014/main" id="{735BC7FF-F576-4C1D-9A13-2328D4C01F0F}"/>
                  </a:ext>
                </a:extLst>
              </p:cNvPr>
              <p:cNvSpPr/>
              <p:nvPr/>
            </p:nvSpPr>
            <p:spPr>
              <a:xfrm>
                <a:off x="12943843" y="496218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20" name="橢圓 619">
                <a:extLst>
                  <a:ext uri="{FF2B5EF4-FFF2-40B4-BE49-F238E27FC236}">
                    <a16:creationId xmlns:a16="http://schemas.microsoft.com/office/drawing/2014/main" id="{41472153-1C09-46B7-A8C4-C8DC0C785B1E}"/>
                  </a:ext>
                </a:extLst>
              </p:cNvPr>
              <p:cNvSpPr/>
              <p:nvPr/>
            </p:nvSpPr>
            <p:spPr>
              <a:xfrm>
                <a:off x="12031771" y="4964542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621" name="橢圓 620">
                <a:extLst>
                  <a:ext uri="{FF2B5EF4-FFF2-40B4-BE49-F238E27FC236}">
                    <a16:creationId xmlns:a16="http://schemas.microsoft.com/office/drawing/2014/main" id="{272B6A99-230D-481E-B03D-E85AD561BA7D}"/>
                  </a:ext>
                </a:extLst>
              </p:cNvPr>
              <p:cNvSpPr/>
              <p:nvPr/>
            </p:nvSpPr>
            <p:spPr>
              <a:xfrm>
                <a:off x="12488727" y="5334365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2" name="橢圓 621">
                <a:extLst>
                  <a:ext uri="{FF2B5EF4-FFF2-40B4-BE49-F238E27FC236}">
                    <a16:creationId xmlns:a16="http://schemas.microsoft.com/office/drawing/2014/main" id="{52A7D939-C099-4C71-949E-DFF8DFC67E02}"/>
                  </a:ext>
                </a:extLst>
              </p:cNvPr>
              <p:cNvSpPr/>
              <p:nvPr/>
            </p:nvSpPr>
            <p:spPr>
              <a:xfrm>
                <a:off x="12943843" y="533436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3" name="橢圓 622">
                <a:extLst>
                  <a:ext uri="{FF2B5EF4-FFF2-40B4-BE49-F238E27FC236}">
                    <a16:creationId xmlns:a16="http://schemas.microsoft.com/office/drawing/2014/main" id="{A1567EF7-7F38-4F1C-BD68-49BA396E66BE}"/>
                  </a:ext>
                </a:extLst>
              </p:cNvPr>
              <p:cNvSpPr/>
              <p:nvPr/>
            </p:nvSpPr>
            <p:spPr>
              <a:xfrm>
                <a:off x="12031771" y="5336725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1" name="箭號: 向下 40">
            <a:extLst>
              <a:ext uri="{FF2B5EF4-FFF2-40B4-BE49-F238E27FC236}">
                <a16:creationId xmlns:a16="http://schemas.microsoft.com/office/drawing/2014/main" id="{D6A574FD-9915-48D1-8D73-7332DDD6C654}"/>
              </a:ext>
            </a:extLst>
          </p:cNvPr>
          <p:cNvSpPr/>
          <p:nvPr/>
        </p:nvSpPr>
        <p:spPr>
          <a:xfrm>
            <a:off x="5904029" y="4271147"/>
            <a:ext cx="308622" cy="267743"/>
          </a:xfrm>
          <a:prstGeom prst="down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624" name="箭號: 向下 623">
            <a:extLst>
              <a:ext uri="{FF2B5EF4-FFF2-40B4-BE49-F238E27FC236}">
                <a16:creationId xmlns:a16="http://schemas.microsoft.com/office/drawing/2014/main" id="{7B61D984-FCF9-4A6B-8B38-6D6A37618EEE}"/>
              </a:ext>
            </a:extLst>
          </p:cNvPr>
          <p:cNvSpPr/>
          <p:nvPr/>
        </p:nvSpPr>
        <p:spPr>
          <a:xfrm>
            <a:off x="7765211" y="4271147"/>
            <a:ext cx="308622" cy="267743"/>
          </a:xfrm>
          <a:prstGeom prst="down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387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F7AA2-11E5-44E5-AF64-58DD7D768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Somatic Variant Calling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(cont.)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D7AEA4C-9FE4-4278-A64C-4D0B62DEAB90}"/>
              </a:ext>
            </a:extLst>
          </p:cNvPr>
          <p:cNvGrpSpPr/>
          <p:nvPr/>
        </p:nvGrpSpPr>
        <p:grpSpPr>
          <a:xfrm>
            <a:off x="3852146" y="2584276"/>
            <a:ext cx="1907425" cy="1058617"/>
            <a:chOff x="3996261" y="2584276"/>
            <a:chExt cx="1907425" cy="1058617"/>
          </a:xfrm>
        </p:grpSpPr>
        <p:grpSp>
          <p:nvGrpSpPr>
            <p:cNvPr id="320" name="群組 319">
              <a:extLst>
                <a:ext uri="{FF2B5EF4-FFF2-40B4-BE49-F238E27FC236}">
                  <a16:creationId xmlns:a16="http://schemas.microsoft.com/office/drawing/2014/main" id="{F620B744-1E18-442D-A7EF-29DC17D82B34}"/>
                </a:ext>
              </a:extLst>
            </p:cNvPr>
            <p:cNvGrpSpPr/>
            <p:nvPr/>
          </p:nvGrpSpPr>
          <p:grpSpPr>
            <a:xfrm>
              <a:off x="4484553" y="2709290"/>
              <a:ext cx="1415006" cy="109972"/>
              <a:chOff x="6071643" y="1024385"/>
              <a:chExt cx="1415006" cy="109972"/>
            </a:xfrm>
          </p:grpSpPr>
          <p:sp>
            <p:nvSpPr>
              <p:cNvPr id="282" name="矩形: 圓角 281">
                <a:extLst>
                  <a:ext uri="{FF2B5EF4-FFF2-40B4-BE49-F238E27FC236}">
                    <a16:creationId xmlns:a16="http://schemas.microsoft.com/office/drawing/2014/main" id="{F9F107BA-C49B-4845-9AEF-233178073DCD}"/>
                  </a:ext>
                </a:extLst>
              </p:cNvPr>
              <p:cNvSpPr/>
              <p:nvPr/>
            </p:nvSpPr>
            <p:spPr>
              <a:xfrm>
                <a:off x="6071643" y="1024385"/>
                <a:ext cx="630301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矩形: 圓角 282">
                <a:extLst>
                  <a:ext uri="{FF2B5EF4-FFF2-40B4-BE49-F238E27FC236}">
                    <a16:creationId xmlns:a16="http://schemas.microsoft.com/office/drawing/2014/main" id="{A9B528FD-4A7D-4054-A7C9-C9739BB20994}"/>
                  </a:ext>
                </a:extLst>
              </p:cNvPr>
              <p:cNvSpPr/>
              <p:nvPr/>
            </p:nvSpPr>
            <p:spPr>
              <a:xfrm>
                <a:off x="6701946" y="1024385"/>
                <a:ext cx="784703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21" name="群組 320">
              <a:extLst>
                <a:ext uri="{FF2B5EF4-FFF2-40B4-BE49-F238E27FC236}">
                  <a16:creationId xmlns:a16="http://schemas.microsoft.com/office/drawing/2014/main" id="{524229B9-F726-4CE8-91BC-01398B2A236C}"/>
                </a:ext>
              </a:extLst>
            </p:cNvPr>
            <p:cNvGrpSpPr/>
            <p:nvPr/>
          </p:nvGrpSpPr>
          <p:grpSpPr>
            <a:xfrm>
              <a:off x="4484553" y="2990318"/>
              <a:ext cx="1415006" cy="109972"/>
              <a:chOff x="6071643" y="1305413"/>
              <a:chExt cx="1415006" cy="109972"/>
            </a:xfrm>
          </p:grpSpPr>
          <p:sp>
            <p:nvSpPr>
              <p:cNvPr id="284" name="矩形: 圓角 283">
                <a:extLst>
                  <a:ext uri="{FF2B5EF4-FFF2-40B4-BE49-F238E27FC236}">
                    <a16:creationId xmlns:a16="http://schemas.microsoft.com/office/drawing/2014/main" id="{9A05C8C5-DB82-4230-BC75-4F6F44BDE764}"/>
                  </a:ext>
                </a:extLst>
              </p:cNvPr>
              <p:cNvSpPr/>
              <p:nvPr/>
            </p:nvSpPr>
            <p:spPr>
              <a:xfrm>
                <a:off x="6071643" y="1305413"/>
                <a:ext cx="630301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矩形: 圓角 284">
                <a:extLst>
                  <a:ext uri="{FF2B5EF4-FFF2-40B4-BE49-F238E27FC236}">
                    <a16:creationId xmlns:a16="http://schemas.microsoft.com/office/drawing/2014/main" id="{7E4BF1FA-6FA3-4E30-8AB4-E806EC166913}"/>
                  </a:ext>
                </a:extLst>
              </p:cNvPr>
              <p:cNvSpPr/>
              <p:nvPr/>
            </p:nvSpPr>
            <p:spPr>
              <a:xfrm>
                <a:off x="6701946" y="1305413"/>
                <a:ext cx="784703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B0F5944F-E2EF-45AF-8D6E-14D670711838}"/>
                  </a:ext>
                </a:extLst>
              </p:cNvPr>
              <p:cNvSpPr/>
              <p:nvPr/>
            </p:nvSpPr>
            <p:spPr>
              <a:xfrm>
                <a:off x="7090905" y="1305413"/>
                <a:ext cx="103000" cy="10997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201F7C6D-E9D1-4BE9-941C-124E67B2CAA6}"/>
                  </a:ext>
                </a:extLst>
              </p:cNvPr>
              <p:cNvSpPr/>
              <p:nvPr/>
            </p:nvSpPr>
            <p:spPr>
              <a:xfrm>
                <a:off x="6336656" y="1305413"/>
                <a:ext cx="103000" cy="10997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317" name="圖形 316" descr="女性形象 以實心填滿">
              <a:extLst>
                <a:ext uri="{FF2B5EF4-FFF2-40B4-BE49-F238E27FC236}">
                  <a16:creationId xmlns:a16="http://schemas.microsoft.com/office/drawing/2014/main" id="{DE708DA6-1AE1-408D-88BB-5047E1802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96261" y="2584276"/>
              <a:ext cx="360000" cy="360000"/>
            </a:xfrm>
            <a:prstGeom prst="rect">
              <a:avLst/>
            </a:prstGeom>
          </p:spPr>
        </p:pic>
        <p:pic>
          <p:nvPicPr>
            <p:cNvPr id="319" name="圖形 318" descr="男性形象 以實心填滿">
              <a:extLst>
                <a:ext uri="{FF2B5EF4-FFF2-40B4-BE49-F238E27FC236}">
                  <a16:creationId xmlns:a16="http://schemas.microsoft.com/office/drawing/2014/main" id="{F985351B-BD83-4B4D-B6E0-658B734E2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6261" y="2865304"/>
              <a:ext cx="360000" cy="360000"/>
            </a:xfrm>
            <a:prstGeom prst="rect">
              <a:avLst/>
            </a:prstGeom>
          </p:spPr>
        </p:pic>
        <p:grpSp>
          <p:nvGrpSpPr>
            <p:cNvPr id="298" name="群組 297">
              <a:extLst>
                <a:ext uri="{FF2B5EF4-FFF2-40B4-BE49-F238E27FC236}">
                  <a16:creationId xmlns:a16="http://schemas.microsoft.com/office/drawing/2014/main" id="{E611408C-313D-4C0D-85D7-0F9949253F72}"/>
                </a:ext>
              </a:extLst>
            </p:cNvPr>
            <p:cNvGrpSpPr/>
            <p:nvPr/>
          </p:nvGrpSpPr>
          <p:grpSpPr>
            <a:xfrm>
              <a:off x="4488679" y="3405285"/>
              <a:ext cx="1415007" cy="115217"/>
              <a:chOff x="4623843" y="1796607"/>
              <a:chExt cx="663884" cy="54057"/>
            </a:xfrm>
          </p:grpSpPr>
          <p:sp>
            <p:nvSpPr>
              <p:cNvPr id="293" name="矩形: 圓角 292">
                <a:extLst>
                  <a:ext uri="{FF2B5EF4-FFF2-40B4-BE49-F238E27FC236}">
                    <a16:creationId xmlns:a16="http://schemas.microsoft.com/office/drawing/2014/main" id="{878DD7A7-224C-4A9B-93E6-84FC22A0CD0B}"/>
                  </a:ext>
                </a:extLst>
              </p:cNvPr>
              <p:cNvSpPr/>
              <p:nvPr/>
            </p:nvSpPr>
            <p:spPr>
              <a:xfrm>
                <a:off x="4623843" y="1796608"/>
                <a:ext cx="295721" cy="51596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4" name="矩形: 圓角 293">
                <a:extLst>
                  <a:ext uri="{FF2B5EF4-FFF2-40B4-BE49-F238E27FC236}">
                    <a16:creationId xmlns:a16="http://schemas.microsoft.com/office/drawing/2014/main" id="{06E533AA-B0E2-4154-89BD-1F963E5DC132}"/>
                  </a:ext>
                </a:extLst>
              </p:cNvPr>
              <p:cNvSpPr/>
              <p:nvPr/>
            </p:nvSpPr>
            <p:spPr>
              <a:xfrm>
                <a:off x="4919565" y="1796607"/>
                <a:ext cx="368162" cy="51596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5" name="矩形 294">
                <a:extLst>
                  <a:ext uri="{FF2B5EF4-FFF2-40B4-BE49-F238E27FC236}">
                    <a16:creationId xmlns:a16="http://schemas.microsoft.com/office/drawing/2014/main" id="{9C8BA80E-5D46-4FF5-A178-60C9FFCF94A9}"/>
                  </a:ext>
                </a:extLst>
              </p:cNvPr>
              <p:cNvSpPr/>
              <p:nvPr/>
            </p:nvSpPr>
            <p:spPr>
              <a:xfrm>
                <a:off x="5102054" y="1796608"/>
                <a:ext cx="48325" cy="5159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6" name="矩形 295">
                <a:extLst>
                  <a:ext uri="{FF2B5EF4-FFF2-40B4-BE49-F238E27FC236}">
                    <a16:creationId xmlns:a16="http://schemas.microsoft.com/office/drawing/2014/main" id="{5A4AAB17-B1F3-4A50-BDF9-8C67395A0797}"/>
                  </a:ext>
                </a:extLst>
              </p:cNvPr>
              <p:cNvSpPr/>
              <p:nvPr/>
            </p:nvSpPr>
            <p:spPr>
              <a:xfrm>
                <a:off x="4748180" y="1796608"/>
                <a:ext cx="48325" cy="5159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7" name="矩形 296">
                <a:extLst>
                  <a:ext uri="{FF2B5EF4-FFF2-40B4-BE49-F238E27FC236}">
                    <a16:creationId xmlns:a16="http://schemas.microsoft.com/office/drawing/2014/main" id="{6F527098-38AA-425C-8216-25417E5B77D5}"/>
                  </a:ext>
                </a:extLst>
              </p:cNvPr>
              <p:cNvSpPr/>
              <p:nvPr/>
            </p:nvSpPr>
            <p:spPr>
              <a:xfrm>
                <a:off x="5001154" y="1799068"/>
                <a:ext cx="48325" cy="5159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322" name="圖形 321" descr="男性形象 以實心填滿">
              <a:extLst>
                <a:ext uri="{FF2B5EF4-FFF2-40B4-BE49-F238E27FC236}">
                  <a16:creationId xmlns:a16="http://schemas.microsoft.com/office/drawing/2014/main" id="{92AFB54F-4380-4450-9B44-4030E5D26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96261" y="3282893"/>
              <a:ext cx="360000" cy="360000"/>
            </a:xfrm>
            <a:prstGeom prst="rect">
              <a:avLst/>
            </a:prstGeom>
          </p:spPr>
        </p:pic>
      </p:grpSp>
      <p:sp>
        <p:nvSpPr>
          <p:cNvPr id="380" name="文字方塊 379">
            <a:extLst>
              <a:ext uri="{FF2B5EF4-FFF2-40B4-BE49-F238E27FC236}">
                <a16:creationId xmlns:a16="http://schemas.microsoft.com/office/drawing/2014/main" id="{1561C2B2-8C31-415C-A538-63F4D2511904}"/>
              </a:ext>
            </a:extLst>
          </p:cNvPr>
          <p:cNvSpPr txBox="1"/>
          <p:nvPr/>
        </p:nvSpPr>
        <p:spPr>
          <a:xfrm>
            <a:off x="3871819" y="2248575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 haplotype</a:t>
            </a:r>
          </a:p>
        </p:txBody>
      </p:sp>
      <p:sp>
        <p:nvSpPr>
          <p:cNvPr id="365" name="文字方塊 364">
            <a:extLst>
              <a:ext uri="{FF2B5EF4-FFF2-40B4-BE49-F238E27FC236}">
                <a16:creationId xmlns:a16="http://schemas.microsoft.com/office/drawing/2014/main" id="{94BBA543-2F78-4B6C-A69F-5AC8073AA570}"/>
              </a:ext>
            </a:extLst>
          </p:cNvPr>
          <p:cNvSpPr txBox="1"/>
          <p:nvPr/>
        </p:nvSpPr>
        <p:spPr>
          <a:xfrm>
            <a:off x="3871819" y="4643223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 haplotype</a:t>
            </a: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06D6FFCD-898C-4098-9B00-29F27DECEE12}"/>
              </a:ext>
            </a:extLst>
          </p:cNvPr>
          <p:cNvGrpSpPr/>
          <p:nvPr/>
        </p:nvGrpSpPr>
        <p:grpSpPr>
          <a:xfrm>
            <a:off x="3713590" y="5004429"/>
            <a:ext cx="2045981" cy="752320"/>
            <a:chOff x="3857705" y="5004429"/>
            <a:chExt cx="2045981" cy="752320"/>
          </a:xfrm>
        </p:grpSpPr>
        <p:grpSp>
          <p:nvGrpSpPr>
            <p:cNvPr id="307" name="群組 306">
              <a:extLst>
                <a:ext uri="{FF2B5EF4-FFF2-40B4-BE49-F238E27FC236}">
                  <a16:creationId xmlns:a16="http://schemas.microsoft.com/office/drawing/2014/main" id="{4D6EA7AF-8667-4D0C-AD08-3B80D266FDF9}"/>
                </a:ext>
              </a:extLst>
            </p:cNvPr>
            <p:cNvGrpSpPr/>
            <p:nvPr/>
          </p:nvGrpSpPr>
          <p:grpSpPr>
            <a:xfrm>
              <a:off x="4484553" y="5129443"/>
              <a:ext cx="1415006" cy="109972"/>
              <a:chOff x="6071643" y="1305413"/>
              <a:chExt cx="1415006" cy="109972"/>
            </a:xfrm>
          </p:grpSpPr>
          <p:sp>
            <p:nvSpPr>
              <p:cNvPr id="308" name="矩形: 圓角 307">
                <a:extLst>
                  <a:ext uri="{FF2B5EF4-FFF2-40B4-BE49-F238E27FC236}">
                    <a16:creationId xmlns:a16="http://schemas.microsoft.com/office/drawing/2014/main" id="{E2E95671-553C-4522-832A-A02236B93D52}"/>
                  </a:ext>
                </a:extLst>
              </p:cNvPr>
              <p:cNvSpPr/>
              <p:nvPr/>
            </p:nvSpPr>
            <p:spPr>
              <a:xfrm>
                <a:off x="6071643" y="1305413"/>
                <a:ext cx="630301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9" name="矩形: 圓角 308">
                <a:extLst>
                  <a:ext uri="{FF2B5EF4-FFF2-40B4-BE49-F238E27FC236}">
                    <a16:creationId xmlns:a16="http://schemas.microsoft.com/office/drawing/2014/main" id="{BAB372FB-1A6C-41D2-A597-A7A67EB62D4E}"/>
                  </a:ext>
                </a:extLst>
              </p:cNvPr>
              <p:cNvSpPr/>
              <p:nvPr/>
            </p:nvSpPr>
            <p:spPr>
              <a:xfrm>
                <a:off x="6701946" y="1305413"/>
                <a:ext cx="784703" cy="109972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62CAA8EB-0350-4C24-9FA4-2E5B2751450A}"/>
                  </a:ext>
                </a:extLst>
              </p:cNvPr>
              <p:cNvSpPr/>
              <p:nvPr/>
            </p:nvSpPr>
            <p:spPr>
              <a:xfrm>
                <a:off x="7090905" y="1305413"/>
                <a:ext cx="103000" cy="10997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矩形 310">
                <a:extLst>
                  <a:ext uri="{FF2B5EF4-FFF2-40B4-BE49-F238E27FC236}">
                    <a16:creationId xmlns:a16="http://schemas.microsoft.com/office/drawing/2014/main" id="{4201E33D-6E48-47AD-A0BB-C577AC247450}"/>
                  </a:ext>
                </a:extLst>
              </p:cNvPr>
              <p:cNvSpPr/>
              <p:nvPr/>
            </p:nvSpPr>
            <p:spPr>
              <a:xfrm>
                <a:off x="6336656" y="1305413"/>
                <a:ext cx="103000" cy="109972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C6C3D855-2FA1-4A91-A825-BC9D50AC0275}"/>
                </a:ext>
              </a:extLst>
            </p:cNvPr>
            <p:cNvGrpSpPr/>
            <p:nvPr/>
          </p:nvGrpSpPr>
          <p:grpSpPr>
            <a:xfrm>
              <a:off x="3857705" y="5004429"/>
              <a:ext cx="637112" cy="360000"/>
              <a:chOff x="3738822" y="5004429"/>
              <a:chExt cx="637112" cy="360000"/>
            </a:xfrm>
          </p:grpSpPr>
          <p:pic>
            <p:nvPicPr>
              <p:cNvPr id="376" name="圖形 375" descr="女性形象 以實心填滿">
                <a:extLst>
                  <a:ext uri="{FF2B5EF4-FFF2-40B4-BE49-F238E27FC236}">
                    <a16:creationId xmlns:a16="http://schemas.microsoft.com/office/drawing/2014/main" id="{2B19DC27-4DBD-4FE1-AB41-8262797AB0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015934" y="5004429"/>
                <a:ext cx="360000" cy="360000"/>
              </a:xfrm>
              <a:prstGeom prst="rect">
                <a:avLst/>
              </a:prstGeom>
            </p:spPr>
          </p:pic>
          <p:pic>
            <p:nvPicPr>
              <p:cNvPr id="377" name="圖形 376" descr="男性形象 以實心填滿">
                <a:extLst>
                  <a:ext uri="{FF2B5EF4-FFF2-40B4-BE49-F238E27FC236}">
                    <a16:creationId xmlns:a16="http://schemas.microsoft.com/office/drawing/2014/main" id="{66FCDE87-8499-49CF-926B-2BF96A32A7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738822" y="5004429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378" name="群組 377">
              <a:extLst>
                <a:ext uri="{FF2B5EF4-FFF2-40B4-BE49-F238E27FC236}">
                  <a16:creationId xmlns:a16="http://schemas.microsoft.com/office/drawing/2014/main" id="{28EFC78F-7A4B-4C3A-BA22-87515B764937}"/>
                </a:ext>
              </a:extLst>
            </p:cNvPr>
            <p:cNvGrpSpPr/>
            <p:nvPr/>
          </p:nvGrpSpPr>
          <p:grpSpPr>
            <a:xfrm>
              <a:off x="4488679" y="5519141"/>
              <a:ext cx="1415007" cy="115217"/>
              <a:chOff x="4623843" y="1796607"/>
              <a:chExt cx="663884" cy="54057"/>
            </a:xfrm>
          </p:grpSpPr>
          <p:sp>
            <p:nvSpPr>
              <p:cNvPr id="379" name="矩形: 圓角 378">
                <a:extLst>
                  <a:ext uri="{FF2B5EF4-FFF2-40B4-BE49-F238E27FC236}">
                    <a16:creationId xmlns:a16="http://schemas.microsoft.com/office/drawing/2014/main" id="{015BA85C-349E-400F-A654-189E55E34573}"/>
                  </a:ext>
                </a:extLst>
              </p:cNvPr>
              <p:cNvSpPr/>
              <p:nvPr/>
            </p:nvSpPr>
            <p:spPr>
              <a:xfrm>
                <a:off x="4623843" y="1796608"/>
                <a:ext cx="295721" cy="51596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1" name="矩形: 圓角 380">
                <a:extLst>
                  <a:ext uri="{FF2B5EF4-FFF2-40B4-BE49-F238E27FC236}">
                    <a16:creationId xmlns:a16="http://schemas.microsoft.com/office/drawing/2014/main" id="{406FF3C2-5FE1-4162-8002-9458C9402365}"/>
                  </a:ext>
                </a:extLst>
              </p:cNvPr>
              <p:cNvSpPr/>
              <p:nvPr/>
            </p:nvSpPr>
            <p:spPr>
              <a:xfrm>
                <a:off x="4919565" y="1796607"/>
                <a:ext cx="368162" cy="51596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2" name="矩形 381">
                <a:extLst>
                  <a:ext uri="{FF2B5EF4-FFF2-40B4-BE49-F238E27FC236}">
                    <a16:creationId xmlns:a16="http://schemas.microsoft.com/office/drawing/2014/main" id="{C91B3521-5FEE-4556-93A4-3D7607DE7A97}"/>
                  </a:ext>
                </a:extLst>
              </p:cNvPr>
              <p:cNvSpPr/>
              <p:nvPr/>
            </p:nvSpPr>
            <p:spPr>
              <a:xfrm>
                <a:off x="5102054" y="1796608"/>
                <a:ext cx="48325" cy="5159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3" name="矩形 382">
                <a:extLst>
                  <a:ext uri="{FF2B5EF4-FFF2-40B4-BE49-F238E27FC236}">
                    <a16:creationId xmlns:a16="http://schemas.microsoft.com/office/drawing/2014/main" id="{FA5F29B5-FC45-4E76-A91E-FF797F35E29F}"/>
                  </a:ext>
                </a:extLst>
              </p:cNvPr>
              <p:cNvSpPr/>
              <p:nvPr/>
            </p:nvSpPr>
            <p:spPr>
              <a:xfrm>
                <a:off x="4748180" y="1796608"/>
                <a:ext cx="48325" cy="5159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4" name="矩形 383">
                <a:extLst>
                  <a:ext uri="{FF2B5EF4-FFF2-40B4-BE49-F238E27FC236}">
                    <a16:creationId xmlns:a16="http://schemas.microsoft.com/office/drawing/2014/main" id="{592F086B-7018-42EA-8D9C-DDF29AD90ED0}"/>
                  </a:ext>
                </a:extLst>
              </p:cNvPr>
              <p:cNvSpPr/>
              <p:nvPr/>
            </p:nvSpPr>
            <p:spPr>
              <a:xfrm>
                <a:off x="5001154" y="1799068"/>
                <a:ext cx="48325" cy="51596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385" name="圖形 384" descr="男性形象 以實心填滿">
              <a:extLst>
                <a:ext uri="{FF2B5EF4-FFF2-40B4-BE49-F238E27FC236}">
                  <a16:creationId xmlns:a16="http://schemas.microsoft.com/office/drawing/2014/main" id="{3778939A-5CB5-4EB5-9004-404426326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96261" y="5396749"/>
              <a:ext cx="360000" cy="360000"/>
            </a:xfrm>
            <a:prstGeom prst="rect">
              <a:avLst/>
            </a:prstGeom>
          </p:spPr>
        </p:pic>
      </p:grpSp>
      <p:sp>
        <p:nvSpPr>
          <p:cNvPr id="387" name="文字方塊 386">
            <a:extLst>
              <a:ext uri="{FF2B5EF4-FFF2-40B4-BE49-F238E27FC236}">
                <a16:creationId xmlns:a16="http://schemas.microsoft.com/office/drawing/2014/main" id="{48D6136C-7A91-4F8F-A0E1-A18EEB687CB1}"/>
              </a:ext>
            </a:extLst>
          </p:cNvPr>
          <p:cNvSpPr txBox="1"/>
          <p:nvPr/>
        </p:nvSpPr>
        <p:spPr>
          <a:xfrm>
            <a:off x="6323980" y="821095"/>
            <a:ext cx="932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Middle</a:t>
            </a:r>
          </a:p>
          <a:p>
            <a:pPr algn="ctr"/>
            <a:r>
              <a:rPr lang="en-US" altLang="zh-TW" dirty="0"/>
              <a:t>Somatic</a:t>
            </a:r>
            <a:endParaRPr lang="zh-TW" altLang="en-US" dirty="0"/>
          </a:p>
        </p:txBody>
      </p:sp>
      <p:cxnSp>
        <p:nvCxnSpPr>
          <p:cNvPr id="388" name="直線單箭頭接點 387">
            <a:extLst>
              <a:ext uri="{FF2B5EF4-FFF2-40B4-BE49-F238E27FC236}">
                <a16:creationId xmlns:a16="http://schemas.microsoft.com/office/drawing/2014/main" id="{A1E6A6D2-B6DA-4BC4-B94A-BBA752EC5721}"/>
              </a:ext>
            </a:extLst>
          </p:cNvPr>
          <p:cNvCxnSpPr>
            <a:cxnSpLocks/>
            <a:stCxn id="387" idx="2"/>
            <a:endCxn id="453" idx="0"/>
          </p:cNvCxnSpPr>
          <p:nvPr/>
        </p:nvCxnSpPr>
        <p:spPr>
          <a:xfrm>
            <a:off x="6790358" y="1467426"/>
            <a:ext cx="3607" cy="2680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文字方塊 388">
            <a:extLst>
              <a:ext uri="{FF2B5EF4-FFF2-40B4-BE49-F238E27FC236}">
                <a16:creationId xmlns:a16="http://schemas.microsoft.com/office/drawing/2014/main" id="{04D1317C-ABA9-4472-9A61-DC40D69F2E14}"/>
              </a:ext>
            </a:extLst>
          </p:cNvPr>
          <p:cNvSpPr txBox="1"/>
          <p:nvPr/>
        </p:nvSpPr>
        <p:spPr>
          <a:xfrm>
            <a:off x="7295774" y="821095"/>
            <a:ext cx="932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Left</a:t>
            </a:r>
          </a:p>
          <a:p>
            <a:pPr algn="ctr"/>
            <a:r>
              <a:rPr lang="en-US" altLang="zh-TW" dirty="0"/>
              <a:t>Somatic</a:t>
            </a:r>
            <a:endParaRPr lang="zh-TW" altLang="en-US" dirty="0"/>
          </a:p>
        </p:txBody>
      </p:sp>
      <p:cxnSp>
        <p:nvCxnSpPr>
          <p:cNvPr id="390" name="直線單箭頭接點 389">
            <a:extLst>
              <a:ext uri="{FF2B5EF4-FFF2-40B4-BE49-F238E27FC236}">
                <a16:creationId xmlns:a16="http://schemas.microsoft.com/office/drawing/2014/main" id="{267A0B36-2B3B-4073-A54F-E22DD184047D}"/>
              </a:ext>
            </a:extLst>
          </p:cNvPr>
          <p:cNvCxnSpPr>
            <a:cxnSpLocks/>
            <a:stCxn id="389" idx="2"/>
            <a:endCxn id="467" idx="0"/>
          </p:cNvCxnSpPr>
          <p:nvPr/>
        </p:nvCxnSpPr>
        <p:spPr>
          <a:xfrm>
            <a:off x="7762152" y="1467426"/>
            <a:ext cx="2749" cy="27040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1" name="文字方塊 390">
            <a:extLst>
              <a:ext uri="{FF2B5EF4-FFF2-40B4-BE49-F238E27FC236}">
                <a16:creationId xmlns:a16="http://schemas.microsoft.com/office/drawing/2014/main" id="{69B664FF-9F67-457F-B2A3-0DD41B7E64EB}"/>
              </a:ext>
            </a:extLst>
          </p:cNvPr>
          <p:cNvSpPr txBox="1"/>
          <p:nvPr/>
        </p:nvSpPr>
        <p:spPr>
          <a:xfrm>
            <a:off x="9563868" y="821095"/>
            <a:ext cx="932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Right</a:t>
            </a:r>
          </a:p>
          <a:p>
            <a:pPr algn="ctr"/>
            <a:r>
              <a:rPr lang="en-US" altLang="zh-TW" dirty="0"/>
              <a:t>Somatic</a:t>
            </a:r>
            <a:endParaRPr lang="zh-TW" altLang="en-US" dirty="0"/>
          </a:p>
        </p:txBody>
      </p:sp>
      <p:cxnSp>
        <p:nvCxnSpPr>
          <p:cNvPr id="395" name="直線單箭頭接點 394">
            <a:extLst>
              <a:ext uri="{FF2B5EF4-FFF2-40B4-BE49-F238E27FC236}">
                <a16:creationId xmlns:a16="http://schemas.microsoft.com/office/drawing/2014/main" id="{EAF50AA5-A559-4DD5-9506-85BC8D3900FD}"/>
              </a:ext>
            </a:extLst>
          </p:cNvPr>
          <p:cNvCxnSpPr>
            <a:cxnSpLocks/>
            <a:stCxn id="391" idx="2"/>
            <a:endCxn id="474" idx="0"/>
          </p:cNvCxnSpPr>
          <p:nvPr/>
        </p:nvCxnSpPr>
        <p:spPr>
          <a:xfrm>
            <a:off x="10030246" y="1467426"/>
            <a:ext cx="4247" cy="2680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2" name="群組 441">
            <a:extLst>
              <a:ext uri="{FF2B5EF4-FFF2-40B4-BE49-F238E27FC236}">
                <a16:creationId xmlns:a16="http://schemas.microsoft.com/office/drawing/2014/main" id="{885689F0-9F00-4212-82CD-9C8098C872E1}"/>
              </a:ext>
            </a:extLst>
          </p:cNvPr>
          <p:cNvGrpSpPr/>
          <p:nvPr/>
        </p:nvGrpSpPr>
        <p:grpSpPr>
          <a:xfrm>
            <a:off x="6204356" y="1735468"/>
            <a:ext cx="3961932" cy="2756232"/>
            <a:chOff x="6025953" y="1430920"/>
            <a:chExt cx="3961932" cy="2756232"/>
          </a:xfrm>
        </p:grpSpPr>
        <p:cxnSp>
          <p:nvCxnSpPr>
            <p:cNvPr id="443" name="直線單箭頭接點 442">
              <a:extLst>
                <a:ext uri="{FF2B5EF4-FFF2-40B4-BE49-F238E27FC236}">
                  <a16:creationId xmlns:a16="http://schemas.microsoft.com/office/drawing/2014/main" id="{734C04A9-DB7B-471B-9496-89858FA125EF}"/>
                </a:ext>
              </a:extLst>
            </p:cNvPr>
            <p:cNvCxnSpPr>
              <a:cxnSpLocks/>
              <a:stCxn id="527" idx="5"/>
              <a:endCxn id="528" idx="1"/>
            </p:cNvCxnSpPr>
            <p:nvPr/>
          </p:nvCxnSpPr>
          <p:spPr>
            <a:xfrm>
              <a:off x="7679691" y="3070334"/>
              <a:ext cx="270570" cy="18343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線單箭頭接點 443">
              <a:extLst>
                <a:ext uri="{FF2B5EF4-FFF2-40B4-BE49-F238E27FC236}">
                  <a16:creationId xmlns:a16="http://schemas.microsoft.com/office/drawing/2014/main" id="{B1AF39FC-AD5A-4B7C-9025-A93DD492DD63}"/>
                </a:ext>
              </a:extLst>
            </p:cNvPr>
            <p:cNvCxnSpPr>
              <a:cxnSpLocks/>
              <a:stCxn id="556" idx="5"/>
              <a:endCxn id="557" idx="1"/>
            </p:cNvCxnSpPr>
            <p:nvPr/>
          </p:nvCxnSpPr>
          <p:spPr>
            <a:xfrm>
              <a:off x="7679691" y="3776367"/>
              <a:ext cx="270570" cy="18343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直線單箭頭接點 444">
              <a:extLst>
                <a:ext uri="{FF2B5EF4-FFF2-40B4-BE49-F238E27FC236}">
                  <a16:creationId xmlns:a16="http://schemas.microsoft.com/office/drawing/2014/main" id="{F3D23D92-943B-48FA-B75D-7A6C4BE18C2D}"/>
                </a:ext>
              </a:extLst>
            </p:cNvPr>
            <p:cNvCxnSpPr>
              <a:cxnSpLocks/>
              <a:stCxn id="509" idx="7"/>
              <a:endCxn id="504" idx="2"/>
            </p:cNvCxnSpPr>
            <p:nvPr/>
          </p:nvCxnSpPr>
          <p:spPr>
            <a:xfrm flipV="1">
              <a:off x="9037211" y="2268748"/>
              <a:ext cx="232826" cy="28135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直線單箭頭接點 445">
              <a:extLst>
                <a:ext uri="{FF2B5EF4-FFF2-40B4-BE49-F238E27FC236}">
                  <a16:creationId xmlns:a16="http://schemas.microsoft.com/office/drawing/2014/main" id="{4485FB76-7B5F-4714-81F6-ABC4FD21CF8B}"/>
                </a:ext>
              </a:extLst>
            </p:cNvPr>
            <p:cNvCxnSpPr>
              <a:cxnSpLocks/>
              <a:stCxn id="535" idx="1"/>
              <a:endCxn id="534" idx="5"/>
            </p:cNvCxnSpPr>
            <p:nvPr/>
          </p:nvCxnSpPr>
          <p:spPr>
            <a:xfrm flipH="1" flipV="1">
              <a:off x="9037211" y="3070334"/>
              <a:ext cx="270570" cy="18343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直線單箭頭接點 446">
              <a:extLst>
                <a:ext uri="{FF2B5EF4-FFF2-40B4-BE49-F238E27FC236}">
                  <a16:creationId xmlns:a16="http://schemas.microsoft.com/office/drawing/2014/main" id="{AABF730B-040A-4DB0-BD03-9213E278EEFF}"/>
                </a:ext>
              </a:extLst>
            </p:cNvPr>
            <p:cNvCxnSpPr>
              <a:cxnSpLocks/>
              <a:stCxn id="455" idx="6"/>
              <a:endCxn id="453" idx="2"/>
            </p:cNvCxnSpPr>
            <p:nvPr/>
          </p:nvCxnSpPr>
          <p:spPr>
            <a:xfrm flipV="1">
              <a:off x="6289543" y="1562715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直線單箭頭接點 447">
              <a:extLst>
                <a:ext uri="{FF2B5EF4-FFF2-40B4-BE49-F238E27FC236}">
                  <a16:creationId xmlns:a16="http://schemas.microsoft.com/office/drawing/2014/main" id="{3B8F94C2-7B88-434F-9AF3-4A38AFA1F182}"/>
                </a:ext>
              </a:extLst>
            </p:cNvPr>
            <p:cNvCxnSpPr>
              <a:cxnSpLocks/>
              <a:stCxn id="453" idx="6"/>
              <a:endCxn id="454" idx="2"/>
            </p:cNvCxnSpPr>
            <p:nvPr/>
          </p:nvCxnSpPr>
          <p:spPr>
            <a:xfrm>
              <a:off x="6747357" y="1562715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直線單箭頭接點 448">
              <a:extLst>
                <a:ext uri="{FF2B5EF4-FFF2-40B4-BE49-F238E27FC236}">
                  <a16:creationId xmlns:a16="http://schemas.microsoft.com/office/drawing/2014/main" id="{7D14E1BB-93FB-40E3-B49B-25AABD4512C2}"/>
                </a:ext>
              </a:extLst>
            </p:cNvPr>
            <p:cNvCxnSpPr>
              <a:cxnSpLocks/>
              <a:stCxn id="458" idx="6"/>
              <a:endCxn id="456" idx="2"/>
            </p:cNvCxnSpPr>
            <p:nvPr/>
          </p:nvCxnSpPr>
          <p:spPr>
            <a:xfrm flipV="1">
              <a:off x="6289543" y="1934898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直線單箭頭接點 449">
              <a:extLst>
                <a:ext uri="{FF2B5EF4-FFF2-40B4-BE49-F238E27FC236}">
                  <a16:creationId xmlns:a16="http://schemas.microsoft.com/office/drawing/2014/main" id="{D7B40164-9D2F-4D17-B3CF-32274FE3CA0D}"/>
                </a:ext>
              </a:extLst>
            </p:cNvPr>
            <p:cNvCxnSpPr>
              <a:cxnSpLocks/>
              <a:stCxn id="456" idx="6"/>
              <a:endCxn id="457" idx="2"/>
            </p:cNvCxnSpPr>
            <p:nvPr/>
          </p:nvCxnSpPr>
          <p:spPr>
            <a:xfrm>
              <a:off x="6746499" y="1934898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直線單箭頭接點 450">
              <a:extLst>
                <a:ext uri="{FF2B5EF4-FFF2-40B4-BE49-F238E27FC236}">
                  <a16:creationId xmlns:a16="http://schemas.microsoft.com/office/drawing/2014/main" id="{A472F665-490E-4152-9E59-0DB181728B9D}"/>
                </a:ext>
              </a:extLst>
            </p:cNvPr>
            <p:cNvCxnSpPr>
              <a:cxnSpLocks/>
              <a:stCxn id="458" idx="7"/>
              <a:endCxn id="453" idx="3"/>
            </p:cNvCxnSpPr>
            <p:nvPr/>
          </p:nvCxnSpPr>
          <p:spPr>
            <a:xfrm flipV="1">
              <a:off x="6250941" y="1655908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直線單箭頭接點 451">
              <a:extLst>
                <a:ext uri="{FF2B5EF4-FFF2-40B4-BE49-F238E27FC236}">
                  <a16:creationId xmlns:a16="http://schemas.microsoft.com/office/drawing/2014/main" id="{7C71C700-E0AA-4106-A832-E2971371EA50}"/>
                </a:ext>
              </a:extLst>
            </p:cNvPr>
            <p:cNvCxnSpPr>
              <a:cxnSpLocks/>
              <a:stCxn id="453" idx="5"/>
              <a:endCxn id="457" idx="1"/>
            </p:cNvCxnSpPr>
            <p:nvPr/>
          </p:nvCxnSpPr>
          <p:spPr>
            <a:xfrm>
              <a:off x="6708755" y="1655908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3" name="橢圓 452">
              <a:extLst>
                <a:ext uri="{FF2B5EF4-FFF2-40B4-BE49-F238E27FC236}">
                  <a16:creationId xmlns:a16="http://schemas.microsoft.com/office/drawing/2014/main" id="{F78A25DB-9EA2-4E4E-84CE-767C975C2285}"/>
                </a:ext>
              </a:extLst>
            </p:cNvPr>
            <p:cNvSpPr/>
            <p:nvPr/>
          </p:nvSpPr>
          <p:spPr>
            <a:xfrm>
              <a:off x="6483767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54" name="橢圓 453">
              <a:extLst>
                <a:ext uri="{FF2B5EF4-FFF2-40B4-BE49-F238E27FC236}">
                  <a16:creationId xmlns:a16="http://schemas.microsoft.com/office/drawing/2014/main" id="{47912536-3B41-40E1-847C-F44CA5666C7C}"/>
                </a:ext>
              </a:extLst>
            </p:cNvPr>
            <p:cNvSpPr/>
            <p:nvPr/>
          </p:nvSpPr>
          <p:spPr>
            <a:xfrm>
              <a:off x="6938025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55" name="橢圓 454">
              <a:extLst>
                <a:ext uri="{FF2B5EF4-FFF2-40B4-BE49-F238E27FC236}">
                  <a16:creationId xmlns:a16="http://schemas.microsoft.com/office/drawing/2014/main" id="{6466C3C1-8278-4DCB-98AE-00EC060553E6}"/>
                </a:ext>
              </a:extLst>
            </p:cNvPr>
            <p:cNvSpPr/>
            <p:nvPr/>
          </p:nvSpPr>
          <p:spPr>
            <a:xfrm>
              <a:off x="6025953" y="143328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56" name="橢圓 455">
              <a:extLst>
                <a:ext uri="{FF2B5EF4-FFF2-40B4-BE49-F238E27FC236}">
                  <a16:creationId xmlns:a16="http://schemas.microsoft.com/office/drawing/2014/main" id="{9D91CA66-B01D-40B9-882A-79C4DCAC3863}"/>
                </a:ext>
              </a:extLst>
            </p:cNvPr>
            <p:cNvSpPr/>
            <p:nvPr/>
          </p:nvSpPr>
          <p:spPr>
            <a:xfrm>
              <a:off x="6482909" y="1803103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7" name="橢圓 456">
              <a:extLst>
                <a:ext uri="{FF2B5EF4-FFF2-40B4-BE49-F238E27FC236}">
                  <a16:creationId xmlns:a16="http://schemas.microsoft.com/office/drawing/2014/main" id="{7C7CA9F5-FF88-4CB7-8C83-E4BE1BA24A3E}"/>
                </a:ext>
              </a:extLst>
            </p:cNvPr>
            <p:cNvSpPr/>
            <p:nvPr/>
          </p:nvSpPr>
          <p:spPr>
            <a:xfrm>
              <a:off x="6938025" y="180310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8" name="橢圓 457">
              <a:extLst>
                <a:ext uri="{FF2B5EF4-FFF2-40B4-BE49-F238E27FC236}">
                  <a16:creationId xmlns:a16="http://schemas.microsoft.com/office/drawing/2014/main" id="{A2CF9B45-374E-4F04-B18A-EF7556A22F3E}"/>
                </a:ext>
              </a:extLst>
            </p:cNvPr>
            <p:cNvSpPr/>
            <p:nvPr/>
          </p:nvSpPr>
          <p:spPr>
            <a:xfrm>
              <a:off x="6025953" y="180546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59" name="直線單箭頭接點 458">
              <a:extLst>
                <a:ext uri="{FF2B5EF4-FFF2-40B4-BE49-F238E27FC236}">
                  <a16:creationId xmlns:a16="http://schemas.microsoft.com/office/drawing/2014/main" id="{636C1D76-DA83-46C2-AC85-DD6499B2B432}"/>
                </a:ext>
              </a:extLst>
            </p:cNvPr>
            <p:cNvCxnSpPr>
              <a:cxnSpLocks/>
              <a:stCxn id="467" idx="6"/>
              <a:endCxn id="465" idx="2"/>
            </p:cNvCxnSpPr>
            <p:nvPr/>
          </p:nvCxnSpPr>
          <p:spPr>
            <a:xfrm flipV="1">
              <a:off x="7718293" y="1562715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直線單箭頭接點 459">
              <a:extLst>
                <a:ext uri="{FF2B5EF4-FFF2-40B4-BE49-F238E27FC236}">
                  <a16:creationId xmlns:a16="http://schemas.microsoft.com/office/drawing/2014/main" id="{59C53D7B-F994-49D6-A680-9C669636ECD2}"/>
                </a:ext>
              </a:extLst>
            </p:cNvPr>
            <p:cNvCxnSpPr>
              <a:cxnSpLocks/>
              <a:stCxn id="465" idx="6"/>
              <a:endCxn id="466" idx="2"/>
            </p:cNvCxnSpPr>
            <p:nvPr/>
          </p:nvCxnSpPr>
          <p:spPr>
            <a:xfrm>
              <a:off x="8176107" y="1562715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直線單箭頭接點 460">
              <a:extLst>
                <a:ext uri="{FF2B5EF4-FFF2-40B4-BE49-F238E27FC236}">
                  <a16:creationId xmlns:a16="http://schemas.microsoft.com/office/drawing/2014/main" id="{687F90B6-9A5E-413F-9B23-513B557AEEC1}"/>
                </a:ext>
              </a:extLst>
            </p:cNvPr>
            <p:cNvCxnSpPr>
              <a:cxnSpLocks/>
              <a:stCxn id="470" idx="6"/>
              <a:endCxn id="468" idx="2"/>
            </p:cNvCxnSpPr>
            <p:nvPr/>
          </p:nvCxnSpPr>
          <p:spPr>
            <a:xfrm flipV="1">
              <a:off x="7718293" y="1934898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直線單箭頭接點 461">
              <a:extLst>
                <a:ext uri="{FF2B5EF4-FFF2-40B4-BE49-F238E27FC236}">
                  <a16:creationId xmlns:a16="http://schemas.microsoft.com/office/drawing/2014/main" id="{3C61471A-D5AC-4897-9B00-6097D0C92BA1}"/>
                </a:ext>
              </a:extLst>
            </p:cNvPr>
            <p:cNvCxnSpPr>
              <a:cxnSpLocks/>
              <a:stCxn id="468" idx="6"/>
              <a:endCxn id="469" idx="2"/>
            </p:cNvCxnSpPr>
            <p:nvPr/>
          </p:nvCxnSpPr>
          <p:spPr>
            <a:xfrm>
              <a:off x="8175249" y="1934898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直線單箭頭接點 462">
              <a:extLst>
                <a:ext uri="{FF2B5EF4-FFF2-40B4-BE49-F238E27FC236}">
                  <a16:creationId xmlns:a16="http://schemas.microsoft.com/office/drawing/2014/main" id="{4AE9D8F4-F53F-479F-A74A-082245B1A271}"/>
                </a:ext>
              </a:extLst>
            </p:cNvPr>
            <p:cNvCxnSpPr>
              <a:cxnSpLocks/>
              <a:stCxn id="467" idx="5"/>
              <a:endCxn id="468" idx="1"/>
            </p:cNvCxnSpPr>
            <p:nvPr/>
          </p:nvCxnSpPr>
          <p:spPr>
            <a:xfrm>
              <a:off x="7679691" y="1658268"/>
              <a:ext cx="270570" cy="18343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直線單箭頭接點 463">
              <a:extLst>
                <a:ext uri="{FF2B5EF4-FFF2-40B4-BE49-F238E27FC236}">
                  <a16:creationId xmlns:a16="http://schemas.microsoft.com/office/drawing/2014/main" id="{B287B175-3888-47CD-AABA-4BA8075073CE}"/>
                </a:ext>
              </a:extLst>
            </p:cNvPr>
            <p:cNvCxnSpPr>
              <a:cxnSpLocks/>
              <a:stCxn id="468" idx="7"/>
              <a:endCxn id="469" idx="1"/>
            </p:cNvCxnSpPr>
            <p:nvPr/>
          </p:nvCxnSpPr>
          <p:spPr>
            <a:xfrm>
              <a:off x="8136647" y="1841705"/>
              <a:ext cx="268730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橢圓 464">
              <a:extLst>
                <a:ext uri="{FF2B5EF4-FFF2-40B4-BE49-F238E27FC236}">
                  <a16:creationId xmlns:a16="http://schemas.microsoft.com/office/drawing/2014/main" id="{E8735F64-42E5-48EB-A112-C8758F0F96EB}"/>
                </a:ext>
              </a:extLst>
            </p:cNvPr>
            <p:cNvSpPr/>
            <p:nvPr/>
          </p:nvSpPr>
          <p:spPr>
            <a:xfrm>
              <a:off x="7912517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66" name="橢圓 465">
              <a:extLst>
                <a:ext uri="{FF2B5EF4-FFF2-40B4-BE49-F238E27FC236}">
                  <a16:creationId xmlns:a16="http://schemas.microsoft.com/office/drawing/2014/main" id="{77A31323-4AAC-43CA-9192-273A4D240FAA}"/>
                </a:ext>
              </a:extLst>
            </p:cNvPr>
            <p:cNvSpPr/>
            <p:nvPr/>
          </p:nvSpPr>
          <p:spPr>
            <a:xfrm>
              <a:off x="8366775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67" name="橢圓 466">
              <a:extLst>
                <a:ext uri="{FF2B5EF4-FFF2-40B4-BE49-F238E27FC236}">
                  <a16:creationId xmlns:a16="http://schemas.microsoft.com/office/drawing/2014/main" id="{76D7894B-543D-40E2-B4C6-A27418F07DC0}"/>
                </a:ext>
              </a:extLst>
            </p:cNvPr>
            <p:cNvSpPr/>
            <p:nvPr/>
          </p:nvSpPr>
          <p:spPr>
            <a:xfrm>
              <a:off x="7454703" y="143328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68" name="橢圓 467">
              <a:extLst>
                <a:ext uri="{FF2B5EF4-FFF2-40B4-BE49-F238E27FC236}">
                  <a16:creationId xmlns:a16="http://schemas.microsoft.com/office/drawing/2014/main" id="{28B4D384-DD7B-47EC-AD59-AB7FE79BE0DA}"/>
                </a:ext>
              </a:extLst>
            </p:cNvPr>
            <p:cNvSpPr/>
            <p:nvPr/>
          </p:nvSpPr>
          <p:spPr>
            <a:xfrm>
              <a:off x="7911659" y="180310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9" name="橢圓 468">
              <a:extLst>
                <a:ext uri="{FF2B5EF4-FFF2-40B4-BE49-F238E27FC236}">
                  <a16:creationId xmlns:a16="http://schemas.microsoft.com/office/drawing/2014/main" id="{742C8134-05F6-49E3-A0B4-71638F9716E3}"/>
                </a:ext>
              </a:extLst>
            </p:cNvPr>
            <p:cNvSpPr/>
            <p:nvPr/>
          </p:nvSpPr>
          <p:spPr>
            <a:xfrm>
              <a:off x="8366775" y="180310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70" name="橢圓 469">
              <a:extLst>
                <a:ext uri="{FF2B5EF4-FFF2-40B4-BE49-F238E27FC236}">
                  <a16:creationId xmlns:a16="http://schemas.microsoft.com/office/drawing/2014/main" id="{93D42928-9E13-4CDE-B7F2-1CD35C0F5E38}"/>
                </a:ext>
              </a:extLst>
            </p:cNvPr>
            <p:cNvSpPr/>
            <p:nvPr/>
          </p:nvSpPr>
          <p:spPr>
            <a:xfrm>
              <a:off x="7454703" y="1805463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71" name="直線單箭頭接點 470">
              <a:extLst>
                <a:ext uri="{FF2B5EF4-FFF2-40B4-BE49-F238E27FC236}">
                  <a16:creationId xmlns:a16="http://schemas.microsoft.com/office/drawing/2014/main" id="{C55D852E-1605-423F-9679-3A115797754A}"/>
                </a:ext>
              </a:extLst>
            </p:cNvPr>
            <p:cNvCxnSpPr>
              <a:cxnSpLocks/>
              <a:stCxn id="478" idx="6"/>
              <a:endCxn id="476" idx="2"/>
            </p:cNvCxnSpPr>
            <p:nvPr/>
          </p:nvCxnSpPr>
          <p:spPr>
            <a:xfrm flipV="1">
              <a:off x="9075813" y="1934898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線單箭頭接點 471">
              <a:extLst>
                <a:ext uri="{FF2B5EF4-FFF2-40B4-BE49-F238E27FC236}">
                  <a16:creationId xmlns:a16="http://schemas.microsoft.com/office/drawing/2014/main" id="{ECBE81EA-7D83-471B-9E61-9BB34DE98C61}"/>
                </a:ext>
              </a:extLst>
            </p:cNvPr>
            <p:cNvCxnSpPr>
              <a:cxnSpLocks/>
              <a:stCxn id="476" idx="6"/>
              <a:endCxn id="477" idx="2"/>
            </p:cNvCxnSpPr>
            <p:nvPr/>
          </p:nvCxnSpPr>
          <p:spPr>
            <a:xfrm>
              <a:off x="9532769" y="1934898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3" name="橢圓 472">
              <a:extLst>
                <a:ext uri="{FF2B5EF4-FFF2-40B4-BE49-F238E27FC236}">
                  <a16:creationId xmlns:a16="http://schemas.microsoft.com/office/drawing/2014/main" id="{493F40EE-CCDA-4D1F-946A-1D1CDA0A16D4}"/>
                </a:ext>
              </a:extLst>
            </p:cNvPr>
            <p:cNvSpPr/>
            <p:nvPr/>
          </p:nvSpPr>
          <p:spPr>
            <a:xfrm>
              <a:off x="9270037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74" name="橢圓 473">
              <a:extLst>
                <a:ext uri="{FF2B5EF4-FFF2-40B4-BE49-F238E27FC236}">
                  <a16:creationId xmlns:a16="http://schemas.microsoft.com/office/drawing/2014/main" id="{60B07E85-75B6-4781-A757-B5DE01C0E7A8}"/>
                </a:ext>
              </a:extLst>
            </p:cNvPr>
            <p:cNvSpPr/>
            <p:nvPr/>
          </p:nvSpPr>
          <p:spPr>
            <a:xfrm>
              <a:off x="9724295" y="143092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75" name="橢圓 474">
              <a:extLst>
                <a:ext uri="{FF2B5EF4-FFF2-40B4-BE49-F238E27FC236}">
                  <a16:creationId xmlns:a16="http://schemas.microsoft.com/office/drawing/2014/main" id="{41F1623E-7FA2-4019-91C4-5E6094AF3C85}"/>
                </a:ext>
              </a:extLst>
            </p:cNvPr>
            <p:cNvSpPr/>
            <p:nvPr/>
          </p:nvSpPr>
          <p:spPr>
            <a:xfrm>
              <a:off x="8812223" y="1433280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76" name="橢圓 475">
              <a:extLst>
                <a:ext uri="{FF2B5EF4-FFF2-40B4-BE49-F238E27FC236}">
                  <a16:creationId xmlns:a16="http://schemas.microsoft.com/office/drawing/2014/main" id="{B85E798E-A8F7-4805-88CC-64B1063219C7}"/>
                </a:ext>
              </a:extLst>
            </p:cNvPr>
            <p:cNvSpPr/>
            <p:nvPr/>
          </p:nvSpPr>
          <p:spPr>
            <a:xfrm>
              <a:off x="9269179" y="180310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77" name="橢圓 476">
              <a:extLst>
                <a:ext uri="{FF2B5EF4-FFF2-40B4-BE49-F238E27FC236}">
                  <a16:creationId xmlns:a16="http://schemas.microsoft.com/office/drawing/2014/main" id="{EBA73389-D414-4781-945B-EC64F202536C}"/>
                </a:ext>
              </a:extLst>
            </p:cNvPr>
            <p:cNvSpPr/>
            <p:nvPr/>
          </p:nvSpPr>
          <p:spPr>
            <a:xfrm>
              <a:off x="9724295" y="1803103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78" name="橢圓 477">
              <a:extLst>
                <a:ext uri="{FF2B5EF4-FFF2-40B4-BE49-F238E27FC236}">
                  <a16:creationId xmlns:a16="http://schemas.microsoft.com/office/drawing/2014/main" id="{15DD2E0E-715F-40ED-9809-90B6D54FF21A}"/>
                </a:ext>
              </a:extLst>
            </p:cNvPr>
            <p:cNvSpPr/>
            <p:nvPr/>
          </p:nvSpPr>
          <p:spPr>
            <a:xfrm>
              <a:off x="8812223" y="1805463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79" name="直線單箭頭接點 478">
              <a:extLst>
                <a:ext uri="{FF2B5EF4-FFF2-40B4-BE49-F238E27FC236}">
                  <a16:creationId xmlns:a16="http://schemas.microsoft.com/office/drawing/2014/main" id="{EBD4524C-8EAA-4A66-B433-AC5F31B6C8C9}"/>
                </a:ext>
              </a:extLst>
            </p:cNvPr>
            <p:cNvCxnSpPr>
              <a:cxnSpLocks/>
              <a:stCxn id="488" idx="6"/>
              <a:endCxn id="485" idx="2"/>
            </p:cNvCxnSpPr>
            <p:nvPr/>
          </p:nvCxnSpPr>
          <p:spPr>
            <a:xfrm flipV="1">
              <a:off x="6289543" y="2268748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線單箭頭接點 479">
              <a:extLst>
                <a:ext uri="{FF2B5EF4-FFF2-40B4-BE49-F238E27FC236}">
                  <a16:creationId xmlns:a16="http://schemas.microsoft.com/office/drawing/2014/main" id="{5EEE2023-683C-4FF6-B483-D92D5C3F8F73}"/>
                </a:ext>
              </a:extLst>
            </p:cNvPr>
            <p:cNvCxnSpPr>
              <a:cxnSpLocks/>
              <a:stCxn id="485" idx="6"/>
              <a:endCxn id="486" idx="2"/>
            </p:cNvCxnSpPr>
            <p:nvPr/>
          </p:nvCxnSpPr>
          <p:spPr>
            <a:xfrm>
              <a:off x="6747357" y="2268748"/>
              <a:ext cx="190668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線單箭頭接點 480">
              <a:extLst>
                <a:ext uri="{FF2B5EF4-FFF2-40B4-BE49-F238E27FC236}">
                  <a16:creationId xmlns:a16="http://schemas.microsoft.com/office/drawing/2014/main" id="{65A7ACA5-E050-4078-90C1-3E0EDE1A7FA6}"/>
                </a:ext>
              </a:extLst>
            </p:cNvPr>
            <p:cNvCxnSpPr>
              <a:cxnSpLocks/>
              <a:stCxn id="492" idx="6"/>
              <a:endCxn id="490" idx="2"/>
            </p:cNvCxnSpPr>
            <p:nvPr/>
          </p:nvCxnSpPr>
          <p:spPr>
            <a:xfrm flipV="1">
              <a:off x="6289543" y="2640931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線單箭頭接點 481">
              <a:extLst>
                <a:ext uri="{FF2B5EF4-FFF2-40B4-BE49-F238E27FC236}">
                  <a16:creationId xmlns:a16="http://schemas.microsoft.com/office/drawing/2014/main" id="{70833608-0191-4FD4-BC07-8B9D59072C66}"/>
                </a:ext>
              </a:extLst>
            </p:cNvPr>
            <p:cNvCxnSpPr>
              <a:cxnSpLocks/>
              <a:stCxn id="492" idx="7"/>
              <a:endCxn id="485" idx="3"/>
            </p:cNvCxnSpPr>
            <p:nvPr/>
          </p:nvCxnSpPr>
          <p:spPr>
            <a:xfrm flipV="1">
              <a:off x="6250941" y="2361941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直線單箭頭接點 482">
              <a:extLst>
                <a:ext uri="{FF2B5EF4-FFF2-40B4-BE49-F238E27FC236}">
                  <a16:creationId xmlns:a16="http://schemas.microsoft.com/office/drawing/2014/main" id="{316BF4F2-5DB0-4E98-9623-9CE7093555C0}"/>
                </a:ext>
              </a:extLst>
            </p:cNvPr>
            <p:cNvCxnSpPr>
              <a:cxnSpLocks/>
              <a:stCxn id="485" idx="5"/>
              <a:endCxn id="491" idx="1"/>
            </p:cNvCxnSpPr>
            <p:nvPr/>
          </p:nvCxnSpPr>
          <p:spPr>
            <a:xfrm>
              <a:off x="6708755" y="2361941"/>
              <a:ext cx="267872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直線單箭頭接點 483">
              <a:extLst>
                <a:ext uri="{FF2B5EF4-FFF2-40B4-BE49-F238E27FC236}">
                  <a16:creationId xmlns:a16="http://schemas.microsoft.com/office/drawing/2014/main" id="{1E9087E1-40BA-4B2F-890A-FEE9F3DE81B7}"/>
                </a:ext>
              </a:extLst>
            </p:cNvPr>
            <p:cNvCxnSpPr>
              <a:cxnSpLocks/>
              <a:stCxn id="490" idx="7"/>
              <a:endCxn id="486" idx="3"/>
            </p:cNvCxnSpPr>
            <p:nvPr/>
          </p:nvCxnSpPr>
          <p:spPr>
            <a:xfrm flipV="1">
              <a:off x="6707897" y="2361941"/>
              <a:ext cx="268730" cy="185797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橢圓 484">
              <a:extLst>
                <a:ext uri="{FF2B5EF4-FFF2-40B4-BE49-F238E27FC236}">
                  <a16:creationId xmlns:a16="http://schemas.microsoft.com/office/drawing/2014/main" id="{1523529A-5059-4BBE-AB38-A9C38C56DBC4}"/>
                </a:ext>
              </a:extLst>
            </p:cNvPr>
            <p:cNvSpPr/>
            <p:nvPr/>
          </p:nvSpPr>
          <p:spPr>
            <a:xfrm>
              <a:off x="6483767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86" name="橢圓 485">
              <a:extLst>
                <a:ext uri="{FF2B5EF4-FFF2-40B4-BE49-F238E27FC236}">
                  <a16:creationId xmlns:a16="http://schemas.microsoft.com/office/drawing/2014/main" id="{2AE20BF6-2888-41E0-9E0F-FB20DD611B65}"/>
                </a:ext>
              </a:extLst>
            </p:cNvPr>
            <p:cNvSpPr/>
            <p:nvPr/>
          </p:nvSpPr>
          <p:spPr>
            <a:xfrm>
              <a:off x="6938025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88" name="橢圓 487">
              <a:extLst>
                <a:ext uri="{FF2B5EF4-FFF2-40B4-BE49-F238E27FC236}">
                  <a16:creationId xmlns:a16="http://schemas.microsoft.com/office/drawing/2014/main" id="{69D983A4-5180-48F4-9874-20FDFBD60059}"/>
                </a:ext>
              </a:extLst>
            </p:cNvPr>
            <p:cNvSpPr/>
            <p:nvPr/>
          </p:nvSpPr>
          <p:spPr>
            <a:xfrm>
              <a:off x="6025953" y="213931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90" name="橢圓 489">
              <a:extLst>
                <a:ext uri="{FF2B5EF4-FFF2-40B4-BE49-F238E27FC236}">
                  <a16:creationId xmlns:a16="http://schemas.microsoft.com/office/drawing/2014/main" id="{C8B3C3BB-CC8E-4BE9-8A59-EF49DB263A8B}"/>
                </a:ext>
              </a:extLst>
            </p:cNvPr>
            <p:cNvSpPr/>
            <p:nvPr/>
          </p:nvSpPr>
          <p:spPr>
            <a:xfrm>
              <a:off x="6482909" y="2509136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1" name="橢圓 490">
              <a:extLst>
                <a:ext uri="{FF2B5EF4-FFF2-40B4-BE49-F238E27FC236}">
                  <a16:creationId xmlns:a16="http://schemas.microsoft.com/office/drawing/2014/main" id="{A346C0AA-F9C7-4843-B5B6-0779EB6A4306}"/>
                </a:ext>
              </a:extLst>
            </p:cNvPr>
            <p:cNvSpPr/>
            <p:nvPr/>
          </p:nvSpPr>
          <p:spPr>
            <a:xfrm>
              <a:off x="6938025" y="250913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2" name="橢圓 491">
              <a:extLst>
                <a:ext uri="{FF2B5EF4-FFF2-40B4-BE49-F238E27FC236}">
                  <a16:creationId xmlns:a16="http://schemas.microsoft.com/office/drawing/2014/main" id="{A602572F-9C4B-48EB-A869-B493A705AD9F}"/>
                </a:ext>
              </a:extLst>
            </p:cNvPr>
            <p:cNvSpPr/>
            <p:nvPr/>
          </p:nvSpPr>
          <p:spPr>
            <a:xfrm>
              <a:off x="6025953" y="251149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493" name="直線單箭頭接點 492">
              <a:extLst>
                <a:ext uri="{FF2B5EF4-FFF2-40B4-BE49-F238E27FC236}">
                  <a16:creationId xmlns:a16="http://schemas.microsoft.com/office/drawing/2014/main" id="{A6DABB37-7390-472D-9E55-44B4892AF4A4}"/>
                </a:ext>
              </a:extLst>
            </p:cNvPr>
            <p:cNvCxnSpPr>
              <a:cxnSpLocks/>
              <a:stCxn id="499" idx="6"/>
              <a:endCxn id="497" idx="2"/>
            </p:cNvCxnSpPr>
            <p:nvPr/>
          </p:nvCxnSpPr>
          <p:spPr>
            <a:xfrm flipV="1">
              <a:off x="7718293" y="2268748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直線單箭頭接點 493">
              <a:extLst>
                <a:ext uri="{FF2B5EF4-FFF2-40B4-BE49-F238E27FC236}">
                  <a16:creationId xmlns:a16="http://schemas.microsoft.com/office/drawing/2014/main" id="{729CAD11-7213-42FD-9207-2C2667469A92}"/>
                </a:ext>
              </a:extLst>
            </p:cNvPr>
            <p:cNvCxnSpPr>
              <a:cxnSpLocks/>
              <a:stCxn id="502" idx="6"/>
              <a:endCxn id="500" idx="2"/>
            </p:cNvCxnSpPr>
            <p:nvPr/>
          </p:nvCxnSpPr>
          <p:spPr>
            <a:xfrm flipV="1">
              <a:off x="7718293" y="2640931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直線單箭頭接點 494">
              <a:extLst>
                <a:ext uri="{FF2B5EF4-FFF2-40B4-BE49-F238E27FC236}">
                  <a16:creationId xmlns:a16="http://schemas.microsoft.com/office/drawing/2014/main" id="{AD27B8BB-7D42-4992-B1DA-9D33719D244D}"/>
                </a:ext>
              </a:extLst>
            </p:cNvPr>
            <p:cNvCxnSpPr>
              <a:cxnSpLocks/>
              <a:stCxn id="497" idx="5"/>
              <a:endCxn id="501" idx="1"/>
            </p:cNvCxnSpPr>
            <p:nvPr/>
          </p:nvCxnSpPr>
          <p:spPr>
            <a:xfrm>
              <a:off x="8137505" y="2361941"/>
              <a:ext cx="267872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直線單箭頭接點 495">
              <a:extLst>
                <a:ext uri="{FF2B5EF4-FFF2-40B4-BE49-F238E27FC236}">
                  <a16:creationId xmlns:a16="http://schemas.microsoft.com/office/drawing/2014/main" id="{939ACB6E-266E-4DA9-814C-EAA57E93E80F}"/>
                </a:ext>
              </a:extLst>
            </p:cNvPr>
            <p:cNvCxnSpPr>
              <a:cxnSpLocks/>
              <a:stCxn id="499" idx="5"/>
              <a:endCxn id="500" idx="1"/>
            </p:cNvCxnSpPr>
            <p:nvPr/>
          </p:nvCxnSpPr>
          <p:spPr>
            <a:xfrm>
              <a:off x="7679691" y="2364301"/>
              <a:ext cx="270570" cy="18343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7" name="橢圓 496">
              <a:extLst>
                <a:ext uri="{FF2B5EF4-FFF2-40B4-BE49-F238E27FC236}">
                  <a16:creationId xmlns:a16="http://schemas.microsoft.com/office/drawing/2014/main" id="{7E3B723B-0CFD-4C91-9211-861106DC256F}"/>
                </a:ext>
              </a:extLst>
            </p:cNvPr>
            <p:cNvSpPr/>
            <p:nvPr/>
          </p:nvSpPr>
          <p:spPr>
            <a:xfrm>
              <a:off x="7912517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98" name="橢圓 497">
              <a:extLst>
                <a:ext uri="{FF2B5EF4-FFF2-40B4-BE49-F238E27FC236}">
                  <a16:creationId xmlns:a16="http://schemas.microsoft.com/office/drawing/2014/main" id="{EF657A15-0731-4EA7-8286-2140CA1CECB9}"/>
                </a:ext>
              </a:extLst>
            </p:cNvPr>
            <p:cNvSpPr/>
            <p:nvPr/>
          </p:nvSpPr>
          <p:spPr>
            <a:xfrm>
              <a:off x="8366775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499" name="橢圓 498">
              <a:extLst>
                <a:ext uri="{FF2B5EF4-FFF2-40B4-BE49-F238E27FC236}">
                  <a16:creationId xmlns:a16="http://schemas.microsoft.com/office/drawing/2014/main" id="{6D870111-CF88-4B9C-8547-9979FAC738AF}"/>
                </a:ext>
              </a:extLst>
            </p:cNvPr>
            <p:cNvSpPr/>
            <p:nvPr/>
          </p:nvSpPr>
          <p:spPr>
            <a:xfrm>
              <a:off x="7454703" y="213931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00" name="橢圓 499">
              <a:extLst>
                <a:ext uri="{FF2B5EF4-FFF2-40B4-BE49-F238E27FC236}">
                  <a16:creationId xmlns:a16="http://schemas.microsoft.com/office/drawing/2014/main" id="{6D3AAB38-6B3D-4118-AF07-94AB3393B72D}"/>
                </a:ext>
              </a:extLst>
            </p:cNvPr>
            <p:cNvSpPr/>
            <p:nvPr/>
          </p:nvSpPr>
          <p:spPr>
            <a:xfrm>
              <a:off x="7911659" y="250913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1" name="橢圓 500">
              <a:extLst>
                <a:ext uri="{FF2B5EF4-FFF2-40B4-BE49-F238E27FC236}">
                  <a16:creationId xmlns:a16="http://schemas.microsoft.com/office/drawing/2014/main" id="{9E3C0CC3-7C41-48EE-9611-386EB5E827D0}"/>
                </a:ext>
              </a:extLst>
            </p:cNvPr>
            <p:cNvSpPr/>
            <p:nvPr/>
          </p:nvSpPr>
          <p:spPr>
            <a:xfrm>
              <a:off x="8366775" y="250913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2" name="橢圓 501">
              <a:extLst>
                <a:ext uri="{FF2B5EF4-FFF2-40B4-BE49-F238E27FC236}">
                  <a16:creationId xmlns:a16="http://schemas.microsoft.com/office/drawing/2014/main" id="{ECC866BF-30E8-497A-86BD-18D95856066E}"/>
                </a:ext>
              </a:extLst>
            </p:cNvPr>
            <p:cNvSpPr/>
            <p:nvPr/>
          </p:nvSpPr>
          <p:spPr>
            <a:xfrm>
              <a:off x="7454703" y="2511496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03" name="直線單箭頭接點 502">
              <a:extLst>
                <a:ext uri="{FF2B5EF4-FFF2-40B4-BE49-F238E27FC236}">
                  <a16:creationId xmlns:a16="http://schemas.microsoft.com/office/drawing/2014/main" id="{377EA79F-6572-44B0-B3E9-97ECC2D59075}"/>
                </a:ext>
              </a:extLst>
            </p:cNvPr>
            <p:cNvCxnSpPr>
              <a:cxnSpLocks/>
              <a:stCxn id="506" idx="4"/>
              <a:endCxn id="507" idx="2"/>
            </p:cNvCxnSpPr>
            <p:nvPr/>
          </p:nvCxnSpPr>
          <p:spPr>
            <a:xfrm>
              <a:off x="8944018" y="2402903"/>
              <a:ext cx="325161" cy="238028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4" name="橢圓 503">
              <a:extLst>
                <a:ext uri="{FF2B5EF4-FFF2-40B4-BE49-F238E27FC236}">
                  <a16:creationId xmlns:a16="http://schemas.microsoft.com/office/drawing/2014/main" id="{CDA37AD8-4C6D-4AB3-9E19-66D33D017804}"/>
                </a:ext>
              </a:extLst>
            </p:cNvPr>
            <p:cNvSpPr/>
            <p:nvPr/>
          </p:nvSpPr>
          <p:spPr>
            <a:xfrm>
              <a:off x="9270037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05" name="橢圓 504">
              <a:extLst>
                <a:ext uri="{FF2B5EF4-FFF2-40B4-BE49-F238E27FC236}">
                  <a16:creationId xmlns:a16="http://schemas.microsoft.com/office/drawing/2014/main" id="{5A0B8786-D00C-49A7-ADA9-240036476A71}"/>
                </a:ext>
              </a:extLst>
            </p:cNvPr>
            <p:cNvSpPr/>
            <p:nvPr/>
          </p:nvSpPr>
          <p:spPr>
            <a:xfrm>
              <a:off x="9724295" y="213695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06" name="橢圓 505">
              <a:extLst>
                <a:ext uri="{FF2B5EF4-FFF2-40B4-BE49-F238E27FC236}">
                  <a16:creationId xmlns:a16="http://schemas.microsoft.com/office/drawing/2014/main" id="{7B4D6BBA-5ECB-4713-B2DC-721B6980CE14}"/>
                </a:ext>
              </a:extLst>
            </p:cNvPr>
            <p:cNvSpPr/>
            <p:nvPr/>
          </p:nvSpPr>
          <p:spPr>
            <a:xfrm>
              <a:off x="8812223" y="2139313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07" name="橢圓 506">
              <a:extLst>
                <a:ext uri="{FF2B5EF4-FFF2-40B4-BE49-F238E27FC236}">
                  <a16:creationId xmlns:a16="http://schemas.microsoft.com/office/drawing/2014/main" id="{85AE52E2-1B6B-40B3-B1E8-4E9F93C713DA}"/>
                </a:ext>
              </a:extLst>
            </p:cNvPr>
            <p:cNvSpPr/>
            <p:nvPr/>
          </p:nvSpPr>
          <p:spPr>
            <a:xfrm>
              <a:off x="9269179" y="250913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8" name="橢圓 507">
              <a:extLst>
                <a:ext uri="{FF2B5EF4-FFF2-40B4-BE49-F238E27FC236}">
                  <a16:creationId xmlns:a16="http://schemas.microsoft.com/office/drawing/2014/main" id="{64DBC62E-0A9D-49B1-8C5F-5B8E787F311B}"/>
                </a:ext>
              </a:extLst>
            </p:cNvPr>
            <p:cNvSpPr/>
            <p:nvPr/>
          </p:nvSpPr>
          <p:spPr>
            <a:xfrm>
              <a:off x="9724295" y="2509136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09" name="橢圓 508">
              <a:extLst>
                <a:ext uri="{FF2B5EF4-FFF2-40B4-BE49-F238E27FC236}">
                  <a16:creationId xmlns:a16="http://schemas.microsoft.com/office/drawing/2014/main" id="{5044BB0F-4B5A-446B-A4F7-CF81B545D00F}"/>
                </a:ext>
              </a:extLst>
            </p:cNvPr>
            <p:cNvSpPr/>
            <p:nvPr/>
          </p:nvSpPr>
          <p:spPr>
            <a:xfrm>
              <a:off x="8812223" y="2511496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10" name="直線單箭頭接點 509">
              <a:extLst>
                <a:ext uri="{FF2B5EF4-FFF2-40B4-BE49-F238E27FC236}">
                  <a16:creationId xmlns:a16="http://schemas.microsoft.com/office/drawing/2014/main" id="{C0CFBD36-4686-4495-82AC-BC9C6FB76039}"/>
                </a:ext>
              </a:extLst>
            </p:cNvPr>
            <p:cNvCxnSpPr>
              <a:cxnSpLocks/>
              <a:stCxn id="518" idx="6"/>
              <a:endCxn id="516" idx="2"/>
            </p:cNvCxnSpPr>
            <p:nvPr/>
          </p:nvCxnSpPr>
          <p:spPr>
            <a:xfrm flipV="1">
              <a:off x="6289543" y="2974781"/>
              <a:ext cx="194224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直線單箭頭接點 510">
              <a:extLst>
                <a:ext uri="{FF2B5EF4-FFF2-40B4-BE49-F238E27FC236}">
                  <a16:creationId xmlns:a16="http://schemas.microsoft.com/office/drawing/2014/main" id="{755D54B6-A03D-4050-B1FB-084F171A6408}"/>
                </a:ext>
              </a:extLst>
            </p:cNvPr>
            <p:cNvCxnSpPr>
              <a:cxnSpLocks/>
              <a:stCxn id="516" idx="6"/>
              <a:endCxn id="517" idx="2"/>
            </p:cNvCxnSpPr>
            <p:nvPr/>
          </p:nvCxnSpPr>
          <p:spPr>
            <a:xfrm>
              <a:off x="6747357" y="2974781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直線單箭頭接點 511">
              <a:extLst>
                <a:ext uri="{FF2B5EF4-FFF2-40B4-BE49-F238E27FC236}">
                  <a16:creationId xmlns:a16="http://schemas.microsoft.com/office/drawing/2014/main" id="{937F235A-1051-4A48-9032-1B5AD756AA70}"/>
                </a:ext>
              </a:extLst>
            </p:cNvPr>
            <p:cNvCxnSpPr>
              <a:cxnSpLocks/>
              <a:stCxn id="519" idx="6"/>
              <a:endCxn id="520" idx="2"/>
            </p:cNvCxnSpPr>
            <p:nvPr/>
          </p:nvCxnSpPr>
          <p:spPr>
            <a:xfrm>
              <a:off x="6746499" y="3346964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直線單箭頭接點 512">
              <a:extLst>
                <a:ext uri="{FF2B5EF4-FFF2-40B4-BE49-F238E27FC236}">
                  <a16:creationId xmlns:a16="http://schemas.microsoft.com/office/drawing/2014/main" id="{F56A7F9A-6462-4789-A3E7-D87AB9D333FC}"/>
                </a:ext>
              </a:extLst>
            </p:cNvPr>
            <p:cNvCxnSpPr>
              <a:cxnSpLocks/>
              <a:stCxn id="521" idx="7"/>
              <a:endCxn id="516" idx="3"/>
            </p:cNvCxnSpPr>
            <p:nvPr/>
          </p:nvCxnSpPr>
          <p:spPr>
            <a:xfrm flipV="1">
              <a:off x="6250941" y="3067974"/>
              <a:ext cx="271428" cy="18815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直線單箭頭接點 513">
              <a:extLst>
                <a:ext uri="{FF2B5EF4-FFF2-40B4-BE49-F238E27FC236}">
                  <a16:creationId xmlns:a16="http://schemas.microsoft.com/office/drawing/2014/main" id="{0F0F2582-8CA2-4CFC-8D8C-1930DD094132}"/>
                </a:ext>
              </a:extLst>
            </p:cNvPr>
            <p:cNvCxnSpPr>
              <a:cxnSpLocks/>
              <a:stCxn id="516" idx="5"/>
              <a:endCxn id="520" idx="1"/>
            </p:cNvCxnSpPr>
            <p:nvPr/>
          </p:nvCxnSpPr>
          <p:spPr>
            <a:xfrm>
              <a:off x="6708755" y="3067974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直線單箭頭接點 514">
              <a:extLst>
                <a:ext uri="{FF2B5EF4-FFF2-40B4-BE49-F238E27FC236}">
                  <a16:creationId xmlns:a16="http://schemas.microsoft.com/office/drawing/2014/main" id="{4FF7F6FB-C4CD-4E65-B026-51B11061F0D2}"/>
                </a:ext>
              </a:extLst>
            </p:cNvPr>
            <p:cNvCxnSpPr>
              <a:cxnSpLocks/>
              <a:stCxn id="518" idx="5"/>
              <a:endCxn id="519" idx="1"/>
            </p:cNvCxnSpPr>
            <p:nvPr/>
          </p:nvCxnSpPr>
          <p:spPr>
            <a:xfrm>
              <a:off x="6250941" y="3070334"/>
              <a:ext cx="270570" cy="183437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6" name="橢圓 515">
              <a:extLst>
                <a:ext uri="{FF2B5EF4-FFF2-40B4-BE49-F238E27FC236}">
                  <a16:creationId xmlns:a16="http://schemas.microsoft.com/office/drawing/2014/main" id="{A954868C-026D-4E38-BFA0-EBDBD27C8C88}"/>
                </a:ext>
              </a:extLst>
            </p:cNvPr>
            <p:cNvSpPr/>
            <p:nvPr/>
          </p:nvSpPr>
          <p:spPr>
            <a:xfrm>
              <a:off x="6483767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17" name="橢圓 516">
              <a:extLst>
                <a:ext uri="{FF2B5EF4-FFF2-40B4-BE49-F238E27FC236}">
                  <a16:creationId xmlns:a16="http://schemas.microsoft.com/office/drawing/2014/main" id="{5C18EE98-6471-45BE-869E-1BA2DB2DB36D}"/>
                </a:ext>
              </a:extLst>
            </p:cNvPr>
            <p:cNvSpPr/>
            <p:nvPr/>
          </p:nvSpPr>
          <p:spPr>
            <a:xfrm>
              <a:off x="6938025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18" name="橢圓 517">
              <a:extLst>
                <a:ext uri="{FF2B5EF4-FFF2-40B4-BE49-F238E27FC236}">
                  <a16:creationId xmlns:a16="http://schemas.microsoft.com/office/drawing/2014/main" id="{02806E84-9F7A-43CF-98EF-945265031AF6}"/>
                </a:ext>
              </a:extLst>
            </p:cNvPr>
            <p:cNvSpPr/>
            <p:nvPr/>
          </p:nvSpPr>
          <p:spPr>
            <a:xfrm>
              <a:off x="6025953" y="284534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19" name="橢圓 518">
              <a:extLst>
                <a:ext uri="{FF2B5EF4-FFF2-40B4-BE49-F238E27FC236}">
                  <a16:creationId xmlns:a16="http://schemas.microsoft.com/office/drawing/2014/main" id="{A5AEA747-92CD-427A-A7CF-459412133C2E}"/>
                </a:ext>
              </a:extLst>
            </p:cNvPr>
            <p:cNvSpPr/>
            <p:nvPr/>
          </p:nvSpPr>
          <p:spPr>
            <a:xfrm>
              <a:off x="6482909" y="3215169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20" name="橢圓 519">
              <a:extLst>
                <a:ext uri="{FF2B5EF4-FFF2-40B4-BE49-F238E27FC236}">
                  <a16:creationId xmlns:a16="http://schemas.microsoft.com/office/drawing/2014/main" id="{85D9E3BE-806E-4010-93B2-736523150CB3}"/>
                </a:ext>
              </a:extLst>
            </p:cNvPr>
            <p:cNvSpPr/>
            <p:nvPr/>
          </p:nvSpPr>
          <p:spPr>
            <a:xfrm>
              <a:off x="6938025" y="321516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21" name="橢圓 520">
              <a:extLst>
                <a:ext uri="{FF2B5EF4-FFF2-40B4-BE49-F238E27FC236}">
                  <a16:creationId xmlns:a16="http://schemas.microsoft.com/office/drawing/2014/main" id="{490BED84-A47C-4761-9430-720AE8EBB3AD}"/>
                </a:ext>
              </a:extLst>
            </p:cNvPr>
            <p:cNvSpPr/>
            <p:nvPr/>
          </p:nvSpPr>
          <p:spPr>
            <a:xfrm>
              <a:off x="6025953" y="321752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22" name="直線單箭頭接點 521">
              <a:extLst>
                <a:ext uri="{FF2B5EF4-FFF2-40B4-BE49-F238E27FC236}">
                  <a16:creationId xmlns:a16="http://schemas.microsoft.com/office/drawing/2014/main" id="{73CD5AF5-5044-4C4E-8026-52260DEBA0D6}"/>
                </a:ext>
              </a:extLst>
            </p:cNvPr>
            <p:cNvCxnSpPr>
              <a:cxnSpLocks/>
              <a:stCxn id="527" idx="6"/>
              <a:endCxn id="525" idx="2"/>
            </p:cNvCxnSpPr>
            <p:nvPr/>
          </p:nvCxnSpPr>
          <p:spPr>
            <a:xfrm flipV="1">
              <a:off x="7718293" y="2974781"/>
              <a:ext cx="194224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直線單箭頭接點 522">
              <a:extLst>
                <a:ext uri="{FF2B5EF4-FFF2-40B4-BE49-F238E27FC236}">
                  <a16:creationId xmlns:a16="http://schemas.microsoft.com/office/drawing/2014/main" id="{62A10145-364B-4FB5-9E3A-6605AB630944}"/>
                </a:ext>
              </a:extLst>
            </p:cNvPr>
            <p:cNvCxnSpPr>
              <a:cxnSpLocks/>
              <a:stCxn id="530" idx="7"/>
              <a:endCxn id="525" idx="3"/>
            </p:cNvCxnSpPr>
            <p:nvPr/>
          </p:nvCxnSpPr>
          <p:spPr>
            <a:xfrm flipV="1">
              <a:off x="7679691" y="3067974"/>
              <a:ext cx="271428" cy="188157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直線單箭頭接點 523">
              <a:extLst>
                <a:ext uri="{FF2B5EF4-FFF2-40B4-BE49-F238E27FC236}">
                  <a16:creationId xmlns:a16="http://schemas.microsoft.com/office/drawing/2014/main" id="{3A5C0A16-88AA-470A-8A6B-FA0C2F13DAD7}"/>
                </a:ext>
              </a:extLst>
            </p:cNvPr>
            <p:cNvCxnSpPr>
              <a:cxnSpLocks/>
              <a:stCxn id="528" idx="7"/>
              <a:endCxn id="526" idx="3"/>
            </p:cNvCxnSpPr>
            <p:nvPr/>
          </p:nvCxnSpPr>
          <p:spPr>
            <a:xfrm flipV="1">
              <a:off x="8136647" y="3067974"/>
              <a:ext cx="268730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" name="橢圓 524">
              <a:extLst>
                <a:ext uri="{FF2B5EF4-FFF2-40B4-BE49-F238E27FC236}">
                  <a16:creationId xmlns:a16="http://schemas.microsoft.com/office/drawing/2014/main" id="{341E7E18-F9B1-4599-A8A7-C2684D5B5A07}"/>
                </a:ext>
              </a:extLst>
            </p:cNvPr>
            <p:cNvSpPr/>
            <p:nvPr/>
          </p:nvSpPr>
          <p:spPr>
            <a:xfrm>
              <a:off x="7912517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26" name="橢圓 525">
              <a:extLst>
                <a:ext uri="{FF2B5EF4-FFF2-40B4-BE49-F238E27FC236}">
                  <a16:creationId xmlns:a16="http://schemas.microsoft.com/office/drawing/2014/main" id="{AF6DF2B8-A9AF-4D97-B637-169F40103229}"/>
                </a:ext>
              </a:extLst>
            </p:cNvPr>
            <p:cNvSpPr/>
            <p:nvPr/>
          </p:nvSpPr>
          <p:spPr>
            <a:xfrm>
              <a:off x="8366775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27" name="橢圓 526">
              <a:extLst>
                <a:ext uri="{FF2B5EF4-FFF2-40B4-BE49-F238E27FC236}">
                  <a16:creationId xmlns:a16="http://schemas.microsoft.com/office/drawing/2014/main" id="{0873E066-83E4-4A3C-BC41-3FCC518F0EBF}"/>
                </a:ext>
              </a:extLst>
            </p:cNvPr>
            <p:cNvSpPr/>
            <p:nvPr/>
          </p:nvSpPr>
          <p:spPr>
            <a:xfrm>
              <a:off x="7454703" y="284534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28" name="橢圓 527">
              <a:extLst>
                <a:ext uri="{FF2B5EF4-FFF2-40B4-BE49-F238E27FC236}">
                  <a16:creationId xmlns:a16="http://schemas.microsoft.com/office/drawing/2014/main" id="{F698AD59-DE79-4F6C-94E8-AAD000ACFFF1}"/>
                </a:ext>
              </a:extLst>
            </p:cNvPr>
            <p:cNvSpPr/>
            <p:nvPr/>
          </p:nvSpPr>
          <p:spPr>
            <a:xfrm>
              <a:off x="7911659" y="321516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29" name="橢圓 528">
              <a:extLst>
                <a:ext uri="{FF2B5EF4-FFF2-40B4-BE49-F238E27FC236}">
                  <a16:creationId xmlns:a16="http://schemas.microsoft.com/office/drawing/2014/main" id="{9C795F2D-E558-4D33-AEAE-7699BF165CDB}"/>
                </a:ext>
              </a:extLst>
            </p:cNvPr>
            <p:cNvSpPr/>
            <p:nvPr/>
          </p:nvSpPr>
          <p:spPr>
            <a:xfrm>
              <a:off x="8366775" y="321516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0" name="橢圓 529">
              <a:extLst>
                <a:ext uri="{FF2B5EF4-FFF2-40B4-BE49-F238E27FC236}">
                  <a16:creationId xmlns:a16="http://schemas.microsoft.com/office/drawing/2014/main" id="{AAE34104-FAF9-4B63-A179-F4898936AFFF}"/>
                </a:ext>
              </a:extLst>
            </p:cNvPr>
            <p:cNvSpPr/>
            <p:nvPr/>
          </p:nvSpPr>
          <p:spPr>
            <a:xfrm>
              <a:off x="7454703" y="3217529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31" name="直線單箭頭接點 530">
              <a:extLst>
                <a:ext uri="{FF2B5EF4-FFF2-40B4-BE49-F238E27FC236}">
                  <a16:creationId xmlns:a16="http://schemas.microsoft.com/office/drawing/2014/main" id="{127A26C5-4E2C-4F44-86DB-8FE4FFA7CAF4}"/>
                </a:ext>
              </a:extLst>
            </p:cNvPr>
            <p:cNvCxnSpPr>
              <a:cxnSpLocks/>
              <a:stCxn id="537" idx="6"/>
              <a:endCxn id="532" idx="3"/>
            </p:cNvCxnSpPr>
            <p:nvPr/>
          </p:nvCxnSpPr>
          <p:spPr>
            <a:xfrm flipV="1">
              <a:off x="9075813" y="3067974"/>
              <a:ext cx="232826" cy="28135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" name="橢圓 531">
              <a:extLst>
                <a:ext uri="{FF2B5EF4-FFF2-40B4-BE49-F238E27FC236}">
                  <a16:creationId xmlns:a16="http://schemas.microsoft.com/office/drawing/2014/main" id="{5B9E60EC-B1D0-4B6B-91E3-767A35BEFCAE}"/>
                </a:ext>
              </a:extLst>
            </p:cNvPr>
            <p:cNvSpPr/>
            <p:nvPr/>
          </p:nvSpPr>
          <p:spPr>
            <a:xfrm>
              <a:off x="9270037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33" name="橢圓 532">
              <a:extLst>
                <a:ext uri="{FF2B5EF4-FFF2-40B4-BE49-F238E27FC236}">
                  <a16:creationId xmlns:a16="http://schemas.microsoft.com/office/drawing/2014/main" id="{D07FB5C9-1AD4-4905-850E-2CA652DDBB9E}"/>
                </a:ext>
              </a:extLst>
            </p:cNvPr>
            <p:cNvSpPr/>
            <p:nvPr/>
          </p:nvSpPr>
          <p:spPr>
            <a:xfrm>
              <a:off x="9724295" y="284298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34" name="橢圓 533">
              <a:extLst>
                <a:ext uri="{FF2B5EF4-FFF2-40B4-BE49-F238E27FC236}">
                  <a16:creationId xmlns:a16="http://schemas.microsoft.com/office/drawing/2014/main" id="{C6E5912F-B348-4733-B030-6F1146955A27}"/>
                </a:ext>
              </a:extLst>
            </p:cNvPr>
            <p:cNvSpPr/>
            <p:nvPr/>
          </p:nvSpPr>
          <p:spPr>
            <a:xfrm>
              <a:off x="8812223" y="2845346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35" name="橢圓 534">
              <a:extLst>
                <a:ext uri="{FF2B5EF4-FFF2-40B4-BE49-F238E27FC236}">
                  <a16:creationId xmlns:a16="http://schemas.microsoft.com/office/drawing/2014/main" id="{3EA70395-3853-43C6-8085-0E34B3B51C20}"/>
                </a:ext>
              </a:extLst>
            </p:cNvPr>
            <p:cNvSpPr/>
            <p:nvPr/>
          </p:nvSpPr>
          <p:spPr>
            <a:xfrm>
              <a:off x="9269179" y="321516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6" name="橢圓 535">
              <a:extLst>
                <a:ext uri="{FF2B5EF4-FFF2-40B4-BE49-F238E27FC236}">
                  <a16:creationId xmlns:a16="http://schemas.microsoft.com/office/drawing/2014/main" id="{0E47E402-F46E-4EC0-A12A-6EB2A3A3DF0E}"/>
                </a:ext>
              </a:extLst>
            </p:cNvPr>
            <p:cNvSpPr/>
            <p:nvPr/>
          </p:nvSpPr>
          <p:spPr>
            <a:xfrm>
              <a:off x="9724295" y="3215169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7" name="橢圓 536">
              <a:extLst>
                <a:ext uri="{FF2B5EF4-FFF2-40B4-BE49-F238E27FC236}">
                  <a16:creationId xmlns:a16="http://schemas.microsoft.com/office/drawing/2014/main" id="{F5473CF5-5F1C-4840-B727-08E6F77D199D}"/>
                </a:ext>
              </a:extLst>
            </p:cNvPr>
            <p:cNvSpPr/>
            <p:nvPr/>
          </p:nvSpPr>
          <p:spPr>
            <a:xfrm>
              <a:off x="8812223" y="3217529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38" name="直線單箭頭接點 537">
              <a:extLst>
                <a:ext uri="{FF2B5EF4-FFF2-40B4-BE49-F238E27FC236}">
                  <a16:creationId xmlns:a16="http://schemas.microsoft.com/office/drawing/2014/main" id="{E14AF707-19F8-473E-81A0-E8968B593165}"/>
                </a:ext>
              </a:extLst>
            </p:cNvPr>
            <p:cNvCxnSpPr>
              <a:cxnSpLocks/>
              <a:stCxn id="546" idx="6"/>
              <a:endCxn id="544" idx="2"/>
            </p:cNvCxnSpPr>
            <p:nvPr/>
          </p:nvCxnSpPr>
          <p:spPr>
            <a:xfrm flipV="1">
              <a:off x="6289543" y="3680814"/>
              <a:ext cx="194224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線單箭頭接點 538">
              <a:extLst>
                <a:ext uri="{FF2B5EF4-FFF2-40B4-BE49-F238E27FC236}">
                  <a16:creationId xmlns:a16="http://schemas.microsoft.com/office/drawing/2014/main" id="{9D79C021-33D1-43BE-9701-B29AAFA12F53}"/>
                </a:ext>
              </a:extLst>
            </p:cNvPr>
            <p:cNvCxnSpPr>
              <a:cxnSpLocks/>
              <a:stCxn id="544" idx="6"/>
              <a:endCxn id="545" idx="2"/>
            </p:cNvCxnSpPr>
            <p:nvPr/>
          </p:nvCxnSpPr>
          <p:spPr>
            <a:xfrm>
              <a:off x="6747357" y="3680814"/>
              <a:ext cx="190668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直線單箭頭接點 539">
              <a:extLst>
                <a:ext uri="{FF2B5EF4-FFF2-40B4-BE49-F238E27FC236}">
                  <a16:creationId xmlns:a16="http://schemas.microsoft.com/office/drawing/2014/main" id="{A6612515-8069-4DF6-A20F-7CE013E6D38F}"/>
                </a:ext>
              </a:extLst>
            </p:cNvPr>
            <p:cNvCxnSpPr>
              <a:cxnSpLocks/>
              <a:stCxn id="549" idx="7"/>
              <a:endCxn id="544" idx="3"/>
            </p:cNvCxnSpPr>
            <p:nvPr/>
          </p:nvCxnSpPr>
          <p:spPr>
            <a:xfrm flipV="1">
              <a:off x="6250941" y="3774007"/>
              <a:ext cx="271428" cy="18815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線單箭頭接點 540">
              <a:extLst>
                <a:ext uri="{FF2B5EF4-FFF2-40B4-BE49-F238E27FC236}">
                  <a16:creationId xmlns:a16="http://schemas.microsoft.com/office/drawing/2014/main" id="{1D8E71FD-0442-4093-B0F5-1B773874B1BD}"/>
                </a:ext>
              </a:extLst>
            </p:cNvPr>
            <p:cNvCxnSpPr>
              <a:cxnSpLocks/>
              <a:stCxn id="544" idx="5"/>
              <a:endCxn id="548" idx="1"/>
            </p:cNvCxnSpPr>
            <p:nvPr/>
          </p:nvCxnSpPr>
          <p:spPr>
            <a:xfrm>
              <a:off x="6708755" y="3774007"/>
              <a:ext cx="267872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直線單箭頭接點 541">
              <a:extLst>
                <a:ext uri="{FF2B5EF4-FFF2-40B4-BE49-F238E27FC236}">
                  <a16:creationId xmlns:a16="http://schemas.microsoft.com/office/drawing/2014/main" id="{884644D1-23E2-425F-A279-1ABB06B47DDE}"/>
                </a:ext>
              </a:extLst>
            </p:cNvPr>
            <p:cNvCxnSpPr>
              <a:cxnSpLocks/>
              <a:stCxn id="546" idx="5"/>
              <a:endCxn id="547" idx="1"/>
            </p:cNvCxnSpPr>
            <p:nvPr/>
          </p:nvCxnSpPr>
          <p:spPr>
            <a:xfrm>
              <a:off x="6250941" y="3776367"/>
              <a:ext cx="270570" cy="183437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直線單箭頭接點 542">
              <a:extLst>
                <a:ext uri="{FF2B5EF4-FFF2-40B4-BE49-F238E27FC236}">
                  <a16:creationId xmlns:a16="http://schemas.microsoft.com/office/drawing/2014/main" id="{7522FC09-FB39-4D5A-BCB7-E0344618CF0C}"/>
                </a:ext>
              </a:extLst>
            </p:cNvPr>
            <p:cNvCxnSpPr>
              <a:cxnSpLocks/>
              <a:stCxn id="547" idx="7"/>
              <a:endCxn id="545" idx="3"/>
            </p:cNvCxnSpPr>
            <p:nvPr/>
          </p:nvCxnSpPr>
          <p:spPr>
            <a:xfrm flipV="1">
              <a:off x="6707897" y="3774007"/>
              <a:ext cx="268730" cy="185797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4" name="橢圓 543">
              <a:extLst>
                <a:ext uri="{FF2B5EF4-FFF2-40B4-BE49-F238E27FC236}">
                  <a16:creationId xmlns:a16="http://schemas.microsoft.com/office/drawing/2014/main" id="{830FFA39-5540-49A8-9876-FAD6D8DD2AEB}"/>
                </a:ext>
              </a:extLst>
            </p:cNvPr>
            <p:cNvSpPr/>
            <p:nvPr/>
          </p:nvSpPr>
          <p:spPr>
            <a:xfrm>
              <a:off x="6483767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45" name="橢圓 544">
              <a:extLst>
                <a:ext uri="{FF2B5EF4-FFF2-40B4-BE49-F238E27FC236}">
                  <a16:creationId xmlns:a16="http://schemas.microsoft.com/office/drawing/2014/main" id="{B640FE43-7A28-4503-AFB7-A180A6E963F3}"/>
                </a:ext>
              </a:extLst>
            </p:cNvPr>
            <p:cNvSpPr/>
            <p:nvPr/>
          </p:nvSpPr>
          <p:spPr>
            <a:xfrm>
              <a:off x="6938025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46" name="橢圓 545">
              <a:extLst>
                <a:ext uri="{FF2B5EF4-FFF2-40B4-BE49-F238E27FC236}">
                  <a16:creationId xmlns:a16="http://schemas.microsoft.com/office/drawing/2014/main" id="{6151435E-25A4-46C5-9278-869E4A2EEE89}"/>
                </a:ext>
              </a:extLst>
            </p:cNvPr>
            <p:cNvSpPr/>
            <p:nvPr/>
          </p:nvSpPr>
          <p:spPr>
            <a:xfrm>
              <a:off x="6025953" y="355137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47" name="橢圓 546">
              <a:extLst>
                <a:ext uri="{FF2B5EF4-FFF2-40B4-BE49-F238E27FC236}">
                  <a16:creationId xmlns:a16="http://schemas.microsoft.com/office/drawing/2014/main" id="{658B5E0E-BEFF-402D-A9F4-4EB97DAA5319}"/>
                </a:ext>
              </a:extLst>
            </p:cNvPr>
            <p:cNvSpPr/>
            <p:nvPr/>
          </p:nvSpPr>
          <p:spPr>
            <a:xfrm>
              <a:off x="6482909" y="3921202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8" name="橢圓 547">
              <a:extLst>
                <a:ext uri="{FF2B5EF4-FFF2-40B4-BE49-F238E27FC236}">
                  <a16:creationId xmlns:a16="http://schemas.microsoft.com/office/drawing/2014/main" id="{B4722016-28A3-45AE-9446-C83976E20AAA}"/>
                </a:ext>
              </a:extLst>
            </p:cNvPr>
            <p:cNvSpPr/>
            <p:nvPr/>
          </p:nvSpPr>
          <p:spPr>
            <a:xfrm>
              <a:off x="6938025" y="392120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9" name="橢圓 548">
              <a:extLst>
                <a:ext uri="{FF2B5EF4-FFF2-40B4-BE49-F238E27FC236}">
                  <a16:creationId xmlns:a16="http://schemas.microsoft.com/office/drawing/2014/main" id="{1097A85C-807A-4FC8-BC04-307390B84F10}"/>
                </a:ext>
              </a:extLst>
            </p:cNvPr>
            <p:cNvSpPr/>
            <p:nvPr/>
          </p:nvSpPr>
          <p:spPr>
            <a:xfrm>
              <a:off x="6025953" y="392356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50" name="直線單箭頭接點 549">
              <a:extLst>
                <a:ext uri="{FF2B5EF4-FFF2-40B4-BE49-F238E27FC236}">
                  <a16:creationId xmlns:a16="http://schemas.microsoft.com/office/drawing/2014/main" id="{05399C83-CAED-4417-9C58-3804EFC917ED}"/>
                </a:ext>
              </a:extLst>
            </p:cNvPr>
            <p:cNvCxnSpPr>
              <a:cxnSpLocks/>
              <a:stCxn id="556" idx="6"/>
              <a:endCxn id="554" idx="2"/>
            </p:cNvCxnSpPr>
            <p:nvPr/>
          </p:nvCxnSpPr>
          <p:spPr>
            <a:xfrm flipV="1">
              <a:off x="7718293" y="3680814"/>
              <a:ext cx="194224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直線單箭頭接點 550">
              <a:extLst>
                <a:ext uri="{FF2B5EF4-FFF2-40B4-BE49-F238E27FC236}">
                  <a16:creationId xmlns:a16="http://schemas.microsoft.com/office/drawing/2014/main" id="{0CEE345A-3271-42CF-9CD6-901E02B1FEAE}"/>
                </a:ext>
              </a:extLst>
            </p:cNvPr>
            <p:cNvCxnSpPr>
              <a:cxnSpLocks/>
              <a:stCxn id="554" idx="6"/>
              <a:endCxn id="555" idx="2"/>
            </p:cNvCxnSpPr>
            <p:nvPr/>
          </p:nvCxnSpPr>
          <p:spPr>
            <a:xfrm>
              <a:off x="8176107" y="3680814"/>
              <a:ext cx="190668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線單箭頭接點 551">
              <a:extLst>
                <a:ext uri="{FF2B5EF4-FFF2-40B4-BE49-F238E27FC236}">
                  <a16:creationId xmlns:a16="http://schemas.microsoft.com/office/drawing/2014/main" id="{31920D99-2688-43AF-B5F5-8EB45EC1EA52}"/>
                </a:ext>
              </a:extLst>
            </p:cNvPr>
            <p:cNvCxnSpPr>
              <a:cxnSpLocks/>
              <a:stCxn id="557" idx="6"/>
              <a:endCxn id="558" idx="2"/>
            </p:cNvCxnSpPr>
            <p:nvPr/>
          </p:nvCxnSpPr>
          <p:spPr>
            <a:xfrm>
              <a:off x="8175249" y="4052997"/>
              <a:ext cx="191526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直線單箭頭接點 552">
              <a:extLst>
                <a:ext uri="{FF2B5EF4-FFF2-40B4-BE49-F238E27FC236}">
                  <a16:creationId xmlns:a16="http://schemas.microsoft.com/office/drawing/2014/main" id="{95A6F2C8-E095-4009-9F3B-8F1A40F8F7C5}"/>
                </a:ext>
              </a:extLst>
            </p:cNvPr>
            <p:cNvCxnSpPr>
              <a:cxnSpLocks/>
              <a:stCxn id="559" idx="7"/>
              <a:endCxn id="554" idx="3"/>
            </p:cNvCxnSpPr>
            <p:nvPr/>
          </p:nvCxnSpPr>
          <p:spPr>
            <a:xfrm flipV="1">
              <a:off x="7679691" y="3774007"/>
              <a:ext cx="271428" cy="188157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橢圓 553">
              <a:extLst>
                <a:ext uri="{FF2B5EF4-FFF2-40B4-BE49-F238E27FC236}">
                  <a16:creationId xmlns:a16="http://schemas.microsoft.com/office/drawing/2014/main" id="{EAA3C459-9CA7-4D6A-92AC-7E89FC48E6A2}"/>
                </a:ext>
              </a:extLst>
            </p:cNvPr>
            <p:cNvSpPr/>
            <p:nvPr/>
          </p:nvSpPr>
          <p:spPr>
            <a:xfrm>
              <a:off x="7912517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55" name="橢圓 554">
              <a:extLst>
                <a:ext uri="{FF2B5EF4-FFF2-40B4-BE49-F238E27FC236}">
                  <a16:creationId xmlns:a16="http://schemas.microsoft.com/office/drawing/2014/main" id="{278F78EB-C91A-41F1-9A73-E91C8444B2DB}"/>
                </a:ext>
              </a:extLst>
            </p:cNvPr>
            <p:cNvSpPr/>
            <p:nvPr/>
          </p:nvSpPr>
          <p:spPr>
            <a:xfrm>
              <a:off x="8366775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56" name="橢圓 555">
              <a:extLst>
                <a:ext uri="{FF2B5EF4-FFF2-40B4-BE49-F238E27FC236}">
                  <a16:creationId xmlns:a16="http://schemas.microsoft.com/office/drawing/2014/main" id="{72716A55-1FF1-4028-BE37-5E300C0282F8}"/>
                </a:ext>
              </a:extLst>
            </p:cNvPr>
            <p:cNvSpPr/>
            <p:nvPr/>
          </p:nvSpPr>
          <p:spPr>
            <a:xfrm>
              <a:off x="7454703" y="355137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57" name="橢圓 556">
              <a:extLst>
                <a:ext uri="{FF2B5EF4-FFF2-40B4-BE49-F238E27FC236}">
                  <a16:creationId xmlns:a16="http://schemas.microsoft.com/office/drawing/2014/main" id="{5396FCCA-E8CC-4D20-ABD8-862E61EBBD60}"/>
                </a:ext>
              </a:extLst>
            </p:cNvPr>
            <p:cNvSpPr/>
            <p:nvPr/>
          </p:nvSpPr>
          <p:spPr>
            <a:xfrm>
              <a:off x="7911659" y="392120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58" name="橢圓 557">
              <a:extLst>
                <a:ext uri="{FF2B5EF4-FFF2-40B4-BE49-F238E27FC236}">
                  <a16:creationId xmlns:a16="http://schemas.microsoft.com/office/drawing/2014/main" id="{FA2743FB-DFC3-4C5B-AE23-2817CED07B7B}"/>
                </a:ext>
              </a:extLst>
            </p:cNvPr>
            <p:cNvSpPr/>
            <p:nvPr/>
          </p:nvSpPr>
          <p:spPr>
            <a:xfrm>
              <a:off x="8366775" y="392120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59" name="橢圓 558">
              <a:extLst>
                <a:ext uri="{FF2B5EF4-FFF2-40B4-BE49-F238E27FC236}">
                  <a16:creationId xmlns:a16="http://schemas.microsoft.com/office/drawing/2014/main" id="{00C70751-6C33-4E3B-BE25-6CC32C740BDA}"/>
                </a:ext>
              </a:extLst>
            </p:cNvPr>
            <p:cNvSpPr/>
            <p:nvPr/>
          </p:nvSpPr>
          <p:spPr>
            <a:xfrm>
              <a:off x="7454703" y="3923562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60" name="直線單箭頭接點 559">
              <a:extLst>
                <a:ext uri="{FF2B5EF4-FFF2-40B4-BE49-F238E27FC236}">
                  <a16:creationId xmlns:a16="http://schemas.microsoft.com/office/drawing/2014/main" id="{E1B585D0-0E03-4DD4-AABB-FB41F0E798E7}"/>
                </a:ext>
              </a:extLst>
            </p:cNvPr>
            <p:cNvCxnSpPr>
              <a:cxnSpLocks/>
              <a:stCxn id="563" idx="5"/>
              <a:endCxn id="561" idx="3"/>
            </p:cNvCxnSpPr>
            <p:nvPr/>
          </p:nvCxnSpPr>
          <p:spPr>
            <a:xfrm flipV="1">
              <a:off x="9037211" y="3774007"/>
              <a:ext cx="271428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1" name="橢圓 560">
              <a:extLst>
                <a:ext uri="{FF2B5EF4-FFF2-40B4-BE49-F238E27FC236}">
                  <a16:creationId xmlns:a16="http://schemas.microsoft.com/office/drawing/2014/main" id="{F10159B6-AA37-4F99-A738-FAC71742EA97}"/>
                </a:ext>
              </a:extLst>
            </p:cNvPr>
            <p:cNvSpPr/>
            <p:nvPr/>
          </p:nvSpPr>
          <p:spPr>
            <a:xfrm>
              <a:off x="9270037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62" name="橢圓 561">
              <a:extLst>
                <a:ext uri="{FF2B5EF4-FFF2-40B4-BE49-F238E27FC236}">
                  <a16:creationId xmlns:a16="http://schemas.microsoft.com/office/drawing/2014/main" id="{E8D91BB8-4AB4-434F-8DB4-9BE0A7FD1C1D}"/>
                </a:ext>
              </a:extLst>
            </p:cNvPr>
            <p:cNvSpPr/>
            <p:nvPr/>
          </p:nvSpPr>
          <p:spPr>
            <a:xfrm>
              <a:off x="9724295" y="354901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63" name="橢圓 562">
              <a:extLst>
                <a:ext uri="{FF2B5EF4-FFF2-40B4-BE49-F238E27FC236}">
                  <a16:creationId xmlns:a16="http://schemas.microsoft.com/office/drawing/2014/main" id="{F5ADC14C-D9EB-43EA-BA7A-5D1A9FFFF9D9}"/>
                </a:ext>
              </a:extLst>
            </p:cNvPr>
            <p:cNvSpPr/>
            <p:nvPr/>
          </p:nvSpPr>
          <p:spPr>
            <a:xfrm>
              <a:off x="8812223" y="3551379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R</a:t>
              </a:r>
              <a:endParaRPr lang="zh-TW" altLang="en-US" dirty="0"/>
            </a:p>
          </p:txBody>
        </p:sp>
        <p:sp>
          <p:nvSpPr>
            <p:cNvPr id="564" name="橢圓 563">
              <a:extLst>
                <a:ext uri="{FF2B5EF4-FFF2-40B4-BE49-F238E27FC236}">
                  <a16:creationId xmlns:a16="http://schemas.microsoft.com/office/drawing/2014/main" id="{275FF777-DB79-4A6A-BDE6-2F3ED38AC67C}"/>
                </a:ext>
              </a:extLst>
            </p:cNvPr>
            <p:cNvSpPr/>
            <p:nvPr/>
          </p:nvSpPr>
          <p:spPr>
            <a:xfrm>
              <a:off x="9269179" y="392120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65" name="橢圓 564">
              <a:extLst>
                <a:ext uri="{FF2B5EF4-FFF2-40B4-BE49-F238E27FC236}">
                  <a16:creationId xmlns:a16="http://schemas.microsoft.com/office/drawing/2014/main" id="{1A21E9AF-C3BE-4812-83FF-B9666EC2D11F}"/>
                </a:ext>
              </a:extLst>
            </p:cNvPr>
            <p:cNvSpPr/>
            <p:nvPr/>
          </p:nvSpPr>
          <p:spPr>
            <a:xfrm>
              <a:off x="9724295" y="3921202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66" name="橢圓 565">
              <a:extLst>
                <a:ext uri="{FF2B5EF4-FFF2-40B4-BE49-F238E27FC236}">
                  <a16:creationId xmlns:a16="http://schemas.microsoft.com/office/drawing/2014/main" id="{6AF87D18-ABB4-4C19-AA86-4ADB023C4F79}"/>
                </a:ext>
              </a:extLst>
            </p:cNvPr>
            <p:cNvSpPr/>
            <p:nvPr/>
          </p:nvSpPr>
          <p:spPr>
            <a:xfrm>
              <a:off x="8812223" y="3923562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67" name="直線單箭頭接點 566">
              <a:extLst>
                <a:ext uri="{FF2B5EF4-FFF2-40B4-BE49-F238E27FC236}">
                  <a16:creationId xmlns:a16="http://schemas.microsoft.com/office/drawing/2014/main" id="{11126273-CFA6-4BA9-A9AF-2C9681E60C90}"/>
                </a:ext>
              </a:extLst>
            </p:cNvPr>
            <p:cNvCxnSpPr>
              <a:cxnSpLocks/>
              <a:stCxn id="500" idx="7"/>
              <a:endCxn id="498" idx="2"/>
            </p:cNvCxnSpPr>
            <p:nvPr/>
          </p:nvCxnSpPr>
          <p:spPr>
            <a:xfrm flipV="1">
              <a:off x="8136647" y="2268748"/>
              <a:ext cx="230128" cy="27899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直線單箭頭接點 567">
              <a:extLst>
                <a:ext uri="{FF2B5EF4-FFF2-40B4-BE49-F238E27FC236}">
                  <a16:creationId xmlns:a16="http://schemas.microsoft.com/office/drawing/2014/main" id="{441D31DD-133F-4092-B542-B9847654A6B8}"/>
                </a:ext>
              </a:extLst>
            </p:cNvPr>
            <p:cNvCxnSpPr>
              <a:cxnSpLocks/>
              <a:stCxn id="500" idx="6"/>
              <a:endCxn id="498" idx="3"/>
            </p:cNvCxnSpPr>
            <p:nvPr/>
          </p:nvCxnSpPr>
          <p:spPr>
            <a:xfrm flipV="1">
              <a:off x="8175249" y="2361941"/>
              <a:ext cx="230128" cy="27899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線單箭頭接點 568">
              <a:extLst>
                <a:ext uri="{FF2B5EF4-FFF2-40B4-BE49-F238E27FC236}">
                  <a16:creationId xmlns:a16="http://schemas.microsoft.com/office/drawing/2014/main" id="{93D3F26C-97DD-4576-9BC4-551C74A58519}"/>
                </a:ext>
              </a:extLst>
            </p:cNvPr>
            <p:cNvCxnSpPr>
              <a:cxnSpLocks/>
              <a:stCxn id="525" idx="5"/>
              <a:endCxn id="529" idx="2"/>
            </p:cNvCxnSpPr>
            <p:nvPr/>
          </p:nvCxnSpPr>
          <p:spPr>
            <a:xfrm>
              <a:off x="8137505" y="3067974"/>
              <a:ext cx="229270" cy="27899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線單箭頭接點 569">
              <a:extLst>
                <a:ext uri="{FF2B5EF4-FFF2-40B4-BE49-F238E27FC236}">
                  <a16:creationId xmlns:a16="http://schemas.microsoft.com/office/drawing/2014/main" id="{DF09A636-5C15-4661-83E9-700456A6500E}"/>
                </a:ext>
              </a:extLst>
            </p:cNvPr>
            <p:cNvCxnSpPr>
              <a:cxnSpLocks/>
              <a:stCxn id="525" idx="6"/>
              <a:endCxn id="529" idx="1"/>
            </p:cNvCxnSpPr>
            <p:nvPr/>
          </p:nvCxnSpPr>
          <p:spPr>
            <a:xfrm>
              <a:off x="8176107" y="2974781"/>
              <a:ext cx="229270" cy="27899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線單箭頭接點 570">
              <a:extLst>
                <a:ext uri="{FF2B5EF4-FFF2-40B4-BE49-F238E27FC236}">
                  <a16:creationId xmlns:a16="http://schemas.microsoft.com/office/drawing/2014/main" id="{DB1369A8-6493-45BF-A5A4-C58649AF7A77}"/>
                </a:ext>
              </a:extLst>
            </p:cNvPr>
            <p:cNvCxnSpPr>
              <a:cxnSpLocks/>
              <a:stCxn id="554" idx="5"/>
              <a:endCxn id="555" idx="3"/>
            </p:cNvCxnSpPr>
            <p:nvPr/>
          </p:nvCxnSpPr>
          <p:spPr>
            <a:xfrm>
              <a:off x="8137505" y="3774007"/>
              <a:ext cx="267872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線單箭頭接點 571">
              <a:extLst>
                <a:ext uri="{FF2B5EF4-FFF2-40B4-BE49-F238E27FC236}">
                  <a16:creationId xmlns:a16="http://schemas.microsoft.com/office/drawing/2014/main" id="{09B5C6BE-A991-426A-9612-8C2B9DE0277E}"/>
                </a:ext>
              </a:extLst>
            </p:cNvPr>
            <p:cNvCxnSpPr>
              <a:cxnSpLocks/>
              <a:stCxn id="478" idx="7"/>
              <a:endCxn id="476" idx="1"/>
            </p:cNvCxnSpPr>
            <p:nvPr/>
          </p:nvCxnSpPr>
          <p:spPr>
            <a:xfrm flipV="1">
              <a:off x="9037211" y="1841705"/>
              <a:ext cx="270570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直線單箭頭接點 572">
              <a:extLst>
                <a:ext uri="{FF2B5EF4-FFF2-40B4-BE49-F238E27FC236}">
                  <a16:creationId xmlns:a16="http://schemas.microsoft.com/office/drawing/2014/main" id="{586FB165-C22F-4985-8E37-71E929DBBF9F}"/>
                </a:ext>
              </a:extLst>
            </p:cNvPr>
            <p:cNvCxnSpPr>
              <a:cxnSpLocks/>
              <a:stCxn id="475" idx="6"/>
              <a:endCxn id="473" idx="2"/>
            </p:cNvCxnSpPr>
            <p:nvPr/>
          </p:nvCxnSpPr>
          <p:spPr>
            <a:xfrm flipV="1">
              <a:off x="9075813" y="1562715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線單箭頭接點 573">
              <a:extLst>
                <a:ext uri="{FF2B5EF4-FFF2-40B4-BE49-F238E27FC236}">
                  <a16:creationId xmlns:a16="http://schemas.microsoft.com/office/drawing/2014/main" id="{2F7755AE-155D-4E0D-87A1-5F43A21BD8B9}"/>
                </a:ext>
              </a:extLst>
            </p:cNvPr>
            <p:cNvCxnSpPr>
              <a:cxnSpLocks/>
              <a:stCxn id="473" idx="6"/>
              <a:endCxn id="474" idx="2"/>
            </p:cNvCxnSpPr>
            <p:nvPr/>
          </p:nvCxnSpPr>
          <p:spPr>
            <a:xfrm>
              <a:off x="9533627" y="1562715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直線單箭頭接點 574">
              <a:extLst>
                <a:ext uri="{FF2B5EF4-FFF2-40B4-BE49-F238E27FC236}">
                  <a16:creationId xmlns:a16="http://schemas.microsoft.com/office/drawing/2014/main" id="{200F0F1D-0C69-4D33-A0AC-D3939C5DE4AF}"/>
                </a:ext>
              </a:extLst>
            </p:cNvPr>
            <p:cNvCxnSpPr>
              <a:cxnSpLocks/>
              <a:stCxn id="476" idx="7"/>
              <a:endCxn id="474" idx="3"/>
            </p:cNvCxnSpPr>
            <p:nvPr/>
          </p:nvCxnSpPr>
          <p:spPr>
            <a:xfrm flipV="1">
              <a:off x="9494167" y="1655908"/>
              <a:ext cx="268730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直線單箭頭接點 575">
              <a:extLst>
                <a:ext uri="{FF2B5EF4-FFF2-40B4-BE49-F238E27FC236}">
                  <a16:creationId xmlns:a16="http://schemas.microsoft.com/office/drawing/2014/main" id="{88154F88-05AE-4C60-9747-173C01945D38}"/>
                </a:ext>
              </a:extLst>
            </p:cNvPr>
            <p:cNvCxnSpPr>
              <a:cxnSpLocks/>
              <a:stCxn id="507" idx="7"/>
              <a:endCxn id="508" idx="1"/>
            </p:cNvCxnSpPr>
            <p:nvPr/>
          </p:nvCxnSpPr>
          <p:spPr>
            <a:xfrm>
              <a:off x="9494167" y="2547738"/>
              <a:ext cx="268730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線單箭頭接點 577">
              <a:extLst>
                <a:ext uri="{FF2B5EF4-FFF2-40B4-BE49-F238E27FC236}">
                  <a16:creationId xmlns:a16="http://schemas.microsoft.com/office/drawing/2014/main" id="{4411510F-86D5-445F-9FE9-4326AB2A92F5}"/>
                </a:ext>
              </a:extLst>
            </p:cNvPr>
            <p:cNvCxnSpPr>
              <a:cxnSpLocks/>
              <a:stCxn id="506" idx="5"/>
              <a:endCxn id="507" idx="1"/>
            </p:cNvCxnSpPr>
            <p:nvPr/>
          </p:nvCxnSpPr>
          <p:spPr>
            <a:xfrm>
              <a:off x="9037211" y="2364301"/>
              <a:ext cx="270570" cy="18343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線單箭頭接點 578">
              <a:extLst>
                <a:ext uri="{FF2B5EF4-FFF2-40B4-BE49-F238E27FC236}">
                  <a16:creationId xmlns:a16="http://schemas.microsoft.com/office/drawing/2014/main" id="{040E5529-69E2-4CC2-A873-9F1F7D0C9621}"/>
                </a:ext>
              </a:extLst>
            </p:cNvPr>
            <p:cNvCxnSpPr>
              <a:cxnSpLocks/>
              <a:stCxn id="507" idx="6"/>
              <a:endCxn id="508" idx="2"/>
            </p:cNvCxnSpPr>
            <p:nvPr/>
          </p:nvCxnSpPr>
          <p:spPr>
            <a:xfrm>
              <a:off x="9532769" y="2640931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線單箭頭接點 582">
              <a:extLst>
                <a:ext uri="{FF2B5EF4-FFF2-40B4-BE49-F238E27FC236}">
                  <a16:creationId xmlns:a16="http://schemas.microsoft.com/office/drawing/2014/main" id="{22B2CFE7-11C3-4184-ABEE-F5DD69F7448D}"/>
                </a:ext>
              </a:extLst>
            </p:cNvPr>
            <p:cNvCxnSpPr>
              <a:cxnSpLocks/>
              <a:stCxn id="504" idx="6"/>
              <a:endCxn id="505" idx="2"/>
            </p:cNvCxnSpPr>
            <p:nvPr/>
          </p:nvCxnSpPr>
          <p:spPr>
            <a:xfrm>
              <a:off x="9533627" y="2268748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直線單箭頭接點 584">
              <a:extLst>
                <a:ext uri="{FF2B5EF4-FFF2-40B4-BE49-F238E27FC236}">
                  <a16:creationId xmlns:a16="http://schemas.microsoft.com/office/drawing/2014/main" id="{1F31DB0F-75F5-46D7-B070-02CF96FA10BB}"/>
                </a:ext>
              </a:extLst>
            </p:cNvPr>
            <p:cNvCxnSpPr>
              <a:cxnSpLocks/>
              <a:stCxn id="535" idx="7"/>
              <a:endCxn id="533" idx="3"/>
            </p:cNvCxnSpPr>
            <p:nvPr/>
          </p:nvCxnSpPr>
          <p:spPr>
            <a:xfrm flipV="1">
              <a:off x="9494167" y="3067974"/>
              <a:ext cx="268730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直線單箭頭接點 585">
              <a:extLst>
                <a:ext uri="{FF2B5EF4-FFF2-40B4-BE49-F238E27FC236}">
                  <a16:creationId xmlns:a16="http://schemas.microsoft.com/office/drawing/2014/main" id="{99EFA2DA-DE61-4AB5-B256-EB4C3FBA88D7}"/>
                </a:ext>
              </a:extLst>
            </p:cNvPr>
            <p:cNvCxnSpPr>
              <a:cxnSpLocks/>
              <a:stCxn id="537" idx="7"/>
              <a:endCxn id="532" idx="2"/>
            </p:cNvCxnSpPr>
            <p:nvPr/>
          </p:nvCxnSpPr>
          <p:spPr>
            <a:xfrm flipV="1">
              <a:off x="9037211" y="2974781"/>
              <a:ext cx="232826" cy="28135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線單箭頭接點 588">
              <a:extLst>
                <a:ext uri="{FF2B5EF4-FFF2-40B4-BE49-F238E27FC236}">
                  <a16:creationId xmlns:a16="http://schemas.microsoft.com/office/drawing/2014/main" id="{61812968-FF54-4CE3-9B02-FC5B37963C96}"/>
                </a:ext>
              </a:extLst>
            </p:cNvPr>
            <p:cNvCxnSpPr>
              <a:cxnSpLocks/>
              <a:stCxn id="532" idx="7"/>
              <a:endCxn id="533" idx="1"/>
            </p:cNvCxnSpPr>
            <p:nvPr/>
          </p:nvCxnSpPr>
          <p:spPr>
            <a:xfrm>
              <a:off x="9495025" y="2881588"/>
              <a:ext cx="267872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線單箭頭接點 592">
              <a:extLst>
                <a:ext uri="{FF2B5EF4-FFF2-40B4-BE49-F238E27FC236}">
                  <a16:creationId xmlns:a16="http://schemas.microsoft.com/office/drawing/2014/main" id="{58D64024-5275-41E6-A3E5-EC3C94FD0F70}"/>
                </a:ext>
              </a:extLst>
            </p:cNvPr>
            <p:cNvCxnSpPr>
              <a:cxnSpLocks/>
              <a:stCxn id="532" idx="5"/>
              <a:endCxn id="536" idx="1"/>
            </p:cNvCxnSpPr>
            <p:nvPr/>
          </p:nvCxnSpPr>
          <p:spPr>
            <a:xfrm>
              <a:off x="9495025" y="3067974"/>
              <a:ext cx="267872" cy="185797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線單箭頭接點 593">
              <a:extLst>
                <a:ext uri="{FF2B5EF4-FFF2-40B4-BE49-F238E27FC236}">
                  <a16:creationId xmlns:a16="http://schemas.microsoft.com/office/drawing/2014/main" id="{ED1F84E2-89B1-4433-AA8F-04D619589764}"/>
                </a:ext>
              </a:extLst>
            </p:cNvPr>
            <p:cNvCxnSpPr>
              <a:cxnSpLocks/>
              <a:stCxn id="564" idx="7"/>
              <a:endCxn id="562" idx="3"/>
            </p:cNvCxnSpPr>
            <p:nvPr/>
          </p:nvCxnSpPr>
          <p:spPr>
            <a:xfrm flipV="1">
              <a:off x="9494167" y="3774007"/>
              <a:ext cx="268730" cy="185797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直線單箭頭接點 594">
              <a:extLst>
                <a:ext uri="{FF2B5EF4-FFF2-40B4-BE49-F238E27FC236}">
                  <a16:creationId xmlns:a16="http://schemas.microsoft.com/office/drawing/2014/main" id="{09858FFB-C907-49E6-A445-FD8F0A142E4F}"/>
                </a:ext>
              </a:extLst>
            </p:cNvPr>
            <p:cNvCxnSpPr>
              <a:cxnSpLocks/>
              <a:stCxn id="564" idx="2"/>
              <a:endCxn id="566" idx="6"/>
            </p:cNvCxnSpPr>
            <p:nvPr/>
          </p:nvCxnSpPr>
          <p:spPr>
            <a:xfrm flipH="1">
              <a:off x="9075813" y="4052997"/>
              <a:ext cx="193366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線單箭頭接點 595">
              <a:extLst>
                <a:ext uri="{FF2B5EF4-FFF2-40B4-BE49-F238E27FC236}">
                  <a16:creationId xmlns:a16="http://schemas.microsoft.com/office/drawing/2014/main" id="{2A9F6313-00ED-4437-BACA-D98D8DC37C0E}"/>
                </a:ext>
              </a:extLst>
            </p:cNvPr>
            <p:cNvCxnSpPr>
              <a:cxnSpLocks/>
              <a:stCxn id="563" idx="6"/>
              <a:endCxn id="561" idx="2"/>
            </p:cNvCxnSpPr>
            <p:nvPr/>
          </p:nvCxnSpPr>
          <p:spPr>
            <a:xfrm flipV="1">
              <a:off x="9075813" y="3680814"/>
              <a:ext cx="194224" cy="2360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直線單箭頭接點 596">
              <a:extLst>
                <a:ext uri="{FF2B5EF4-FFF2-40B4-BE49-F238E27FC236}">
                  <a16:creationId xmlns:a16="http://schemas.microsoft.com/office/drawing/2014/main" id="{FD733E87-57A3-42C8-B692-3ECB672C224B}"/>
                </a:ext>
              </a:extLst>
            </p:cNvPr>
            <p:cNvCxnSpPr>
              <a:cxnSpLocks/>
              <a:stCxn id="561" idx="6"/>
              <a:endCxn id="562" idx="2"/>
            </p:cNvCxnSpPr>
            <p:nvPr/>
          </p:nvCxnSpPr>
          <p:spPr>
            <a:xfrm>
              <a:off x="9533627" y="3680814"/>
              <a:ext cx="190668" cy="0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線單箭頭接點 597">
              <a:extLst>
                <a:ext uri="{FF2B5EF4-FFF2-40B4-BE49-F238E27FC236}">
                  <a16:creationId xmlns:a16="http://schemas.microsoft.com/office/drawing/2014/main" id="{E5682AF1-5265-4E5D-BA25-7EFE37264DDB}"/>
                </a:ext>
              </a:extLst>
            </p:cNvPr>
            <p:cNvCxnSpPr>
              <a:cxnSpLocks/>
              <a:stCxn id="561" idx="5"/>
              <a:endCxn id="565" idx="1"/>
            </p:cNvCxnSpPr>
            <p:nvPr/>
          </p:nvCxnSpPr>
          <p:spPr>
            <a:xfrm>
              <a:off x="9495025" y="3774007"/>
              <a:ext cx="267872" cy="185797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0" name="群組 399">
            <a:extLst>
              <a:ext uri="{FF2B5EF4-FFF2-40B4-BE49-F238E27FC236}">
                <a16:creationId xmlns:a16="http://schemas.microsoft.com/office/drawing/2014/main" id="{705AC8DD-C15A-4F07-B607-5892C13508DB}"/>
              </a:ext>
            </a:extLst>
          </p:cNvPr>
          <p:cNvGrpSpPr/>
          <p:nvPr/>
        </p:nvGrpSpPr>
        <p:grpSpPr>
          <a:xfrm>
            <a:off x="6206419" y="5061523"/>
            <a:ext cx="3959870" cy="638133"/>
            <a:chOff x="6025953" y="4465925"/>
            <a:chExt cx="3959870" cy="638133"/>
          </a:xfrm>
        </p:grpSpPr>
        <p:grpSp>
          <p:nvGrpSpPr>
            <p:cNvPr id="402" name="群組 401">
              <a:extLst>
                <a:ext uri="{FF2B5EF4-FFF2-40B4-BE49-F238E27FC236}">
                  <a16:creationId xmlns:a16="http://schemas.microsoft.com/office/drawing/2014/main" id="{00BAECF9-F43F-481D-A7F6-2F05AB4349E9}"/>
                </a:ext>
              </a:extLst>
            </p:cNvPr>
            <p:cNvGrpSpPr/>
            <p:nvPr/>
          </p:nvGrpSpPr>
          <p:grpSpPr>
            <a:xfrm>
              <a:off x="6025953" y="4465925"/>
              <a:ext cx="1175662" cy="638133"/>
              <a:chOff x="10229465" y="1430920"/>
              <a:chExt cx="1175662" cy="638133"/>
            </a:xfrm>
          </p:grpSpPr>
          <p:sp>
            <p:nvSpPr>
              <p:cNvPr id="429" name="橢圓 428">
                <a:extLst>
                  <a:ext uri="{FF2B5EF4-FFF2-40B4-BE49-F238E27FC236}">
                    <a16:creationId xmlns:a16="http://schemas.microsoft.com/office/drawing/2014/main" id="{2C7D8A00-5BBC-4B3D-AC51-57EE6C09B50F}"/>
                  </a:ext>
                </a:extLst>
              </p:cNvPr>
              <p:cNvSpPr/>
              <p:nvPr/>
            </p:nvSpPr>
            <p:spPr>
              <a:xfrm>
                <a:off x="10687279" y="1430920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30" name="橢圓 429">
                <a:extLst>
                  <a:ext uri="{FF2B5EF4-FFF2-40B4-BE49-F238E27FC236}">
                    <a16:creationId xmlns:a16="http://schemas.microsoft.com/office/drawing/2014/main" id="{E5993FA2-9855-4296-A9A5-00DB5C9B4CD9}"/>
                  </a:ext>
                </a:extLst>
              </p:cNvPr>
              <p:cNvSpPr/>
              <p:nvPr/>
            </p:nvSpPr>
            <p:spPr>
              <a:xfrm>
                <a:off x="11141537" y="1430920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31" name="橢圓 430">
                <a:extLst>
                  <a:ext uri="{FF2B5EF4-FFF2-40B4-BE49-F238E27FC236}">
                    <a16:creationId xmlns:a16="http://schemas.microsoft.com/office/drawing/2014/main" id="{9E08D913-EF19-43E6-8DF2-78E7D7F8ADEA}"/>
                  </a:ext>
                </a:extLst>
              </p:cNvPr>
              <p:cNvSpPr/>
              <p:nvPr/>
            </p:nvSpPr>
            <p:spPr>
              <a:xfrm>
                <a:off x="10229465" y="1433280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32" name="橢圓 431">
                <a:extLst>
                  <a:ext uri="{FF2B5EF4-FFF2-40B4-BE49-F238E27FC236}">
                    <a16:creationId xmlns:a16="http://schemas.microsoft.com/office/drawing/2014/main" id="{08C1A8A4-E55A-4FFC-AA02-FF68ABA1A660}"/>
                  </a:ext>
                </a:extLst>
              </p:cNvPr>
              <p:cNvSpPr/>
              <p:nvPr/>
            </p:nvSpPr>
            <p:spPr>
              <a:xfrm>
                <a:off x="10686421" y="1803103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3" name="橢圓 432">
                <a:extLst>
                  <a:ext uri="{FF2B5EF4-FFF2-40B4-BE49-F238E27FC236}">
                    <a16:creationId xmlns:a16="http://schemas.microsoft.com/office/drawing/2014/main" id="{6DEF93D8-FB76-46B2-9716-AE26C2F50940}"/>
                  </a:ext>
                </a:extLst>
              </p:cNvPr>
              <p:cNvSpPr/>
              <p:nvPr/>
            </p:nvSpPr>
            <p:spPr>
              <a:xfrm>
                <a:off x="11141537" y="1803103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4" name="橢圓 433">
                <a:extLst>
                  <a:ext uri="{FF2B5EF4-FFF2-40B4-BE49-F238E27FC236}">
                    <a16:creationId xmlns:a16="http://schemas.microsoft.com/office/drawing/2014/main" id="{5AE60873-B524-469E-AF56-1EF6BAEA2C49}"/>
                  </a:ext>
                </a:extLst>
              </p:cNvPr>
              <p:cNvSpPr/>
              <p:nvPr/>
            </p:nvSpPr>
            <p:spPr>
              <a:xfrm>
                <a:off x="10229465" y="1805463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35" name="直線單箭頭接點 434">
                <a:extLst>
                  <a:ext uri="{FF2B5EF4-FFF2-40B4-BE49-F238E27FC236}">
                    <a16:creationId xmlns:a16="http://schemas.microsoft.com/office/drawing/2014/main" id="{288B8C61-F05E-49B5-9CE8-F9EC138673D4}"/>
                  </a:ext>
                </a:extLst>
              </p:cNvPr>
              <p:cNvCxnSpPr>
                <a:cxnSpLocks/>
                <a:stCxn id="434" idx="6"/>
                <a:endCxn id="432" idx="2"/>
              </p:cNvCxnSpPr>
              <p:nvPr/>
            </p:nvCxnSpPr>
            <p:spPr>
              <a:xfrm flipV="1">
                <a:off x="10493055" y="1934898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線單箭頭接點 437">
                <a:extLst>
                  <a:ext uri="{FF2B5EF4-FFF2-40B4-BE49-F238E27FC236}">
                    <a16:creationId xmlns:a16="http://schemas.microsoft.com/office/drawing/2014/main" id="{66A92C42-833A-46E9-A359-0AA074ED9501}"/>
                  </a:ext>
                </a:extLst>
              </p:cNvPr>
              <p:cNvCxnSpPr>
                <a:cxnSpLocks/>
                <a:stCxn id="434" idx="7"/>
                <a:endCxn id="429" idx="3"/>
              </p:cNvCxnSpPr>
              <p:nvPr/>
            </p:nvCxnSpPr>
            <p:spPr>
              <a:xfrm flipV="1">
                <a:off x="10454453" y="1655908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線單箭頭接點 438">
                <a:extLst>
                  <a:ext uri="{FF2B5EF4-FFF2-40B4-BE49-F238E27FC236}">
                    <a16:creationId xmlns:a16="http://schemas.microsoft.com/office/drawing/2014/main" id="{58990488-E3B8-47EB-B2D7-CCD05FA2C0D5}"/>
                  </a:ext>
                </a:extLst>
              </p:cNvPr>
              <p:cNvCxnSpPr>
                <a:cxnSpLocks/>
                <a:stCxn id="429" idx="5"/>
                <a:endCxn id="433" idx="1"/>
              </p:cNvCxnSpPr>
              <p:nvPr/>
            </p:nvCxnSpPr>
            <p:spPr>
              <a:xfrm>
                <a:off x="10912267" y="1655908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線單箭頭接點 439">
                <a:extLst>
                  <a:ext uri="{FF2B5EF4-FFF2-40B4-BE49-F238E27FC236}">
                    <a16:creationId xmlns:a16="http://schemas.microsoft.com/office/drawing/2014/main" id="{DD0AFD76-994C-495E-A52C-253EF4C648BE}"/>
                  </a:ext>
                </a:extLst>
              </p:cNvPr>
              <p:cNvCxnSpPr>
                <a:cxnSpLocks/>
                <a:stCxn id="432" idx="6"/>
                <a:endCxn id="433" idx="2"/>
              </p:cNvCxnSpPr>
              <p:nvPr/>
            </p:nvCxnSpPr>
            <p:spPr>
              <a:xfrm>
                <a:off x="10950011" y="1934898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3" name="群組 402">
              <a:extLst>
                <a:ext uri="{FF2B5EF4-FFF2-40B4-BE49-F238E27FC236}">
                  <a16:creationId xmlns:a16="http://schemas.microsoft.com/office/drawing/2014/main" id="{013165D1-21D0-4A80-B687-99BB9E410855}"/>
                </a:ext>
              </a:extLst>
            </p:cNvPr>
            <p:cNvGrpSpPr/>
            <p:nvPr/>
          </p:nvGrpSpPr>
          <p:grpSpPr>
            <a:xfrm>
              <a:off x="7454703" y="4465925"/>
              <a:ext cx="1175662" cy="638133"/>
              <a:chOff x="10229465" y="2136953"/>
              <a:chExt cx="1175662" cy="638133"/>
            </a:xfrm>
          </p:grpSpPr>
          <p:sp>
            <p:nvSpPr>
              <p:cNvPr id="417" name="橢圓 416">
                <a:extLst>
                  <a:ext uri="{FF2B5EF4-FFF2-40B4-BE49-F238E27FC236}">
                    <a16:creationId xmlns:a16="http://schemas.microsoft.com/office/drawing/2014/main" id="{7F8AC68E-3F23-407B-A765-1F752F0404B8}"/>
                  </a:ext>
                </a:extLst>
              </p:cNvPr>
              <p:cNvSpPr/>
              <p:nvPr/>
            </p:nvSpPr>
            <p:spPr>
              <a:xfrm>
                <a:off x="10687279" y="213695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18" name="橢圓 417">
                <a:extLst>
                  <a:ext uri="{FF2B5EF4-FFF2-40B4-BE49-F238E27FC236}">
                    <a16:creationId xmlns:a16="http://schemas.microsoft.com/office/drawing/2014/main" id="{8FAB4508-1D57-4FD8-B333-2D7745946858}"/>
                  </a:ext>
                </a:extLst>
              </p:cNvPr>
              <p:cNvSpPr/>
              <p:nvPr/>
            </p:nvSpPr>
            <p:spPr>
              <a:xfrm>
                <a:off x="11141537" y="213695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19" name="橢圓 418">
                <a:extLst>
                  <a:ext uri="{FF2B5EF4-FFF2-40B4-BE49-F238E27FC236}">
                    <a16:creationId xmlns:a16="http://schemas.microsoft.com/office/drawing/2014/main" id="{117C8C76-4C1E-43EF-8DA9-B5F1640B9E20}"/>
                  </a:ext>
                </a:extLst>
              </p:cNvPr>
              <p:cNvSpPr/>
              <p:nvPr/>
            </p:nvSpPr>
            <p:spPr>
              <a:xfrm>
                <a:off x="10229465" y="213931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20" name="橢圓 419">
                <a:extLst>
                  <a:ext uri="{FF2B5EF4-FFF2-40B4-BE49-F238E27FC236}">
                    <a16:creationId xmlns:a16="http://schemas.microsoft.com/office/drawing/2014/main" id="{1A38EC0E-8FBE-434B-8245-5A9B6F2F019A}"/>
                  </a:ext>
                </a:extLst>
              </p:cNvPr>
              <p:cNvSpPr/>
              <p:nvPr/>
            </p:nvSpPr>
            <p:spPr>
              <a:xfrm>
                <a:off x="10686421" y="2509136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1" name="橢圓 420">
                <a:extLst>
                  <a:ext uri="{FF2B5EF4-FFF2-40B4-BE49-F238E27FC236}">
                    <a16:creationId xmlns:a16="http://schemas.microsoft.com/office/drawing/2014/main" id="{656EB20F-F819-4205-8737-013971181902}"/>
                  </a:ext>
                </a:extLst>
              </p:cNvPr>
              <p:cNvSpPr/>
              <p:nvPr/>
            </p:nvSpPr>
            <p:spPr>
              <a:xfrm>
                <a:off x="11141537" y="2509136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7ED05037-4B00-47A7-832D-0E0F7B21DF26}"/>
                  </a:ext>
                </a:extLst>
              </p:cNvPr>
              <p:cNvSpPr/>
              <p:nvPr/>
            </p:nvSpPr>
            <p:spPr>
              <a:xfrm>
                <a:off x="10229465" y="2511496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23" name="直線單箭頭接點 422">
                <a:extLst>
                  <a:ext uri="{FF2B5EF4-FFF2-40B4-BE49-F238E27FC236}">
                    <a16:creationId xmlns:a16="http://schemas.microsoft.com/office/drawing/2014/main" id="{8F26A598-242C-4D4D-A484-293AD130E34C}"/>
                  </a:ext>
                </a:extLst>
              </p:cNvPr>
              <p:cNvCxnSpPr>
                <a:cxnSpLocks/>
                <a:stCxn id="422" idx="5"/>
                <a:endCxn id="420" idx="3"/>
              </p:cNvCxnSpPr>
              <p:nvPr/>
            </p:nvCxnSpPr>
            <p:spPr>
              <a:xfrm flipV="1">
                <a:off x="10454453" y="2734124"/>
                <a:ext cx="270570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線單箭頭接點 425">
                <a:extLst>
                  <a:ext uri="{FF2B5EF4-FFF2-40B4-BE49-F238E27FC236}">
                    <a16:creationId xmlns:a16="http://schemas.microsoft.com/office/drawing/2014/main" id="{FC400F91-07D3-4C81-891D-8C1B7325CFD0}"/>
                  </a:ext>
                </a:extLst>
              </p:cNvPr>
              <p:cNvCxnSpPr>
                <a:cxnSpLocks/>
                <a:stCxn id="420" idx="2"/>
                <a:endCxn id="419" idx="5"/>
              </p:cNvCxnSpPr>
              <p:nvPr/>
            </p:nvCxnSpPr>
            <p:spPr>
              <a:xfrm flipH="1" flipV="1">
                <a:off x="10454453" y="2364301"/>
                <a:ext cx="231968" cy="27663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線單箭頭接點 426">
                <a:extLst>
                  <a:ext uri="{FF2B5EF4-FFF2-40B4-BE49-F238E27FC236}">
                    <a16:creationId xmlns:a16="http://schemas.microsoft.com/office/drawing/2014/main" id="{ACF41A3E-B6C0-40E9-AA0A-99AAEB22E9B4}"/>
                  </a:ext>
                </a:extLst>
              </p:cNvPr>
              <p:cNvCxnSpPr>
                <a:cxnSpLocks/>
                <a:stCxn id="420" idx="6"/>
                <a:endCxn id="421" idx="2"/>
              </p:cNvCxnSpPr>
              <p:nvPr/>
            </p:nvCxnSpPr>
            <p:spPr>
              <a:xfrm>
                <a:off x="10950011" y="2640931"/>
                <a:ext cx="191526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直線單箭頭接點 427">
                <a:extLst>
                  <a:ext uri="{FF2B5EF4-FFF2-40B4-BE49-F238E27FC236}">
                    <a16:creationId xmlns:a16="http://schemas.microsoft.com/office/drawing/2014/main" id="{25BCFEC7-5EE6-4BD9-9AA8-59EBB28D69D6}"/>
                  </a:ext>
                </a:extLst>
              </p:cNvPr>
              <p:cNvCxnSpPr>
                <a:cxnSpLocks/>
                <a:stCxn id="420" idx="5"/>
                <a:endCxn id="421" idx="3"/>
              </p:cNvCxnSpPr>
              <p:nvPr/>
            </p:nvCxnSpPr>
            <p:spPr>
              <a:xfrm>
                <a:off x="10911409" y="2734124"/>
                <a:ext cx="268730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4" name="群組 403">
              <a:extLst>
                <a:ext uri="{FF2B5EF4-FFF2-40B4-BE49-F238E27FC236}">
                  <a16:creationId xmlns:a16="http://schemas.microsoft.com/office/drawing/2014/main" id="{A69B16F7-A926-489B-A96D-C0EF24B8DB4E}"/>
                </a:ext>
              </a:extLst>
            </p:cNvPr>
            <p:cNvGrpSpPr/>
            <p:nvPr/>
          </p:nvGrpSpPr>
          <p:grpSpPr>
            <a:xfrm>
              <a:off x="8810161" y="4465925"/>
              <a:ext cx="1175662" cy="638133"/>
              <a:chOff x="10229465" y="2842986"/>
              <a:chExt cx="1175662" cy="638133"/>
            </a:xfrm>
          </p:grpSpPr>
          <p:sp>
            <p:nvSpPr>
              <p:cNvPr id="405" name="橢圓 404">
                <a:extLst>
                  <a:ext uri="{FF2B5EF4-FFF2-40B4-BE49-F238E27FC236}">
                    <a16:creationId xmlns:a16="http://schemas.microsoft.com/office/drawing/2014/main" id="{6D4931A8-F6D8-401F-97C7-E6A1AE309386}"/>
                  </a:ext>
                </a:extLst>
              </p:cNvPr>
              <p:cNvSpPr/>
              <p:nvPr/>
            </p:nvSpPr>
            <p:spPr>
              <a:xfrm>
                <a:off x="10687279" y="284298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06" name="橢圓 405">
                <a:extLst>
                  <a:ext uri="{FF2B5EF4-FFF2-40B4-BE49-F238E27FC236}">
                    <a16:creationId xmlns:a16="http://schemas.microsoft.com/office/drawing/2014/main" id="{9C1F709E-1B29-4594-A5E1-FEE5294CA005}"/>
                  </a:ext>
                </a:extLst>
              </p:cNvPr>
              <p:cNvSpPr/>
              <p:nvPr/>
            </p:nvSpPr>
            <p:spPr>
              <a:xfrm>
                <a:off x="11141537" y="284298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07" name="橢圓 406">
                <a:extLst>
                  <a:ext uri="{FF2B5EF4-FFF2-40B4-BE49-F238E27FC236}">
                    <a16:creationId xmlns:a16="http://schemas.microsoft.com/office/drawing/2014/main" id="{5AB888C8-91F2-4FBB-B25B-B265FA63EEAF}"/>
                  </a:ext>
                </a:extLst>
              </p:cNvPr>
              <p:cNvSpPr/>
              <p:nvPr/>
            </p:nvSpPr>
            <p:spPr>
              <a:xfrm>
                <a:off x="10229465" y="2845346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408" name="橢圓 407">
                <a:extLst>
                  <a:ext uri="{FF2B5EF4-FFF2-40B4-BE49-F238E27FC236}">
                    <a16:creationId xmlns:a16="http://schemas.microsoft.com/office/drawing/2014/main" id="{6CB76469-6D5D-4B49-B8BF-0F946C71B813}"/>
                  </a:ext>
                </a:extLst>
              </p:cNvPr>
              <p:cNvSpPr/>
              <p:nvPr/>
            </p:nvSpPr>
            <p:spPr>
              <a:xfrm>
                <a:off x="10686421" y="321516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9" name="橢圓 408">
                <a:extLst>
                  <a:ext uri="{FF2B5EF4-FFF2-40B4-BE49-F238E27FC236}">
                    <a16:creationId xmlns:a16="http://schemas.microsoft.com/office/drawing/2014/main" id="{7EBE266E-1091-4D6F-8F92-363DE41E7ED7}"/>
                  </a:ext>
                </a:extLst>
              </p:cNvPr>
              <p:cNvSpPr/>
              <p:nvPr/>
            </p:nvSpPr>
            <p:spPr>
              <a:xfrm>
                <a:off x="11141537" y="3215169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0" name="橢圓 409">
                <a:extLst>
                  <a:ext uri="{FF2B5EF4-FFF2-40B4-BE49-F238E27FC236}">
                    <a16:creationId xmlns:a16="http://schemas.microsoft.com/office/drawing/2014/main" id="{94857C6D-B607-4D8E-8860-E8ACE319B380}"/>
                  </a:ext>
                </a:extLst>
              </p:cNvPr>
              <p:cNvSpPr/>
              <p:nvPr/>
            </p:nvSpPr>
            <p:spPr>
              <a:xfrm>
                <a:off x="10229465" y="321752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11" name="直線單箭頭接點 410">
                <a:extLst>
                  <a:ext uri="{FF2B5EF4-FFF2-40B4-BE49-F238E27FC236}">
                    <a16:creationId xmlns:a16="http://schemas.microsoft.com/office/drawing/2014/main" id="{2E136912-20D1-4BE7-879F-D65ABB3772A4}"/>
                  </a:ext>
                </a:extLst>
              </p:cNvPr>
              <p:cNvCxnSpPr>
                <a:cxnSpLocks/>
                <a:stCxn id="410" idx="5"/>
                <a:endCxn id="408" idx="3"/>
              </p:cNvCxnSpPr>
              <p:nvPr/>
            </p:nvCxnSpPr>
            <p:spPr>
              <a:xfrm flipV="1">
                <a:off x="10454453" y="3440157"/>
                <a:ext cx="270570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線單箭頭接點 413">
                <a:extLst>
                  <a:ext uri="{FF2B5EF4-FFF2-40B4-BE49-F238E27FC236}">
                    <a16:creationId xmlns:a16="http://schemas.microsoft.com/office/drawing/2014/main" id="{2BD13E18-27B8-498C-AB13-0C39D0800C04}"/>
                  </a:ext>
                </a:extLst>
              </p:cNvPr>
              <p:cNvCxnSpPr>
                <a:cxnSpLocks/>
                <a:stCxn id="410" idx="6"/>
                <a:endCxn id="408" idx="2"/>
              </p:cNvCxnSpPr>
              <p:nvPr/>
            </p:nvCxnSpPr>
            <p:spPr>
              <a:xfrm flipV="1">
                <a:off x="10493055" y="3346964"/>
                <a:ext cx="193366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線單箭頭接點 414">
                <a:extLst>
                  <a:ext uri="{FF2B5EF4-FFF2-40B4-BE49-F238E27FC236}">
                    <a16:creationId xmlns:a16="http://schemas.microsoft.com/office/drawing/2014/main" id="{4126F756-3CB3-430E-BE05-36ACD3359937}"/>
                  </a:ext>
                </a:extLst>
              </p:cNvPr>
              <p:cNvCxnSpPr>
                <a:cxnSpLocks/>
                <a:stCxn id="408" idx="6"/>
                <a:endCxn id="406" idx="3"/>
              </p:cNvCxnSpPr>
              <p:nvPr/>
            </p:nvCxnSpPr>
            <p:spPr>
              <a:xfrm flipV="1">
                <a:off x="10950011" y="3067974"/>
                <a:ext cx="230128" cy="27899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直線單箭頭接點 415">
                <a:extLst>
                  <a:ext uri="{FF2B5EF4-FFF2-40B4-BE49-F238E27FC236}">
                    <a16:creationId xmlns:a16="http://schemas.microsoft.com/office/drawing/2014/main" id="{7B3F1AB8-85C6-4B1C-82F1-23AB749D61CF}"/>
                  </a:ext>
                </a:extLst>
              </p:cNvPr>
              <p:cNvCxnSpPr>
                <a:cxnSpLocks/>
                <a:stCxn id="408" idx="5"/>
                <a:endCxn id="409" idx="3"/>
              </p:cNvCxnSpPr>
              <p:nvPr/>
            </p:nvCxnSpPr>
            <p:spPr>
              <a:xfrm>
                <a:off x="10911409" y="3440157"/>
                <a:ext cx="268730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1" name="箭號: 向右 240">
            <a:extLst>
              <a:ext uri="{FF2B5EF4-FFF2-40B4-BE49-F238E27FC236}">
                <a16:creationId xmlns:a16="http://schemas.microsoft.com/office/drawing/2014/main" id="{315DE959-F74E-4AF8-8E03-1B820B7E57CC}"/>
              </a:ext>
            </a:extLst>
          </p:cNvPr>
          <p:cNvSpPr/>
          <p:nvPr/>
        </p:nvSpPr>
        <p:spPr>
          <a:xfrm>
            <a:off x="1703058" y="4019961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E9C9697-B661-4BA9-948F-F3C98C3C69A5}"/>
              </a:ext>
            </a:extLst>
          </p:cNvPr>
          <p:cNvGrpSpPr/>
          <p:nvPr/>
        </p:nvGrpSpPr>
        <p:grpSpPr>
          <a:xfrm>
            <a:off x="2025712" y="3646244"/>
            <a:ext cx="1645261" cy="927435"/>
            <a:chOff x="1997608" y="3338589"/>
            <a:chExt cx="1645261" cy="927435"/>
          </a:xfrm>
        </p:grpSpPr>
        <p:grpSp>
          <p:nvGrpSpPr>
            <p:cNvPr id="325" name="群組 324">
              <a:extLst>
                <a:ext uri="{FF2B5EF4-FFF2-40B4-BE49-F238E27FC236}">
                  <a16:creationId xmlns:a16="http://schemas.microsoft.com/office/drawing/2014/main" id="{91E23EE3-EA09-4D34-8D50-7D85E05BD8C3}"/>
                </a:ext>
              </a:extLst>
            </p:cNvPr>
            <p:cNvGrpSpPr/>
            <p:nvPr/>
          </p:nvGrpSpPr>
          <p:grpSpPr>
            <a:xfrm>
              <a:off x="1997608" y="3338589"/>
              <a:ext cx="1645261" cy="369332"/>
              <a:chOff x="2786873" y="1053056"/>
              <a:chExt cx="1645261" cy="369332"/>
            </a:xfrm>
          </p:grpSpPr>
          <p:grpSp>
            <p:nvGrpSpPr>
              <p:cNvPr id="257" name="群組 256">
                <a:extLst>
                  <a:ext uri="{FF2B5EF4-FFF2-40B4-BE49-F238E27FC236}">
                    <a16:creationId xmlns:a16="http://schemas.microsoft.com/office/drawing/2014/main" id="{98A2D270-BFC5-4676-8304-A64E386F41E2}"/>
                  </a:ext>
                </a:extLst>
              </p:cNvPr>
              <p:cNvGrpSpPr/>
              <p:nvPr/>
            </p:nvGrpSpPr>
            <p:grpSpPr>
              <a:xfrm>
                <a:off x="2786873" y="1105927"/>
                <a:ext cx="263590" cy="263590"/>
                <a:chOff x="6640093" y="3274735"/>
                <a:chExt cx="263590" cy="263590"/>
              </a:xfrm>
            </p:grpSpPr>
            <p:sp>
              <p:nvSpPr>
                <p:cNvPr id="261" name="手繪多邊形: 圖案 260">
                  <a:extLst>
                    <a:ext uri="{FF2B5EF4-FFF2-40B4-BE49-F238E27FC236}">
                      <a16:creationId xmlns:a16="http://schemas.microsoft.com/office/drawing/2014/main" id="{DD448113-A83F-4E2C-96DE-C68F2640EF1B}"/>
                    </a:ext>
                  </a:extLst>
                </p:cNvPr>
                <p:cNvSpPr/>
                <p:nvPr/>
              </p:nvSpPr>
              <p:spPr>
                <a:xfrm>
                  <a:off x="6640093" y="3406530"/>
                  <a:ext cx="263590" cy="131795"/>
                </a:xfrm>
                <a:custGeom>
                  <a:avLst/>
                  <a:gdLst>
                    <a:gd name="connsiteX0" fmla="*/ 0 w 263590"/>
                    <a:gd name="connsiteY0" fmla="*/ 0 h 131795"/>
                    <a:gd name="connsiteX1" fmla="*/ 263590 w 263590"/>
                    <a:gd name="connsiteY1" fmla="*/ 0 h 131795"/>
                    <a:gd name="connsiteX2" fmla="*/ 131795 w 263590"/>
                    <a:gd name="connsiteY2" fmla="*/ 131795 h 131795"/>
                    <a:gd name="connsiteX3" fmla="*/ 0 w 263590"/>
                    <a:gd name="connsiteY3" fmla="*/ 0 h 131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3590" h="131795">
                      <a:moveTo>
                        <a:pt x="0" y="0"/>
                      </a:moveTo>
                      <a:lnTo>
                        <a:pt x="263590" y="0"/>
                      </a:lnTo>
                      <a:cubicBezTo>
                        <a:pt x="263590" y="72788"/>
                        <a:pt x="204583" y="131795"/>
                        <a:pt x="131795" y="131795"/>
                      </a:cubicBezTo>
                      <a:cubicBezTo>
                        <a:pt x="59007" y="131795"/>
                        <a:pt x="0" y="72788"/>
                        <a:pt x="0" y="0"/>
                      </a:cubicBezTo>
                      <a:close/>
                    </a:path>
                  </a:pathLst>
                </a:cu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A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2" name="手繪多邊形: 圖案 261">
                  <a:extLst>
                    <a:ext uri="{FF2B5EF4-FFF2-40B4-BE49-F238E27FC236}">
                      <a16:creationId xmlns:a16="http://schemas.microsoft.com/office/drawing/2014/main" id="{A66716B4-7EA6-46F5-919F-5FB70FBF359D}"/>
                    </a:ext>
                  </a:extLst>
                </p:cNvPr>
                <p:cNvSpPr/>
                <p:nvPr/>
              </p:nvSpPr>
              <p:spPr>
                <a:xfrm>
                  <a:off x="6640093" y="3274735"/>
                  <a:ext cx="263590" cy="131795"/>
                </a:xfrm>
                <a:custGeom>
                  <a:avLst/>
                  <a:gdLst>
                    <a:gd name="connsiteX0" fmla="*/ 131795 w 263590"/>
                    <a:gd name="connsiteY0" fmla="*/ 0 h 131795"/>
                    <a:gd name="connsiteX1" fmla="*/ 263590 w 263590"/>
                    <a:gd name="connsiteY1" fmla="*/ 131795 h 131795"/>
                    <a:gd name="connsiteX2" fmla="*/ 0 w 263590"/>
                    <a:gd name="connsiteY2" fmla="*/ 131795 h 131795"/>
                    <a:gd name="connsiteX3" fmla="*/ 131795 w 263590"/>
                    <a:gd name="connsiteY3" fmla="*/ 0 h 131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3590" h="131795">
                      <a:moveTo>
                        <a:pt x="131795" y="0"/>
                      </a:moveTo>
                      <a:cubicBezTo>
                        <a:pt x="204583" y="0"/>
                        <a:pt x="263590" y="59007"/>
                        <a:pt x="263590" y="131795"/>
                      </a:cubicBezTo>
                      <a:lnTo>
                        <a:pt x="0" y="131795"/>
                      </a:lnTo>
                      <a:cubicBezTo>
                        <a:pt x="0" y="59007"/>
                        <a:pt x="59007" y="0"/>
                        <a:pt x="131795" y="0"/>
                      </a:cubicBezTo>
                      <a:close/>
                    </a:path>
                  </a:pathLst>
                </a:cu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US" altLang="zh-TW" sz="1050" dirty="0"/>
                    <a:t>R</a:t>
                  </a:r>
                  <a:endParaRPr lang="zh-TW" altLang="en-US" sz="1050" dirty="0"/>
                </a:p>
              </p:txBody>
            </p:sp>
          </p:grpSp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FE9DD80A-040E-40DF-8362-C38D2B75A34D}"/>
                  </a:ext>
                </a:extLst>
              </p:cNvPr>
              <p:cNvSpPr txBox="1"/>
              <p:nvPr/>
            </p:nvSpPr>
            <p:spPr>
              <a:xfrm>
                <a:off x="3109336" y="1053056"/>
                <a:ext cx="1322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Germline x2</a:t>
                </a:r>
                <a:endParaRPr lang="zh-TW" altLang="en-US" dirty="0"/>
              </a:p>
            </p:txBody>
          </p:sp>
        </p:grpSp>
        <p:grpSp>
          <p:nvGrpSpPr>
            <p:cNvPr id="590" name="群組 589">
              <a:extLst>
                <a:ext uri="{FF2B5EF4-FFF2-40B4-BE49-F238E27FC236}">
                  <a16:creationId xmlns:a16="http://schemas.microsoft.com/office/drawing/2014/main" id="{CD242F8D-01B3-4712-ABA2-0DC0BF685A40}"/>
                </a:ext>
              </a:extLst>
            </p:cNvPr>
            <p:cNvGrpSpPr/>
            <p:nvPr/>
          </p:nvGrpSpPr>
          <p:grpSpPr>
            <a:xfrm>
              <a:off x="1997608" y="3896692"/>
              <a:ext cx="1524523" cy="369332"/>
              <a:chOff x="2003483" y="2528770"/>
              <a:chExt cx="1524523" cy="369332"/>
            </a:xfrm>
          </p:grpSpPr>
          <p:grpSp>
            <p:nvGrpSpPr>
              <p:cNvPr id="256" name="群組 255">
                <a:extLst>
                  <a:ext uri="{FF2B5EF4-FFF2-40B4-BE49-F238E27FC236}">
                    <a16:creationId xmlns:a16="http://schemas.microsoft.com/office/drawing/2014/main" id="{5D9D76BC-7CD4-48C1-9CA9-6873C2A0F8B0}"/>
                  </a:ext>
                </a:extLst>
              </p:cNvPr>
              <p:cNvGrpSpPr/>
              <p:nvPr/>
            </p:nvGrpSpPr>
            <p:grpSpPr>
              <a:xfrm>
                <a:off x="2003483" y="2581641"/>
                <a:ext cx="263590" cy="263590"/>
                <a:chOff x="7409561" y="3271224"/>
                <a:chExt cx="263590" cy="263590"/>
              </a:xfrm>
            </p:grpSpPr>
            <p:sp>
              <p:nvSpPr>
                <p:cNvPr id="263" name="手繪多邊形: 圖案 262">
                  <a:extLst>
                    <a:ext uri="{FF2B5EF4-FFF2-40B4-BE49-F238E27FC236}">
                      <a16:creationId xmlns:a16="http://schemas.microsoft.com/office/drawing/2014/main" id="{6A8B12B4-9A72-4811-B3AA-C557788605DF}"/>
                    </a:ext>
                  </a:extLst>
                </p:cNvPr>
                <p:cNvSpPr/>
                <p:nvPr/>
              </p:nvSpPr>
              <p:spPr>
                <a:xfrm>
                  <a:off x="7409561" y="3403019"/>
                  <a:ext cx="263590" cy="131795"/>
                </a:xfrm>
                <a:custGeom>
                  <a:avLst/>
                  <a:gdLst>
                    <a:gd name="connsiteX0" fmla="*/ 0 w 263590"/>
                    <a:gd name="connsiteY0" fmla="*/ 0 h 131795"/>
                    <a:gd name="connsiteX1" fmla="*/ 263590 w 263590"/>
                    <a:gd name="connsiteY1" fmla="*/ 0 h 131795"/>
                    <a:gd name="connsiteX2" fmla="*/ 131795 w 263590"/>
                    <a:gd name="connsiteY2" fmla="*/ 131795 h 131795"/>
                    <a:gd name="connsiteX3" fmla="*/ 0 w 263590"/>
                    <a:gd name="connsiteY3" fmla="*/ 0 h 131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3590" h="131795">
                      <a:moveTo>
                        <a:pt x="0" y="0"/>
                      </a:moveTo>
                      <a:lnTo>
                        <a:pt x="263590" y="0"/>
                      </a:lnTo>
                      <a:cubicBezTo>
                        <a:pt x="263590" y="72788"/>
                        <a:pt x="204583" y="131795"/>
                        <a:pt x="131795" y="131795"/>
                      </a:cubicBezTo>
                      <a:cubicBezTo>
                        <a:pt x="59007" y="131795"/>
                        <a:pt x="0" y="72788"/>
                        <a:pt x="0" y="0"/>
                      </a:cubicBezTo>
                      <a:close/>
                    </a:path>
                  </a:pathLst>
                </a:cu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A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64" name="手繪多邊形: 圖案 263">
                  <a:extLst>
                    <a:ext uri="{FF2B5EF4-FFF2-40B4-BE49-F238E27FC236}">
                      <a16:creationId xmlns:a16="http://schemas.microsoft.com/office/drawing/2014/main" id="{4FCD9644-2F94-4B37-9FB3-93570F7B926B}"/>
                    </a:ext>
                  </a:extLst>
                </p:cNvPr>
                <p:cNvSpPr/>
                <p:nvPr/>
              </p:nvSpPr>
              <p:spPr>
                <a:xfrm>
                  <a:off x="7409561" y="3271224"/>
                  <a:ext cx="263590" cy="131795"/>
                </a:xfrm>
                <a:custGeom>
                  <a:avLst/>
                  <a:gdLst>
                    <a:gd name="connsiteX0" fmla="*/ 131795 w 263590"/>
                    <a:gd name="connsiteY0" fmla="*/ 0 h 131795"/>
                    <a:gd name="connsiteX1" fmla="*/ 263590 w 263590"/>
                    <a:gd name="connsiteY1" fmla="*/ 131795 h 131795"/>
                    <a:gd name="connsiteX2" fmla="*/ 0 w 263590"/>
                    <a:gd name="connsiteY2" fmla="*/ 131795 h 131795"/>
                    <a:gd name="connsiteX3" fmla="*/ 131795 w 263590"/>
                    <a:gd name="connsiteY3" fmla="*/ 0 h 131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3590" h="131795">
                      <a:moveTo>
                        <a:pt x="131795" y="0"/>
                      </a:moveTo>
                      <a:cubicBezTo>
                        <a:pt x="204583" y="0"/>
                        <a:pt x="263590" y="59007"/>
                        <a:pt x="263590" y="131795"/>
                      </a:cubicBezTo>
                      <a:lnTo>
                        <a:pt x="0" y="131795"/>
                      </a:lnTo>
                      <a:cubicBezTo>
                        <a:pt x="0" y="59007"/>
                        <a:pt x="59007" y="0"/>
                        <a:pt x="131795" y="0"/>
                      </a:cubicBezTo>
                      <a:close/>
                    </a:path>
                  </a:pathLst>
                </a:cu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r>
                    <a:rPr lang="en-US" altLang="zh-TW" sz="1050" dirty="0"/>
                    <a:t>R</a:t>
                  </a:r>
                  <a:endParaRPr lang="zh-TW" altLang="en-US" sz="1050" dirty="0"/>
                </a:p>
              </p:txBody>
            </p:sp>
          </p:grpSp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DD595705-AACE-4ADD-A14A-6B2155079455}"/>
                  </a:ext>
                </a:extLst>
              </p:cNvPr>
              <p:cNvSpPr txBox="1"/>
              <p:nvPr/>
            </p:nvSpPr>
            <p:spPr>
              <a:xfrm>
                <a:off x="2325946" y="2528770"/>
                <a:ext cx="12020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Somatic x1</a:t>
                </a:r>
                <a:endParaRPr lang="zh-TW" altLang="en-US" dirty="0"/>
              </a:p>
            </p:txBody>
          </p:sp>
        </p:grpSp>
      </p:grpSp>
      <p:sp>
        <p:nvSpPr>
          <p:cNvPr id="314" name="箭號: 向右 313">
            <a:extLst>
              <a:ext uri="{FF2B5EF4-FFF2-40B4-BE49-F238E27FC236}">
                <a16:creationId xmlns:a16="http://schemas.microsoft.com/office/drawing/2014/main" id="{2AF5CE4F-321A-43DF-AF70-F4A04328D46F}"/>
              </a:ext>
            </a:extLst>
          </p:cNvPr>
          <p:cNvSpPr/>
          <p:nvPr/>
        </p:nvSpPr>
        <p:spPr>
          <a:xfrm rot="19800000">
            <a:off x="3602542" y="344973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sp>
        <p:nvSpPr>
          <p:cNvPr id="265" name="箭號: 向右 264">
            <a:extLst>
              <a:ext uri="{FF2B5EF4-FFF2-40B4-BE49-F238E27FC236}">
                <a16:creationId xmlns:a16="http://schemas.microsoft.com/office/drawing/2014/main" id="{2A315A0E-FE37-47A0-AADF-C48AEA1BC0E3}"/>
              </a:ext>
            </a:extLst>
          </p:cNvPr>
          <p:cNvSpPr/>
          <p:nvPr/>
        </p:nvSpPr>
        <p:spPr>
          <a:xfrm rot="1800000">
            <a:off x="3602542" y="4526782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sp>
        <p:nvSpPr>
          <p:cNvPr id="300" name="文字方塊 299">
            <a:extLst>
              <a:ext uri="{FF2B5EF4-FFF2-40B4-BE49-F238E27FC236}">
                <a16:creationId xmlns:a16="http://schemas.microsoft.com/office/drawing/2014/main" id="{3AA15ED4-5671-4126-BDDB-298F5AEE123F}"/>
              </a:ext>
            </a:extLst>
          </p:cNvPr>
          <p:cNvSpPr txBox="1"/>
          <p:nvPr/>
        </p:nvSpPr>
        <p:spPr>
          <a:xfrm>
            <a:off x="53797" y="3174092"/>
            <a:ext cx="217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Tri-nodal-edge</a:t>
            </a:r>
            <a:r>
              <a:rPr lang="zh-TW" altLang="en-US" dirty="0"/>
              <a:t> </a:t>
            </a:r>
            <a:r>
              <a:rPr lang="en-US" altLang="zh-TW" dirty="0"/>
              <a:t>Graph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4087918-0503-4960-B22D-2B81CA83DE01}"/>
              </a:ext>
            </a:extLst>
          </p:cNvPr>
          <p:cNvGrpSpPr/>
          <p:nvPr/>
        </p:nvGrpSpPr>
        <p:grpSpPr>
          <a:xfrm>
            <a:off x="10586722" y="2688216"/>
            <a:ext cx="1080424" cy="850736"/>
            <a:chOff x="10509479" y="2915581"/>
            <a:chExt cx="1080424" cy="85073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1" name="文字方塊 440">
                  <a:extLst>
                    <a:ext uri="{FF2B5EF4-FFF2-40B4-BE49-F238E27FC236}">
                      <a16:creationId xmlns:a16="http://schemas.microsoft.com/office/drawing/2014/main" id="{E893E4D6-5322-41E5-9E69-AA0658435F8D}"/>
                    </a:ext>
                  </a:extLst>
                </p:cNvPr>
                <p:cNvSpPr txBox="1"/>
                <p:nvPr/>
              </p:nvSpPr>
              <p:spPr>
                <a:xfrm>
                  <a:off x="10509479" y="2915581"/>
                  <a:ext cx="1080424" cy="396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𝐻𝑖𝑔h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TW" dirty="0"/>
                </a:p>
              </p:txBody>
            </p:sp>
          </mc:Choice>
          <mc:Fallback xmlns="">
            <p:sp>
              <p:nvSpPr>
                <p:cNvPr id="441" name="文字方塊 440">
                  <a:extLst>
                    <a:ext uri="{FF2B5EF4-FFF2-40B4-BE49-F238E27FC236}">
                      <a16:creationId xmlns:a16="http://schemas.microsoft.com/office/drawing/2014/main" id="{E893E4D6-5322-41E5-9E69-AA0658435F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9479" y="2915581"/>
                  <a:ext cx="1080424" cy="396006"/>
                </a:xfrm>
                <a:prstGeom prst="rect">
                  <a:avLst/>
                </a:prstGeom>
                <a:blipFill>
                  <a:blip r:embed="rId9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601A1304-D666-4E75-B2A6-5A20228F2552}"/>
                    </a:ext>
                  </a:extLst>
                </p:cNvPr>
                <p:cNvSpPr txBox="1"/>
                <p:nvPr/>
              </p:nvSpPr>
              <p:spPr>
                <a:xfrm>
                  <a:off x="10527561" y="3300997"/>
                  <a:ext cx="1044260" cy="4653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altLang="zh-TW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200" i="1" dirty="0">
                                    <a:latin typeface="Cambria Math" panose="02040503050406030204" pitchFamily="18" charset="0"/>
                                  </a:rPr>
                                  <m:t>8, </m:t>
                                </m:r>
                                <m:r>
                                  <a:rPr lang="en-US" altLang="zh-TW" sz="12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den>
                        </m:f>
                        <m:r>
                          <a:rPr lang="en-US" altLang="zh-TW" sz="12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dirty="0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US" altLang="zh-TW" sz="1200" b="0" i="1" dirty="0" smtClean="0">
                                <a:latin typeface="Cambria Math" panose="02040503050406030204" pitchFamily="18" charset="0"/>
                              </a:rPr>
                              <m:t>56</m:t>
                            </m:r>
                          </m:den>
                        </m:f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601A1304-D666-4E75-B2A6-5A20228F25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7561" y="3300997"/>
                  <a:ext cx="1044260" cy="4653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41EED58A-B3C0-43A9-BDBB-FA4491DB167F}"/>
              </a:ext>
            </a:extLst>
          </p:cNvPr>
          <p:cNvGrpSpPr/>
          <p:nvPr/>
        </p:nvGrpSpPr>
        <p:grpSpPr>
          <a:xfrm>
            <a:off x="10605605" y="4966909"/>
            <a:ext cx="1042658" cy="827361"/>
            <a:chOff x="10528362" y="4891061"/>
            <a:chExt cx="1042658" cy="827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文字方塊 257">
                  <a:extLst>
                    <a:ext uri="{FF2B5EF4-FFF2-40B4-BE49-F238E27FC236}">
                      <a16:creationId xmlns:a16="http://schemas.microsoft.com/office/drawing/2014/main" id="{073E2E69-04A0-4138-ADFA-0EF0489D02B7}"/>
                    </a:ext>
                  </a:extLst>
                </p:cNvPr>
                <p:cNvSpPr txBox="1"/>
                <p:nvPr/>
              </p:nvSpPr>
              <p:spPr>
                <a:xfrm>
                  <a:off x="10557409" y="4891061"/>
                  <a:ext cx="984565" cy="396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𝑜𝑤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m:oMathPara>
                  </a14:m>
                  <a:endParaRPr lang="en-US" altLang="zh-TW" dirty="0"/>
                </a:p>
              </p:txBody>
            </p:sp>
          </mc:Choice>
          <mc:Fallback xmlns="">
            <p:sp>
              <p:nvSpPr>
                <p:cNvPr id="258" name="文字方塊 257">
                  <a:extLst>
                    <a:ext uri="{FF2B5EF4-FFF2-40B4-BE49-F238E27FC236}">
                      <a16:creationId xmlns:a16="http://schemas.microsoft.com/office/drawing/2014/main" id="{073E2E69-04A0-4138-ADFA-0EF0489D0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7409" y="4891061"/>
                  <a:ext cx="984565" cy="396006"/>
                </a:xfrm>
                <a:prstGeom prst="rect">
                  <a:avLst/>
                </a:prstGeom>
                <a:blipFill>
                  <a:blip r:embed="rId11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9" name="文字方塊 258">
                  <a:extLst>
                    <a:ext uri="{FF2B5EF4-FFF2-40B4-BE49-F238E27FC236}">
                      <a16:creationId xmlns:a16="http://schemas.microsoft.com/office/drawing/2014/main" id="{0244C408-10BF-4821-935F-FE9520F649FB}"/>
                    </a:ext>
                  </a:extLst>
                </p:cNvPr>
                <p:cNvSpPr txBox="1"/>
                <p:nvPr/>
              </p:nvSpPr>
              <p:spPr>
                <a:xfrm>
                  <a:off x="10528362" y="5253102"/>
                  <a:ext cx="1042658" cy="4653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altLang="zh-TW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1200" i="1" dirty="0">
                                    <a:latin typeface="Cambria Math" panose="02040503050406030204" pitchFamily="18" charset="0"/>
                                  </a:rPr>
                                  <m:t>8, 2</m:t>
                                </m:r>
                              </m:e>
                            </m:d>
                          </m:den>
                        </m:f>
                        <m:r>
                          <a:rPr lang="en-US" altLang="zh-TW" sz="1200" i="1" dirty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TW" sz="1200" i="1" dirty="0">
                                <a:latin typeface="Cambria Math" panose="02040503050406030204" pitchFamily="18" charset="0"/>
                              </a:rPr>
                              <m:t>28</m:t>
                            </m:r>
                          </m:den>
                        </m:f>
                      </m:oMath>
                    </m:oMathPara>
                  </a14:m>
                  <a:endParaRPr lang="en-US" altLang="zh-TW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9" name="文字方塊 258">
                  <a:extLst>
                    <a:ext uri="{FF2B5EF4-FFF2-40B4-BE49-F238E27FC236}">
                      <a16:creationId xmlns:a16="http://schemas.microsoft.com/office/drawing/2014/main" id="{0244C408-10BF-4821-935F-FE9520F649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28362" y="5253102"/>
                  <a:ext cx="1042658" cy="4653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46928E6-A814-4537-86FE-26F8187DD90F}"/>
              </a:ext>
            </a:extLst>
          </p:cNvPr>
          <p:cNvGrpSpPr/>
          <p:nvPr/>
        </p:nvGrpSpPr>
        <p:grpSpPr>
          <a:xfrm>
            <a:off x="4073590" y="4616549"/>
            <a:ext cx="7493647" cy="1336431"/>
            <a:chOff x="3880268" y="4616549"/>
            <a:chExt cx="7863174" cy="1336431"/>
          </a:xfrm>
        </p:grpSpPr>
        <p:cxnSp>
          <p:nvCxnSpPr>
            <p:cNvPr id="399" name="直線接點 398">
              <a:extLst>
                <a:ext uri="{FF2B5EF4-FFF2-40B4-BE49-F238E27FC236}">
                  <a16:creationId xmlns:a16="http://schemas.microsoft.com/office/drawing/2014/main" id="{16755AB4-9743-4C53-BF7D-DBE30702A361}"/>
                </a:ext>
              </a:extLst>
            </p:cNvPr>
            <p:cNvCxnSpPr>
              <a:cxnSpLocks/>
            </p:cNvCxnSpPr>
            <p:nvPr/>
          </p:nvCxnSpPr>
          <p:spPr>
            <a:xfrm>
              <a:off x="3880268" y="4616549"/>
              <a:ext cx="7863174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線接點 259">
              <a:extLst>
                <a:ext uri="{FF2B5EF4-FFF2-40B4-BE49-F238E27FC236}">
                  <a16:creationId xmlns:a16="http://schemas.microsoft.com/office/drawing/2014/main" id="{9866BEB6-89D7-4E35-9A50-D6FCDAA5066D}"/>
                </a:ext>
              </a:extLst>
            </p:cNvPr>
            <p:cNvCxnSpPr>
              <a:cxnSpLocks/>
            </p:cNvCxnSpPr>
            <p:nvPr/>
          </p:nvCxnSpPr>
          <p:spPr>
            <a:xfrm>
              <a:off x="3880268" y="5952980"/>
              <a:ext cx="7863174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文字方塊 289">
                <a:extLst>
                  <a:ext uri="{FF2B5EF4-FFF2-40B4-BE49-F238E27FC236}">
                    <a16:creationId xmlns:a16="http://schemas.microsoft.com/office/drawing/2014/main" id="{2A110928-4B92-463F-BD76-74A5BC09E511}"/>
                  </a:ext>
                </a:extLst>
              </p:cNvPr>
              <p:cNvSpPr txBox="1"/>
              <p:nvPr/>
            </p:nvSpPr>
            <p:spPr>
              <a:xfrm>
                <a:off x="6886802" y="6116161"/>
                <a:ext cx="5102807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Not matching any somatic pattern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𝑁𝑜𝑛𝑆𝑜𝑚𝑎𝑖𝑡𝑐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90" name="文字方塊 289">
                <a:extLst>
                  <a:ext uri="{FF2B5EF4-FFF2-40B4-BE49-F238E27FC236}">
                    <a16:creationId xmlns:a16="http://schemas.microsoft.com/office/drawing/2014/main" id="{2A110928-4B92-463F-BD76-74A5BC09E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802" y="6116161"/>
                <a:ext cx="5102807" cy="396006"/>
              </a:xfrm>
              <a:prstGeom prst="rect">
                <a:avLst/>
              </a:prstGeom>
              <a:blipFill>
                <a:blip r:embed="rId13"/>
                <a:stretch>
                  <a:fillRect l="-1075" t="-6154" b="-1846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6" name="文字方塊 265">
            <a:extLst>
              <a:ext uri="{FF2B5EF4-FFF2-40B4-BE49-F238E27FC236}">
                <a16:creationId xmlns:a16="http://schemas.microsoft.com/office/drawing/2014/main" id="{B57AA91F-8318-4FD2-B8E7-EF39662C73CB}"/>
              </a:ext>
            </a:extLst>
          </p:cNvPr>
          <p:cNvSpPr txBox="1"/>
          <p:nvPr/>
        </p:nvSpPr>
        <p:spPr>
          <a:xfrm>
            <a:off x="10245844" y="2928918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0693D374-26BD-47AB-99BB-FF43096C549E}"/>
              </a:ext>
            </a:extLst>
          </p:cNvPr>
          <p:cNvSpPr txBox="1"/>
          <p:nvPr/>
        </p:nvSpPr>
        <p:spPr>
          <a:xfrm>
            <a:off x="10245844" y="519592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272" name="箭號: 向右 271">
            <a:extLst>
              <a:ext uri="{FF2B5EF4-FFF2-40B4-BE49-F238E27FC236}">
                <a16:creationId xmlns:a16="http://schemas.microsoft.com/office/drawing/2014/main" id="{3CDF64A1-B408-43F7-A2A1-DD771024F646}"/>
              </a:ext>
            </a:extLst>
          </p:cNvPr>
          <p:cNvSpPr/>
          <p:nvPr/>
        </p:nvSpPr>
        <p:spPr>
          <a:xfrm>
            <a:off x="5914266" y="3023584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sp>
        <p:nvSpPr>
          <p:cNvPr id="273" name="箭號: 向右 272">
            <a:extLst>
              <a:ext uri="{FF2B5EF4-FFF2-40B4-BE49-F238E27FC236}">
                <a16:creationId xmlns:a16="http://schemas.microsoft.com/office/drawing/2014/main" id="{C213CD1C-18C5-490D-BC30-528425CD3D3C}"/>
              </a:ext>
            </a:extLst>
          </p:cNvPr>
          <p:cNvSpPr/>
          <p:nvPr/>
        </p:nvSpPr>
        <p:spPr>
          <a:xfrm>
            <a:off x="5914266" y="529058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274" name="群組 273">
            <a:extLst>
              <a:ext uri="{FF2B5EF4-FFF2-40B4-BE49-F238E27FC236}">
                <a16:creationId xmlns:a16="http://schemas.microsoft.com/office/drawing/2014/main" id="{6CDF2B00-1D57-4C47-82AF-A654EA0360CD}"/>
              </a:ext>
            </a:extLst>
          </p:cNvPr>
          <p:cNvGrpSpPr/>
          <p:nvPr/>
        </p:nvGrpSpPr>
        <p:grpSpPr>
          <a:xfrm>
            <a:off x="224558" y="3640946"/>
            <a:ext cx="1369253" cy="899756"/>
            <a:chOff x="6052477" y="1542996"/>
            <a:chExt cx="2216886" cy="1456748"/>
          </a:xfrm>
        </p:grpSpPr>
        <p:sp>
          <p:nvSpPr>
            <p:cNvPr id="275" name="文字方塊 274">
              <a:extLst>
                <a:ext uri="{FF2B5EF4-FFF2-40B4-BE49-F238E27FC236}">
                  <a16:creationId xmlns:a16="http://schemas.microsoft.com/office/drawing/2014/main" id="{A70FCC55-AD5A-4F53-86C4-72B36658261D}"/>
                </a:ext>
              </a:extLst>
            </p:cNvPr>
            <p:cNvSpPr txBox="1"/>
            <p:nvPr/>
          </p:nvSpPr>
          <p:spPr>
            <a:xfrm>
              <a:off x="6347137" y="1542996"/>
              <a:ext cx="30489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>
                  <a:solidFill>
                    <a:srgbClr val="8FAADC"/>
                  </a:solidFill>
                </a:rPr>
                <a:t>rrr</a:t>
              </a:r>
              <a:endParaRPr lang="zh-TW" altLang="en-US" sz="900" dirty="0">
                <a:solidFill>
                  <a:srgbClr val="8FAADC"/>
                </a:solidFill>
              </a:endParaRPr>
            </a:p>
          </p:txBody>
        </p:sp>
        <p:cxnSp>
          <p:nvCxnSpPr>
            <p:cNvPr id="276" name="直線單箭頭接點 275">
              <a:extLst>
                <a:ext uri="{FF2B5EF4-FFF2-40B4-BE49-F238E27FC236}">
                  <a16:creationId xmlns:a16="http://schemas.microsoft.com/office/drawing/2014/main" id="{0673AF41-3F93-4B5B-915B-952FCE6B3368}"/>
                </a:ext>
              </a:extLst>
            </p:cNvPr>
            <p:cNvCxnSpPr>
              <a:cxnSpLocks/>
              <a:stCxn id="305" idx="7"/>
              <a:endCxn id="302" idx="3"/>
            </p:cNvCxnSpPr>
            <p:nvPr/>
          </p:nvCxnSpPr>
          <p:spPr>
            <a:xfrm flipV="1">
              <a:off x="7329648" y="2094231"/>
              <a:ext cx="674668" cy="506057"/>
            </a:xfrm>
            <a:prstGeom prst="straightConnector1">
              <a:avLst/>
            </a:prstGeom>
            <a:ln w="19050">
              <a:solidFill>
                <a:schemeClr val="accent4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線單箭頭接點 276">
              <a:extLst>
                <a:ext uri="{FF2B5EF4-FFF2-40B4-BE49-F238E27FC236}">
                  <a16:creationId xmlns:a16="http://schemas.microsoft.com/office/drawing/2014/main" id="{3D09B9E3-4A92-4900-8F72-AE3AF0D9FA31}"/>
                </a:ext>
              </a:extLst>
            </p:cNvPr>
            <p:cNvCxnSpPr>
              <a:cxnSpLocks/>
              <a:stCxn id="306" idx="6"/>
              <a:endCxn id="304" idx="2"/>
            </p:cNvCxnSpPr>
            <p:nvPr/>
          </p:nvCxnSpPr>
          <p:spPr>
            <a:xfrm flipV="1">
              <a:off x="6494350" y="1984445"/>
              <a:ext cx="580445" cy="4593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線單箭頭接點 277">
              <a:extLst>
                <a:ext uri="{FF2B5EF4-FFF2-40B4-BE49-F238E27FC236}">
                  <a16:creationId xmlns:a16="http://schemas.microsoft.com/office/drawing/2014/main" id="{B79AF50D-A90B-4C8C-8C1C-A3528471AD8D}"/>
                </a:ext>
              </a:extLst>
            </p:cNvPr>
            <p:cNvCxnSpPr>
              <a:cxnSpLocks/>
              <a:stCxn id="306" idx="5"/>
              <a:endCxn id="305" idx="1"/>
            </p:cNvCxnSpPr>
            <p:nvPr/>
          </p:nvCxnSpPr>
          <p:spPr>
            <a:xfrm>
              <a:off x="6448875" y="2098824"/>
              <a:ext cx="661201" cy="501464"/>
            </a:xfrm>
            <a:prstGeom prst="straightConnector1">
              <a:avLst/>
            </a:prstGeom>
            <a:ln w="19050">
              <a:solidFill>
                <a:schemeClr val="accent4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線單箭頭接點 278">
              <a:extLst>
                <a:ext uri="{FF2B5EF4-FFF2-40B4-BE49-F238E27FC236}">
                  <a16:creationId xmlns:a16="http://schemas.microsoft.com/office/drawing/2014/main" id="{B175B1A7-1411-4EA3-A7F5-B05B194C551F}"/>
                </a:ext>
              </a:extLst>
            </p:cNvPr>
            <p:cNvCxnSpPr>
              <a:cxnSpLocks/>
              <a:stCxn id="304" idx="6"/>
              <a:endCxn id="303" idx="0"/>
            </p:cNvCxnSpPr>
            <p:nvPr/>
          </p:nvCxnSpPr>
          <p:spPr>
            <a:xfrm>
              <a:off x="7385316" y="1984445"/>
              <a:ext cx="720262" cy="570368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線單箭頭接點 279">
              <a:extLst>
                <a:ext uri="{FF2B5EF4-FFF2-40B4-BE49-F238E27FC236}">
                  <a16:creationId xmlns:a16="http://schemas.microsoft.com/office/drawing/2014/main" id="{375AEA0C-5ED7-410F-9FFB-0DC9C4D6507C}"/>
                </a:ext>
              </a:extLst>
            </p:cNvPr>
            <p:cNvCxnSpPr>
              <a:cxnSpLocks/>
              <a:stCxn id="306" idx="4"/>
              <a:endCxn id="305" idx="2"/>
            </p:cNvCxnSpPr>
            <p:nvPr/>
          </p:nvCxnSpPr>
          <p:spPr>
            <a:xfrm>
              <a:off x="6339089" y="2144299"/>
              <a:ext cx="725512" cy="565776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Dot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線單箭頭接點 280">
              <a:extLst>
                <a:ext uri="{FF2B5EF4-FFF2-40B4-BE49-F238E27FC236}">
                  <a16:creationId xmlns:a16="http://schemas.microsoft.com/office/drawing/2014/main" id="{4E834FEC-8FF4-4C72-B559-6254C7A399EC}"/>
                </a:ext>
              </a:extLst>
            </p:cNvPr>
            <p:cNvCxnSpPr>
              <a:cxnSpLocks/>
              <a:stCxn id="305" idx="6"/>
              <a:endCxn id="303" idx="2"/>
            </p:cNvCxnSpPr>
            <p:nvPr/>
          </p:nvCxnSpPr>
          <p:spPr>
            <a:xfrm>
              <a:off x="7375123" y="2710075"/>
              <a:ext cx="575194" cy="0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線單箭頭接點 287">
              <a:extLst>
                <a:ext uri="{FF2B5EF4-FFF2-40B4-BE49-F238E27FC236}">
                  <a16:creationId xmlns:a16="http://schemas.microsoft.com/office/drawing/2014/main" id="{57009080-C549-42E1-8AA8-59DAE272972F}"/>
                </a:ext>
              </a:extLst>
            </p:cNvPr>
            <p:cNvCxnSpPr>
              <a:cxnSpLocks/>
              <a:stCxn id="312" idx="6"/>
              <a:endCxn id="305" idx="2"/>
            </p:cNvCxnSpPr>
            <p:nvPr/>
          </p:nvCxnSpPr>
          <p:spPr>
            <a:xfrm flipV="1">
              <a:off x="6485826" y="2710074"/>
              <a:ext cx="578775" cy="4593"/>
            </a:xfrm>
            <a:prstGeom prst="straightConnector1">
              <a:avLst/>
            </a:prstGeom>
            <a:ln w="19050">
              <a:solidFill>
                <a:srgbClr val="C00000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線單箭頭接點 288">
              <a:extLst>
                <a:ext uri="{FF2B5EF4-FFF2-40B4-BE49-F238E27FC236}">
                  <a16:creationId xmlns:a16="http://schemas.microsoft.com/office/drawing/2014/main" id="{2044D5A7-F8D4-4637-8E4C-EEC869EC0542}"/>
                </a:ext>
              </a:extLst>
            </p:cNvPr>
            <p:cNvCxnSpPr>
              <a:cxnSpLocks/>
              <a:stCxn id="305" idx="6"/>
              <a:endCxn id="302" idx="4"/>
            </p:cNvCxnSpPr>
            <p:nvPr/>
          </p:nvCxnSpPr>
          <p:spPr>
            <a:xfrm flipV="1">
              <a:off x="7375123" y="2139706"/>
              <a:ext cx="738979" cy="570368"/>
            </a:xfrm>
            <a:prstGeom prst="straightConnector1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線單箭頭接點 290">
              <a:extLst>
                <a:ext uri="{FF2B5EF4-FFF2-40B4-BE49-F238E27FC236}">
                  <a16:creationId xmlns:a16="http://schemas.microsoft.com/office/drawing/2014/main" id="{46068E8A-DE35-4B75-AA55-7181C6F7ADE7}"/>
                </a:ext>
              </a:extLst>
            </p:cNvPr>
            <p:cNvCxnSpPr>
              <a:cxnSpLocks/>
              <a:stCxn id="304" idx="5"/>
              <a:endCxn id="303" idx="1"/>
            </p:cNvCxnSpPr>
            <p:nvPr/>
          </p:nvCxnSpPr>
          <p:spPr>
            <a:xfrm>
              <a:off x="7339842" y="2094231"/>
              <a:ext cx="655950" cy="506057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線單箭頭接點 291">
              <a:extLst>
                <a:ext uri="{FF2B5EF4-FFF2-40B4-BE49-F238E27FC236}">
                  <a16:creationId xmlns:a16="http://schemas.microsoft.com/office/drawing/2014/main" id="{2C9B99C2-B06F-48D9-B453-BE6D9DFCAA01}"/>
                </a:ext>
              </a:extLst>
            </p:cNvPr>
            <p:cNvCxnSpPr>
              <a:cxnSpLocks/>
              <a:stCxn id="304" idx="6"/>
              <a:endCxn id="302" idx="2"/>
            </p:cNvCxnSpPr>
            <p:nvPr/>
          </p:nvCxnSpPr>
          <p:spPr>
            <a:xfrm>
              <a:off x="7385317" y="1984445"/>
              <a:ext cx="573524" cy="0"/>
            </a:xfrm>
            <a:prstGeom prst="straightConnector1">
              <a:avLst/>
            </a:prstGeom>
            <a:ln w="19050">
              <a:solidFill>
                <a:schemeClr val="accent5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線單箭頭接點 298">
              <a:extLst>
                <a:ext uri="{FF2B5EF4-FFF2-40B4-BE49-F238E27FC236}">
                  <a16:creationId xmlns:a16="http://schemas.microsoft.com/office/drawing/2014/main" id="{B05FA3E8-606A-4E40-92FC-04043F91F13D}"/>
                </a:ext>
              </a:extLst>
            </p:cNvPr>
            <p:cNvCxnSpPr>
              <a:cxnSpLocks/>
              <a:stCxn id="312" idx="7"/>
              <a:endCxn id="304" idx="3"/>
            </p:cNvCxnSpPr>
            <p:nvPr/>
          </p:nvCxnSpPr>
          <p:spPr>
            <a:xfrm flipV="1">
              <a:off x="6440351" y="2094231"/>
              <a:ext cx="679919" cy="510650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線單箭頭接點 300">
              <a:extLst>
                <a:ext uri="{FF2B5EF4-FFF2-40B4-BE49-F238E27FC236}">
                  <a16:creationId xmlns:a16="http://schemas.microsoft.com/office/drawing/2014/main" id="{6DBE6630-5B5F-46DD-9238-18C259B8224D}"/>
                </a:ext>
              </a:extLst>
            </p:cNvPr>
            <p:cNvCxnSpPr>
              <a:cxnSpLocks/>
              <a:stCxn id="312" idx="0"/>
              <a:endCxn id="304" idx="2"/>
            </p:cNvCxnSpPr>
            <p:nvPr/>
          </p:nvCxnSpPr>
          <p:spPr>
            <a:xfrm flipV="1">
              <a:off x="6330565" y="1984445"/>
              <a:ext cx="744230" cy="574962"/>
            </a:xfrm>
            <a:prstGeom prst="straightConnector1">
              <a:avLst/>
            </a:prstGeom>
            <a:ln w="19050">
              <a:solidFill>
                <a:schemeClr val="accent5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橢圓 301">
              <a:extLst>
                <a:ext uri="{FF2B5EF4-FFF2-40B4-BE49-F238E27FC236}">
                  <a16:creationId xmlns:a16="http://schemas.microsoft.com/office/drawing/2014/main" id="{BD1A0492-D032-4B41-8F62-D9F17E351030}"/>
                </a:ext>
              </a:extLst>
            </p:cNvPr>
            <p:cNvSpPr/>
            <p:nvPr/>
          </p:nvSpPr>
          <p:spPr>
            <a:xfrm>
              <a:off x="7958841" y="1829184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R</a:t>
              </a:r>
              <a:endParaRPr lang="zh-TW" altLang="en-US" sz="900" dirty="0"/>
            </a:p>
          </p:txBody>
        </p:sp>
        <p:sp>
          <p:nvSpPr>
            <p:cNvPr id="303" name="橢圓 302">
              <a:extLst>
                <a:ext uri="{FF2B5EF4-FFF2-40B4-BE49-F238E27FC236}">
                  <a16:creationId xmlns:a16="http://schemas.microsoft.com/office/drawing/2014/main" id="{84D5DB25-96AB-47F7-B3D9-5562B7E450FE}"/>
                </a:ext>
              </a:extLst>
            </p:cNvPr>
            <p:cNvSpPr/>
            <p:nvPr/>
          </p:nvSpPr>
          <p:spPr>
            <a:xfrm>
              <a:off x="7950317" y="2554814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/>
                <a:t>A</a:t>
              </a:r>
              <a:endParaRPr lang="zh-TW" altLang="en-US" sz="900" dirty="0"/>
            </a:p>
          </p:txBody>
        </p:sp>
        <p:sp>
          <p:nvSpPr>
            <p:cNvPr id="304" name="橢圓 303">
              <a:extLst>
                <a:ext uri="{FF2B5EF4-FFF2-40B4-BE49-F238E27FC236}">
                  <a16:creationId xmlns:a16="http://schemas.microsoft.com/office/drawing/2014/main" id="{3227A1A4-7D6E-4CB1-A860-0F08120EF1D9}"/>
                </a:ext>
              </a:extLst>
            </p:cNvPr>
            <p:cNvSpPr/>
            <p:nvPr/>
          </p:nvSpPr>
          <p:spPr>
            <a:xfrm>
              <a:off x="7074795" y="1829184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R</a:t>
              </a:r>
              <a:endParaRPr lang="zh-TW" altLang="en-US" sz="900" dirty="0"/>
            </a:p>
          </p:txBody>
        </p:sp>
        <p:sp>
          <p:nvSpPr>
            <p:cNvPr id="305" name="橢圓 304">
              <a:extLst>
                <a:ext uri="{FF2B5EF4-FFF2-40B4-BE49-F238E27FC236}">
                  <a16:creationId xmlns:a16="http://schemas.microsoft.com/office/drawing/2014/main" id="{3B3B63B0-9CBC-4496-8FF7-DAE0CA18AAC1}"/>
                </a:ext>
              </a:extLst>
            </p:cNvPr>
            <p:cNvSpPr/>
            <p:nvPr/>
          </p:nvSpPr>
          <p:spPr>
            <a:xfrm>
              <a:off x="7064601" y="2554814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A</a:t>
              </a:r>
              <a:endParaRPr lang="zh-TW" altLang="en-US" sz="900" dirty="0"/>
            </a:p>
          </p:txBody>
        </p:sp>
        <p:sp>
          <p:nvSpPr>
            <p:cNvPr id="306" name="橢圓 305">
              <a:extLst>
                <a:ext uri="{FF2B5EF4-FFF2-40B4-BE49-F238E27FC236}">
                  <a16:creationId xmlns:a16="http://schemas.microsoft.com/office/drawing/2014/main" id="{764E9362-FD1E-4308-86C3-852D348F1A3C}"/>
                </a:ext>
              </a:extLst>
            </p:cNvPr>
            <p:cNvSpPr/>
            <p:nvPr/>
          </p:nvSpPr>
          <p:spPr>
            <a:xfrm>
              <a:off x="6183828" y="1833777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 dirty="0"/>
                <a:t>R</a:t>
              </a:r>
              <a:endParaRPr lang="zh-TW" altLang="en-US" sz="900" dirty="0"/>
            </a:p>
          </p:txBody>
        </p:sp>
        <p:sp>
          <p:nvSpPr>
            <p:cNvPr id="312" name="橢圓 311">
              <a:extLst>
                <a:ext uri="{FF2B5EF4-FFF2-40B4-BE49-F238E27FC236}">
                  <a16:creationId xmlns:a16="http://schemas.microsoft.com/office/drawing/2014/main" id="{CB27ECE8-E4A7-47E0-ADF9-4FD0B3F4A1A0}"/>
                </a:ext>
              </a:extLst>
            </p:cNvPr>
            <p:cNvSpPr/>
            <p:nvPr/>
          </p:nvSpPr>
          <p:spPr>
            <a:xfrm>
              <a:off x="6175304" y="2559407"/>
              <a:ext cx="310522" cy="310522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900"/>
                <a:t>A</a:t>
              </a:r>
              <a:endParaRPr lang="zh-TW" altLang="en-US" sz="900" dirty="0"/>
            </a:p>
          </p:txBody>
        </p:sp>
        <p:sp>
          <p:nvSpPr>
            <p:cNvPr id="313" name="文字方塊 312">
              <a:extLst>
                <a:ext uri="{FF2B5EF4-FFF2-40B4-BE49-F238E27FC236}">
                  <a16:creationId xmlns:a16="http://schemas.microsoft.com/office/drawing/2014/main" id="{E0FC17EE-C8A5-48F3-97AD-977A512143CC}"/>
                </a:ext>
              </a:extLst>
            </p:cNvPr>
            <p:cNvSpPr txBox="1"/>
            <p:nvPr/>
          </p:nvSpPr>
          <p:spPr>
            <a:xfrm>
              <a:off x="6478492" y="1706467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chemeClr val="accent2"/>
                  </a:solidFill>
                </a:rPr>
                <a:t>rra</a:t>
              </a:r>
              <a:endParaRPr lang="zh-TW" altLang="en-US" sz="900" dirty="0">
                <a:solidFill>
                  <a:schemeClr val="accent2"/>
                </a:solidFill>
              </a:endParaRPr>
            </a:p>
          </p:txBody>
        </p:sp>
        <p:sp>
          <p:nvSpPr>
            <p:cNvPr id="315" name="文字方塊 314">
              <a:extLst>
                <a:ext uri="{FF2B5EF4-FFF2-40B4-BE49-F238E27FC236}">
                  <a16:creationId xmlns:a16="http://schemas.microsoft.com/office/drawing/2014/main" id="{28AE722B-E8E1-4A03-BEF2-C8BACC812A4E}"/>
                </a:ext>
              </a:extLst>
            </p:cNvPr>
            <p:cNvSpPr txBox="1"/>
            <p:nvPr/>
          </p:nvSpPr>
          <p:spPr>
            <a:xfrm>
              <a:off x="6439430" y="1870585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chemeClr val="accent4"/>
                  </a:solidFill>
                </a:rPr>
                <a:t>rar</a:t>
              </a:r>
              <a:endParaRPr lang="zh-TW" altLang="en-US" sz="900" dirty="0">
                <a:solidFill>
                  <a:schemeClr val="accent4"/>
                </a:solidFill>
              </a:endParaRPr>
            </a:p>
          </p:txBody>
        </p:sp>
        <p:sp>
          <p:nvSpPr>
            <p:cNvPr id="316" name="文字方塊 315">
              <a:extLst>
                <a:ext uri="{FF2B5EF4-FFF2-40B4-BE49-F238E27FC236}">
                  <a16:creationId xmlns:a16="http://schemas.microsoft.com/office/drawing/2014/main" id="{A35EB1DC-17E1-48F2-8FFC-805421FFA944}"/>
                </a:ext>
              </a:extLst>
            </p:cNvPr>
            <p:cNvSpPr txBox="1"/>
            <p:nvPr/>
          </p:nvSpPr>
          <p:spPr>
            <a:xfrm>
              <a:off x="6439430" y="2428102"/>
              <a:ext cx="3337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chemeClr val="accent1"/>
                  </a:solidFill>
                </a:rPr>
                <a:t>ara</a:t>
              </a:r>
              <a:endParaRPr lang="zh-TW" altLang="en-US" sz="900" dirty="0">
                <a:solidFill>
                  <a:schemeClr val="accent1"/>
                </a:solidFill>
              </a:endParaRPr>
            </a:p>
          </p:txBody>
        </p:sp>
        <p:sp>
          <p:nvSpPr>
            <p:cNvPr id="318" name="文字方塊 317">
              <a:extLst>
                <a:ext uri="{FF2B5EF4-FFF2-40B4-BE49-F238E27FC236}">
                  <a16:creationId xmlns:a16="http://schemas.microsoft.com/office/drawing/2014/main" id="{C2990461-D620-494E-BD05-C211201464B3}"/>
                </a:ext>
              </a:extLst>
            </p:cNvPr>
            <p:cNvSpPr txBox="1"/>
            <p:nvPr/>
          </p:nvSpPr>
          <p:spPr>
            <a:xfrm>
              <a:off x="6052477" y="2066640"/>
              <a:ext cx="3337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chemeClr val="accent6"/>
                  </a:solidFill>
                </a:rPr>
                <a:t>raa</a:t>
              </a:r>
              <a:endParaRPr lang="zh-TW" altLang="en-US" sz="900" dirty="0">
                <a:solidFill>
                  <a:schemeClr val="accent6"/>
                </a:solidFill>
              </a:endParaRPr>
            </a:p>
          </p:txBody>
        </p:sp>
        <p:sp>
          <p:nvSpPr>
            <p:cNvPr id="323" name="文字方塊 322">
              <a:extLst>
                <a:ext uri="{FF2B5EF4-FFF2-40B4-BE49-F238E27FC236}">
                  <a16:creationId xmlns:a16="http://schemas.microsoft.com/office/drawing/2014/main" id="{31B0AD45-9A97-4216-AC22-29F215B11E69}"/>
                </a:ext>
              </a:extLst>
            </p:cNvPr>
            <p:cNvSpPr txBox="1"/>
            <p:nvPr/>
          </p:nvSpPr>
          <p:spPr>
            <a:xfrm>
              <a:off x="6052477" y="2276453"/>
              <a:ext cx="3193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chemeClr val="accent5"/>
                  </a:solidFill>
                </a:rPr>
                <a:t>arr</a:t>
              </a:r>
              <a:endParaRPr lang="zh-TW" altLang="en-US" sz="900" dirty="0">
                <a:solidFill>
                  <a:schemeClr val="accent5"/>
                </a:solidFill>
              </a:endParaRPr>
            </a:p>
          </p:txBody>
        </p:sp>
        <p:sp>
          <p:nvSpPr>
            <p:cNvPr id="324" name="文字方塊 323">
              <a:extLst>
                <a:ext uri="{FF2B5EF4-FFF2-40B4-BE49-F238E27FC236}">
                  <a16:creationId xmlns:a16="http://schemas.microsoft.com/office/drawing/2014/main" id="{B2379DB1-E53A-4F46-9B2A-69CE8D0879AA}"/>
                </a:ext>
              </a:extLst>
            </p:cNvPr>
            <p:cNvSpPr txBox="1"/>
            <p:nvPr/>
          </p:nvSpPr>
          <p:spPr>
            <a:xfrm>
              <a:off x="6478492" y="2600043"/>
              <a:ext cx="3337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rgbClr val="C00000"/>
                  </a:solidFill>
                </a:rPr>
                <a:t>aar</a:t>
              </a:r>
              <a:endParaRPr lang="zh-TW" altLang="en-US" sz="900" dirty="0">
                <a:solidFill>
                  <a:srgbClr val="C00000"/>
                </a:solidFill>
              </a:endParaRPr>
            </a:p>
          </p:txBody>
        </p:sp>
        <p:sp>
          <p:nvSpPr>
            <p:cNvPr id="326" name="文字方塊 325">
              <a:extLst>
                <a:ext uri="{FF2B5EF4-FFF2-40B4-BE49-F238E27FC236}">
                  <a16:creationId xmlns:a16="http://schemas.microsoft.com/office/drawing/2014/main" id="{9073433F-66B7-40B6-BD64-C5B60DABB28A}"/>
                </a:ext>
              </a:extLst>
            </p:cNvPr>
            <p:cNvSpPr txBox="1"/>
            <p:nvPr/>
          </p:nvSpPr>
          <p:spPr>
            <a:xfrm>
              <a:off x="6347137" y="2768912"/>
              <a:ext cx="34817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>
                  <a:solidFill>
                    <a:srgbClr val="C55A11"/>
                  </a:solidFill>
                </a:rPr>
                <a:t>aaa</a:t>
              </a:r>
              <a:endParaRPr lang="zh-TW" altLang="en-US" sz="900" dirty="0">
                <a:solidFill>
                  <a:srgbClr val="C55A11"/>
                </a:solidFill>
              </a:endParaRPr>
            </a:p>
          </p:txBody>
        </p:sp>
        <p:cxnSp>
          <p:nvCxnSpPr>
            <p:cNvPr id="327" name="直線單箭頭接點 326">
              <a:extLst>
                <a:ext uri="{FF2B5EF4-FFF2-40B4-BE49-F238E27FC236}">
                  <a16:creationId xmlns:a16="http://schemas.microsoft.com/office/drawing/2014/main" id="{8446AC82-6B05-40F7-9942-90D0DA38FD12}"/>
                </a:ext>
              </a:extLst>
            </p:cNvPr>
            <p:cNvCxnSpPr>
              <a:cxnSpLocks/>
              <a:stCxn id="304" idx="0"/>
              <a:endCxn id="302" idx="0"/>
            </p:cNvCxnSpPr>
            <p:nvPr/>
          </p:nvCxnSpPr>
          <p:spPr>
            <a:xfrm>
              <a:off x="7230056" y="1829184"/>
              <a:ext cx="884047" cy="0"/>
            </a:xfrm>
            <a:prstGeom prst="straightConnector1">
              <a:avLst/>
            </a:prstGeom>
            <a:ln w="19050">
              <a:solidFill>
                <a:srgbClr val="8FAADC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直線單箭頭接點 327">
              <a:extLst>
                <a:ext uri="{FF2B5EF4-FFF2-40B4-BE49-F238E27FC236}">
                  <a16:creationId xmlns:a16="http://schemas.microsoft.com/office/drawing/2014/main" id="{41748089-F5E8-45A2-9A81-EF324ADEFF1E}"/>
                </a:ext>
              </a:extLst>
            </p:cNvPr>
            <p:cNvCxnSpPr>
              <a:cxnSpLocks/>
              <a:stCxn id="306" idx="0"/>
              <a:endCxn id="304" idx="0"/>
            </p:cNvCxnSpPr>
            <p:nvPr/>
          </p:nvCxnSpPr>
          <p:spPr>
            <a:xfrm flipV="1">
              <a:off x="6339089" y="1829184"/>
              <a:ext cx="890967" cy="4593"/>
            </a:xfrm>
            <a:prstGeom prst="straightConnector1">
              <a:avLst/>
            </a:prstGeom>
            <a:ln w="19050">
              <a:solidFill>
                <a:srgbClr val="8FAADC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直線單箭頭接點 328">
              <a:extLst>
                <a:ext uri="{FF2B5EF4-FFF2-40B4-BE49-F238E27FC236}">
                  <a16:creationId xmlns:a16="http://schemas.microsoft.com/office/drawing/2014/main" id="{104D3090-CD8D-4F3F-B832-CF4AD7C8E323}"/>
                </a:ext>
              </a:extLst>
            </p:cNvPr>
            <p:cNvCxnSpPr>
              <a:cxnSpLocks/>
              <a:stCxn id="312" idx="4"/>
              <a:endCxn id="305" idx="4"/>
            </p:cNvCxnSpPr>
            <p:nvPr/>
          </p:nvCxnSpPr>
          <p:spPr>
            <a:xfrm flipV="1">
              <a:off x="6330565" y="2865335"/>
              <a:ext cx="889297" cy="4593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直線單箭頭接點 329">
              <a:extLst>
                <a:ext uri="{FF2B5EF4-FFF2-40B4-BE49-F238E27FC236}">
                  <a16:creationId xmlns:a16="http://schemas.microsoft.com/office/drawing/2014/main" id="{8B763050-6029-4EC8-A74B-D33FDC7DC182}"/>
                </a:ext>
              </a:extLst>
            </p:cNvPr>
            <p:cNvCxnSpPr>
              <a:cxnSpLocks/>
              <a:stCxn id="305" idx="4"/>
              <a:endCxn id="303" idx="4"/>
            </p:cNvCxnSpPr>
            <p:nvPr/>
          </p:nvCxnSpPr>
          <p:spPr>
            <a:xfrm>
              <a:off x="7219862" y="2865335"/>
              <a:ext cx="885716" cy="0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8108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標題 104">
            <a:extLst>
              <a:ext uri="{FF2B5EF4-FFF2-40B4-BE49-F238E27FC236}">
                <a16:creationId xmlns:a16="http://schemas.microsoft.com/office/drawing/2014/main" id="{C63EBC50-4FA6-4C31-8D2B-2B64A75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 (cont.)</a:t>
            </a:r>
            <a:endParaRPr lang="zh-TW" altLang="en-US" dirty="0"/>
          </a:p>
        </p:txBody>
      </p:sp>
      <p:grpSp>
        <p:nvGrpSpPr>
          <p:cNvPr id="469" name="群組 468">
            <a:extLst>
              <a:ext uri="{FF2B5EF4-FFF2-40B4-BE49-F238E27FC236}">
                <a16:creationId xmlns:a16="http://schemas.microsoft.com/office/drawing/2014/main" id="{B664ED92-17FA-417F-9A21-46E3F30C20BB}"/>
              </a:ext>
            </a:extLst>
          </p:cNvPr>
          <p:cNvGrpSpPr/>
          <p:nvPr/>
        </p:nvGrpSpPr>
        <p:grpSpPr>
          <a:xfrm>
            <a:off x="552601" y="2014946"/>
            <a:ext cx="1847989" cy="1299659"/>
            <a:chOff x="303927" y="3367286"/>
            <a:chExt cx="1847989" cy="1299659"/>
          </a:xfrm>
        </p:grpSpPr>
        <p:grpSp>
          <p:nvGrpSpPr>
            <p:cNvPr id="415" name="群組 414">
              <a:extLst>
                <a:ext uri="{FF2B5EF4-FFF2-40B4-BE49-F238E27FC236}">
                  <a16:creationId xmlns:a16="http://schemas.microsoft.com/office/drawing/2014/main" id="{12587E78-843B-4F2B-B0C7-90ACE791F390}"/>
                </a:ext>
              </a:extLst>
            </p:cNvPr>
            <p:cNvGrpSpPr/>
            <p:nvPr/>
          </p:nvGrpSpPr>
          <p:grpSpPr>
            <a:xfrm>
              <a:off x="303927" y="3367286"/>
              <a:ext cx="1847989" cy="1299659"/>
              <a:chOff x="754157" y="3910347"/>
              <a:chExt cx="1847989" cy="1299659"/>
            </a:xfrm>
          </p:grpSpPr>
          <p:grpSp>
            <p:nvGrpSpPr>
              <p:cNvPr id="416" name="群組 415">
                <a:extLst>
                  <a:ext uri="{FF2B5EF4-FFF2-40B4-BE49-F238E27FC236}">
                    <a16:creationId xmlns:a16="http://schemas.microsoft.com/office/drawing/2014/main" id="{011ED0C6-CF11-4C01-B608-CCD24FE5AB6B}"/>
                  </a:ext>
                </a:extLst>
              </p:cNvPr>
              <p:cNvGrpSpPr/>
              <p:nvPr/>
            </p:nvGrpSpPr>
            <p:grpSpPr>
              <a:xfrm>
                <a:off x="870892" y="4583494"/>
                <a:ext cx="1658720" cy="289421"/>
                <a:chOff x="870892" y="4518127"/>
                <a:chExt cx="1658720" cy="289421"/>
              </a:xfrm>
            </p:grpSpPr>
            <p:sp>
              <p:nvSpPr>
                <p:cNvPr id="454" name="箭號: 五邊形 453">
                  <a:extLst>
                    <a:ext uri="{FF2B5EF4-FFF2-40B4-BE49-F238E27FC236}">
                      <a16:creationId xmlns:a16="http://schemas.microsoft.com/office/drawing/2014/main" id="{07F854A5-D0A7-45D6-8835-B114C61D7CE3}"/>
                    </a:ext>
                  </a:extLst>
                </p:cNvPr>
                <p:cNvSpPr/>
                <p:nvPr/>
              </p:nvSpPr>
              <p:spPr>
                <a:xfrm>
                  <a:off x="870892" y="45220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55" name="箭號: 五邊形 454">
                  <a:extLst>
                    <a:ext uri="{FF2B5EF4-FFF2-40B4-BE49-F238E27FC236}">
                      <a16:creationId xmlns:a16="http://schemas.microsoft.com/office/drawing/2014/main" id="{C9131A7D-1716-4B0E-B684-4AEDD619FAC5}"/>
                    </a:ext>
                  </a:extLst>
                </p:cNvPr>
                <p:cNvSpPr/>
                <p:nvPr/>
              </p:nvSpPr>
              <p:spPr>
                <a:xfrm>
                  <a:off x="870892" y="46744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56" name="矩形 178">
                  <a:extLst>
                    <a:ext uri="{FF2B5EF4-FFF2-40B4-BE49-F238E27FC236}">
                      <a16:creationId xmlns:a16="http://schemas.microsoft.com/office/drawing/2014/main" id="{CD928382-100F-4E6D-90A6-93F83DCB1D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5181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7" name="矩形 178">
                  <a:extLst>
                    <a:ext uri="{FF2B5EF4-FFF2-40B4-BE49-F238E27FC236}">
                      <a16:creationId xmlns:a16="http://schemas.microsoft.com/office/drawing/2014/main" id="{008C4D26-D447-4F85-9990-2D6E332398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5181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8" name="矩形 178">
                  <a:extLst>
                    <a:ext uri="{FF2B5EF4-FFF2-40B4-BE49-F238E27FC236}">
                      <a16:creationId xmlns:a16="http://schemas.microsoft.com/office/drawing/2014/main" id="{680625BE-739B-4BAC-A610-777F015CA4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5181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9" name="矩形 178">
                  <a:extLst>
                    <a:ext uri="{FF2B5EF4-FFF2-40B4-BE49-F238E27FC236}">
                      <a16:creationId xmlns:a16="http://schemas.microsoft.com/office/drawing/2014/main" id="{05E20563-00D7-4CBE-A145-B5E9A7FC6C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6705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0" name="矩形 178">
                  <a:extLst>
                    <a:ext uri="{FF2B5EF4-FFF2-40B4-BE49-F238E27FC236}">
                      <a16:creationId xmlns:a16="http://schemas.microsoft.com/office/drawing/2014/main" id="{860A4FFA-369C-4EB3-9AFD-C27CCB66DB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6705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1" name="矩形 178">
                  <a:extLst>
                    <a:ext uri="{FF2B5EF4-FFF2-40B4-BE49-F238E27FC236}">
                      <a16:creationId xmlns:a16="http://schemas.microsoft.com/office/drawing/2014/main" id="{45DF97FA-9D17-4547-8E80-B1378FF040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6705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2" name="矩形 178">
                  <a:extLst>
                    <a:ext uri="{FF2B5EF4-FFF2-40B4-BE49-F238E27FC236}">
                      <a16:creationId xmlns:a16="http://schemas.microsoft.com/office/drawing/2014/main" id="{6F7A46E4-449B-4DEF-BE8F-A69952429B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59717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7" name="群組 416">
                <a:extLst>
                  <a:ext uri="{FF2B5EF4-FFF2-40B4-BE49-F238E27FC236}">
                    <a16:creationId xmlns:a16="http://schemas.microsoft.com/office/drawing/2014/main" id="{C42FD216-5A33-46D9-A694-431634CFF22D}"/>
                  </a:ext>
                </a:extLst>
              </p:cNvPr>
              <p:cNvGrpSpPr/>
              <p:nvPr/>
            </p:nvGrpSpPr>
            <p:grpSpPr>
              <a:xfrm>
                <a:off x="870892" y="4918177"/>
                <a:ext cx="1658720" cy="291829"/>
                <a:chOff x="870892" y="4822927"/>
                <a:chExt cx="1658720" cy="291829"/>
              </a:xfrm>
            </p:grpSpPr>
            <p:sp>
              <p:nvSpPr>
                <p:cNvPr id="441" name="箭號: 五邊形 440">
                  <a:extLst>
                    <a:ext uri="{FF2B5EF4-FFF2-40B4-BE49-F238E27FC236}">
                      <a16:creationId xmlns:a16="http://schemas.microsoft.com/office/drawing/2014/main" id="{EDCCF749-38CF-456D-B312-EE21E372E738}"/>
                    </a:ext>
                  </a:extLst>
                </p:cNvPr>
                <p:cNvSpPr/>
                <p:nvPr/>
              </p:nvSpPr>
              <p:spPr>
                <a:xfrm>
                  <a:off x="870892" y="48268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42" name="箭號: 五邊形 441">
                  <a:extLst>
                    <a:ext uri="{FF2B5EF4-FFF2-40B4-BE49-F238E27FC236}">
                      <a16:creationId xmlns:a16="http://schemas.microsoft.com/office/drawing/2014/main" id="{25700E8C-1D0A-4941-BDD6-7C03BCF14F6D}"/>
                    </a:ext>
                  </a:extLst>
                </p:cNvPr>
                <p:cNvSpPr/>
                <p:nvPr/>
              </p:nvSpPr>
              <p:spPr>
                <a:xfrm>
                  <a:off x="870892" y="4981680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43" name="矩形 178">
                  <a:extLst>
                    <a:ext uri="{FF2B5EF4-FFF2-40B4-BE49-F238E27FC236}">
                      <a16:creationId xmlns:a16="http://schemas.microsoft.com/office/drawing/2014/main" id="{C621841B-F76B-44E1-AD73-B2900F2A42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8229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4" name="矩形 178">
                  <a:extLst>
                    <a:ext uri="{FF2B5EF4-FFF2-40B4-BE49-F238E27FC236}">
                      <a16:creationId xmlns:a16="http://schemas.microsoft.com/office/drawing/2014/main" id="{0CC81639-F78C-4266-B755-197160C2F9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822927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5" name="矩形 178">
                  <a:extLst>
                    <a:ext uri="{FF2B5EF4-FFF2-40B4-BE49-F238E27FC236}">
                      <a16:creationId xmlns:a16="http://schemas.microsoft.com/office/drawing/2014/main" id="{F6B4AEEA-3038-41D3-B5E4-99854917EC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8229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6" name="矩形 178">
                  <a:extLst>
                    <a:ext uri="{FF2B5EF4-FFF2-40B4-BE49-F238E27FC236}">
                      <a16:creationId xmlns:a16="http://schemas.microsoft.com/office/drawing/2014/main" id="{855CE0D0-90D1-44AA-8E6B-2D29665486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97773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7" name="矩形 178">
                  <a:extLst>
                    <a:ext uri="{FF2B5EF4-FFF2-40B4-BE49-F238E27FC236}">
                      <a16:creationId xmlns:a16="http://schemas.microsoft.com/office/drawing/2014/main" id="{49D39D14-77FA-413D-96AF-F12AE47FE4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977735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2" name="矩形 178">
                  <a:extLst>
                    <a:ext uri="{FF2B5EF4-FFF2-40B4-BE49-F238E27FC236}">
                      <a16:creationId xmlns:a16="http://schemas.microsoft.com/office/drawing/2014/main" id="{3B3AA3E2-7660-4B67-9447-B492D3B954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97773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3" name="矩形 178">
                  <a:extLst>
                    <a:ext uri="{FF2B5EF4-FFF2-40B4-BE49-F238E27FC236}">
                      <a16:creationId xmlns:a16="http://schemas.microsoft.com/office/drawing/2014/main" id="{1BDC72AC-F325-4A1C-B043-8A5AC4FCEA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88822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8" name="群組 417">
                <a:extLst>
                  <a:ext uri="{FF2B5EF4-FFF2-40B4-BE49-F238E27FC236}">
                    <a16:creationId xmlns:a16="http://schemas.microsoft.com/office/drawing/2014/main" id="{F9685C26-4E98-40A2-B2A4-00376EFA9BE0}"/>
                  </a:ext>
                </a:extLst>
              </p:cNvPr>
              <p:cNvGrpSpPr/>
              <p:nvPr/>
            </p:nvGrpSpPr>
            <p:grpSpPr>
              <a:xfrm>
                <a:off x="870892" y="3910347"/>
                <a:ext cx="1658720" cy="440001"/>
                <a:chOff x="870892" y="3910347"/>
                <a:chExt cx="1658720" cy="440001"/>
              </a:xfrm>
            </p:grpSpPr>
            <p:sp>
              <p:nvSpPr>
                <p:cNvPr id="428" name="箭號: 五邊形 427">
                  <a:extLst>
                    <a:ext uri="{FF2B5EF4-FFF2-40B4-BE49-F238E27FC236}">
                      <a16:creationId xmlns:a16="http://schemas.microsoft.com/office/drawing/2014/main" id="{D405D54A-9960-4AA9-B3F6-1616818C10A3}"/>
                    </a:ext>
                  </a:extLst>
                </p:cNvPr>
                <p:cNvSpPr/>
                <p:nvPr/>
              </p:nvSpPr>
              <p:spPr>
                <a:xfrm>
                  <a:off x="870892" y="42172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29" name="箭號: 五邊形 428">
                  <a:extLst>
                    <a:ext uri="{FF2B5EF4-FFF2-40B4-BE49-F238E27FC236}">
                      <a16:creationId xmlns:a16="http://schemas.microsoft.com/office/drawing/2014/main" id="{138DAB48-7817-4AB4-ABE7-492940B98055}"/>
                    </a:ext>
                  </a:extLst>
                </p:cNvPr>
                <p:cNvSpPr/>
                <p:nvPr/>
              </p:nvSpPr>
              <p:spPr>
                <a:xfrm>
                  <a:off x="870892" y="391429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30" name="箭號: 五邊形 429">
                  <a:extLst>
                    <a:ext uri="{FF2B5EF4-FFF2-40B4-BE49-F238E27FC236}">
                      <a16:creationId xmlns:a16="http://schemas.microsoft.com/office/drawing/2014/main" id="{2EFD46D5-2506-45A4-9B71-19E9C05F40DD}"/>
                    </a:ext>
                  </a:extLst>
                </p:cNvPr>
                <p:cNvSpPr/>
                <p:nvPr/>
              </p:nvSpPr>
              <p:spPr>
                <a:xfrm>
                  <a:off x="870892" y="406669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31" name="矩形 178">
                  <a:extLst>
                    <a:ext uri="{FF2B5EF4-FFF2-40B4-BE49-F238E27FC236}">
                      <a16:creationId xmlns:a16="http://schemas.microsoft.com/office/drawing/2014/main" id="{895376E2-DC43-4384-9E86-8F8B2386C5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2" name="矩形 178">
                  <a:extLst>
                    <a:ext uri="{FF2B5EF4-FFF2-40B4-BE49-F238E27FC236}">
                      <a16:creationId xmlns:a16="http://schemas.microsoft.com/office/drawing/2014/main" id="{039196D3-84CC-4F8A-BC8B-67118F9D02A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3" name="矩形 178">
                  <a:extLst>
                    <a:ext uri="{FF2B5EF4-FFF2-40B4-BE49-F238E27FC236}">
                      <a16:creationId xmlns:a16="http://schemas.microsoft.com/office/drawing/2014/main" id="{33A125BF-74BF-46C0-AEAA-3001F96055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4" name="矩形 178">
                  <a:extLst>
                    <a:ext uri="{FF2B5EF4-FFF2-40B4-BE49-F238E27FC236}">
                      <a16:creationId xmlns:a16="http://schemas.microsoft.com/office/drawing/2014/main" id="{AC39C9E2-5E6F-47B3-B747-C149854A13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5" name="矩形 178">
                  <a:extLst>
                    <a:ext uri="{FF2B5EF4-FFF2-40B4-BE49-F238E27FC236}">
                      <a16:creationId xmlns:a16="http://schemas.microsoft.com/office/drawing/2014/main" id="{D05B2123-4DA5-42F4-A62A-E4BB0ED8D1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6" name="矩形 178">
                  <a:extLst>
                    <a:ext uri="{FF2B5EF4-FFF2-40B4-BE49-F238E27FC236}">
                      <a16:creationId xmlns:a16="http://schemas.microsoft.com/office/drawing/2014/main" id="{AC7A9CFA-6DD5-44B8-9296-60DE196CD6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7" name="矩形 178">
                  <a:extLst>
                    <a:ext uri="{FF2B5EF4-FFF2-40B4-BE49-F238E27FC236}">
                      <a16:creationId xmlns:a16="http://schemas.microsoft.com/office/drawing/2014/main" id="{8EB56E07-1EA3-4808-BE5F-7478429B0A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8" name="矩形 178">
                  <a:extLst>
                    <a:ext uri="{FF2B5EF4-FFF2-40B4-BE49-F238E27FC236}">
                      <a16:creationId xmlns:a16="http://schemas.microsoft.com/office/drawing/2014/main" id="{898E2EEF-6842-49B9-85B6-D984F04AD7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9" name="矩形 178">
                  <a:extLst>
                    <a:ext uri="{FF2B5EF4-FFF2-40B4-BE49-F238E27FC236}">
                      <a16:creationId xmlns:a16="http://schemas.microsoft.com/office/drawing/2014/main" id="{3B3015F3-2DA1-41AB-B5E1-D321EFE15BE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0" name="矩形 178">
                  <a:extLst>
                    <a:ext uri="{FF2B5EF4-FFF2-40B4-BE49-F238E27FC236}">
                      <a16:creationId xmlns:a16="http://schemas.microsoft.com/office/drawing/2014/main" id="{E5B437FB-FFBF-4E20-BC36-FD1CE6FF35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05696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3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9" name="群組 418">
                <a:extLst>
                  <a:ext uri="{FF2B5EF4-FFF2-40B4-BE49-F238E27FC236}">
                    <a16:creationId xmlns:a16="http://schemas.microsoft.com/office/drawing/2014/main" id="{FC3DB5B9-790C-4EBD-A25D-7973677C6BF6}"/>
                  </a:ext>
                </a:extLst>
              </p:cNvPr>
              <p:cNvGrpSpPr/>
              <p:nvPr/>
            </p:nvGrpSpPr>
            <p:grpSpPr>
              <a:xfrm>
                <a:off x="870892" y="4395612"/>
                <a:ext cx="1658720" cy="142618"/>
                <a:chOff x="870892" y="4365727"/>
                <a:chExt cx="1658720" cy="142618"/>
              </a:xfrm>
            </p:grpSpPr>
            <p:sp>
              <p:nvSpPr>
                <p:cNvPr id="423" name="箭號: 五邊形 422">
                  <a:extLst>
                    <a:ext uri="{FF2B5EF4-FFF2-40B4-BE49-F238E27FC236}">
                      <a16:creationId xmlns:a16="http://schemas.microsoft.com/office/drawing/2014/main" id="{B761762B-BB3B-4025-8F8C-2D571BF33D4C}"/>
                    </a:ext>
                  </a:extLst>
                </p:cNvPr>
                <p:cNvSpPr/>
                <p:nvPr/>
              </p:nvSpPr>
              <p:spPr>
                <a:xfrm>
                  <a:off x="870892" y="43696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24" name="矩形 178">
                  <a:extLst>
                    <a:ext uri="{FF2B5EF4-FFF2-40B4-BE49-F238E27FC236}">
                      <a16:creationId xmlns:a16="http://schemas.microsoft.com/office/drawing/2014/main" id="{C83CB3EB-67ED-4CAB-AD14-9A28623D739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3657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5" name="矩形 178">
                  <a:extLst>
                    <a:ext uri="{FF2B5EF4-FFF2-40B4-BE49-F238E27FC236}">
                      <a16:creationId xmlns:a16="http://schemas.microsoft.com/office/drawing/2014/main" id="{1836AEE7-5A60-4E1D-B5AF-8D411D17F3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3657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6" name="矩形 178">
                  <a:extLst>
                    <a:ext uri="{FF2B5EF4-FFF2-40B4-BE49-F238E27FC236}">
                      <a16:creationId xmlns:a16="http://schemas.microsoft.com/office/drawing/2014/main" id="{E4BE1D80-C903-48DD-A247-2CA761C889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365727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7" name="矩形 178">
                  <a:extLst>
                    <a:ext uri="{FF2B5EF4-FFF2-40B4-BE49-F238E27FC236}">
                      <a16:creationId xmlns:a16="http://schemas.microsoft.com/office/drawing/2014/main" id="{D26A7BBB-DC65-4CEA-9864-5DB207250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37132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20" name="直線接點 419">
                <a:extLst>
                  <a:ext uri="{FF2B5EF4-FFF2-40B4-BE49-F238E27FC236}">
                    <a16:creationId xmlns:a16="http://schemas.microsoft.com/office/drawing/2014/main" id="{A8DE83DF-9D34-4F25-8E19-C0E861511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372980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線接點 420">
                <a:extLst>
                  <a:ext uri="{FF2B5EF4-FFF2-40B4-BE49-F238E27FC236}">
                    <a16:creationId xmlns:a16="http://schemas.microsoft.com/office/drawing/2014/main" id="{172E20C4-649A-49C8-BC3C-65597EA3E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560862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直線接點 421">
                <a:extLst>
                  <a:ext uri="{FF2B5EF4-FFF2-40B4-BE49-F238E27FC236}">
                    <a16:creationId xmlns:a16="http://schemas.microsoft.com/office/drawing/2014/main" id="{6B721C9B-37D0-4ED9-BACD-15703BAC63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895547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3" name="直線接點 462">
              <a:extLst>
                <a:ext uri="{FF2B5EF4-FFF2-40B4-BE49-F238E27FC236}">
                  <a16:creationId xmlns:a16="http://schemas.microsoft.com/office/drawing/2014/main" id="{9D46AC42-C1DC-4C36-88B2-2F4AE41A3993}"/>
                </a:ext>
              </a:extLst>
            </p:cNvPr>
            <p:cNvCxnSpPr>
              <a:stCxn id="423" idx="1"/>
              <a:endCxn id="427" idx="3"/>
            </p:cNvCxnSpPr>
            <p:nvPr/>
          </p:nvCxnSpPr>
          <p:spPr>
            <a:xfrm>
              <a:off x="420662" y="3921296"/>
              <a:ext cx="1658720" cy="536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接點: 弧形 464">
              <a:extLst>
                <a:ext uri="{FF2B5EF4-FFF2-40B4-BE49-F238E27FC236}">
                  <a16:creationId xmlns:a16="http://schemas.microsoft.com/office/drawing/2014/main" id="{54D48DD4-0EBF-474C-B8B2-BC55A9BAACF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0662" y="4194598"/>
              <a:ext cx="12700" cy="334683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385E7933-126C-4C7F-B96E-2C79B1905583}"/>
              </a:ext>
            </a:extLst>
          </p:cNvPr>
          <p:cNvGrpSpPr/>
          <p:nvPr/>
        </p:nvGrpSpPr>
        <p:grpSpPr>
          <a:xfrm>
            <a:off x="493247" y="5487121"/>
            <a:ext cx="1847989" cy="626512"/>
            <a:chOff x="552600" y="6010699"/>
            <a:chExt cx="1847989" cy="626512"/>
          </a:xfrm>
        </p:grpSpPr>
        <p:grpSp>
          <p:nvGrpSpPr>
            <p:cNvPr id="557" name="群組 556">
              <a:extLst>
                <a:ext uri="{FF2B5EF4-FFF2-40B4-BE49-F238E27FC236}">
                  <a16:creationId xmlns:a16="http://schemas.microsoft.com/office/drawing/2014/main" id="{E74901CC-8FC9-4A3F-AD2F-006D91689014}"/>
                </a:ext>
              </a:extLst>
            </p:cNvPr>
            <p:cNvGrpSpPr/>
            <p:nvPr/>
          </p:nvGrpSpPr>
          <p:grpSpPr>
            <a:xfrm>
              <a:off x="669335" y="6010699"/>
              <a:ext cx="1658720" cy="289421"/>
              <a:chOff x="870892" y="4518127"/>
              <a:chExt cx="1658720" cy="289421"/>
            </a:xfrm>
          </p:grpSpPr>
          <p:sp>
            <p:nvSpPr>
              <p:cNvPr id="583" name="箭號: 五邊形 582">
                <a:extLst>
                  <a:ext uri="{FF2B5EF4-FFF2-40B4-BE49-F238E27FC236}">
                    <a16:creationId xmlns:a16="http://schemas.microsoft.com/office/drawing/2014/main" id="{93D82168-A279-475D-BB51-2D5278048290}"/>
                  </a:ext>
                </a:extLst>
              </p:cNvPr>
              <p:cNvSpPr/>
              <p:nvPr/>
            </p:nvSpPr>
            <p:spPr>
              <a:xfrm>
                <a:off x="870892" y="45220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4" name="箭號: 五邊形 583">
                <a:extLst>
                  <a:ext uri="{FF2B5EF4-FFF2-40B4-BE49-F238E27FC236}">
                    <a16:creationId xmlns:a16="http://schemas.microsoft.com/office/drawing/2014/main" id="{3DF314C4-91D1-49E6-82FB-9A1E6F564534}"/>
                  </a:ext>
                </a:extLst>
              </p:cNvPr>
              <p:cNvSpPr/>
              <p:nvPr/>
            </p:nvSpPr>
            <p:spPr>
              <a:xfrm>
                <a:off x="870892" y="46744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5" name="矩形 178">
                <a:extLst>
                  <a:ext uri="{FF2B5EF4-FFF2-40B4-BE49-F238E27FC236}">
                    <a16:creationId xmlns:a16="http://schemas.microsoft.com/office/drawing/2014/main" id="{D2B0AC19-6049-4FDD-AADC-ADA0CD2B81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5181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86" name="矩形 178">
                <a:extLst>
                  <a:ext uri="{FF2B5EF4-FFF2-40B4-BE49-F238E27FC236}">
                    <a16:creationId xmlns:a16="http://schemas.microsoft.com/office/drawing/2014/main" id="{7EA5BEAF-06E3-4581-A6A3-EF721E5E8F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51812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7" name="矩形 178">
                <a:extLst>
                  <a:ext uri="{FF2B5EF4-FFF2-40B4-BE49-F238E27FC236}">
                    <a16:creationId xmlns:a16="http://schemas.microsoft.com/office/drawing/2014/main" id="{3274C54C-4850-48F5-98BE-786FE18ED7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5181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8" name="矩形 178">
                <a:extLst>
                  <a:ext uri="{FF2B5EF4-FFF2-40B4-BE49-F238E27FC236}">
                    <a16:creationId xmlns:a16="http://schemas.microsoft.com/office/drawing/2014/main" id="{C078F4E6-1CF9-4D16-B431-048DA7F437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6705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89" name="矩形 178">
                <a:extLst>
                  <a:ext uri="{FF2B5EF4-FFF2-40B4-BE49-F238E27FC236}">
                    <a16:creationId xmlns:a16="http://schemas.microsoft.com/office/drawing/2014/main" id="{2FE99397-CF87-415F-8B7B-7A8E32C2C7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67052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0" name="矩形 178">
                <a:extLst>
                  <a:ext uri="{FF2B5EF4-FFF2-40B4-BE49-F238E27FC236}">
                    <a16:creationId xmlns:a16="http://schemas.microsoft.com/office/drawing/2014/main" id="{C2792000-2802-472A-ADDE-43795BC311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6705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1" name="矩形 178">
                <a:extLst>
                  <a:ext uri="{FF2B5EF4-FFF2-40B4-BE49-F238E27FC236}">
                    <a16:creationId xmlns:a16="http://schemas.microsoft.com/office/drawing/2014/main" id="{793696AB-4241-44F7-A550-D8E4E828B4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0454" y="45971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58" name="群組 557">
              <a:extLst>
                <a:ext uri="{FF2B5EF4-FFF2-40B4-BE49-F238E27FC236}">
                  <a16:creationId xmlns:a16="http://schemas.microsoft.com/office/drawing/2014/main" id="{A5457458-C912-46AC-BD9F-6BD903B88421}"/>
                </a:ext>
              </a:extLst>
            </p:cNvPr>
            <p:cNvGrpSpPr/>
            <p:nvPr/>
          </p:nvGrpSpPr>
          <p:grpSpPr>
            <a:xfrm>
              <a:off x="669335" y="6345382"/>
              <a:ext cx="1658720" cy="291829"/>
              <a:chOff x="870892" y="4822927"/>
              <a:chExt cx="1658720" cy="291829"/>
            </a:xfrm>
          </p:grpSpPr>
          <p:sp>
            <p:nvSpPr>
              <p:cNvPr id="574" name="箭號: 五邊形 573">
                <a:extLst>
                  <a:ext uri="{FF2B5EF4-FFF2-40B4-BE49-F238E27FC236}">
                    <a16:creationId xmlns:a16="http://schemas.microsoft.com/office/drawing/2014/main" id="{551E86E2-BB96-4A18-9814-8BA875D1A1FE}"/>
                  </a:ext>
                </a:extLst>
              </p:cNvPr>
              <p:cNvSpPr/>
              <p:nvPr/>
            </p:nvSpPr>
            <p:spPr>
              <a:xfrm>
                <a:off x="870892" y="48268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75" name="箭號: 五邊形 574">
                <a:extLst>
                  <a:ext uri="{FF2B5EF4-FFF2-40B4-BE49-F238E27FC236}">
                    <a16:creationId xmlns:a16="http://schemas.microsoft.com/office/drawing/2014/main" id="{475ACC5F-5833-4077-9896-52579DC27A0D}"/>
                  </a:ext>
                </a:extLst>
              </p:cNvPr>
              <p:cNvSpPr/>
              <p:nvPr/>
            </p:nvSpPr>
            <p:spPr>
              <a:xfrm>
                <a:off x="870892" y="4981680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76" name="矩形 178">
                <a:extLst>
                  <a:ext uri="{FF2B5EF4-FFF2-40B4-BE49-F238E27FC236}">
                    <a16:creationId xmlns:a16="http://schemas.microsoft.com/office/drawing/2014/main" id="{076F1D16-393E-4F8E-8EAF-0E94891223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8229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77" name="矩形 178">
                <a:extLst>
                  <a:ext uri="{FF2B5EF4-FFF2-40B4-BE49-F238E27FC236}">
                    <a16:creationId xmlns:a16="http://schemas.microsoft.com/office/drawing/2014/main" id="{2B9D23DF-7A58-48C6-9D43-72A994C3B4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822927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T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8" name="矩形 178">
                <a:extLst>
                  <a:ext uri="{FF2B5EF4-FFF2-40B4-BE49-F238E27FC236}">
                    <a16:creationId xmlns:a16="http://schemas.microsoft.com/office/drawing/2014/main" id="{7CEFCEB9-9B67-48C3-91BB-817A5FFA82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8229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9" name="矩形 178">
                <a:extLst>
                  <a:ext uri="{FF2B5EF4-FFF2-40B4-BE49-F238E27FC236}">
                    <a16:creationId xmlns:a16="http://schemas.microsoft.com/office/drawing/2014/main" id="{70E32333-14DF-4A6B-8F0A-0E452BE0C9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97773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0" name="矩形 178">
                <a:extLst>
                  <a:ext uri="{FF2B5EF4-FFF2-40B4-BE49-F238E27FC236}">
                    <a16:creationId xmlns:a16="http://schemas.microsoft.com/office/drawing/2014/main" id="{634752F4-5247-4134-AF2E-0D089FF871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977735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T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1" name="矩形 178">
                <a:extLst>
                  <a:ext uri="{FF2B5EF4-FFF2-40B4-BE49-F238E27FC236}">
                    <a16:creationId xmlns:a16="http://schemas.microsoft.com/office/drawing/2014/main" id="{C8F2EEAC-5CAA-4C0F-ACA0-5C10DBBDEA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97773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2" name="矩形 178">
                <a:extLst>
                  <a:ext uri="{FF2B5EF4-FFF2-40B4-BE49-F238E27FC236}">
                    <a16:creationId xmlns:a16="http://schemas.microsoft.com/office/drawing/2014/main" id="{E66C0980-DE3F-441C-B4BD-046D17C9B0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0454" y="488822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563" name="直線接點 562">
              <a:extLst>
                <a:ext uri="{FF2B5EF4-FFF2-40B4-BE49-F238E27FC236}">
                  <a16:creationId xmlns:a16="http://schemas.microsoft.com/office/drawing/2014/main" id="{13FE5DD8-B8F9-4DFB-9E7D-A0124DFA549C}"/>
                </a:ext>
              </a:extLst>
            </p:cNvPr>
            <p:cNvCxnSpPr>
              <a:cxnSpLocks/>
            </p:cNvCxnSpPr>
            <p:nvPr/>
          </p:nvCxnSpPr>
          <p:spPr>
            <a:xfrm>
              <a:off x="552600" y="6322752"/>
              <a:ext cx="1847989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191871-C10A-4291-BCD7-9B4C0D556390}"/>
              </a:ext>
            </a:extLst>
          </p:cNvPr>
          <p:cNvSpPr txBox="1"/>
          <p:nvPr/>
        </p:nvSpPr>
        <p:spPr>
          <a:xfrm>
            <a:off x="552601" y="1132669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Frequency</a:t>
            </a:r>
            <a:r>
              <a:rPr lang="zh-TW" altLang="en-US" dirty="0"/>
              <a:t> </a:t>
            </a:r>
            <a:r>
              <a:rPr lang="en-US" altLang="zh-TW" dirty="0"/>
              <a:t>Filtering</a:t>
            </a:r>
          </a:p>
          <a:p>
            <a:r>
              <a:rPr lang="en-US" altLang="zh-TW" dirty="0"/>
              <a:t>(Select Top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872599CB-B25A-462C-B9A4-4623FF9951B1}"/>
                  </a:ext>
                </a:extLst>
              </p:cNvPr>
              <p:cNvSpPr txBox="1"/>
              <p:nvPr/>
            </p:nvSpPr>
            <p:spPr>
              <a:xfrm>
                <a:off x="266169" y="816564"/>
                <a:ext cx="1930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V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/>
                  <a:t> Pattern Mining</a:t>
                </a: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872599CB-B25A-462C-B9A4-4623FF99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69" y="816564"/>
                <a:ext cx="1930528" cy="369332"/>
              </a:xfrm>
              <a:prstGeom prst="rect">
                <a:avLst/>
              </a:prstGeom>
              <a:blipFill>
                <a:blip r:embed="rId3"/>
                <a:stretch>
                  <a:fillRect t="-9836" r="-221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F012675-D787-4F3B-A5D0-06CA8C8FBE64}"/>
              </a:ext>
            </a:extLst>
          </p:cNvPr>
          <p:cNvCxnSpPr>
            <a:cxnSpLocks/>
          </p:cNvCxnSpPr>
          <p:nvPr/>
        </p:nvCxnSpPr>
        <p:spPr>
          <a:xfrm flipH="1">
            <a:off x="116330" y="3832069"/>
            <a:ext cx="1185561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50CFB3BD-37AE-4611-B999-7ACE0E9EBEEB}"/>
                  </a:ext>
                </a:extLst>
              </p:cNvPr>
              <p:cNvSpPr txBox="1"/>
              <p:nvPr/>
            </p:nvSpPr>
            <p:spPr>
              <a:xfrm>
                <a:off x="266169" y="3983809"/>
                <a:ext cx="189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V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en-US" altLang="zh-TW" dirty="0"/>
                  <a:t> Pattern Mining</a:t>
                </a:r>
              </a:p>
            </p:txBody>
          </p:sp>
        </mc:Choice>
        <mc:Fallback xmlns=""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50CFB3BD-37AE-4611-B999-7ACE0E9E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69" y="3983809"/>
                <a:ext cx="1898790" cy="369332"/>
              </a:xfrm>
              <a:prstGeom prst="rect">
                <a:avLst/>
              </a:prstGeom>
              <a:blipFill>
                <a:blip r:embed="rId4"/>
                <a:stretch>
                  <a:fillRect t="-10000" r="-225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" name="文字方塊 305">
            <a:extLst>
              <a:ext uri="{FF2B5EF4-FFF2-40B4-BE49-F238E27FC236}">
                <a16:creationId xmlns:a16="http://schemas.microsoft.com/office/drawing/2014/main" id="{E6D5B99A-7A53-4742-AD62-CF11D8514293}"/>
              </a:ext>
            </a:extLst>
          </p:cNvPr>
          <p:cNvSpPr txBox="1"/>
          <p:nvPr/>
        </p:nvSpPr>
        <p:spPr>
          <a:xfrm>
            <a:off x="467593" y="4383071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Frequency</a:t>
            </a:r>
            <a:r>
              <a:rPr lang="zh-TW" altLang="en-US" dirty="0"/>
              <a:t> </a:t>
            </a:r>
            <a:r>
              <a:rPr lang="en-US" altLang="zh-TW" dirty="0"/>
              <a:t>Filtering</a:t>
            </a:r>
          </a:p>
          <a:p>
            <a:r>
              <a:rPr lang="en-US" altLang="zh-TW" dirty="0"/>
              <a:t>(Select Top 2)</a:t>
            </a:r>
          </a:p>
        </p:txBody>
      </p:sp>
      <p:sp>
        <p:nvSpPr>
          <p:cNvPr id="316" name="文字方塊 315">
            <a:extLst>
              <a:ext uri="{FF2B5EF4-FFF2-40B4-BE49-F238E27FC236}">
                <a16:creationId xmlns:a16="http://schemas.microsoft.com/office/drawing/2014/main" id="{30901414-4180-4924-A110-4B3AEE2F3271}"/>
              </a:ext>
            </a:extLst>
          </p:cNvPr>
          <p:cNvSpPr txBox="1"/>
          <p:nvPr/>
        </p:nvSpPr>
        <p:spPr>
          <a:xfrm>
            <a:off x="2366858" y="248010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388" name="文字方塊 387">
            <a:extLst>
              <a:ext uri="{FF2B5EF4-FFF2-40B4-BE49-F238E27FC236}">
                <a16:creationId xmlns:a16="http://schemas.microsoft.com/office/drawing/2014/main" id="{C2F4F3ED-AE2A-41D4-B07C-484FF4D42199}"/>
              </a:ext>
            </a:extLst>
          </p:cNvPr>
          <p:cNvSpPr txBox="1"/>
          <p:nvPr/>
        </p:nvSpPr>
        <p:spPr>
          <a:xfrm>
            <a:off x="7138812" y="2480109"/>
            <a:ext cx="3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514" name="文字方塊 513">
            <a:extLst>
              <a:ext uri="{FF2B5EF4-FFF2-40B4-BE49-F238E27FC236}">
                <a16:creationId xmlns:a16="http://schemas.microsoft.com/office/drawing/2014/main" id="{E816A52E-69D2-482C-89BE-20366BC881FF}"/>
              </a:ext>
            </a:extLst>
          </p:cNvPr>
          <p:cNvSpPr txBox="1"/>
          <p:nvPr/>
        </p:nvSpPr>
        <p:spPr>
          <a:xfrm>
            <a:off x="2366858" y="561571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6A81F4E6-DC4C-43F8-B8E3-F93C82D46B13}"/>
              </a:ext>
            </a:extLst>
          </p:cNvPr>
          <p:cNvGrpSpPr/>
          <p:nvPr/>
        </p:nvGrpSpPr>
        <p:grpSpPr>
          <a:xfrm>
            <a:off x="5206990" y="2166436"/>
            <a:ext cx="1847989" cy="996679"/>
            <a:chOff x="5172005" y="2058555"/>
            <a:chExt cx="1847989" cy="996679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2CFB7119-127B-443F-801A-60CA4DACA1EB}"/>
                </a:ext>
              </a:extLst>
            </p:cNvPr>
            <p:cNvGrpSpPr/>
            <p:nvPr/>
          </p:nvGrpSpPr>
          <p:grpSpPr>
            <a:xfrm>
              <a:off x="5172005" y="2058555"/>
              <a:ext cx="1847989" cy="996679"/>
              <a:chOff x="5945647" y="1890556"/>
              <a:chExt cx="1847989" cy="996679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4998271A-7FD0-4DA6-9C4B-35CB22C05FA5}"/>
                  </a:ext>
                </a:extLst>
              </p:cNvPr>
              <p:cNvGrpSpPr/>
              <p:nvPr/>
            </p:nvGrpSpPr>
            <p:grpSpPr>
              <a:xfrm>
                <a:off x="5945647" y="1890556"/>
                <a:ext cx="1847989" cy="996679"/>
                <a:chOff x="681864" y="3678451"/>
                <a:chExt cx="1847989" cy="996679"/>
              </a:xfrm>
            </p:grpSpPr>
            <p:sp>
              <p:nvSpPr>
                <p:cNvPr id="54" name="箭號: 五邊形 53">
                  <a:extLst>
                    <a:ext uri="{FF2B5EF4-FFF2-40B4-BE49-F238E27FC236}">
                      <a16:creationId xmlns:a16="http://schemas.microsoft.com/office/drawing/2014/main" id="{96BD4416-5F24-4C59-BA60-EFE8468F0EB8}"/>
                    </a:ext>
                  </a:extLst>
                </p:cNvPr>
                <p:cNvSpPr/>
                <p:nvPr/>
              </p:nvSpPr>
              <p:spPr>
                <a:xfrm>
                  <a:off x="798599" y="40525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5" name="箭號: 五邊形 54">
                  <a:extLst>
                    <a:ext uri="{FF2B5EF4-FFF2-40B4-BE49-F238E27FC236}">
                      <a16:creationId xmlns:a16="http://schemas.microsoft.com/office/drawing/2014/main" id="{281A610C-3200-48EB-BF05-3D0740B3D7E1}"/>
                    </a:ext>
                  </a:extLst>
                </p:cNvPr>
                <p:cNvSpPr/>
                <p:nvPr/>
              </p:nvSpPr>
              <p:spPr>
                <a:xfrm>
                  <a:off x="798599" y="42049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6" name="矩形 178">
                  <a:extLst>
                    <a:ext uri="{FF2B5EF4-FFF2-40B4-BE49-F238E27FC236}">
                      <a16:creationId xmlns:a16="http://schemas.microsoft.com/office/drawing/2014/main" id="{8F891475-FDB8-4D00-8D2F-9A26AB36D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7" name="矩形 178">
                  <a:extLst>
                    <a:ext uri="{FF2B5EF4-FFF2-40B4-BE49-F238E27FC236}">
                      <a16:creationId xmlns:a16="http://schemas.microsoft.com/office/drawing/2014/main" id="{AE26941E-E321-4D56-A3B4-B8C61915A8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0486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" name="矩形 178">
                  <a:extLst>
                    <a:ext uri="{FF2B5EF4-FFF2-40B4-BE49-F238E27FC236}">
                      <a16:creationId xmlns:a16="http://schemas.microsoft.com/office/drawing/2014/main" id="{F34B8878-0A47-49DC-9673-BA9B66B1D8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" name="矩形 178">
                  <a:extLst>
                    <a:ext uri="{FF2B5EF4-FFF2-40B4-BE49-F238E27FC236}">
                      <a16:creationId xmlns:a16="http://schemas.microsoft.com/office/drawing/2014/main" id="{4E4DEF01-3EEC-45A4-9877-74887C1A9A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矩形 178">
                  <a:extLst>
                    <a:ext uri="{FF2B5EF4-FFF2-40B4-BE49-F238E27FC236}">
                      <a16:creationId xmlns:a16="http://schemas.microsoft.com/office/drawing/2014/main" id="{063C977F-5F8D-42E8-8AB1-30835F07E3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2010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" name="矩形 178">
                  <a:extLst>
                    <a:ext uri="{FF2B5EF4-FFF2-40B4-BE49-F238E27FC236}">
                      <a16:creationId xmlns:a16="http://schemas.microsoft.com/office/drawing/2014/main" id="{156EE2E6-5550-454D-8EB6-6ABE072D76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矩形 178">
                  <a:extLst>
                    <a:ext uri="{FF2B5EF4-FFF2-40B4-BE49-F238E27FC236}">
                      <a16:creationId xmlns:a16="http://schemas.microsoft.com/office/drawing/2014/main" id="{76218A82-A1C3-4719-99A3-231686C3EB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12766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箭號: 五邊形 44">
                  <a:extLst>
                    <a:ext uri="{FF2B5EF4-FFF2-40B4-BE49-F238E27FC236}">
                      <a16:creationId xmlns:a16="http://schemas.microsoft.com/office/drawing/2014/main" id="{94C75AF0-D240-4350-86FC-911D5349C95C}"/>
                    </a:ext>
                  </a:extLst>
                </p:cNvPr>
                <p:cNvSpPr/>
                <p:nvPr/>
              </p:nvSpPr>
              <p:spPr>
                <a:xfrm>
                  <a:off x="798599" y="438724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6" name="箭號: 五邊形 45">
                  <a:extLst>
                    <a:ext uri="{FF2B5EF4-FFF2-40B4-BE49-F238E27FC236}">
                      <a16:creationId xmlns:a16="http://schemas.microsoft.com/office/drawing/2014/main" id="{38232896-292C-4C26-B5C9-9FF4411165AA}"/>
                    </a:ext>
                  </a:extLst>
                </p:cNvPr>
                <p:cNvSpPr/>
                <p:nvPr/>
              </p:nvSpPr>
              <p:spPr>
                <a:xfrm>
                  <a:off x="798599" y="4542054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7" name="矩形 178">
                  <a:extLst>
                    <a:ext uri="{FF2B5EF4-FFF2-40B4-BE49-F238E27FC236}">
                      <a16:creationId xmlns:a16="http://schemas.microsoft.com/office/drawing/2014/main" id="{0C9895C3-40B6-417C-936B-4B039474D4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8" name="矩形 178">
                  <a:extLst>
                    <a:ext uri="{FF2B5EF4-FFF2-40B4-BE49-F238E27FC236}">
                      <a16:creationId xmlns:a16="http://schemas.microsoft.com/office/drawing/2014/main" id="{69969BB3-3447-43EB-9DA4-51F7B8860E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383301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9" name="矩形 178">
                  <a:extLst>
                    <a:ext uri="{FF2B5EF4-FFF2-40B4-BE49-F238E27FC236}">
                      <a16:creationId xmlns:a16="http://schemas.microsoft.com/office/drawing/2014/main" id="{A1C89B81-EE0E-4FC7-88F4-338FE8BC92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0" name="矩形 178">
                  <a:extLst>
                    <a:ext uri="{FF2B5EF4-FFF2-40B4-BE49-F238E27FC236}">
                      <a16:creationId xmlns:a16="http://schemas.microsoft.com/office/drawing/2014/main" id="{8610C7B9-5620-4940-A05C-D9E43F0D982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" name="矩形 178">
                  <a:extLst>
                    <a:ext uri="{FF2B5EF4-FFF2-40B4-BE49-F238E27FC236}">
                      <a16:creationId xmlns:a16="http://schemas.microsoft.com/office/drawing/2014/main" id="{AF9F54C3-A7EE-4CCA-819F-ECD88D53E8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538109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" name="矩形 178">
                  <a:extLst>
                    <a:ext uri="{FF2B5EF4-FFF2-40B4-BE49-F238E27FC236}">
                      <a16:creationId xmlns:a16="http://schemas.microsoft.com/office/drawing/2014/main" id="{450E868D-3B01-428A-8BD6-C157029382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矩形 178">
                  <a:extLst>
                    <a:ext uri="{FF2B5EF4-FFF2-40B4-BE49-F238E27FC236}">
                      <a16:creationId xmlns:a16="http://schemas.microsoft.com/office/drawing/2014/main" id="{EA704F1F-26D9-4793-A6BE-C5BB88A5DF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44859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2" name="箭號: 五邊形 31">
                  <a:extLst>
                    <a:ext uri="{FF2B5EF4-FFF2-40B4-BE49-F238E27FC236}">
                      <a16:creationId xmlns:a16="http://schemas.microsoft.com/office/drawing/2014/main" id="{F84DBE9D-EFD1-4D8D-BC23-23607281C760}"/>
                    </a:ext>
                  </a:extLst>
                </p:cNvPr>
                <p:cNvSpPr/>
                <p:nvPr/>
              </p:nvSpPr>
              <p:spPr>
                <a:xfrm>
                  <a:off x="798599" y="368239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35" name="矩形 178">
                  <a:extLst>
                    <a:ext uri="{FF2B5EF4-FFF2-40B4-BE49-F238E27FC236}">
                      <a16:creationId xmlns:a16="http://schemas.microsoft.com/office/drawing/2014/main" id="{EE4DAEA5-EB64-4303-922F-DB7DC5B0D1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" name="矩形 178">
                  <a:extLst>
                    <a:ext uri="{FF2B5EF4-FFF2-40B4-BE49-F238E27FC236}">
                      <a16:creationId xmlns:a16="http://schemas.microsoft.com/office/drawing/2014/main" id="{2E2E8C0D-96D5-4AE3-A4C2-6F7B0A2C66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矩形 178">
                  <a:extLst>
                    <a:ext uri="{FF2B5EF4-FFF2-40B4-BE49-F238E27FC236}">
                      <a16:creationId xmlns:a16="http://schemas.microsoft.com/office/drawing/2014/main" id="{97582F93-0E5E-459B-AFF1-AAF716CEFF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" name="矩形 178">
                  <a:extLst>
                    <a:ext uri="{FF2B5EF4-FFF2-40B4-BE49-F238E27FC236}">
                      <a16:creationId xmlns:a16="http://schemas.microsoft.com/office/drawing/2014/main" id="{AA163666-0586-4176-9D30-38826E969DB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679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7" name="箭號: 五邊形 26">
                  <a:extLst>
                    <a:ext uri="{FF2B5EF4-FFF2-40B4-BE49-F238E27FC236}">
                      <a16:creationId xmlns:a16="http://schemas.microsoft.com/office/drawing/2014/main" id="{74CE96A3-0305-43C3-BA85-86F84EBAE06E}"/>
                    </a:ext>
                  </a:extLst>
                </p:cNvPr>
                <p:cNvSpPr/>
                <p:nvPr/>
              </p:nvSpPr>
              <p:spPr>
                <a:xfrm>
                  <a:off x="798599" y="3864681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28" name="矩形 178">
                  <a:extLst>
                    <a:ext uri="{FF2B5EF4-FFF2-40B4-BE49-F238E27FC236}">
                      <a16:creationId xmlns:a16="http://schemas.microsoft.com/office/drawing/2014/main" id="{2F49473C-E97D-40CC-A89F-2FF5FD21F6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矩形 178">
                  <a:extLst>
                    <a:ext uri="{FF2B5EF4-FFF2-40B4-BE49-F238E27FC236}">
                      <a16:creationId xmlns:a16="http://schemas.microsoft.com/office/drawing/2014/main" id="{8C520CC4-EA2B-4734-91C0-DBF938ADF7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860736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矩形 178">
                  <a:extLst>
                    <a:ext uri="{FF2B5EF4-FFF2-40B4-BE49-F238E27FC236}">
                      <a16:creationId xmlns:a16="http://schemas.microsoft.com/office/drawing/2014/main" id="{D835480E-C17D-4A31-9049-BCAD4B57B7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" name="矩形 178">
                  <a:extLst>
                    <a:ext uri="{FF2B5EF4-FFF2-40B4-BE49-F238E27FC236}">
                      <a16:creationId xmlns:a16="http://schemas.microsoft.com/office/drawing/2014/main" id="{10E19D52-73D1-483C-B25A-432EBC7423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866333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F545ECE6-0CEE-4007-A30C-DAE10A6A24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3838104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線接點 24">
                  <a:extLst>
                    <a:ext uri="{FF2B5EF4-FFF2-40B4-BE49-F238E27FC236}">
                      <a16:creationId xmlns:a16="http://schemas.microsoft.com/office/drawing/2014/main" id="{E0E471C3-A7AA-437C-82C1-8F297D649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025986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8F0CC41D-0A3A-4C2D-B9C1-A33089C63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360671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3" name="接點: 弧形 552">
                <a:extLst>
                  <a:ext uri="{FF2B5EF4-FFF2-40B4-BE49-F238E27FC236}">
                    <a16:creationId xmlns:a16="http://schemas.microsoft.com/office/drawing/2014/main" id="{6ADF58CC-0608-48B2-B735-43E7A97F511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62382" y="2405434"/>
                <a:ext cx="12700" cy="334683"/>
              </a:xfrm>
              <a:prstGeom prst="curvedConnector3">
                <a:avLst>
                  <a:gd name="adj1" fmla="val 1800000"/>
                </a:avLst>
              </a:prstGeom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4" name="接點: 弧形 553">
              <a:extLst>
                <a:ext uri="{FF2B5EF4-FFF2-40B4-BE49-F238E27FC236}">
                  <a16:creationId xmlns:a16="http://schemas.microsoft.com/office/drawing/2014/main" id="{5C71D42D-1E49-4831-952C-52D6AA8B5661}"/>
                </a:ext>
              </a:extLst>
            </p:cNvPr>
            <p:cNvCxnSpPr>
              <a:cxnSpLocks/>
              <a:stCxn id="32" idx="1"/>
              <a:endCxn id="27" idx="1"/>
            </p:cNvCxnSpPr>
            <p:nvPr/>
          </p:nvCxnSpPr>
          <p:spPr>
            <a:xfrm rot="10800000" flipV="1">
              <a:off x="5288740" y="2127299"/>
              <a:ext cx="12700" cy="182285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文字方塊 270">
            <a:extLst>
              <a:ext uri="{FF2B5EF4-FFF2-40B4-BE49-F238E27FC236}">
                <a16:creationId xmlns:a16="http://schemas.microsoft.com/office/drawing/2014/main" id="{7FAA8AE9-3484-4712-B6E0-9CBD01433EAD}"/>
              </a:ext>
            </a:extLst>
          </p:cNvPr>
          <p:cNvSpPr txBox="1"/>
          <p:nvPr/>
        </p:nvSpPr>
        <p:spPr>
          <a:xfrm>
            <a:off x="7120334" y="561571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303" name="文字方塊 302">
            <a:extLst>
              <a:ext uri="{FF2B5EF4-FFF2-40B4-BE49-F238E27FC236}">
                <a16:creationId xmlns:a16="http://schemas.microsoft.com/office/drawing/2014/main" id="{48F03B7A-15CB-4DE7-8016-9DE7064BC982}"/>
              </a:ext>
            </a:extLst>
          </p:cNvPr>
          <p:cNvSpPr txBox="1"/>
          <p:nvPr/>
        </p:nvSpPr>
        <p:spPr>
          <a:xfrm>
            <a:off x="4927238" y="1132669"/>
            <a:ext cx="2485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Pattern Artifact Filtering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(Artifact path ratio &lt;=</a:t>
            </a:r>
            <a:r>
              <a:rPr lang="zh-TW" altLang="en-US" dirty="0"/>
              <a:t> </a:t>
            </a:r>
            <a:r>
              <a:rPr lang="zh-TW" altLang="el-GR" dirty="0"/>
              <a:t>𝜏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文字方塊 330">
                <a:extLst>
                  <a:ext uri="{FF2B5EF4-FFF2-40B4-BE49-F238E27FC236}">
                    <a16:creationId xmlns:a16="http://schemas.microsoft.com/office/drawing/2014/main" id="{5BEB3F35-848E-4ED7-9336-67CEF1FDAD15}"/>
                  </a:ext>
                </a:extLst>
              </p:cNvPr>
              <p:cNvSpPr txBox="1"/>
              <p:nvPr/>
            </p:nvSpPr>
            <p:spPr>
              <a:xfrm>
                <a:off x="4927238" y="4383071"/>
                <a:ext cx="2526396" cy="798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Pattern Artifact Filtering</a:t>
                </a:r>
              </a:p>
              <a:p>
                <a:pPr algn="ctr"/>
                <a:r>
                  <a:rPr lang="zh-TW" altLang="en-US" dirty="0"/>
                  <a:t>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𝑇𝑜𝑝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𝑝𝑎𝑡h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𝑇𝑜𝑝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2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𝑝𝑎𝑡h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&lt; </a:t>
                </a:r>
                <a:r>
                  <a:rPr lang="zh-TW" altLang="en-US" dirty="0"/>
                  <a:t>𝛿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31" name="文字方塊 330">
                <a:extLst>
                  <a:ext uri="{FF2B5EF4-FFF2-40B4-BE49-F238E27FC236}">
                    <a16:creationId xmlns:a16="http://schemas.microsoft.com/office/drawing/2014/main" id="{5BEB3F35-848E-4ED7-9336-67CEF1FD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238" y="4383071"/>
                <a:ext cx="2526396" cy="798745"/>
              </a:xfrm>
              <a:prstGeom prst="rect">
                <a:avLst/>
              </a:prstGeom>
              <a:blipFill>
                <a:blip r:embed="rId5"/>
                <a:stretch>
                  <a:fillRect l="-241" t="-3817" b="-3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E351A6CA-40B3-4C55-933A-8917F588AFB9}"/>
              </a:ext>
            </a:extLst>
          </p:cNvPr>
          <p:cNvGrpSpPr/>
          <p:nvPr/>
        </p:nvGrpSpPr>
        <p:grpSpPr>
          <a:xfrm>
            <a:off x="7352643" y="1927111"/>
            <a:ext cx="1610566" cy="1475329"/>
            <a:chOff x="7352643" y="1819230"/>
            <a:chExt cx="1610566" cy="1475329"/>
          </a:xfrm>
        </p:grpSpPr>
        <p:grpSp>
          <p:nvGrpSpPr>
            <p:cNvPr id="483" name="群組 482">
              <a:extLst>
                <a:ext uri="{FF2B5EF4-FFF2-40B4-BE49-F238E27FC236}">
                  <a16:creationId xmlns:a16="http://schemas.microsoft.com/office/drawing/2014/main" id="{9567666E-7C5A-4754-9B5E-C6900B7C0D6F}"/>
                </a:ext>
              </a:extLst>
            </p:cNvPr>
            <p:cNvGrpSpPr/>
            <p:nvPr/>
          </p:nvGrpSpPr>
          <p:grpSpPr>
            <a:xfrm>
              <a:off x="7352643" y="1819230"/>
              <a:ext cx="1610566" cy="688831"/>
              <a:chOff x="6973988" y="1821323"/>
              <a:chExt cx="1610566" cy="688831"/>
            </a:xfrm>
          </p:grpSpPr>
          <p:grpSp>
            <p:nvGrpSpPr>
              <p:cNvPr id="346" name="群組 345">
                <a:extLst>
                  <a:ext uri="{FF2B5EF4-FFF2-40B4-BE49-F238E27FC236}">
                    <a16:creationId xmlns:a16="http://schemas.microsoft.com/office/drawing/2014/main" id="{20880762-02E9-4C22-B857-E98F4A060117}"/>
                  </a:ext>
                </a:extLst>
              </p:cNvPr>
              <p:cNvGrpSpPr/>
              <p:nvPr/>
            </p:nvGrpSpPr>
            <p:grpSpPr>
              <a:xfrm>
                <a:off x="7343880" y="1821323"/>
                <a:ext cx="1240674" cy="688831"/>
                <a:chOff x="3312678" y="1935045"/>
                <a:chExt cx="1240674" cy="688831"/>
              </a:xfrm>
            </p:grpSpPr>
            <p:sp>
              <p:nvSpPr>
                <p:cNvPr id="347" name="矩形: 圓角 346">
                  <a:extLst>
                    <a:ext uri="{FF2B5EF4-FFF2-40B4-BE49-F238E27FC236}">
                      <a16:creationId xmlns:a16="http://schemas.microsoft.com/office/drawing/2014/main" id="{46B8EAA5-4E8D-41CB-AF4A-620257F987CD}"/>
                    </a:ext>
                  </a:extLst>
                </p:cNvPr>
                <p:cNvSpPr/>
                <p:nvPr/>
              </p:nvSpPr>
              <p:spPr>
                <a:xfrm>
                  <a:off x="3312678" y="1935045"/>
                  <a:ext cx="1240674" cy="688831"/>
                </a:xfrm>
                <a:prstGeom prst="roundRect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48" name="直線單箭頭接點 347">
                  <a:extLst>
                    <a:ext uri="{FF2B5EF4-FFF2-40B4-BE49-F238E27FC236}">
                      <a16:creationId xmlns:a16="http://schemas.microsoft.com/office/drawing/2014/main" id="{EFB14FC6-F281-46EF-89B4-3944D7BF6B2E}"/>
                    </a:ext>
                  </a:extLst>
                </p:cNvPr>
                <p:cNvCxnSpPr>
                  <a:cxnSpLocks/>
                  <a:stCxn id="375" idx="6"/>
                  <a:endCxn id="373" idx="2"/>
                </p:cNvCxnSpPr>
                <p:nvPr/>
              </p:nvCxnSpPr>
              <p:spPr>
                <a:xfrm flipV="1">
                  <a:off x="3616193" y="2094500"/>
                  <a:ext cx="194224" cy="236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線單箭頭接點 348">
                  <a:extLst>
                    <a:ext uri="{FF2B5EF4-FFF2-40B4-BE49-F238E27FC236}">
                      <a16:creationId xmlns:a16="http://schemas.microsoft.com/office/drawing/2014/main" id="{18CA85FA-A8F3-46F3-81D3-0C62C2DC6E58}"/>
                    </a:ext>
                  </a:extLst>
                </p:cNvPr>
                <p:cNvCxnSpPr>
                  <a:cxnSpLocks/>
                  <a:stCxn id="373" idx="6"/>
                  <a:endCxn id="374" idx="2"/>
                </p:cNvCxnSpPr>
                <p:nvPr/>
              </p:nvCxnSpPr>
              <p:spPr>
                <a:xfrm>
                  <a:off x="4074007" y="2094500"/>
                  <a:ext cx="190668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線單箭頭接點 354">
                  <a:extLst>
                    <a:ext uri="{FF2B5EF4-FFF2-40B4-BE49-F238E27FC236}">
                      <a16:creationId xmlns:a16="http://schemas.microsoft.com/office/drawing/2014/main" id="{E04C4AFB-D4F3-4647-B134-6F297038AE5A}"/>
                    </a:ext>
                  </a:extLst>
                </p:cNvPr>
                <p:cNvCxnSpPr>
                  <a:cxnSpLocks/>
                  <a:stCxn id="378" idx="6"/>
                  <a:endCxn id="376" idx="2"/>
                </p:cNvCxnSpPr>
                <p:nvPr/>
              </p:nvCxnSpPr>
              <p:spPr>
                <a:xfrm flipV="1">
                  <a:off x="3616193" y="2466683"/>
                  <a:ext cx="193366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直線單箭頭接點 369">
                  <a:extLst>
                    <a:ext uri="{FF2B5EF4-FFF2-40B4-BE49-F238E27FC236}">
                      <a16:creationId xmlns:a16="http://schemas.microsoft.com/office/drawing/2014/main" id="{D1C1B2A4-DEAB-48B5-82CE-CCCE267727DB}"/>
                    </a:ext>
                  </a:extLst>
                </p:cNvPr>
                <p:cNvCxnSpPr>
                  <a:cxnSpLocks/>
                  <a:stCxn id="376" idx="6"/>
                  <a:endCxn id="377" idx="2"/>
                </p:cNvCxnSpPr>
                <p:nvPr/>
              </p:nvCxnSpPr>
              <p:spPr>
                <a:xfrm>
                  <a:off x="4073149" y="2466683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直線單箭頭接點 370">
                  <a:extLst>
                    <a:ext uri="{FF2B5EF4-FFF2-40B4-BE49-F238E27FC236}">
                      <a16:creationId xmlns:a16="http://schemas.microsoft.com/office/drawing/2014/main" id="{ECD7321C-0166-4E36-A578-C67789F1C0B5}"/>
                    </a:ext>
                  </a:extLst>
                </p:cNvPr>
                <p:cNvCxnSpPr>
                  <a:cxnSpLocks/>
                  <a:stCxn id="378" idx="7"/>
                  <a:endCxn id="373" idx="3"/>
                </p:cNvCxnSpPr>
                <p:nvPr/>
              </p:nvCxnSpPr>
              <p:spPr>
                <a:xfrm flipV="1">
                  <a:off x="3577591" y="2187693"/>
                  <a:ext cx="271428" cy="18815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線單箭頭接點 371">
                  <a:extLst>
                    <a:ext uri="{FF2B5EF4-FFF2-40B4-BE49-F238E27FC236}">
                      <a16:creationId xmlns:a16="http://schemas.microsoft.com/office/drawing/2014/main" id="{18DFADE6-56C7-447C-828C-50B9655C12DC}"/>
                    </a:ext>
                  </a:extLst>
                </p:cNvPr>
                <p:cNvCxnSpPr>
                  <a:cxnSpLocks/>
                  <a:stCxn id="373" idx="5"/>
                  <a:endCxn id="377" idx="1"/>
                </p:cNvCxnSpPr>
                <p:nvPr/>
              </p:nvCxnSpPr>
              <p:spPr>
                <a:xfrm>
                  <a:off x="4035405" y="2187693"/>
                  <a:ext cx="267872" cy="18579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3" name="橢圓 372">
                  <a:extLst>
                    <a:ext uri="{FF2B5EF4-FFF2-40B4-BE49-F238E27FC236}">
                      <a16:creationId xmlns:a16="http://schemas.microsoft.com/office/drawing/2014/main" id="{79A076BE-4260-4577-8CD8-3ED7194E89F7}"/>
                    </a:ext>
                  </a:extLst>
                </p:cNvPr>
                <p:cNvSpPr/>
                <p:nvPr/>
              </p:nvSpPr>
              <p:spPr>
                <a:xfrm>
                  <a:off x="3810417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374" name="橢圓 373">
                  <a:extLst>
                    <a:ext uri="{FF2B5EF4-FFF2-40B4-BE49-F238E27FC236}">
                      <a16:creationId xmlns:a16="http://schemas.microsoft.com/office/drawing/2014/main" id="{E850C5A5-7343-4B68-A601-8CEF3F211C94}"/>
                    </a:ext>
                  </a:extLst>
                </p:cNvPr>
                <p:cNvSpPr/>
                <p:nvPr/>
              </p:nvSpPr>
              <p:spPr>
                <a:xfrm>
                  <a:off x="4264675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sp>
              <p:nvSpPr>
                <p:cNvPr id="375" name="橢圓 374">
                  <a:extLst>
                    <a:ext uri="{FF2B5EF4-FFF2-40B4-BE49-F238E27FC236}">
                      <a16:creationId xmlns:a16="http://schemas.microsoft.com/office/drawing/2014/main" id="{67676673-4A91-453D-B5E9-C6D2E2A80732}"/>
                    </a:ext>
                  </a:extLst>
                </p:cNvPr>
                <p:cNvSpPr/>
                <p:nvPr/>
              </p:nvSpPr>
              <p:spPr>
                <a:xfrm>
                  <a:off x="3352603" y="196506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A</a:t>
                  </a:r>
                  <a:endParaRPr lang="zh-TW" altLang="en-US" dirty="0"/>
                </a:p>
              </p:txBody>
            </p:sp>
            <p:sp>
              <p:nvSpPr>
                <p:cNvPr id="376" name="橢圓 375">
                  <a:extLst>
                    <a:ext uri="{FF2B5EF4-FFF2-40B4-BE49-F238E27FC236}">
                      <a16:creationId xmlns:a16="http://schemas.microsoft.com/office/drawing/2014/main" id="{5C2030AF-8566-4634-94CE-90E8CB792F4A}"/>
                    </a:ext>
                  </a:extLst>
                </p:cNvPr>
                <p:cNvSpPr/>
                <p:nvPr/>
              </p:nvSpPr>
              <p:spPr>
                <a:xfrm>
                  <a:off x="3809559" y="2334888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7" name="橢圓 376">
                  <a:extLst>
                    <a:ext uri="{FF2B5EF4-FFF2-40B4-BE49-F238E27FC236}">
                      <a16:creationId xmlns:a16="http://schemas.microsoft.com/office/drawing/2014/main" id="{64314E4C-E223-482A-A5E8-BAE3C96BF0E1}"/>
                    </a:ext>
                  </a:extLst>
                </p:cNvPr>
                <p:cNvSpPr/>
                <p:nvPr/>
              </p:nvSpPr>
              <p:spPr>
                <a:xfrm>
                  <a:off x="4264675" y="233488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8" name="橢圓 377">
                  <a:extLst>
                    <a:ext uri="{FF2B5EF4-FFF2-40B4-BE49-F238E27FC236}">
                      <a16:creationId xmlns:a16="http://schemas.microsoft.com/office/drawing/2014/main" id="{D4A8B118-FDB8-4E75-AD29-51CEFC53F25B}"/>
                    </a:ext>
                  </a:extLst>
                </p:cNvPr>
                <p:cNvSpPr/>
                <p:nvPr/>
              </p:nvSpPr>
              <p:spPr>
                <a:xfrm>
                  <a:off x="3352603" y="233724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5" name="文字方塊 344">
                    <a:extLst>
                      <a:ext uri="{FF2B5EF4-FFF2-40B4-BE49-F238E27FC236}">
                        <a16:creationId xmlns:a16="http://schemas.microsoft.com/office/drawing/2014/main" id="{71B5C0B2-A6A7-45FF-9EE8-D7F2927C191B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988" y="1981072"/>
                    <a:ext cx="5343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TW"/>
                    </a:defPPr>
                    <a:lvl1pPr>
                      <a:defRPr>
                        <a:solidFill>
                          <a:srgbClr val="C55A11"/>
                        </a:solidFill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sz="1800" b="0" i="1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kumimoji="0" lang="en-US" altLang="zh-TW" sz="1800" b="0" i="0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45" name="文字方塊 344">
                    <a:extLst>
                      <a:ext uri="{FF2B5EF4-FFF2-40B4-BE49-F238E27FC236}">
                        <a16:creationId xmlns:a16="http://schemas.microsoft.com/office/drawing/2014/main" id="{71B5C0B2-A6A7-45FF-9EE8-D7F2927C1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988" y="1981072"/>
                    <a:ext cx="53431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2" name="群組 471">
              <a:extLst>
                <a:ext uri="{FF2B5EF4-FFF2-40B4-BE49-F238E27FC236}">
                  <a16:creationId xmlns:a16="http://schemas.microsoft.com/office/drawing/2014/main" id="{8206C060-D311-4078-97F6-2FB5A881C3E8}"/>
                </a:ext>
              </a:extLst>
            </p:cNvPr>
            <p:cNvGrpSpPr/>
            <p:nvPr/>
          </p:nvGrpSpPr>
          <p:grpSpPr>
            <a:xfrm>
              <a:off x="7352643" y="2605728"/>
              <a:ext cx="1610566" cy="688831"/>
              <a:chOff x="6973988" y="2607821"/>
              <a:chExt cx="1610566" cy="688831"/>
            </a:xfrm>
          </p:grpSpPr>
          <p:grpSp>
            <p:nvGrpSpPr>
              <p:cNvPr id="380" name="群組 379">
                <a:extLst>
                  <a:ext uri="{FF2B5EF4-FFF2-40B4-BE49-F238E27FC236}">
                    <a16:creationId xmlns:a16="http://schemas.microsoft.com/office/drawing/2014/main" id="{9244238F-889D-4B87-BB70-7C43EEAE90AA}"/>
                  </a:ext>
                </a:extLst>
              </p:cNvPr>
              <p:cNvGrpSpPr/>
              <p:nvPr/>
            </p:nvGrpSpPr>
            <p:grpSpPr>
              <a:xfrm>
                <a:off x="7343880" y="2607821"/>
                <a:ext cx="1240674" cy="688831"/>
                <a:chOff x="3312678" y="1935045"/>
                <a:chExt cx="1240674" cy="688831"/>
              </a:xfrm>
            </p:grpSpPr>
            <p:sp>
              <p:nvSpPr>
                <p:cNvPr id="382" name="矩形: 圓角 381">
                  <a:extLst>
                    <a:ext uri="{FF2B5EF4-FFF2-40B4-BE49-F238E27FC236}">
                      <a16:creationId xmlns:a16="http://schemas.microsoft.com/office/drawing/2014/main" id="{BFCC974B-3FD8-4644-9601-3987F76D07AF}"/>
                    </a:ext>
                  </a:extLst>
                </p:cNvPr>
                <p:cNvSpPr/>
                <p:nvPr/>
              </p:nvSpPr>
              <p:spPr>
                <a:xfrm>
                  <a:off x="3312678" y="1935045"/>
                  <a:ext cx="1240674" cy="688831"/>
                </a:xfrm>
                <a:prstGeom prst="roundRect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83" name="直線單箭頭接點 382">
                  <a:extLst>
                    <a:ext uri="{FF2B5EF4-FFF2-40B4-BE49-F238E27FC236}">
                      <a16:creationId xmlns:a16="http://schemas.microsoft.com/office/drawing/2014/main" id="{C4D40256-5C3A-4670-A063-9A31694E940C}"/>
                    </a:ext>
                  </a:extLst>
                </p:cNvPr>
                <p:cNvCxnSpPr>
                  <a:cxnSpLocks/>
                  <a:stCxn id="407" idx="5"/>
                  <a:endCxn id="408" idx="1"/>
                </p:cNvCxnSpPr>
                <p:nvPr/>
              </p:nvCxnSpPr>
              <p:spPr>
                <a:xfrm>
                  <a:off x="3577591" y="2190053"/>
                  <a:ext cx="270570" cy="183437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線單箭頭接點 383">
                  <a:extLst>
                    <a:ext uri="{FF2B5EF4-FFF2-40B4-BE49-F238E27FC236}">
                      <a16:creationId xmlns:a16="http://schemas.microsoft.com/office/drawing/2014/main" id="{395E73C8-9326-4081-9F0E-C85252423753}"/>
                    </a:ext>
                  </a:extLst>
                </p:cNvPr>
                <p:cNvCxnSpPr>
                  <a:cxnSpLocks/>
                  <a:stCxn id="408" idx="7"/>
                  <a:endCxn id="406" idx="3"/>
                </p:cNvCxnSpPr>
                <p:nvPr/>
              </p:nvCxnSpPr>
              <p:spPr>
                <a:xfrm flipV="1">
                  <a:off x="4034547" y="2187693"/>
                  <a:ext cx="268730" cy="185797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線單箭頭接點 385">
                  <a:extLst>
                    <a:ext uri="{FF2B5EF4-FFF2-40B4-BE49-F238E27FC236}">
                      <a16:creationId xmlns:a16="http://schemas.microsoft.com/office/drawing/2014/main" id="{1CD3D6B3-506A-4413-9E76-B6534B4123E9}"/>
                    </a:ext>
                  </a:extLst>
                </p:cNvPr>
                <p:cNvCxnSpPr>
                  <a:cxnSpLocks/>
                  <a:stCxn id="410" idx="6"/>
                  <a:endCxn id="408" idx="2"/>
                </p:cNvCxnSpPr>
                <p:nvPr/>
              </p:nvCxnSpPr>
              <p:spPr>
                <a:xfrm flipV="1">
                  <a:off x="3616193" y="2466683"/>
                  <a:ext cx="193366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線單箭頭接點 386">
                  <a:extLst>
                    <a:ext uri="{FF2B5EF4-FFF2-40B4-BE49-F238E27FC236}">
                      <a16:creationId xmlns:a16="http://schemas.microsoft.com/office/drawing/2014/main" id="{9BA3C943-2204-4E75-94B4-B4621754991E}"/>
                    </a:ext>
                  </a:extLst>
                </p:cNvPr>
                <p:cNvCxnSpPr>
                  <a:cxnSpLocks/>
                  <a:stCxn id="408" idx="6"/>
                  <a:endCxn id="409" idx="2"/>
                </p:cNvCxnSpPr>
                <p:nvPr/>
              </p:nvCxnSpPr>
              <p:spPr>
                <a:xfrm>
                  <a:off x="4073149" y="2466683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線單箭頭接點 402">
                  <a:extLst>
                    <a:ext uri="{FF2B5EF4-FFF2-40B4-BE49-F238E27FC236}">
                      <a16:creationId xmlns:a16="http://schemas.microsoft.com/office/drawing/2014/main" id="{9DD76313-77CF-4620-B9C2-14F562680688}"/>
                    </a:ext>
                  </a:extLst>
                </p:cNvPr>
                <p:cNvCxnSpPr>
                  <a:cxnSpLocks/>
                  <a:stCxn id="410" idx="7"/>
                  <a:endCxn id="405" idx="3"/>
                </p:cNvCxnSpPr>
                <p:nvPr/>
              </p:nvCxnSpPr>
              <p:spPr>
                <a:xfrm flipV="1">
                  <a:off x="3577591" y="2187693"/>
                  <a:ext cx="271428" cy="18815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直線單箭頭接點 403">
                  <a:extLst>
                    <a:ext uri="{FF2B5EF4-FFF2-40B4-BE49-F238E27FC236}">
                      <a16:creationId xmlns:a16="http://schemas.microsoft.com/office/drawing/2014/main" id="{0C617B5D-6059-4490-BDF7-60179748F280}"/>
                    </a:ext>
                  </a:extLst>
                </p:cNvPr>
                <p:cNvCxnSpPr>
                  <a:cxnSpLocks/>
                  <a:stCxn id="405" idx="5"/>
                  <a:endCxn id="409" idx="1"/>
                </p:cNvCxnSpPr>
                <p:nvPr/>
              </p:nvCxnSpPr>
              <p:spPr>
                <a:xfrm>
                  <a:off x="4035405" y="2187693"/>
                  <a:ext cx="267872" cy="18579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5" name="橢圓 404">
                  <a:extLst>
                    <a:ext uri="{FF2B5EF4-FFF2-40B4-BE49-F238E27FC236}">
                      <a16:creationId xmlns:a16="http://schemas.microsoft.com/office/drawing/2014/main" id="{D5D68BD5-203E-4308-9898-A3D81C393DAD}"/>
                    </a:ext>
                  </a:extLst>
                </p:cNvPr>
                <p:cNvSpPr/>
                <p:nvPr/>
              </p:nvSpPr>
              <p:spPr>
                <a:xfrm>
                  <a:off x="3810417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406" name="橢圓 405">
                  <a:extLst>
                    <a:ext uri="{FF2B5EF4-FFF2-40B4-BE49-F238E27FC236}">
                      <a16:creationId xmlns:a16="http://schemas.microsoft.com/office/drawing/2014/main" id="{F760863F-BEC2-402E-880B-4C91275C3011}"/>
                    </a:ext>
                  </a:extLst>
                </p:cNvPr>
                <p:cNvSpPr/>
                <p:nvPr/>
              </p:nvSpPr>
              <p:spPr>
                <a:xfrm>
                  <a:off x="4264675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sp>
              <p:nvSpPr>
                <p:cNvPr id="407" name="橢圓 406">
                  <a:extLst>
                    <a:ext uri="{FF2B5EF4-FFF2-40B4-BE49-F238E27FC236}">
                      <a16:creationId xmlns:a16="http://schemas.microsoft.com/office/drawing/2014/main" id="{4D313796-1F60-46FF-A657-AA0E6B6131CD}"/>
                    </a:ext>
                  </a:extLst>
                </p:cNvPr>
                <p:cNvSpPr/>
                <p:nvPr/>
              </p:nvSpPr>
              <p:spPr>
                <a:xfrm>
                  <a:off x="3352603" y="196506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A</a:t>
                  </a:r>
                  <a:endParaRPr lang="zh-TW" altLang="en-US" dirty="0"/>
                </a:p>
              </p:txBody>
            </p:sp>
            <p:sp>
              <p:nvSpPr>
                <p:cNvPr id="408" name="橢圓 407">
                  <a:extLst>
                    <a:ext uri="{FF2B5EF4-FFF2-40B4-BE49-F238E27FC236}">
                      <a16:creationId xmlns:a16="http://schemas.microsoft.com/office/drawing/2014/main" id="{4A55AA9E-DEBE-4437-9962-96D9D5F394A1}"/>
                    </a:ext>
                  </a:extLst>
                </p:cNvPr>
                <p:cNvSpPr/>
                <p:nvPr/>
              </p:nvSpPr>
              <p:spPr>
                <a:xfrm>
                  <a:off x="3809559" y="2334888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9" name="橢圓 408">
                  <a:extLst>
                    <a:ext uri="{FF2B5EF4-FFF2-40B4-BE49-F238E27FC236}">
                      <a16:creationId xmlns:a16="http://schemas.microsoft.com/office/drawing/2014/main" id="{4140E588-4AED-475D-B2C6-E28A351E0395}"/>
                    </a:ext>
                  </a:extLst>
                </p:cNvPr>
                <p:cNvSpPr/>
                <p:nvPr/>
              </p:nvSpPr>
              <p:spPr>
                <a:xfrm>
                  <a:off x="4264675" y="233488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0" name="橢圓 409">
                  <a:extLst>
                    <a:ext uri="{FF2B5EF4-FFF2-40B4-BE49-F238E27FC236}">
                      <a16:creationId xmlns:a16="http://schemas.microsoft.com/office/drawing/2014/main" id="{4C91E02A-FE95-46C2-8AFE-6BAE9BB92F45}"/>
                    </a:ext>
                  </a:extLst>
                </p:cNvPr>
                <p:cNvSpPr/>
                <p:nvPr/>
              </p:nvSpPr>
              <p:spPr>
                <a:xfrm>
                  <a:off x="3352603" y="233724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1" name="文字方塊 380">
                    <a:extLst>
                      <a:ext uri="{FF2B5EF4-FFF2-40B4-BE49-F238E27FC236}">
                        <a16:creationId xmlns:a16="http://schemas.microsoft.com/office/drawing/2014/main" id="{59965AD8-E16F-4483-BABB-E1FD43B13B27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988" y="2767570"/>
                    <a:ext cx="5337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TW"/>
                    </a:defPPr>
                    <a:lvl1pPr>
                      <a:defRPr>
                        <a:solidFill>
                          <a:srgbClr val="C55A11"/>
                        </a:solidFill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0" lang="en-US" altLang="zh-TW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81" name="文字方塊 380">
                    <a:extLst>
                      <a:ext uri="{FF2B5EF4-FFF2-40B4-BE49-F238E27FC236}">
                        <a16:creationId xmlns:a16="http://schemas.microsoft.com/office/drawing/2014/main" id="{59965AD8-E16F-4483-BABB-E1FD43B13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988" y="2767570"/>
                    <a:ext cx="53373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FD082A7E-97B9-410B-A275-35B05A4ED751}"/>
                  </a:ext>
                </a:extLst>
              </p:cNvPr>
              <p:cNvSpPr txBox="1"/>
              <p:nvPr/>
            </p:nvSpPr>
            <p:spPr>
              <a:xfrm>
                <a:off x="3015401" y="1947745"/>
                <a:ext cx="534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V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FD082A7E-97B9-410B-A275-35B05A4ED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401" y="1947745"/>
                <a:ext cx="5343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A44D0FEC-4843-474C-900F-A2E5FD382229}"/>
              </a:ext>
            </a:extLst>
          </p:cNvPr>
          <p:cNvGrpSpPr/>
          <p:nvPr/>
        </p:nvGrpSpPr>
        <p:grpSpPr>
          <a:xfrm>
            <a:off x="2662220" y="2320360"/>
            <a:ext cx="1240674" cy="688831"/>
            <a:chOff x="3312678" y="1935045"/>
            <a:chExt cx="1240674" cy="688831"/>
          </a:xfrm>
        </p:grpSpPr>
        <p:sp>
          <p:nvSpPr>
            <p:cNvPr id="313" name="矩形: 圓角 312">
              <a:extLst>
                <a:ext uri="{FF2B5EF4-FFF2-40B4-BE49-F238E27FC236}">
                  <a16:creationId xmlns:a16="http://schemas.microsoft.com/office/drawing/2014/main" id="{3693E1C5-E5DB-4F0C-9F93-878C2C7FA7D5}"/>
                </a:ext>
              </a:extLst>
            </p:cNvPr>
            <p:cNvSpPr/>
            <p:nvPr/>
          </p:nvSpPr>
          <p:spPr>
            <a:xfrm>
              <a:off x="3312678" y="1935045"/>
              <a:ext cx="1240674" cy="688831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3" name="直線單箭頭接點 332">
              <a:extLst>
                <a:ext uri="{FF2B5EF4-FFF2-40B4-BE49-F238E27FC236}">
                  <a16:creationId xmlns:a16="http://schemas.microsoft.com/office/drawing/2014/main" id="{8BAF671E-79A5-49BA-927E-D3728F6E746B}"/>
                </a:ext>
              </a:extLst>
            </p:cNvPr>
            <p:cNvCxnSpPr>
              <a:cxnSpLocks/>
              <a:stCxn id="353" idx="6"/>
              <a:endCxn id="351" idx="2"/>
            </p:cNvCxnSpPr>
            <p:nvPr/>
          </p:nvCxnSpPr>
          <p:spPr>
            <a:xfrm flipV="1">
              <a:off x="3616193" y="2094500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>
              <a:extLst>
                <a:ext uri="{FF2B5EF4-FFF2-40B4-BE49-F238E27FC236}">
                  <a16:creationId xmlns:a16="http://schemas.microsoft.com/office/drawing/2014/main" id="{C0621D8D-F050-4753-8E40-CAC1C3B4776F}"/>
                </a:ext>
              </a:extLst>
            </p:cNvPr>
            <p:cNvCxnSpPr>
              <a:cxnSpLocks/>
              <a:stCxn id="351" idx="6"/>
              <a:endCxn id="352" idx="2"/>
            </p:cNvCxnSpPr>
            <p:nvPr/>
          </p:nvCxnSpPr>
          <p:spPr>
            <a:xfrm>
              <a:off x="4074007" y="2094500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>
              <a:extLst>
                <a:ext uri="{FF2B5EF4-FFF2-40B4-BE49-F238E27FC236}">
                  <a16:creationId xmlns:a16="http://schemas.microsoft.com/office/drawing/2014/main" id="{7B2DF0CA-DE4F-4CFB-B337-B571A88ED20C}"/>
                </a:ext>
              </a:extLst>
            </p:cNvPr>
            <p:cNvCxnSpPr>
              <a:cxnSpLocks/>
              <a:stCxn id="357" idx="6"/>
              <a:endCxn id="354" idx="2"/>
            </p:cNvCxnSpPr>
            <p:nvPr/>
          </p:nvCxnSpPr>
          <p:spPr>
            <a:xfrm flipV="1">
              <a:off x="3616193" y="2466683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線單箭頭接點 335">
              <a:extLst>
                <a:ext uri="{FF2B5EF4-FFF2-40B4-BE49-F238E27FC236}">
                  <a16:creationId xmlns:a16="http://schemas.microsoft.com/office/drawing/2014/main" id="{1F4B8E99-636E-443B-8827-FAF2485B5D53}"/>
                </a:ext>
              </a:extLst>
            </p:cNvPr>
            <p:cNvCxnSpPr>
              <a:cxnSpLocks/>
              <a:stCxn id="354" idx="6"/>
              <a:endCxn id="356" idx="2"/>
            </p:cNvCxnSpPr>
            <p:nvPr/>
          </p:nvCxnSpPr>
          <p:spPr>
            <a:xfrm>
              <a:off x="4073149" y="2466683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線單箭頭接點 336">
              <a:extLst>
                <a:ext uri="{FF2B5EF4-FFF2-40B4-BE49-F238E27FC236}">
                  <a16:creationId xmlns:a16="http://schemas.microsoft.com/office/drawing/2014/main" id="{A6076894-CB77-4121-A8B4-F7235449AC4D}"/>
                </a:ext>
              </a:extLst>
            </p:cNvPr>
            <p:cNvCxnSpPr>
              <a:cxnSpLocks/>
              <a:stCxn id="357" idx="7"/>
              <a:endCxn id="351" idx="3"/>
            </p:cNvCxnSpPr>
            <p:nvPr/>
          </p:nvCxnSpPr>
          <p:spPr>
            <a:xfrm flipV="1">
              <a:off x="3577591" y="2187693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線單箭頭接點 349">
              <a:extLst>
                <a:ext uri="{FF2B5EF4-FFF2-40B4-BE49-F238E27FC236}">
                  <a16:creationId xmlns:a16="http://schemas.microsoft.com/office/drawing/2014/main" id="{87A3E691-FDA8-4F6A-ACCF-8704D75E0C45}"/>
                </a:ext>
              </a:extLst>
            </p:cNvPr>
            <p:cNvCxnSpPr>
              <a:cxnSpLocks/>
              <a:stCxn id="351" idx="5"/>
              <a:endCxn id="356" idx="1"/>
            </p:cNvCxnSpPr>
            <p:nvPr/>
          </p:nvCxnSpPr>
          <p:spPr>
            <a:xfrm>
              <a:off x="4035405" y="2187693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橢圓 350">
              <a:extLst>
                <a:ext uri="{FF2B5EF4-FFF2-40B4-BE49-F238E27FC236}">
                  <a16:creationId xmlns:a16="http://schemas.microsoft.com/office/drawing/2014/main" id="{058F39E3-4CA7-4872-8D3D-59334D9FC562}"/>
                </a:ext>
              </a:extLst>
            </p:cNvPr>
            <p:cNvSpPr/>
            <p:nvPr/>
          </p:nvSpPr>
          <p:spPr>
            <a:xfrm>
              <a:off x="3810417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352" name="橢圓 351">
              <a:extLst>
                <a:ext uri="{FF2B5EF4-FFF2-40B4-BE49-F238E27FC236}">
                  <a16:creationId xmlns:a16="http://schemas.microsoft.com/office/drawing/2014/main" id="{F61E2327-F799-412E-990A-B02B516D3446}"/>
                </a:ext>
              </a:extLst>
            </p:cNvPr>
            <p:cNvSpPr/>
            <p:nvPr/>
          </p:nvSpPr>
          <p:spPr>
            <a:xfrm>
              <a:off x="4264675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353" name="橢圓 352">
              <a:extLst>
                <a:ext uri="{FF2B5EF4-FFF2-40B4-BE49-F238E27FC236}">
                  <a16:creationId xmlns:a16="http://schemas.microsoft.com/office/drawing/2014/main" id="{35500C05-8D3E-4FB8-BE64-8408BE41B1A6}"/>
                </a:ext>
              </a:extLst>
            </p:cNvPr>
            <p:cNvSpPr/>
            <p:nvPr/>
          </p:nvSpPr>
          <p:spPr>
            <a:xfrm>
              <a:off x="3352603" y="196506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354" name="橢圓 353">
              <a:extLst>
                <a:ext uri="{FF2B5EF4-FFF2-40B4-BE49-F238E27FC236}">
                  <a16:creationId xmlns:a16="http://schemas.microsoft.com/office/drawing/2014/main" id="{7E7448F0-6770-410D-A223-A2B253F86140}"/>
                </a:ext>
              </a:extLst>
            </p:cNvPr>
            <p:cNvSpPr/>
            <p:nvPr/>
          </p:nvSpPr>
          <p:spPr>
            <a:xfrm>
              <a:off x="3809559" y="233488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6" name="橢圓 355">
              <a:extLst>
                <a:ext uri="{FF2B5EF4-FFF2-40B4-BE49-F238E27FC236}">
                  <a16:creationId xmlns:a16="http://schemas.microsoft.com/office/drawing/2014/main" id="{269E5675-0CBE-4480-B54B-A05A95191326}"/>
                </a:ext>
              </a:extLst>
            </p:cNvPr>
            <p:cNvSpPr/>
            <p:nvPr/>
          </p:nvSpPr>
          <p:spPr>
            <a:xfrm>
              <a:off x="4264675" y="233488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7" name="橢圓 356">
              <a:extLst>
                <a:ext uri="{FF2B5EF4-FFF2-40B4-BE49-F238E27FC236}">
                  <a16:creationId xmlns:a16="http://schemas.microsoft.com/office/drawing/2014/main" id="{A99BBED1-BA42-4083-8F43-D2FC4364DE21}"/>
                </a:ext>
              </a:extLst>
            </p:cNvPr>
            <p:cNvSpPr/>
            <p:nvPr/>
          </p:nvSpPr>
          <p:spPr>
            <a:xfrm>
              <a:off x="3352603" y="233724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FB5DC572-7B99-49AF-93C4-B0BA02829202}"/>
                  </a:ext>
                </a:extLst>
              </p:cNvPr>
              <p:cNvSpPr txBox="1"/>
              <p:nvPr/>
            </p:nvSpPr>
            <p:spPr>
              <a:xfrm>
                <a:off x="3033034" y="5075566"/>
                <a:ext cx="499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V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FB5DC572-7B99-49AF-93C4-B0BA02829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034" y="5075566"/>
                <a:ext cx="4990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群組 411">
            <a:extLst>
              <a:ext uri="{FF2B5EF4-FFF2-40B4-BE49-F238E27FC236}">
                <a16:creationId xmlns:a16="http://schemas.microsoft.com/office/drawing/2014/main" id="{FF1D63F3-7ED2-46B2-A9E2-4593E03693EC}"/>
              </a:ext>
            </a:extLst>
          </p:cNvPr>
          <p:cNvGrpSpPr/>
          <p:nvPr/>
        </p:nvGrpSpPr>
        <p:grpSpPr>
          <a:xfrm>
            <a:off x="2662220" y="5455962"/>
            <a:ext cx="1240674" cy="688831"/>
            <a:chOff x="3312678" y="1935045"/>
            <a:chExt cx="1240674" cy="688831"/>
          </a:xfrm>
        </p:grpSpPr>
        <p:sp>
          <p:nvSpPr>
            <p:cNvPr id="413" name="矩形: 圓角 412">
              <a:extLst>
                <a:ext uri="{FF2B5EF4-FFF2-40B4-BE49-F238E27FC236}">
                  <a16:creationId xmlns:a16="http://schemas.microsoft.com/office/drawing/2014/main" id="{2D3FB282-675B-45C1-929D-2DA8F0DFD6C5}"/>
                </a:ext>
              </a:extLst>
            </p:cNvPr>
            <p:cNvSpPr/>
            <p:nvPr/>
          </p:nvSpPr>
          <p:spPr>
            <a:xfrm>
              <a:off x="3312678" y="1935045"/>
              <a:ext cx="1240674" cy="688831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85" name="直線單箭頭接點 484">
              <a:extLst>
                <a:ext uri="{FF2B5EF4-FFF2-40B4-BE49-F238E27FC236}">
                  <a16:creationId xmlns:a16="http://schemas.microsoft.com/office/drawing/2014/main" id="{B425EF8F-1820-4F12-BDB8-64A1463FF20A}"/>
                </a:ext>
              </a:extLst>
            </p:cNvPr>
            <p:cNvCxnSpPr>
              <a:cxnSpLocks/>
              <a:stCxn id="494" idx="6"/>
              <a:endCxn id="492" idx="2"/>
            </p:cNvCxnSpPr>
            <p:nvPr/>
          </p:nvCxnSpPr>
          <p:spPr>
            <a:xfrm flipV="1">
              <a:off x="3616193" y="2466683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線單箭頭接點 485">
              <a:extLst>
                <a:ext uri="{FF2B5EF4-FFF2-40B4-BE49-F238E27FC236}">
                  <a16:creationId xmlns:a16="http://schemas.microsoft.com/office/drawing/2014/main" id="{E8F88C9D-032B-46AD-B919-9494CBF2765D}"/>
                </a:ext>
              </a:extLst>
            </p:cNvPr>
            <p:cNvCxnSpPr>
              <a:cxnSpLocks/>
              <a:stCxn id="492" idx="6"/>
              <a:endCxn id="493" idx="2"/>
            </p:cNvCxnSpPr>
            <p:nvPr/>
          </p:nvCxnSpPr>
          <p:spPr>
            <a:xfrm>
              <a:off x="4073149" y="2466683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線單箭頭接點 486">
              <a:extLst>
                <a:ext uri="{FF2B5EF4-FFF2-40B4-BE49-F238E27FC236}">
                  <a16:creationId xmlns:a16="http://schemas.microsoft.com/office/drawing/2014/main" id="{3C8D3929-E06D-4C23-AE30-624320CCBBA1}"/>
                </a:ext>
              </a:extLst>
            </p:cNvPr>
            <p:cNvCxnSpPr>
              <a:cxnSpLocks/>
              <a:stCxn id="494" idx="7"/>
              <a:endCxn id="489" idx="3"/>
            </p:cNvCxnSpPr>
            <p:nvPr/>
          </p:nvCxnSpPr>
          <p:spPr>
            <a:xfrm flipV="1">
              <a:off x="3577591" y="2187693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線單箭頭接點 487">
              <a:extLst>
                <a:ext uri="{FF2B5EF4-FFF2-40B4-BE49-F238E27FC236}">
                  <a16:creationId xmlns:a16="http://schemas.microsoft.com/office/drawing/2014/main" id="{D5AA006A-BBA6-455C-82C9-75B90BB65F5C}"/>
                </a:ext>
              </a:extLst>
            </p:cNvPr>
            <p:cNvCxnSpPr>
              <a:cxnSpLocks/>
              <a:stCxn id="489" idx="5"/>
              <a:endCxn id="493" idx="1"/>
            </p:cNvCxnSpPr>
            <p:nvPr/>
          </p:nvCxnSpPr>
          <p:spPr>
            <a:xfrm>
              <a:off x="4035405" y="2187693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橢圓 488">
              <a:extLst>
                <a:ext uri="{FF2B5EF4-FFF2-40B4-BE49-F238E27FC236}">
                  <a16:creationId xmlns:a16="http://schemas.microsoft.com/office/drawing/2014/main" id="{C0E047F1-E00A-413C-B31A-1538B5FEE27C}"/>
                </a:ext>
              </a:extLst>
            </p:cNvPr>
            <p:cNvSpPr/>
            <p:nvPr/>
          </p:nvSpPr>
          <p:spPr>
            <a:xfrm>
              <a:off x="3810417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490" name="橢圓 489">
              <a:extLst>
                <a:ext uri="{FF2B5EF4-FFF2-40B4-BE49-F238E27FC236}">
                  <a16:creationId xmlns:a16="http://schemas.microsoft.com/office/drawing/2014/main" id="{3826B439-338B-4E64-8AD7-9A32BDBADD2A}"/>
                </a:ext>
              </a:extLst>
            </p:cNvPr>
            <p:cNvSpPr/>
            <p:nvPr/>
          </p:nvSpPr>
          <p:spPr>
            <a:xfrm>
              <a:off x="4264675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491" name="橢圓 490">
              <a:extLst>
                <a:ext uri="{FF2B5EF4-FFF2-40B4-BE49-F238E27FC236}">
                  <a16:creationId xmlns:a16="http://schemas.microsoft.com/office/drawing/2014/main" id="{1F42AFA5-678E-4F57-8660-FA697A9D8BF7}"/>
                </a:ext>
              </a:extLst>
            </p:cNvPr>
            <p:cNvSpPr/>
            <p:nvPr/>
          </p:nvSpPr>
          <p:spPr>
            <a:xfrm>
              <a:off x="3352603" y="196506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492" name="橢圓 491">
              <a:extLst>
                <a:ext uri="{FF2B5EF4-FFF2-40B4-BE49-F238E27FC236}">
                  <a16:creationId xmlns:a16="http://schemas.microsoft.com/office/drawing/2014/main" id="{3D725B99-9DA9-46B7-BF30-78A12F926BC5}"/>
                </a:ext>
              </a:extLst>
            </p:cNvPr>
            <p:cNvSpPr/>
            <p:nvPr/>
          </p:nvSpPr>
          <p:spPr>
            <a:xfrm>
              <a:off x="3809559" y="233488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3" name="橢圓 492">
              <a:extLst>
                <a:ext uri="{FF2B5EF4-FFF2-40B4-BE49-F238E27FC236}">
                  <a16:creationId xmlns:a16="http://schemas.microsoft.com/office/drawing/2014/main" id="{849F895D-041B-4E39-8BA4-E152CD1F100C}"/>
                </a:ext>
              </a:extLst>
            </p:cNvPr>
            <p:cNvSpPr/>
            <p:nvPr/>
          </p:nvSpPr>
          <p:spPr>
            <a:xfrm>
              <a:off x="4264675" y="233488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4" name="橢圓 493">
              <a:extLst>
                <a:ext uri="{FF2B5EF4-FFF2-40B4-BE49-F238E27FC236}">
                  <a16:creationId xmlns:a16="http://schemas.microsoft.com/office/drawing/2014/main" id="{54F3149F-820D-4B39-9042-2F21EA0C0B04}"/>
                </a:ext>
              </a:extLst>
            </p:cNvPr>
            <p:cNvSpPr/>
            <p:nvPr/>
          </p:nvSpPr>
          <p:spPr>
            <a:xfrm>
              <a:off x="3352603" y="233724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13" name="接點: 弧形 512">
            <a:extLst>
              <a:ext uri="{FF2B5EF4-FFF2-40B4-BE49-F238E27FC236}">
                <a16:creationId xmlns:a16="http://schemas.microsoft.com/office/drawing/2014/main" id="{31C1E2E9-76C5-4139-9033-83F5B70EA2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3378" y="5633036"/>
            <a:ext cx="12700" cy="334683"/>
          </a:xfrm>
          <a:prstGeom prst="curvedConnector3">
            <a:avLst>
              <a:gd name="adj1" fmla="val 18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箭號: 向右 527">
            <a:extLst>
              <a:ext uri="{FF2B5EF4-FFF2-40B4-BE49-F238E27FC236}">
                <a16:creationId xmlns:a16="http://schemas.microsoft.com/office/drawing/2014/main" id="{11A5E916-A51D-4D77-9538-2360E0C5CCD3}"/>
              </a:ext>
            </a:extLst>
          </p:cNvPr>
          <p:cNvSpPr/>
          <p:nvPr/>
        </p:nvSpPr>
        <p:spPr>
          <a:xfrm>
            <a:off x="9147131" y="225423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sp>
        <p:nvSpPr>
          <p:cNvPr id="572" name="箭號: 向右 571">
            <a:extLst>
              <a:ext uri="{FF2B5EF4-FFF2-40B4-BE49-F238E27FC236}">
                <a16:creationId xmlns:a16="http://schemas.microsoft.com/office/drawing/2014/main" id="{66221E7A-6618-45D3-BDF1-D7C458D213BD}"/>
              </a:ext>
            </a:extLst>
          </p:cNvPr>
          <p:cNvSpPr/>
          <p:nvPr/>
        </p:nvSpPr>
        <p:spPr>
          <a:xfrm rot="5400000">
            <a:off x="10792624" y="377638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573" name="群組 572">
            <a:extLst>
              <a:ext uri="{FF2B5EF4-FFF2-40B4-BE49-F238E27FC236}">
                <a16:creationId xmlns:a16="http://schemas.microsoft.com/office/drawing/2014/main" id="{5FA4ED6F-451B-4937-A933-991F6AAE26CE}"/>
              </a:ext>
            </a:extLst>
          </p:cNvPr>
          <p:cNvGrpSpPr/>
          <p:nvPr/>
        </p:nvGrpSpPr>
        <p:grpSpPr>
          <a:xfrm>
            <a:off x="5206990" y="5302038"/>
            <a:ext cx="1847989" cy="996679"/>
            <a:chOff x="5172005" y="2058555"/>
            <a:chExt cx="1847989" cy="996679"/>
          </a:xfrm>
        </p:grpSpPr>
        <p:grpSp>
          <p:nvGrpSpPr>
            <p:cNvPr id="592" name="群組 591">
              <a:extLst>
                <a:ext uri="{FF2B5EF4-FFF2-40B4-BE49-F238E27FC236}">
                  <a16:creationId xmlns:a16="http://schemas.microsoft.com/office/drawing/2014/main" id="{399538BF-15E3-43E9-9C33-89C53870F205}"/>
                </a:ext>
              </a:extLst>
            </p:cNvPr>
            <p:cNvGrpSpPr/>
            <p:nvPr/>
          </p:nvGrpSpPr>
          <p:grpSpPr>
            <a:xfrm>
              <a:off x="5172005" y="2058555"/>
              <a:ext cx="1847989" cy="996679"/>
              <a:chOff x="5945647" y="1890556"/>
              <a:chExt cx="1847989" cy="996679"/>
            </a:xfrm>
          </p:grpSpPr>
          <p:grpSp>
            <p:nvGrpSpPr>
              <p:cNvPr id="594" name="群組 593">
                <a:extLst>
                  <a:ext uri="{FF2B5EF4-FFF2-40B4-BE49-F238E27FC236}">
                    <a16:creationId xmlns:a16="http://schemas.microsoft.com/office/drawing/2014/main" id="{9698776F-61A9-4036-8BC2-7D609C95CAB2}"/>
                  </a:ext>
                </a:extLst>
              </p:cNvPr>
              <p:cNvGrpSpPr/>
              <p:nvPr/>
            </p:nvGrpSpPr>
            <p:grpSpPr>
              <a:xfrm>
                <a:off x="5945647" y="1890556"/>
                <a:ext cx="1847989" cy="996679"/>
                <a:chOff x="681864" y="3678451"/>
                <a:chExt cx="1847989" cy="996679"/>
              </a:xfrm>
            </p:grpSpPr>
            <p:sp>
              <p:nvSpPr>
                <p:cNvPr id="596" name="箭號: 五邊形 595">
                  <a:extLst>
                    <a:ext uri="{FF2B5EF4-FFF2-40B4-BE49-F238E27FC236}">
                      <a16:creationId xmlns:a16="http://schemas.microsoft.com/office/drawing/2014/main" id="{3EC280D2-31FC-46A8-B21D-F6962A5EED01}"/>
                    </a:ext>
                  </a:extLst>
                </p:cNvPr>
                <p:cNvSpPr/>
                <p:nvPr/>
              </p:nvSpPr>
              <p:spPr>
                <a:xfrm>
                  <a:off x="798599" y="40525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97" name="箭號: 五邊形 596">
                  <a:extLst>
                    <a:ext uri="{FF2B5EF4-FFF2-40B4-BE49-F238E27FC236}">
                      <a16:creationId xmlns:a16="http://schemas.microsoft.com/office/drawing/2014/main" id="{720D2F67-DA2A-4FF5-8ACE-3AA26AC6D15D}"/>
                    </a:ext>
                  </a:extLst>
                </p:cNvPr>
                <p:cNvSpPr/>
                <p:nvPr/>
              </p:nvSpPr>
              <p:spPr>
                <a:xfrm>
                  <a:off x="798599" y="42049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98" name="矩形 178">
                  <a:extLst>
                    <a:ext uri="{FF2B5EF4-FFF2-40B4-BE49-F238E27FC236}">
                      <a16:creationId xmlns:a16="http://schemas.microsoft.com/office/drawing/2014/main" id="{BA185BF6-7155-44A6-A69F-976020F69A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9" name="矩形 178">
                  <a:extLst>
                    <a:ext uri="{FF2B5EF4-FFF2-40B4-BE49-F238E27FC236}">
                      <a16:creationId xmlns:a16="http://schemas.microsoft.com/office/drawing/2014/main" id="{53A4B2B6-1984-4200-B2D5-8E72DAEA7C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0486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0" name="矩形 178">
                  <a:extLst>
                    <a:ext uri="{FF2B5EF4-FFF2-40B4-BE49-F238E27FC236}">
                      <a16:creationId xmlns:a16="http://schemas.microsoft.com/office/drawing/2014/main" id="{76087437-8324-41B5-843A-7EA10ABA9D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1" name="矩形 178">
                  <a:extLst>
                    <a:ext uri="{FF2B5EF4-FFF2-40B4-BE49-F238E27FC236}">
                      <a16:creationId xmlns:a16="http://schemas.microsoft.com/office/drawing/2014/main" id="{A41A54E4-87B7-49B0-B775-AD6F36B260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2" name="矩形 178">
                  <a:extLst>
                    <a:ext uri="{FF2B5EF4-FFF2-40B4-BE49-F238E27FC236}">
                      <a16:creationId xmlns:a16="http://schemas.microsoft.com/office/drawing/2014/main" id="{2826360E-F3A5-40F5-9206-0BD4A00848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2010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3" name="矩形 178">
                  <a:extLst>
                    <a:ext uri="{FF2B5EF4-FFF2-40B4-BE49-F238E27FC236}">
                      <a16:creationId xmlns:a16="http://schemas.microsoft.com/office/drawing/2014/main" id="{39F55FBE-AD20-4920-8520-07C6083641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4" name="矩形 178">
                  <a:extLst>
                    <a:ext uri="{FF2B5EF4-FFF2-40B4-BE49-F238E27FC236}">
                      <a16:creationId xmlns:a16="http://schemas.microsoft.com/office/drawing/2014/main" id="{04E8288B-856F-481E-80F8-DC4BCBD335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12766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5" name="箭號: 五邊形 604">
                  <a:extLst>
                    <a:ext uri="{FF2B5EF4-FFF2-40B4-BE49-F238E27FC236}">
                      <a16:creationId xmlns:a16="http://schemas.microsoft.com/office/drawing/2014/main" id="{7697F684-F511-4A67-AA6C-7E4EBCF82D44}"/>
                    </a:ext>
                  </a:extLst>
                </p:cNvPr>
                <p:cNvSpPr/>
                <p:nvPr/>
              </p:nvSpPr>
              <p:spPr>
                <a:xfrm>
                  <a:off x="798599" y="438724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06" name="箭號: 五邊形 605">
                  <a:extLst>
                    <a:ext uri="{FF2B5EF4-FFF2-40B4-BE49-F238E27FC236}">
                      <a16:creationId xmlns:a16="http://schemas.microsoft.com/office/drawing/2014/main" id="{2A08AAE1-6D51-431F-A349-A6043AE81175}"/>
                    </a:ext>
                  </a:extLst>
                </p:cNvPr>
                <p:cNvSpPr/>
                <p:nvPr/>
              </p:nvSpPr>
              <p:spPr>
                <a:xfrm>
                  <a:off x="798599" y="4542054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07" name="矩形 178">
                  <a:extLst>
                    <a:ext uri="{FF2B5EF4-FFF2-40B4-BE49-F238E27FC236}">
                      <a16:creationId xmlns:a16="http://schemas.microsoft.com/office/drawing/2014/main" id="{1B74975B-FFE4-4C98-93F2-A8893FA62C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8" name="矩形 178">
                  <a:extLst>
                    <a:ext uri="{FF2B5EF4-FFF2-40B4-BE49-F238E27FC236}">
                      <a16:creationId xmlns:a16="http://schemas.microsoft.com/office/drawing/2014/main" id="{841F56CB-CD12-40EA-92D7-59FC844364E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383301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9" name="矩形 178">
                  <a:extLst>
                    <a:ext uri="{FF2B5EF4-FFF2-40B4-BE49-F238E27FC236}">
                      <a16:creationId xmlns:a16="http://schemas.microsoft.com/office/drawing/2014/main" id="{7380ABD3-8570-4647-BFFE-EBEF7F2DD0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0" name="矩形 178">
                  <a:extLst>
                    <a:ext uri="{FF2B5EF4-FFF2-40B4-BE49-F238E27FC236}">
                      <a16:creationId xmlns:a16="http://schemas.microsoft.com/office/drawing/2014/main" id="{C226027B-03A4-41AB-93D6-A1DE5B5175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1" name="矩形 178">
                  <a:extLst>
                    <a:ext uri="{FF2B5EF4-FFF2-40B4-BE49-F238E27FC236}">
                      <a16:creationId xmlns:a16="http://schemas.microsoft.com/office/drawing/2014/main" id="{7E8A6106-3488-4B4D-A6F1-C344C25C35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538109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2" name="矩形 178">
                  <a:extLst>
                    <a:ext uri="{FF2B5EF4-FFF2-40B4-BE49-F238E27FC236}">
                      <a16:creationId xmlns:a16="http://schemas.microsoft.com/office/drawing/2014/main" id="{56008223-D81A-41CC-BF85-6A69F9400D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3" name="矩形 178">
                  <a:extLst>
                    <a:ext uri="{FF2B5EF4-FFF2-40B4-BE49-F238E27FC236}">
                      <a16:creationId xmlns:a16="http://schemas.microsoft.com/office/drawing/2014/main" id="{BC693754-63BF-49F4-AF83-028BF9F067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44859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4" name="箭號: 五邊形 613">
                  <a:extLst>
                    <a:ext uri="{FF2B5EF4-FFF2-40B4-BE49-F238E27FC236}">
                      <a16:creationId xmlns:a16="http://schemas.microsoft.com/office/drawing/2014/main" id="{2700FE2F-FF7E-4230-AF96-606B758A214F}"/>
                    </a:ext>
                  </a:extLst>
                </p:cNvPr>
                <p:cNvSpPr/>
                <p:nvPr/>
              </p:nvSpPr>
              <p:spPr>
                <a:xfrm>
                  <a:off x="798599" y="368239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15" name="矩形 178">
                  <a:extLst>
                    <a:ext uri="{FF2B5EF4-FFF2-40B4-BE49-F238E27FC236}">
                      <a16:creationId xmlns:a16="http://schemas.microsoft.com/office/drawing/2014/main" id="{8826BB81-AC14-4117-B187-74BDC55F8E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6" name="矩形 178">
                  <a:extLst>
                    <a:ext uri="{FF2B5EF4-FFF2-40B4-BE49-F238E27FC236}">
                      <a16:creationId xmlns:a16="http://schemas.microsoft.com/office/drawing/2014/main" id="{BA951C43-AE6D-4B41-A98C-9E9AEAEC8B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7" name="矩形 178">
                  <a:extLst>
                    <a:ext uri="{FF2B5EF4-FFF2-40B4-BE49-F238E27FC236}">
                      <a16:creationId xmlns:a16="http://schemas.microsoft.com/office/drawing/2014/main" id="{E788BC14-E8A0-4618-9DF7-F628E6D089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8" name="矩形 178">
                  <a:extLst>
                    <a:ext uri="{FF2B5EF4-FFF2-40B4-BE49-F238E27FC236}">
                      <a16:creationId xmlns:a16="http://schemas.microsoft.com/office/drawing/2014/main" id="{6F3E4974-BF98-4E2C-BF4D-608DE67207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679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9" name="箭號: 五邊形 618">
                  <a:extLst>
                    <a:ext uri="{FF2B5EF4-FFF2-40B4-BE49-F238E27FC236}">
                      <a16:creationId xmlns:a16="http://schemas.microsoft.com/office/drawing/2014/main" id="{630B422C-D3B3-46FC-8FAB-C83D97054EB6}"/>
                    </a:ext>
                  </a:extLst>
                </p:cNvPr>
                <p:cNvSpPr/>
                <p:nvPr/>
              </p:nvSpPr>
              <p:spPr>
                <a:xfrm>
                  <a:off x="798599" y="3864681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20" name="矩形 178">
                  <a:extLst>
                    <a:ext uri="{FF2B5EF4-FFF2-40B4-BE49-F238E27FC236}">
                      <a16:creationId xmlns:a16="http://schemas.microsoft.com/office/drawing/2014/main" id="{D2CFA0A2-097C-4A68-A57C-D2333B0B99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1" name="矩形 178">
                  <a:extLst>
                    <a:ext uri="{FF2B5EF4-FFF2-40B4-BE49-F238E27FC236}">
                      <a16:creationId xmlns:a16="http://schemas.microsoft.com/office/drawing/2014/main" id="{8024BED1-B938-4C2A-AF03-A81DE19F88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860736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2" name="矩形 178">
                  <a:extLst>
                    <a:ext uri="{FF2B5EF4-FFF2-40B4-BE49-F238E27FC236}">
                      <a16:creationId xmlns:a16="http://schemas.microsoft.com/office/drawing/2014/main" id="{68282D43-884B-49F6-B6FE-108FE1C512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3" name="矩形 178">
                  <a:extLst>
                    <a:ext uri="{FF2B5EF4-FFF2-40B4-BE49-F238E27FC236}">
                      <a16:creationId xmlns:a16="http://schemas.microsoft.com/office/drawing/2014/main" id="{9A9E1D8D-0AAF-4956-A9B3-619DF41D2B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866333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624" name="直線接點 623">
                  <a:extLst>
                    <a:ext uri="{FF2B5EF4-FFF2-40B4-BE49-F238E27FC236}">
                      <a16:creationId xmlns:a16="http://schemas.microsoft.com/office/drawing/2014/main" id="{5A0A3668-A2B0-4A8E-84F1-AD406E803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3838104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線接點 624">
                  <a:extLst>
                    <a:ext uri="{FF2B5EF4-FFF2-40B4-BE49-F238E27FC236}">
                      <a16:creationId xmlns:a16="http://schemas.microsoft.com/office/drawing/2014/main" id="{928E8BB6-ED54-48F1-ABD1-78933ACDBF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025986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直線接點 625">
                  <a:extLst>
                    <a:ext uri="{FF2B5EF4-FFF2-40B4-BE49-F238E27FC236}">
                      <a16:creationId xmlns:a16="http://schemas.microsoft.com/office/drawing/2014/main" id="{8ACF1938-DD19-4996-9F4E-0B378AFCFC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360671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5" name="接點: 弧形 594">
                <a:extLst>
                  <a:ext uri="{FF2B5EF4-FFF2-40B4-BE49-F238E27FC236}">
                    <a16:creationId xmlns:a16="http://schemas.microsoft.com/office/drawing/2014/main" id="{981416DB-D956-45FC-842A-87CD30552FA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62382" y="2405434"/>
                <a:ext cx="12700" cy="334683"/>
              </a:xfrm>
              <a:prstGeom prst="curvedConnector3">
                <a:avLst>
                  <a:gd name="adj1" fmla="val 1800000"/>
                </a:avLst>
              </a:prstGeom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3" name="接點: 弧形 592">
              <a:extLst>
                <a:ext uri="{FF2B5EF4-FFF2-40B4-BE49-F238E27FC236}">
                  <a16:creationId xmlns:a16="http://schemas.microsoft.com/office/drawing/2014/main" id="{7BD442D3-18EF-4F95-B5AC-4D4F909C48CE}"/>
                </a:ext>
              </a:extLst>
            </p:cNvPr>
            <p:cNvCxnSpPr>
              <a:cxnSpLocks/>
              <a:stCxn id="614" idx="1"/>
              <a:endCxn id="619" idx="1"/>
            </p:cNvCxnSpPr>
            <p:nvPr/>
          </p:nvCxnSpPr>
          <p:spPr>
            <a:xfrm rot="10800000" flipV="1">
              <a:off x="5288740" y="2127299"/>
              <a:ext cx="12700" cy="182285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06463D08-AA34-4F92-B92C-14B71616655B}"/>
              </a:ext>
            </a:extLst>
          </p:cNvPr>
          <p:cNvGrpSpPr/>
          <p:nvPr/>
        </p:nvGrpSpPr>
        <p:grpSpPr>
          <a:xfrm>
            <a:off x="7352643" y="5062713"/>
            <a:ext cx="1610566" cy="688831"/>
            <a:chOff x="7352643" y="7589419"/>
            <a:chExt cx="1610566" cy="688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文字方塊 478">
                  <a:extLst>
                    <a:ext uri="{FF2B5EF4-FFF2-40B4-BE49-F238E27FC236}">
                      <a16:creationId xmlns:a16="http://schemas.microsoft.com/office/drawing/2014/main" id="{C5CF9626-66EC-4318-861D-EE4B31CACB9B}"/>
                    </a:ext>
                  </a:extLst>
                </p:cNvPr>
                <p:cNvSpPr txBox="1"/>
                <p:nvPr/>
              </p:nvSpPr>
              <p:spPr>
                <a:xfrm>
                  <a:off x="7352643" y="7749168"/>
                  <a:ext cx="4990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>
                      <a:solidFill>
                        <a:srgbClr val="C55A11"/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V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9" name="文字方塊 478">
                  <a:extLst>
                    <a:ext uri="{FF2B5EF4-FFF2-40B4-BE49-F238E27FC236}">
                      <a16:creationId xmlns:a16="http://schemas.microsoft.com/office/drawing/2014/main" id="{C5CF9626-66EC-4318-861D-EE4B31CAC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643" y="7749168"/>
                  <a:ext cx="49904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0" name="群組 479">
              <a:extLst>
                <a:ext uri="{FF2B5EF4-FFF2-40B4-BE49-F238E27FC236}">
                  <a16:creationId xmlns:a16="http://schemas.microsoft.com/office/drawing/2014/main" id="{5FE0EC6A-B4FC-4863-8B7E-736D2B3B2EB1}"/>
                </a:ext>
              </a:extLst>
            </p:cNvPr>
            <p:cNvGrpSpPr/>
            <p:nvPr/>
          </p:nvGrpSpPr>
          <p:grpSpPr>
            <a:xfrm>
              <a:off x="7722535" y="7589419"/>
              <a:ext cx="1240674" cy="688831"/>
              <a:chOff x="3312678" y="1935045"/>
              <a:chExt cx="1240674" cy="688831"/>
            </a:xfrm>
          </p:grpSpPr>
          <p:sp>
            <p:nvSpPr>
              <p:cNvPr id="523" name="矩形: 圓角 522">
                <a:extLst>
                  <a:ext uri="{FF2B5EF4-FFF2-40B4-BE49-F238E27FC236}">
                    <a16:creationId xmlns:a16="http://schemas.microsoft.com/office/drawing/2014/main" id="{3798E1F1-DCEC-474C-BD55-78D65C9C940C}"/>
                  </a:ext>
                </a:extLst>
              </p:cNvPr>
              <p:cNvSpPr/>
              <p:nvPr/>
            </p:nvSpPr>
            <p:spPr>
              <a:xfrm>
                <a:off x="3312678" y="1935045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24" name="直線單箭頭接點 523">
                <a:extLst>
                  <a:ext uri="{FF2B5EF4-FFF2-40B4-BE49-F238E27FC236}">
                    <a16:creationId xmlns:a16="http://schemas.microsoft.com/office/drawing/2014/main" id="{05BA5741-64BA-4B9D-B555-0BFFC2D6E2C5}"/>
                  </a:ext>
                </a:extLst>
              </p:cNvPr>
              <p:cNvCxnSpPr>
                <a:cxnSpLocks/>
                <a:stCxn id="534" idx="6"/>
                <a:endCxn id="532" idx="2"/>
              </p:cNvCxnSpPr>
              <p:nvPr/>
            </p:nvCxnSpPr>
            <p:spPr>
              <a:xfrm flipV="1">
                <a:off x="3616193" y="2466683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單箭頭接點 524">
                <a:extLst>
                  <a:ext uri="{FF2B5EF4-FFF2-40B4-BE49-F238E27FC236}">
                    <a16:creationId xmlns:a16="http://schemas.microsoft.com/office/drawing/2014/main" id="{5EDF5076-EDC7-4338-A59A-A6C43D0354BC}"/>
                  </a:ext>
                </a:extLst>
              </p:cNvPr>
              <p:cNvCxnSpPr>
                <a:cxnSpLocks/>
                <a:stCxn id="532" idx="6"/>
                <a:endCxn id="533" idx="2"/>
              </p:cNvCxnSpPr>
              <p:nvPr/>
            </p:nvCxnSpPr>
            <p:spPr>
              <a:xfrm>
                <a:off x="4073149" y="2466683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單箭頭接點 525">
                <a:extLst>
                  <a:ext uri="{FF2B5EF4-FFF2-40B4-BE49-F238E27FC236}">
                    <a16:creationId xmlns:a16="http://schemas.microsoft.com/office/drawing/2014/main" id="{2AC4D76B-5B01-4AD8-BB73-7B6350EA9E81}"/>
                  </a:ext>
                </a:extLst>
              </p:cNvPr>
              <p:cNvCxnSpPr>
                <a:cxnSpLocks/>
                <a:stCxn id="534" idx="7"/>
                <a:endCxn id="529" idx="3"/>
              </p:cNvCxnSpPr>
              <p:nvPr/>
            </p:nvCxnSpPr>
            <p:spPr>
              <a:xfrm flipV="1">
                <a:off x="3577591" y="2187693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線單箭頭接點 526">
                <a:extLst>
                  <a:ext uri="{FF2B5EF4-FFF2-40B4-BE49-F238E27FC236}">
                    <a16:creationId xmlns:a16="http://schemas.microsoft.com/office/drawing/2014/main" id="{6F32F356-7346-44DC-8E98-DE8520929895}"/>
                  </a:ext>
                </a:extLst>
              </p:cNvPr>
              <p:cNvCxnSpPr>
                <a:cxnSpLocks/>
                <a:stCxn id="529" idx="5"/>
                <a:endCxn id="533" idx="1"/>
              </p:cNvCxnSpPr>
              <p:nvPr/>
            </p:nvCxnSpPr>
            <p:spPr>
              <a:xfrm>
                <a:off x="4035405" y="2187693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9" name="橢圓 528">
                <a:extLst>
                  <a:ext uri="{FF2B5EF4-FFF2-40B4-BE49-F238E27FC236}">
                    <a16:creationId xmlns:a16="http://schemas.microsoft.com/office/drawing/2014/main" id="{B66331C0-AE38-45F0-A725-B97DB2A75E0F}"/>
                  </a:ext>
                </a:extLst>
              </p:cNvPr>
              <p:cNvSpPr/>
              <p:nvPr/>
            </p:nvSpPr>
            <p:spPr>
              <a:xfrm>
                <a:off x="3810417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530" name="橢圓 529">
                <a:extLst>
                  <a:ext uri="{FF2B5EF4-FFF2-40B4-BE49-F238E27FC236}">
                    <a16:creationId xmlns:a16="http://schemas.microsoft.com/office/drawing/2014/main" id="{2E723AAA-F1C1-4F32-AA6E-6D5F0B9FE429}"/>
                  </a:ext>
                </a:extLst>
              </p:cNvPr>
              <p:cNvSpPr/>
              <p:nvPr/>
            </p:nvSpPr>
            <p:spPr>
              <a:xfrm>
                <a:off x="4264675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531" name="橢圓 530">
                <a:extLst>
                  <a:ext uri="{FF2B5EF4-FFF2-40B4-BE49-F238E27FC236}">
                    <a16:creationId xmlns:a16="http://schemas.microsoft.com/office/drawing/2014/main" id="{A06EE4DD-7DC0-4A72-942A-93DC1FBB454D}"/>
                  </a:ext>
                </a:extLst>
              </p:cNvPr>
              <p:cNvSpPr/>
              <p:nvPr/>
            </p:nvSpPr>
            <p:spPr>
              <a:xfrm>
                <a:off x="3352603" y="196506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532" name="橢圓 531">
                <a:extLst>
                  <a:ext uri="{FF2B5EF4-FFF2-40B4-BE49-F238E27FC236}">
                    <a16:creationId xmlns:a16="http://schemas.microsoft.com/office/drawing/2014/main" id="{692D36E5-9431-461B-AC70-68015B70B423}"/>
                  </a:ext>
                </a:extLst>
              </p:cNvPr>
              <p:cNvSpPr/>
              <p:nvPr/>
            </p:nvSpPr>
            <p:spPr>
              <a:xfrm>
                <a:off x="3809559" y="2334888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3" name="橢圓 532">
                <a:extLst>
                  <a:ext uri="{FF2B5EF4-FFF2-40B4-BE49-F238E27FC236}">
                    <a16:creationId xmlns:a16="http://schemas.microsoft.com/office/drawing/2014/main" id="{BF0BB09C-06AE-4114-9364-891F67C81B11}"/>
                  </a:ext>
                </a:extLst>
              </p:cNvPr>
              <p:cNvSpPr/>
              <p:nvPr/>
            </p:nvSpPr>
            <p:spPr>
              <a:xfrm>
                <a:off x="4264675" y="233488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4" name="橢圓 533">
                <a:extLst>
                  <a:ext uri="{FF2B5EF4-FFF2-40B4-BE49-F238E27FC236}">
                    <a16:creationId xmlns:a16="http://schemas.microsoft.com/office/drawing/2014/main" id="{39066EE7-1C50-45B3-8387-84104C645706}"/>
                  </a:ext>
                </a:extLst>
              </p:cNvPr>
              <p:cNvSpPr/>
              <p:nvPr/>
            </p:nvSpPr>
            <p:spPr>
              <a:xfrm>
                <a:off x="3352603" y="233724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81" name="群組 480">
            <a:extLst>
              <a:ext uri="{FF2B5EF4-FFF2-40B4-BE49-F238E27FC236}">
                <a16:creationId xmlns:a16="http://schemas.microsoft.com/office/drawing/2014/main" id="{543790F4-CCAF-452D-8392-5400E4182468}"/>
              </a:ext>
            </a:extLst>
          </p:cNvPr>
          <p:cNvGrpSpPr/>
          <p:nvPr/>
        </p:nvGrpSpPr>
        <p:grpSpPr>
          <a:xfrm>
            <a:off x="7352643" y="5849211"/>
            <a:ext cx="1610566" cy="688831"/>
            <a:chOff x="6973988" y="2607821"/>
            <a:chExt cx="1610566" cy="688831"/>
          </a:xfrm>
        </p:grpSpPr>
        <p:grpSp>
          <p:nvGrpSpPr>
            <p:cNvPr id="482" name="群組 481">
              <a:extLst>
                <a:ext uri="{FF2B5EF4-FFF2-40B4-BE49-F238E27FC236}">
                  <a16:creationId xmlns:a16="http://schemas.microsoft.com/office/drawing/2014/main" id="{264F9AA5-C308-4CE1-8B0B-85C312998208}"/>
                </a:ext>
              </a:extLst>
            </p:cNvPr>
            <p:cNvGrpSpPr/>
            <p:nvPr/>
          </p:nvGrpSpPr>
          <p:grpSpPr>
            <a:xfrm>
              <a:off x="7343880" y="2607821"/>
              <a:ext cx="1240674" cy="688831"/>
              <a:chOff x="3312678" y="1935045"/>
              <a:chExt cx="1240674" cy="688831"/>
            </a:xfrm>
          </p:grpSpPr>
          <p:sp>
            <p:nvSpPr>
              <p:cNvPr id="501" name="矩形: 圓角 500">
                <a:extLst>
                  <a:ext uri="{FF2B5EF4-FFF2-40B4-BE49-F238E27FC236}">
                    <a16:creationId xmlns:a16="http://schemas.microsoft.com/office/drawing/2014/main" id="{0925D922-2CC6-4A8B-AA35-A3668C4767FE}"/>
                  </a:ext>
                </a:extLst>
              </p:cNvPr>
              <p:cNvSpPr/>
              <p:nvPr/>
            </p:nvSpPr>
            <p:spPr>
              <a:xfrm>
                <a:off x="3312678" y="1935045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04" name="直線單箭頭接點 503">
                <a:extLst>
                  <a:ext uri="{FF2B5EF4-FFF2-40B4-BE49-F238E27FC236}">
                    <a16:creationId xmlns:a16="http://schemas.microsoft.com/office/drawing/2014/main" id="{DE360F8A-BF9F-40E7-9CFF-8A9060F4DE1F}"/>
                  </a:ext>
                </a:extLst>
              </p:cNvPr>
              <p:cNvCxnSpPr>
                <a:cxnSpLocks/>
                <a:stCxn id="519" idx="5"/>
                <a:endCxn id="520" idx="1"/>
              </p:cNvCxnSpPr>
              <p:nvPr/>
            </p:nvCxnSpPr>
            <p:spPr>
              <a:xfrm>
                <a:off x="3577591" y="2190053"/>
                <a:ext cx="270570" cy="18343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線單箭頭接點 506">
                <a:extLst>
                  <a:ext uri="{FF2B5EF4-FFF2-40B4-BE49-F238E27FC236}">
                    <a16:creationId xmlns:a16="http://schemas.microsoft.com/office/drawing/2014/main" id="{57950887-B5C1-4316-B718-19087A697D85}"/>
                  </a:ext>
                </a:extLst>
              </p:cNvPr>
              <p:cNvCxnSpPr>
                <a:cxnSpLocks/>
                <a:stCxn id="520" idx="7"/>
                <a:endCxn id="518" idx="3"/>
              </p:cNvCxnSpPr>
              <p:nvPr/>
            </p:nvCxnSpPr>
            <p:spPr>
              <a:xfrm flipV="1">
                <a:off x="4034547" y="2187693"/>
                <a:ext cx="268730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線單箭頭接點 508">
                <a:extLst>
                  <a:ext uri="{FF2B5EF4-FFF2-40B4-BE49-F238E27FC236}">
                    <a16:creationId xmlns:a16="http://schemas.microsoft.com/office/drawing/2014/main" id="{30E34358-3820-4A37-9E8F-5157AB940192}"/>
                  </a:ext>
                </a:extLst>
              </p:cNvPr>
              <p:cNvCxnSpPr>
                <a:cxnSpLocks/>
                <a:stCxn id="522" idx="6"/>
                <a:endCxn id="520" idx="2"/>
              </p:cNvCxnSpPr>
              <p:nvPr/>
            </p:nvCxnSpPr>
            <p:spPr>
              <a:xfrm flipV="1">
                <a:off x="3616193" y="2466683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線單箭頭接點 509">
                <a:extLst>
                  <a:ext uri="{FF2B5EF4-FFF2-40B4-BE49-F238E27FC236}">
                    <a16:creationId xmlns:a16="http://schemas.microsoft.com/office/drawing/2014/main" id="{CDA7D5AD-30A5-45A2-A6BF-54CEEAE5DDAD}"/>
                  </a:ext>
                </a:extLst>
              </p:cNvPr>
              <p:cNvCxnSpPr>
                <a:cxnSpLocks/>
                <a:stCxn id="520" idx="6"/>
                <a:endCxn id="521" idx="2"/>
              </p:cNvCxnSpPr>
              <p:nvPr/>
            </p:nvCxnSpPr>
            <p:spPr>
              <a:xfrm>
                <a:off x="4073149" y="2466683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線單箭頭接點 514">
                <a:extLst>
                  <a:ext uri="{FF2B5EF4-FFF2-40B4-BE49-F238E27FC236}">
                    <a16:creationId xmlns:a16="http://schemas.microsoft.com/office/drawing/2014/main" id="{920BFAF6-F739-427F-99F5-C00A1989E2D7}"/>
                  </a:ext>
                </a:extLst>
              </p:cNvPr>
              <p:cNvCxnSpPr>
                <a:cxnSpLocks/>
                <a:stCxn id="522" idx="7"/>
                <a:endCxn id="517" idx="3"/>
              </p:cNvCxnSpPr>
              <p:nvPr/>
            </p:nvCxnSpPr>
            <p:spPr>
              <a:xfrm flipV="1">
                <a:off x="3577591" y="2187693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線單箭頭接點 515">
                <a:extLst>
                  <a:ext uri="{FF2B5EF4-FFF2-40B4-BE49-F238E27FC236}">
                    <a16:creationId xmlns:a16="http://schemas.microsoft.com/office/drawing/2014/main" id="{F5B4318A-2425-48AF-B3BF-8DE721B1DEB0}"/>
                  </a:ext>
                </a:extLst>
              </p:cNvPr>
              <p:cNvCxnSpPr>
                <a:cxnSpLocks/>
                <a:stCxn id="517" idx="5"/>
                <a:endCxn id="521" idx="1"/>
              </p:cNvCxnSpPr>
              <p:nvPr/>
            </p:nvCxnSpPr>
            <p:spPr>
              <a:xfrm>
                <a:off x="4035405" y="2187693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7" name="橢圓 516">
                <a:extLst>
                  <a:ext uri="{FF2B5EF4-FFF2-40B4-BE49-F238E27FC236}">
                    <a16:creationId xmlns:a16="http://schemas.microsoft.com/office/drawing/2014/main" id="{0C8EBA6A-225C-43C7-B830-85781DF27D2F}"/>
                  </a:ext>
                </a:extLst>
              </p:cNvPr>
              <p:cNvSpPr/>
              <p:nvPr/>
            </p:nvSpPr>
            <p:spPr>
              <a:xfrm>
                <a:off x="3810417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518" name="橢圓 517">
                <a:extLst>
                  <a:ext uri="{FF2B5EF4-FFF2-40B4-BE49-F238E27FC236}">
                    <a16:creationId xmlns:a16="http://schemas.microsoft.com/office/drawing/2014/main" id="{B8158142-B210-4DF3-8304-7189506CF1C0}"/>
                  </a:ext>
                </a:extLst>
              </p:cNvPr>
              <p:cNvSpPr/>
              <p:nvPr/>
            </p:nvSpPr>
            <p:spPr>
              <a:xfrm>
                <a:off x="4264675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519" name="橢圓 518">
                <a:extLst>
                  <a:ext uri="{FF2B5EF4-FFF2-40B4-BE49-F238E27FC236}">
                    <a16:creationId xmlns:a16="http://schemas.microsoft.com/office/drawing/2014/main" id="{98E200BA-6EA2-448A-9387-62F536E0826B}"/>
                  </a:ext>
                </a:extLst>
              </p:cNvPr>
              <p:cNvSpPr/>
              <p:nvPr/>
            </p:nvSpPr>
            <p:spPr>
              <a:xfrm>
                <a:off x="3352603" y="196506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520" name="橢圓 519">
                <a:extLst>
                  <a:ext uri="{FF2B5EF4-FFF2-40B4-BE49-F238E27FC236}">
                    <a16:creationId xmlns:a16="http://schemas.microsoft.com/office/drawing/2014/main" id="{57F2B878-9D99-4197-A0FC-AD3E2A4D67D3}"/>
                  </a:ext>
                </a:extLst>
              </p:cNvPr>
              <p:cNvSpPr/>
              <p:nvPr/>
            </p:nvSpPr>
            <p:spPr>
              <a:xfrm>
                <a:off x="3809559" y="2334888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1" name="橢圓 520">
                <a:extLst>
                  <a:ext uri="{FF2B5EF4-FFF2-40B4-BE49-F238E27FC236}">
                    <a16:creationId xmlns:a16="http://schemas.microsoft.com/office/drawing/2014/main" id="{6EFDE054-62C4-48F1-AA5E-22BF4E89B3D2}"/>
                  </a:ext>
                </a:extLst>
              </p:cNvPr>
              <p:cNvSpPr/>
              <p:nvPr/>
            </p:nvSpPr>
            <p:spPr>
              <a:xfrm>
                <a:off x="4264675" y="233488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2" name="橢圓 521">
                <a:extLst>
                  <a:ext uri="{FF2B5EF4-FFF2-40B4-BE49-F238E27FC236}">
                    <a16:creationId xmlns:a16="http://schemas.microsoft.com/office/drawing/2014/main" id="{D33D44D1-1A3C-4536-B113-94522A41AC21}"/>
                  </a:ext>
                </a:extLst>
              </p:cNvPr>
              <p:cNvSpPr/>
              <p:nvPr/>
            </p:nvSpPr>
            <p:spPr>
              <a:xfrm>
                <a:off x="3352603" y="233724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字方塊 483">
                  <a:extLst>
                    <a:ext uri="{FF2B5EF4-FFF2-40B4-BE49-F238E27FC236}">
                      <a16:creationId xmlns:a16="http://schemas.microsoft.com/office/drawing/2014/main" id="{6D53739D-F3A6-48D8-B5B0-E7F5323493EC}"/>
                    </a:ext>
                  </a:extLst>
                </p:cNvPr>
                <p:cNvSpPr txBox="1"/>
                <p:nvPr/>
              </p:nvSpPr>
              <p:spPr>
                <a:xfrm>
                  <a:off x="6973988" y="2767570"/>
                  <a:ext cx="5337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>
                      <a:solidFill>
                        <a:srgbClr val="C55A11"/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V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29" name="文字方塊 628">
                  <a:extLst>
                    <a:ext uri="{FF2B5EF4-FFF2-40B4-BE49-F238E27FC236}">
                      <a16:creationId xmlns:a16="http://schemas.microsoft.com/office/drawing/2014/main" id="{8DFE72C4-C488-4BE0-BAB3-6DE57B22A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3988" y="2767570"/>
                  <a:ext cx="53373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9AF8A55-72CF-4A7A-80D5-AD1B859291F9}"/>
              </a:ext>
            </a:extLst>
          </p:cNvPr>
          <p:cNvCxnSpPr/>
          <p:nvPr/>
        </p:nvCxnSpPr>
        <p:spPr>
          <a:xfrm>
            <a:off x="7392557" y="2298588"/>
            <a:ext cx="335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7" name="直線接點 536">
            <a:extLst>
              <a:ext uri="{FF2B5EF4-FFF2-40B4-BE49-F238E27FC236}">
                <a16:creationId xmlns:a16="http://schemas.microsoft.com/office/drawing/2014/main" id="{4E2604DB-BDDA-4294-8A2E-0EC4B0A91C9C}"/>
              </a:ext>
            </a:extLst>
          </p:cNvPr>
          <p:cNvCxnSpPr/>
          <p:nvPr/>
        </p:nvCxnSpPr>
        <p:spPr>
          <a:xfrm>
            <a:off x="7392557" y="5462556"/>
            <a:ext cx="335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6" name="直線接點 645">
            <a:extLst>
              <a:ext uri="{FF2B5EF4-FFF2-40B4-BE49-F238E27FC236}">
                <a16:creationId xmlns:a16="http://schemas.microsoft.com/office/drawing/2014/main" id="{9E1D14ED-1F4B-4580-8FC8-B57FDE374FE0}"/>
              </a:ext>
            </a:extLst>
          </p:cNvPr>
          <p:cNvCxnSpPr>
            <a:cxnSpLocks/>
          </p:cNvCxnSpPr>
          <p:nvPr/>
        </p:nvCxnSpPr>
        <p:spPr>
          <a:xfrm>
            <a:off x="9529200" y="2661436"/>
            <a:ext cx="134370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9" name="文字方塊 648">
            <a:extLst>
              <a:ext uri="{FF2B5EF4-FFF2-40B4-BE49-F238E27FC236}">
                <a16:creationId xmlns:a16="http://schemas.microsoft.com/office/drawing/2014/main" id="{E6DF314A-E72C-4C5B-A75B-3E3B939F6C43}"/>
              </a:ext>
            </a:extLst>
          </p:cNvPr>
          <p:cNvSpPr txBox="1"/>
          <p:nvPr/>
        </p:nvSpPr>
        <p:spPr>
          <a:xfrm>
            <a:off x="9293187" y="1709928"/>
            <a:ext cx="72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C55A11"/>
                </a:solidFill>
              </a:defRPr>
            </a:lvl1pPr>
          </a:lstStyle>
          <a:p>
            <a:pPr algn="ctr"/>
            <a:r>
              <a:rPr lang="en-US" altLang="zh-TW" sz="1400" dirty="0">
                <a:solidFill>
                  <a:schemeClr val="tx1"/>
                </a:solidFill>
              </a:rPr>
              <a:t>Artifact</a:t>
            </a: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076A722D-363F-424B-8168-681A041C2329}"/>
              </a:ext>
            </a:extLst>
          </p:cNvPr>
          <p:cNvGrpSpPr/>
          <p:nvPr/>
        </p:nvGrpSpPr>
        <p:grpSpPr>
          <a:xfrm>
            <a:off x="9636332" y="1967414"/>
            <a:ext cx="1175662" cy="652567"/>
            <a:chOff x="9636332" y="1967414"/>
            <a:chExt cx="1175662" cy="652567"/>
          </a:xfrm>
        </p:grpSpPr>
        <p:sp>
          <p:nvSpPr>
            <p:cNvPr id="542" name="橢圓 541">
              <a:extLst>
                <a:ext uri="{FF2B5EF4-FFF2-40B4-BE49-F238E27FC236}">
                  <a16:creationId xmlns:a16="http://schemas.microsoft.com/office/drawing/2014/main" id="{B33D14F4-67A5-4CF5-BB08-3FC377AF8C9A}"/>
                </a:ext>
              </a:extLst>
            </p:cNvPr>
            <p:cNvSpPr/>
            <p:nvPr/>
          </p:nvSpPr>
          <p:spPr>
            <a:xfrm>
              <a:off x="10549194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543" name="橢圓 542">
              <a:extLst>
                <a:ext uri="{FF2B5EF4-FFF2-40B4-BE49-F238E27FC236}">
                  <a16:creationId xmlns:a16="http://schemas.microsoft.com/office/drawing/2014/main" id="{83D2A2B8-630A-4101-8EAA-F02F62C7B8B7}"/>
                </a:ext>
              </a:extLst>
            </p:cNvPr>
            <p:cNvSpPr/>
            <p:nvPr/>
          </p:nvSpPr>
          <p:spPr>
            <a:xfrm>
              <a:off x="10549194" y="2357181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4" name="橢圓 543">
              <a:extLst>
                <a:ext uri="{FF2B5EF4-FFF2-40B4-BE49-F238E27FC236}">
                  <a16:creationId xmlns:a16="http://schemas.microsoft.com/office/drawing/2014/main" id="{0CB7889E-9833-4785-8C32-59278F8850E1}"/>
                </a:ext>
              </a:extLst>
            </p:cNvPr>
            <p:cNvSpPr/>
            <p:nvPr/>
          </p:nvSpPr>
          <p:spPr>
            <a:xfrm>
              <a:off x="10093288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545" name="橢圓 544">
              <a:extLst>
                <a:ext uri="{FF2B5EF4-FFF2-40B4-BE49-F238E27FC236}">
                  <a16:creationId xmlns:a16="http://schemas.microsoft.com/office/drawing/2014/main" id="{76C4B8C4-E1A2-49F0-AE95-D4EF520C74CE}"/>
                </a:ext>
              </a:extLst>
            </p:cNvPr>
            <p:cNvSpPr/>
            <p:nvPr/>
          </p:nvSpPr>
          <p:spPr>
            <a:xfrm>
              <a:off x="10093288" y="2357181"/>
              <a:ext cx="262800" cy="26280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46" name="橢圓 545">
              <a:extLst>
                <a:ext uri="{FF2B5EF4-FFF2-40B4-BE49-F238E27FC236}">
                  <a16:creationId xmlns:a16="http://schemas.microsoft.com/office/drawing/2014/main" id="{A47096B7-2311-4129-B83F-62C1E6F1270E}"/>
                </a:ext>
              </a:extLst>
            </p:cNvPr>
            <p:cNvSpPr/>
            <p:nvPr/>
          </p:nvSpPr>
          <p:spPr>
            <a:xfrm>
              <a:off x="9636332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547" name="橢圓 546">
              <a:extLst>
                <a:ext uri="{FF2B5EF4-FFF2-40B4-BE49-F238E27FC236}">
                  <a16:creationId xmlns:a16="http://schemas.microsoft.com/office/drawing/2014/main" id="{BF1E288F-1324-48A9-AC9D-26861F0F5CAE}"/>
                </a:ext>
              </a:extLst>
            </p:cNvPr>
            <p:cNvSpPr/>
            <p:nvPr/>
          </p:nvSpPr>
          <p:spPr>
            <a:xfrm>
              <a:off x="9636332" y="2357181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48" name="直線單箭頭接點 547">
              <a:extLst>
                <a:ext uri="{FF2B5EF4-FFF2-40B4-BE49-F238E27FC236}">
                  <a16:creationId xmlns:a16="http://schemas.microsoft.com/office/drawing/2014/main" id="{7F48CE2E-587F-4BE0-BC7D-90EC7466664A}"/>
                </a:ext>
              </a:extLst>
            </p:cNvPr>
            <p:cNvCxnSpPr>
              <a:cxnSpLocks/>
              <a:stCxn id="546" idx="5"/>
              <a:endCxn id="545" idx="0"/>
            </p:cNvCxnSpPr>
            <p:nvPr/>
          </p:nvCxnSpPr>
          <p:spPr>
            <a:xfrm>
              <a:off x="9860646" y="2209312"/>
              <a:ext cx="364042" cy="147869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直線單箭頭接點 548">
              <a:extLst>
                <a:ext uri="{FF2B5EF4-FFF2-40B4-BE49-F238E27FC236}">
                  <a16:creationId xmlns:a16="http://schemas.microsoft.com/office/drawing/2014/main" id="{04C80EA8-907F-40FB-8A1B-EFFF1EB77407}"/>
                </a:ext>
              </a:extLst>
            </p:cNvPr>
            <p:cNvCxnSpPr>
              <a:cxnSpLocks/>
              <a:stCxn id="545" idx="0"/>
              <a:endCxn id="542" idx="3"/>
            </p:cNvCxnSpPr>
            <p:nvPr/>
          </p:nvCxnSpPr>
          <p:spPr>
            <a:xfrm flipV="1">
              <a:off x="10224688" y="2209312"/>
              <a:ext cx="362992" cy="147869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文字方塊 650">
              <a:extLst>
                <a:ext uri="{FF2B5EF4-FFF2-40B4-BE49-F238E27FC236}">
                  <a16:creationId xmlns:a16="http://schemas.microsoft.com/office/drawing/2014/main" id="{BCCFD6B3-3366-4FCE-831C-19F430C452A1}"/>
                </a:ext>
              </a:extLst>
            </p:cNvPr>
            <p:cNvSpPr txBox="1"/>
            <p:nvPr/>
          </p:nvSpPr>
          <p:spPr>
            <a:xfrm>
              <a:off x="9808852" y="196741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3" name="文字方塊 652">
                <a:extLst>
                  <a:ext uri="{FF2B5EF4-FFF2-40B4-BE49-F238E27FC236}">
                    <a16:creationId xmlns:a16="http://schemas.microsoft.com/office/drawing/2014/main" id="{76DAF75F-935D-462E-A712-FAC9B0AA42B4}"/>
                  </a:ext>
                </a:extLst>
              </p:cNvPr>
              <p:cNvSpPr txBox="1"/>
              <p:nvPr/>
            </p:nvSpPr>
            <p:spPr>
              <a:xfrm>
                <a:off x="10900212" y="2405840"/>
                <a:ext cx="1093697" cy="484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1+2</m:t>
                        </m:r>
                      </m:den>
                    </m:f>
                    <m:r>
                      <m:rPr>
                        <m:nor/>
                      </m:rPr>
                      <a:rPr lang="en-US" altLang="zh-TW" b="0" i="0" dirty="0" smtClean="0"/>
                      <m:t>&gt;</m:t>
                    </m:r>
                    <m:r>
                      <m:rPr>
                        <m:nor/>
                      </m:rPr>
                      <a:rPr lang="zh-TW" altLang="en-US" dirty="0"/>
                      <m:t> </m:t>
                    </m:r>
                    <m:r>
                      <m:rPr>
                        <m:nor/>
                      </m:rPr>
                      <a:rPr lang="zh-TW" altLang="el-GR" dirty="0"/>
                      <m:t>𝜏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53" name="文字方塊 652">
                <a:extLst>
                  <a:ext uri="{FF2B5EF4-FFF2-40B4-BE49-F238E27FC236}">
                    <a16:creationId xmlns:a16="http://schemas.microsoft.com/office/drawing/2014/main" id="{76DAF75F-935D-462E-A712-FAC9B0AA4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212" y="2405840"/>
                <a:ext cx="1093697" cy="484876"/>
              </a:xfrm>
              <a:prstGeom prst="rect">
                <a:avLst/>
              </a:prstGeom>
              <a:blipFill>
                <a:blip r:embed="rId12"/>
                <a:stretch>
                  <a:fillRect l="-4444"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群組 6">
            <a:extLst>
              <a:ext uri="{FF2B5EF4-FFF2-40B4-BE49-F238E27FC236}">
                <a16:creationId xmlns:a16="http://schemas.microsoft.com/office/drawing/2014/main" id="{27772DF5-884F-4A52-8F60-73A2CD001C52}"/>
              </a:ext>
            </a:extLst>
          </p:cNvPr>
          <p:cNvGrpSpPr/>
          <p:nvPr/>
        </p:nvGrpSpPr>
        <p:grpSpPr>
          <a:xfrm>
            <a:off x="9636332" y="2729995"/>
            <a:ext cx="1175662" cy="688939"/>
            <a:chOff x="9636332" y="2729995"/>
            <a:chExt cx="1175662" cy="688939"/>
          </a:xfrm>
        </p:grpSpPr>
        <p:sp>
          <p:nvSpPr>
            <p:cNvPr id="562" name="橢圓 561">
              <a:extLst>
                <a:ext uri="{FF2B5EF4-FFF2-40B4-BE49-F238E27FC236}">
                  <a16:creationId xmlns:a16="http://schemas.microsoft.com/office/drawing/2014/main" id="{7FACE6EA-04BA-42E8-8855-0E0F9C973CAE}"/>
                </a:ext>
              </a:extLst>
            </p:cNvPr>
            <p:cNvSpPr/>
            <p:nvPr/>
          </p:nvSpPr>
          <p:spPr>
            <a:xfrm>
              <a:off x="10549194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564" name="橢圓 563">
              <a:extLst>
                <a:ext uri="{FF2B5EF4-FFF2-40B4-BE49-F238E27FC236}">
                  <a16:creationId xmlns:a16="http://schemas.microsoft.com/office/drawing/2014/main" id="{22A78C10-B665-4AF0-9B10-D8E18CDA08B1}"/>
                </a:ext>
              </a:extLst>
            </p:cNvPr>
            <p:cNvSpPr/>
            <p:nvPr/>
          </p:nvSpPr>
          <p:spPr>
            <a:xfrm>
              <a:off x="10549194" y="3102178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65" name="橢圓 564">
              <a:extLst>
                <a:ext uri="{FF2B5EF4-FFF2-40B4-BE49-F238E27FC236}">
                  <a16:creationId xmlns:a16="http://schemas.microsoft.com/office/drawing/2014/main" id="{97AE0A21-EC2C-49F0-8FDF-6618EEA51104}"/>
                </a:ext>
              </a:extLst>
            </p:cNvPr>
            <p:cNvSpPr/>
            <p:nvPr/>
          </p:nvSpPr>
          <p:spPr>
            <a:xfrm>
              <a:off x="10093288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566" name="橢圓 565">
              <a:extLst>
                <a:ext uri="{FF2B5EF4-FFF2-40B4-BE49-F238E27FC236}">
                  <a16:creationId xmlns:a16="http://schemas.microsoft.com/office/drawing/2014/main" id="{72E8BF57-9EE3-42CE-8ACB-3168F1D002A7}"/>
                </a:ext>
              </a:extLst>
            </p:cNvPr>
            <p:cNvSpPr/>
            <p:nvPr/>
          </p:nvSpPr>
          <p:spPr>
            <a:xfrm>
              <a:off x="10093288" y="3102178"/>
              <a:ext cx="262800" cy="26280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67" name="橢圓 566">
              <a:extLst>
                <a:ext uri="{FF2B5EF4-FFF2-40B4-BE49-F238E27FC236}">
                  <a16:creationId xmlns:a16="http://schemas.microsoft.com/office/drawing/2014/main" id="{7302832B-E19C-42B8-A72E-02D22E5889C8}"/>
                </a:ext>
              </a:extLst>
            </p:cNvPr>
            <p:cNvSpPr/>
            <p:nvPr/>
          </p:nvSpPr>
          <p:spPr>
            <a:xfrm>
              <a:off x="9636332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568" name="橢圓 567">
              <a:extLst>
                <a:ext uri="{FF2B5EF4-FFF2-40B4-BE49-F238E27FC236}">
                  <a16:creationId xmlns:a16="http://schemas.microsoft.com/office/drawing/2014/main" id="{6BEB15C0-7DA0-4129-BFCE-3FEACCE4B72F}"/>
                </a:ext>
              </a:extLst>
            </p:cNvPr>
            <p:cNvSpPr/>
            <p:nvPr/>
          </p:nvSpPr>
          <p:spPr>
            <a:xfrm>
              <a:off x="9636332" y="3102178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569" name="直線單箭頭接點 568">
              <a:extLst>
                <a:ext uri="{FF2B5EF4-FFF2-40B4-BE49-F238E27FC236}">
                  <a16:creationId xmlns:a16="http://schemas.microsoft.com/office/drawing/2014/main" id="{6E300F96-703D-47E5-B10C-0DB98EEF7F55}"/>
                </a:ext>
              </a:extLst>
            </p:cNvPr>
            <p:cNvCxnSpPr>
              <a:cxnSpLocks/>
              <a:stCxn id="567" idx="5"/>
              <a:endCxn id="566" idx="0"/>
            </p:cNvCxnSpPr>
            <p:nvPr/>
          </p:nvCxnSpPr>
          <p:spPr>
            <a:xfrm>
              <a:off x="9860646" y="2954309"/>
              <a:ext cx="364042" cy="147869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直線單箭頭接點 569">
              <a:extLst>
                <a:ext uri="{FF2B5EF4-FFF2-40B4-BE49-F238E27FC236}">
                  <a16:creationId xmlns:a16="http://schemas.microsoft.com/office/drawing/2014/main" id="{B2E0F332-5C5C-44F2-B77C-16C3E3CBBC5B}"/>
                </a:ext>
              </a:extLst>
            </p:cNvPr>
            <p:cNvCxnSpPr>
              <a:cxnSpLocks/>
              <a:stCxn id="566" idx="0"/>
              <a:endCxn id="562" idx="3"/>
            </p:cNvCxnSpPr>
            <p:nvPr/>
          </p:nvCxnSpPr>
          <p:spPr>
            <a:xfrm flipV="1">
              <a:off x="10224688" y="2954309"/>
              <a:ext cx="362992" cy="147869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文字方塊 647">
              <a:extLst>
                <a:ext uri="{FF2B5EF4-FFF2-40B4-BE49-F238E27FC236}">
                  <a16:creationId xmlns:a16="http://schemas.microsoft.com/office/drawing/2014/main" id="{8E4EED8D-4B00-4F4E-AD99-CCA0E16B4AC4}"/>
                </a:ext>
              </a:extLst>
            </p:cNvPr>
            <p:cNvSpPr txBox="1"/>
            <p:nvPr/>
          </p:nvSpPr>
          <p:spPr>
            <a:xfrm>
              <a:off x="9808852" y="30496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650" name="文字方塊 649">
              <a:extLst>
                <a:ext uri="{FF2B5EF4-FFF2-40B4-BE49-F238E27FC236}">
                  <a16:creationId xmlns:a16="http://schemas.microsoft.com/office/drawing/2014/main" id="{858BAFAF-27C3-4490-BB90-EF1B5584148A}"/>
                </a:ext>
              </a:extLst>
            </p:cNvPr>
            <p:cNvSpPr txBox="1"/>
            <p:nvPr/>
          </p:nvSpPr>
          <p:spPr>
            <a:xfrm>
              <a:off x="9808852" y="27379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p:cxnSp>
          <p:nvCxnSpPr>
            <p:cNvPr id="654" name="直線單箭頭接點 653">
              <a:extLst>
                <a:ext uri="{FF2B5EF4-FFF2-40B4-BE49-F238E27FC236}">
                  <a16:creationId xmlns:a16="http://schemas.microsoft.com/office/drawing/2014/main" id="{ED7A3046-E208-42B8-AE44-FF174BFD3D34}"/>
                </a:ext>
              </a:extLst>
            </p:cNvPr>
            <p:cNvCxnSpPr>
              <a:cxnSpLocks/>
              <a:stCxn id="568" idx="5"/>
              <a:endCxn id="566" idx="3"/>
            </p:cNvCxnSpPr>
            <p:nvPr/>
          </p:nvCxnSpPr>
          <p:spPr>
            <a:xfrm>
              <a:off x="9860646" y="3326492"/>
              <a:ext cx="271128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線單箭頭接點 654">
              <a:extLst>
                <a:ext uri="{FF2B5EF4-FFF2-40B4-BE49-F238E27FC236}">
                  <a16:creationId xmlns:a16="http://schemas.microsoft.com/office/drawing/2014/main" id="{345D1ECB-B436-40C6-8D0B-96B0DD2D2623}"/>
                </a:ext>
              </a:extLst>
            </p:cNvPr>
            <p:cNvCxnSpPr>
              <a:cxnSpLocks/>
              <a:stCxn id="566" idx="5"/>
              <a:endCxn id="564" idx="3"/>
            </p:cNvCxnSpPr>
            <p:nvPr/>
          </p:nvCxnSpPr>
          <p:spPr>
            <a:xfrm>
              <a:off x="10317602" y="3326492"/>
              <a:ext cx="270078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6" name="箭號: 向右 655">
            <a:extLst>
              <a:ext uri="{FF2B5EF4-FFF2-40B4-BE49-F238E27FC236}">
                <a16:creationId xmlns:a16="http://schemas.microsoft.com/office/drawing/2014/main" id="{3877E553-58E2-4DAB-BD2F-FB09D54ABB07}"/>
              </a:ext>
            </a:extLst>
          </p:cNvPr>
          <p:cNvSpPr/>
          <p:nvPr/>
        </p:nvSpPr>
        <p:spPr>
          <a:xfrm>
            <a:off x="9147131" y="5317850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D42B8009-BD97-4313-AB27-19AEF4CC8380}"/>
              </a:ext>
            </a:extLst>
          </p:cNvPr>
          <p:cNvGrpSpPr/>
          <p:nvPr/>
        </p:nvGrpSpPr>
        <p:grpSpPr>
          <a:xfrm>
            <a:off x="9293187" y="4886212"/>
            <a:ext cx="2449948" cy="1709006"/>
            <a:chOff x="9521457" y="1709928"/>
            <a:chExt cx="2449948" cy="1709006"/>
          </a:xfrm>
        </p:grpSpPr>
        <p:sp>
          <p:nvSpPr>
            <p:cNvPr id="658" name="橢圓 657">
              <a:extLst>
                <a:ext uri="{FF2B5EF4-FFF2-40B4-BE49-F238E27FC236}">
                  <a16:creationId xmlns:a16="http://schemas.microsoft.com/office/drawing/2014/main" id="{505ED22D-1765-47C6-98ED-3A2B6C1A8003}"/>
                </a:ext>
              </a:extLst>
            </p:cNvPr>
            <p:cNvSpPr/>
            <p:nvPr/>
          </p:nvSpPr>
          <p:spPr>
            <a:xfrm>
              <a:off x="10777464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659" name="橢圓 658">
              <a:extLst>
                <a:ext uri="{FF2B5EF4-FFF2-40B4-BE49-F238E27FC236}">
                  <a16:creationId xmlns:a16="http://schemas.microsoft.com/office/drawing/2014/main" id="{45A30B0C-2B26-4E87-96B5-65C9789BC856}"/>
                </a:ext>
              </a:extLst>
            </p:cNvPr>
            <p:cNvSpPr/>
            <p:nvPr/>
          </p:nvSpPr>
          <p:spPr>
            <a:xfrm>
              <a:off x="10777464" y="2357181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60" name="橢圓 659">
              <a:extLst>
                <a:ext uri="{FF2B5EF4-FFF2-40B4-BE49-F238E27FC236}">
                  <a16:creationId xmlns:a16="http://schemas.microsoft.com/office/drawing/2014/main" id="{917AF659-059C-47E3-A4CF-0BB57DFE199D}"/>
                </a:ext>
              </a:extLst>
            </p:cNvPr>
            <p:cNvSpPr/>
            <p:nvPr/>
          </p:nvSpPr>
          <p:spPr>
            <a:xfrm>
              <a:off x="10321558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661" name="橢圓 660">
              <a:extLst>
                <a:ext uri="{FF2B5EF4-FFF2-40B4-BE49-F238E27FC236}">
                  <a16:creationId xmlns:a16="http://schemas.microsoft.com/office/drawing/2014/main" id="{66D3D6C0-CF54-49DF-98AD-FE5B6F033066}"/>
                </a:ext>
              </a:extLst>
            </p:cNvPr>
            <p:cNvSpPr/>
            <p:nvPr/>
          </p:nvSpPr>
          <p:spPr>
            <a:xfrm>
              <a:off x="10321558" y="2357181"/>
              <a:ext cx="262800" cy="26280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62" name="橢圓 661">
              <a:extLst>
                <a:ext uri="{FF2B5EF4-FFF2-40B4-BE49-F238E27FC236}">
                  <a16:creationId xmlns:a16="http://schemas.microsoft.com/office/drawing/2014/main" id="{E5DAB9F2-6D7A-45BA-9125-B3162F174303}"/>
                </a:ext>
              </a:extLst>
            </p:cNvPr>
            <p:cNvSpPr/>
            <p:nvPr/>
          </p:nvSpPr>
          <p:spPr>
            <a:xfrm>
              <a:off x="9864602" y="1984998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663" name="橢圓 662">
              <a:extLst>
                <a:ext uri="{FF2B5EF4-FFF2-40B4-BE49-F238E27FC236}">
                  <a16:creationId xmlns:a16="http://schemas.microsoft.com/office/drawing/2014/main" id="{704BDD18-D44C-45C1-92D7-FC0AB9679246}"/>
                </a:ext>
              </a:extLst>
            </p:cNvPr>
            <p:cNvSpPr/>
            <p:nvPr/>
          </p:nvSpPr>
          <p:spPr>
            <a:xfrm>
              <a:off x="9864602" y="2357181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664" name="直線單箭頭接點 663">
              <a:extLst>
                <a:ext uri="{FF2B5EF4-FFF2-40B4-BE49-F238E27FC236}">
                  <a16:creationId xmlns:a16="http://schemas.microsoft.com/office/drawing/2014/main" id="{8AFB3DC8-DE2D-4FE1-A4FF-73CBD7D129EF}"/>
                </a:ext>
              </a:extLst>
            </p:cNvPr>
            <p:cNvCxnSpPr>
              <a:cxnSpLocks/>
              <a:stCxn id="662" idx="5"/>
              <a:endCxn id="661" idx="0"/>
            </p:cNvCxnSpPr>
            <p:nvPr/>
          </p:nvCxnSpPr>
          <p:spPr>
            <a:xfrm>
              <a:off x="10088916" y="2209312"/>
              <a:ext cx="364042" cy="147869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線單箭頭接點 664">
              <a:extLst>
                <a:ext uri="{FF2B5EF4-FFF2-40B4-BE49-F238E27FC236}">
                  <a16:creationId xmlns:a16="http://schemas.microsoft.com/office/drawing/2014/main" id="{B47CC969-5524-422B-AA7B-B21570F1E155}"/>
                </a:ext>
              </a:extLst>
            </p:cNvPr>
            <p:cNvCxnSpPr>
              <a:cxnSpLocks/>
              <a:stCxn id="661" idx="0"/>
              <a:endCxn id="658" idx="3"/>
            </p:cNvCxnSpPr>
            <p:nvPr/>
          </p:nvCxnSpPr>
          <p:spPr>
            <a:xfrm flipV="1">
              <a:off x="10452958" y="2209312"/>
              <a:ext cx="362992" cy="147869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6" name="橢圓 665">
              <a:extLst>
                <a:ext uri="{FF2B5EF4-FFF2-40B4-BE49-F238E27FC236}">
                  <a16:creationId xmlns:a16="http://schemas.microsoft.com/office/drawing/2014/main" id="{820A02EB-7097-461B-86A5-3373A210EDED}"/>
                </a:ext>
              </a:extLst>
            </p:cNvPr>
            <p:cNvSpPr/>
            <p:nvPr/>
          </p:nvSpPr>
          <p:spPr>
            <a:xfrm>
              <a:off x="10777464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667" name="橢圓 666">
              <a:extLst>
                <a:ext uri="{FF2B5EF4-FFF2-40B4-BE49-F238E27FC236}">
                  <a16:creationId xmlns:a16="http://schemas.microsoft.com/office/drawing/2014/main" id="{D097F0B3-737D-4A8A-AC6F-9CCBAAD3CD93}"/>
                </a:ext>
              </a:extLst>
            </p:cNvPr>
            <p:cNvSpPr/>
            <p:nvPr/>
          </p:nvSpPr>
          <p:spPr>
            <a:xfrm>
              <a:off x="10777464" y="3102178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68" name="橢圓 667">
              <a:extLst>
                <a:ext uri="{FF2B5EF4-FFF2-40B4-BE49-F238E27FC236}">
                  <a16:creationId xmlns:a16="http://schemas.microsoft.com/office/drawing/2014/main" id="{CBA6E982-4030-4E00-AD51-DCDD54D4902A}"/>
                </a:ext>
              </a:extLst>
            </p:cNvPr>
            <p:cNvSpPr/>
            <p:nvPr/>
          </p:nvSpPr>
          <p:spPr>
            <a:xfrm>
              <a:off x="10321558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669" name="橢圓 668">
              <a:extLst>
                <a:ext uri="{FF2B5EF4-FFF2-40B4-BE49-F238E27FC236}">
                  <a16:creationId xmlns:a16="http://schemas.microsoft.com/office/drawing/2014/main" id="{A71CC8B6-A9CB-4065-A7A5-6068BBF07BF2}"/>
                </a:ext>
              </a:extLst>
            </p:cNvPr>
            <p:cNvSpPr/>
            <p:nvPr/>
          </p:nvSpPr>
          <p:spPr>
            <a:xfrm>
              <a:off x="10321558" y="3102178"/>
              <a:ext cx="262800" cy="26280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70" name="橢圓 669">
              <a:extLst>
                <a:ext uri="{FF2B5EF4-FFF2-40B4-BE49-F238E27FC236}">
                  <a16:creationId xmlns:a16="http://schemas.microsoft.com/office/drawing/2014/main" id="{223A2E62-15DD-4E83-B0FB-59FF1B4C4226}"/>
                </a:ext>
              </a:extLst>
            </p:cNvPr>
            <p:cNvSpPr/>
            <p:nvPr/>
          </p:nvSpPr>
          <p:spPr>
            <a:xfrm>
              <a:off x="9864602" y="2729995"/>
              <a:ext cx="262800" cy="26280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671" name="橢圓 670">
              <a:extLst>
                <a:ext uri="{FF2B5EF4-FFF2-40B4-BE49-F238E27FC236}">
                  <a16:creationId xmlns:a16="http://schemas.microsoft.com/office/drawing/2014/main" id="{F06CB78D-C2F7-4B28-AF6D-DB4A62BDCD73}"/>
                </a:ext>
              </a:extLst>
            </p:cNvPr>
            <p:cNvSpPr/>
            <p:nvPr/>
          </p:nvSpPr>
          <p:spPr>
            <a:xfrm>
              <a:off x="9864602" y="3102178"/>
              <a:ext cx="262800" cy="26280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674" name="直線接點 673">
              <a:extLst>
                <a:ext uri="{FF2B5EF4-FFF2-40B4-BE49-F238E27FC236}">
                  <a16:creationId xmlns:a16="http://schemas.microsoft.com/office/drawing/2014/main" id="{4BC999A1-61DC-4907-9FE0-A15F7E6554C9}"/>
                </a:ext>
              </a:extLst>
            </p:cNvPr>
            <p:cNvCxnSpPr>
              <a:cxnSpLocks/>
            </p:cNvCxnSpPr>
            <p:nvPr/>
          </p:nvCxnSpPr>
          <p:spPr>
            <a:xfrm>
              <a:off x="9757470" y="2661436"/>
              <a:ext cx="134370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5" name="文字方塊 674">
              <a:extLst>
                <a:ext uri="{FF2B5EF4-FFF2-40B4-BE49-F238E27FC236}">
                  <a16:creationId xmlns:a16="http://schemas.microsoft.com/office/drawing/2014/main" id="{CAC55144-FA67-44F4-8A11-846CACC89D84}"/>
                </a:ext>
              </a:extLst>
            </p:cNvPr>
            <p:cNvSpPr txBox="1"/>
            <p:nvPr/>
          </p:nvSpPr>
          <p:spPr>
            <a:xfrm>
              <a:off x="10037122" y="30496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676" name="文字方塊 675">
              <a:extLst>
                <a:ext uri="{FF2B5EF4-FFF2-40B4-BE49-F238E27FC236}">
                  <a16:creationId xmlns:a16="http://schemas.microsoft.com/office/drawing/2014/main" id="{C2CEFF55-A688-4EFC-AC60-CA8D6B041F9C}"/>
                </a:ext>
              </a:extLst>
            </p:cNvPr>
            <p:cNvSpPr txBox="1"/>
            <p:nvPr/>
          </p:nvSpPr>
          <p:spPr>
            <a:xfrm>
              <a:off x="9521457" y="1709928"/>
              <a:ext cx="722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Artifact</a:t>
              </a:r>
            </a:p>
          </p:txBody>
        </p:sp>
        <p:sp>
          <p:nvSpPr>
            <p:cNvPr id="678" name="文字方塊 677">
              <a:extLst>
                <a:ext uri="{FF2B5EF4-FFF2-40B4-BE49-F238E27FC236}">
                  <a16:creationId xmlns:a16="http://schemas.microsoft.com/office/drawing/2014/main" id="{E685061A-7435-4E9A-946A-21798152036D}"/>
                </a:ext>
              </a:extLst>
            </p:cNvPr>
            <p:cNvSpPr txBox="1"/>
            <p:nvPr/>
          </p:nvSpPr>
          <p:spPr>
            <a:xfrm>
              <a:off x="10037122" y="196741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9" name="文字方塊 678">
                  <a:extLst>
                    <a:ext uri="{FF2B5EF4-FFF2-40B4-BE49-F238E27FC236}">
                      <a16:creationId xmlns:a16="http://schemas.microsoft.com/office/drawing/2014/main" id="{6A16DC62-901B-449C-B746-292C9A1040B2}"/>
                    </a:ext>
                  </a:extLst>
                </p:cNvPr>
                <p:cNvSpPr txBox="1"/>
                <p:nvPr/>
              </p:nvSpPr>
              <p:spPr>
                <a:xfrm>
                  <a:off x="11128482" y="2405840"/>
                  <a:ext cx="842923" cy="4834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=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b="0" i="0" dirty="0" smtClean="0"/>
                        <m:t>&gt;</m:t>
                      </m:r>
                      <m:r>
                        <m:rPr>
                          <m:nor/>
                        </m:rPr>
                        <a:rPr lang="zh-TW" altLang="en-US" dirty="0"/>
                        <m:t>𝛿</m:t>
                      </m:r>
                    </m:oMath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79" name="文字方塊 678">
                  <a:extLst>
                    <a:ext uri="{FF2B5EF4-FFF2-40B4-BE49-F238E27FC236}">
                      <a16:creationId xmlns:a16="http://schemas.microsoft.com/office/drawing/2014/main" id="{6A16DC62-901B-449C-B746-292C9A104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8482" y="2405840"/>
                  <a:ext cx="842923" cy="483466"/>
                </a:xfrm>
                <a:prstGeom prst="rect">
                  <a:avLst/>
                </a:prstGeom>
                <a:blipFill>
                  <a:blip r:embed="rId13"/>
                  <a:stretch>
                    <a:fillRect l="-5797" b="-88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0" name="直線單箭頭接點 679">
              <a:extLst>
                <a:ext uri="{FF2B5EF4-FFF2-40B4-BE49-F238E27FC236}">
                  <a16:creationId xmlns:a16="http://schemas.microsoft.com/office/drawing/2014/main" id="{9C9C03DF-4F1B-44D7-9FD8-60E81961D4C6}"/>
                </a:ext>
              </a:extLst>
            </p:cNvPr>
            <p:cNvCxnSpPr>
              <a:cxnSpLocks/>
              <a:stCxn id="671" idx="5"/>
              <a:endCxn id="669" idx="3"/>
            </p:cNvCxnSpPr>
            <p:nvPr/>
          </p:nvCxnSpPr>
          <p:spPr>
            <a:xfrm>
              <a:off x="10088916" y="3326492"/>
              <a:ext cx="271128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線單箭頭接點 680">
              <a:extLst>
                <a:ext uri="{FF2B5EF4-FFF2-40B4-BE49-F238E27FC236}">
                  <a16:creationId xmlns:a16="http://schemas.microsoft.com/office/drawing/2014/main" id="{A4FA70F9-95DE-4D6B-AEBF-C4377CEBC038}"/>
                </a:ext>
              </a:extLst>
            </p:cNvPr>
            <p:cNvCxnSpPr>
              <a:cxnSpLocks/>
              <a:stCxn id="669" idx="5"/>
              <a:endCxn id="667" idx="3"/>
            </p:cNvCxnSpPr>
            <p:nvPr/>
          </p:nvCxnSpPr>
          <p:spPr>
            <a:xfrm>
              <a:off x="10545872" y="3326492"/>
              <a:ext cx="270078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7373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標題 104">
            <a:extLst>
              <a:ext uri="{FF2B5EF4-FFF2-40B4-BE49-F238E27FC236}">
                <a16:creationId xmlns:a16="http://schemas.microsoft.com/office/drawing/2014/main" id="{C63EBC50-4FA6-4C31-8D2B-2B64A75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 (cont.)</a:t>
            </a:r>
            <a:endParaRPr lang="zh-TW" altLang="en-US" dirty="0"/>
          </a:p>
        </p:txBody>
      </p:sp>
      <p:grpSp>
        <p:nvGrpSpPr>
          <p:cNvPr id="469" name="群組 468">
            <a:extLst>
              <a:ext uri="{FF2B5EF4-FFF2-40B4-BE49-F238E27FC236}">
                <a16:creationId xmlns:a16="http://schemas.microsoft.com/office/drawing/2014/main" id="{B664ED92-17FA-417F-9A21-46E3F30C20BB}"/>
              </a:ext>
            </a:extLst>
          </p:cNvPr>
          <p:cNvGrpSpPr/>
          <p:nvPr/>
        </p:nvGrpSpPr>
        <p:grpSpPr>
          <a:xfrm>
            <a:off x="552601" y="2014946"/>
            <a:ext cx="1847989" cy="1299659"/>
            <a:chOff x="303927" y="3367286"/>
            <a:chExt cx="1847989" cy="1299659"/>
          </a:xfrm>
        </p:grpSpPr>
        <p:grpSp>
          <p:nvGrpSpPr>
            <p:cNvPr id="415" name="群組 414">
              <a:extLst>
                <a:ext uri="{FF2B5EF4-FFF2-40B4-BE49-F238E27FC236}">
                  <a16:creationId xmlns:a16="http://schemas.microsoft.com/office/drawing/2014/main" id="{12587E78-843B-4F2B-B0C7-90ACE791F390}"/>
                </a:ext>
              </a:extLst>
            </p:cNvPr>
            <p:cNvGrpSpPr/>
            <p:nvPr/>
          </p:nvGrpSpPr>
          <p:grpSpPr>
            <a:xfrm>
              <a:off x="303927" y="3367286"/>
              <a:ext cx="1847989" cy="1299659"/>
              <a:chOff x="754157" y="3910347"/>
              <a:chExt cx="1847989" cy="1299659"/>
            </a:xfrm>
          </p:grpSpPr>
          <p:grpSp>
            <p:nvGrpSpPr>
              <p:cNvPr id="416" name="群組 415">
                <a:extLst>
                  <a:ext uri="{FF2B5EF4-FFF2-40B4-BE49-F238E27FC236}">
                    <a16:creationId xmlns:a16="http://schemas.microsoft.com/office/drawing/2014/main" id="{011ED0C6-CF11-4C01-B608-CCD24FE5AB6B}"/>
                  </a:ext>
                </a:extLst>
              </p:cNvPr>
              <p:cNvGrpSpPr/>
              <p:nvPr/>
            </p:nvGrpSpPr>
            <p:grpSpPr>
              <a:xfrm>
                <a:off x="870892" y="4583494"/>
                <a:ext cx="1658720" cy="289421"/>
                <a:chOff x="870892" y="4518127"/>
                <a:chExt cx="1658720" cy="289421"/>
              </a:xfrm>
            </p:grpSpPr>
            <p:sp>
              <p:nvSpPr>
                <p:cNvPr id="454" name="箭號: 五邊形 453">
                  <a:extLst>
                    <a:ext uri="{FF2B5EF4-FFF2-40B4-BE49-F238E27FC236}">
                      <a16:creationId xmlns:a16="http://schemas.microsoft.com/office/drawing/2014/main" id="{07F854A5-D0A7-45D6-8835-B114C61D7CE3}"/>
                    </a:ext>
                  </a:extLst>
                </p:cNvPr>
                <p:cNvSpPr/>
                <p:nvPr/>
              </p:nvSpPr>
              <p:spPr>
                <a:xfrm>
                  <a:off x="870892" y="45220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55" name="箭號: 五邊形 454">
                  <a:extLst>
                    <a:ext uri="{FF2B5EF4-FFF2-40B4-BE49-F238E27FC236}">
                      <a16:creationId xmlns:a16="http://schemas.microsoft.com/office/drawing/2014/main" id="{C9131A7D-1716-4B0E-B684-4AEDD619FAC5}"/>
                    </a:ext>
                  </a:extLst>
                </p:cNvPr>
                <p:cNvSpPr/>
                <p:nvPr/>
              </p:nvSpPr>
              <p:spPr>
                <a:xfrm>
                  <a:off x="870892" y="46744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56" name="矩形 178">
                  <a:extLst>
                    <a:ext uri="{FF2B5EF4-FFF2-40B4-BE49-F238E27FC236}">
                      <a16:creationId xmlns:a16="http://schemas.microsoft.com/office/drawing/2014/main" id="{CD928382-100F-4E6D-90A6-93F83DCB1D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5181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7" name="矩形 178">
                  <a:extLst>
                    <a:ext uri="{FF2B5EF4-FFF2-40B4-BE49-F238E27FC236}">
                      <a16:creationId xmlns:a16="http://schemas.microsoft.com/office/drawing/2014/main" id="{008C4D26-D447-4F85-9990-2D6E332398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5181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8" name="矩形 178">
                  <a:extLst>
                    <a:ext uri="{FF2B5EF4-FFF2-40B4-BE49-F238E27FC236}">
                      <a16:creationId xmlns:a16="http://schemas.microsoft.com/office/drawing/2014/main" id="{680625BE-739B-4BAC-A610-777F015CA4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5181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9" name="矩形 178">
                  <a:extLst>
                    <a:ext uri="{FF2B5EF4-FFF2-40B4-BE49-F238E27FC236}">
                      <a16:creationId xmlns:a16="http://schemas.microsoft.com/office/drawing/2014/main" id="{05E20563-00D7-4CBE-A145-B5E9A7FC6C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6705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0" name="矩形 178">
                  <a:extLst>
                    <a:ext uri="{FF2B5EF4-FFF2-40B4-BE49-F238E27FC236}">
                      <a16:creationId xmlns:a16="http://schemas.microsoft.com/office/drawing/2014/main" id="{860A4FFA-369C-4EB3-9AFD-C27CCB66DB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6705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61" name="矩形 178">
                  <a:extLst>
                    <a:ext uri="{FF2B5EF4-FFF2-40B4-BE49-F238E27FC236}">
                      <a16:creationId xmlns:a16="http://schemas.microsoft.com/office/drawing/2014/main" id="{45DF97FA-9D17-4547-8E80-B1378FF040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6705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62" name="矩形 178">
                  <a:extLst>
                    <a:ext uri="{FF2B5EF4-FFF2-40B4-BE49-F238E27FC236}">
                      <a16:creationId xmlns:a16="http://schemas.microsoft.com/office/drawing/2014/main" id="{6F7A46E4-449B-4DEF-BE8F-A69952429B0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59717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7" name="群組 416">
                <a:extLst>
                  <a:ext uri="{FF2B5EF4-FFF2-40B4-BE49-F238E27FC236}">
                    <a16:creationId xmlns:a16="http://schemas.microsoft.com/office/drawing/2014/main" id="{C42FD216-5A33-46D9-A694-431634CFF22D}"/>
                  </a:ext>
                </a:extLst>
              </p:cNvPr>
              <p:cNvGrpSpPr/>
              <p:nvPr/>
            </p:nvGrpSpPr>
            <p:grpSpPr>
              <a:xfrm>
                <a:off x="870892" y="4918177"/>
                <a:ext cx="1658720" cy="291829"/>
                <a:chOff x="870892" y="4822927"/>
                <a:chExt cx="1658720" cy="291829"/>
              </a:xfrm>
            </p:grpSpPr>
            <p:sp>
              <p:nvSpPr>
                <p:cNvPr id="441" name="箭號: 五邊形 440">
                  <a:extLst>
                    <a:ext uri="{FF2B5EF4-FFF2-40B4-BE49-F238E27FC236}">
                      <a16:creationId xmlns:a16="http://schemas.microsoft.com/office/drawing/2014/main" id="{EDCCF749-38CF-456D-B312-EE21E372E738}"/>
                    </a:ext>
                  </a:extLst>
                </p:cNvPr>
                <p:cNvSpPr/>
                <p:nvPr/>
              </p:nvSpPr>
              <p:spPr>
                <a:xfrm>
                  <a:off x="870892" y="48268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42" name="箭號: 五邊形 441">
                  <a:extLst>
                    <a:ext uri="{FF2B5EF4-FFF2-40B4-BE49-F238E27FC236}">
                      <a16:creationId xmlns:a16="http://schemas.microsoft.com/office/drawing/2014/main" id="{25700E8C-1D0A-4941-BDD6-7C03BCF14F6D}"/>
                    </a:ext>
                  </a:extLst>
                </p:cNvPr>
                <p:cNvSpPr/>
                <p:nvPr/>
              </p:nvSpPr>
              <p:spPr>
                <a:xfrm>
                  <a:off x="870892" y="4981680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43" name="矩形 178">
                  <a:extLst>
                    <a:ext uri="{FF2B5EF4-FFF2-40B4-BE49-F238E27FC236}">
                      <a16:creationId xmlns:a16="http://schemas.microsoft.com/office/drawing/2014/main" id="{C621841B-F76B-44E1-AD73-B2900F2A42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8229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4" name="矩形 178">
                  <a:extLst>
                    <a:ext uri="{FF2B5EF4-FFF2-40B4-BE49-F238E27FC236}">
                      <a16:creationId xmlns:a16="http://schemas.microsoft.com/office/drawing/2014/main" id="{0CC81639-F78C-4266-B755-197160C2F95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822927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5" name="矩形 178">
                  <a:extLst>
                    <a:ext uri="{FF2B5EF4-FFF2-40B4-BE49-F238E27FC236}">
                      <a16:creationId xmlns:a16="http://schemas.microsoft.com/office/drawing/2014/main" id="{F6B4AEEA-3038-41D3-B5E4-99854917EC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82292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6" name="矩形 178">
                  <a:extLst>
                    <a:ext uri="{FF2B5EF4-FFF2-40B4-BE49-F238E27FC236}">
                      <a16:creationId xmlns:a16="http://schemas.microsoft.com/office/drawing/2014/main" id="{855CE0D0-90D1-44AA-8E6B-2D29665486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97773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47" name="矩形 178">
                  <a:extLst>
                    <a:ext uri="{FF2B5EF4-FFF2-40B4-BE49-F238E27FC236}">
                      <a16:creationId xmlns:a16="http://schemas.microsoft.com/office/drawing/2014/main" id="{49D39D14-77FA-413D-96AF-F12AE47FE47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977735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2" name="矩形 178">
                  <a:extLst>
                    <a:ext uri="{FF2B5EF4-FFF2-40B4-BE49-F238E27FC236}">
                      <a16:creationId xmlns:a16="http://schemas.microsoft.com/office/drawing/2014/main" id="{3B3AA3E2-7660-4B67-9447-B492D3B954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97773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53" name="矩形 178">
                  <a:extLst>
                    <a:ext uri="{FF2B5EF4-FFF2-40B4-BE49-F238E27FC236}">
                      <a16:creationId xmlns:a16="http://schemas.microsoft.com/office/drawing/2014/main" id="{1BDC72AC-F325-4A1C-B043-8A5AC4FCEA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888225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8" name="群組 417">
                <a:extLst>
                  <a:ext uri="{FF2B5EF4-FFF2-40B4-BE49-F238E27FC236}">
                    <a16:creationId xmlns:a16="http://schemas.microsoft.com/office/drawing/2014/main" id="{F9685C26-4E98-40A2-B2A4-00376EFA9BE0}"/>
                  </a:ext>
                </a:extLst>
              </p:cNvPr>
              <p:cNvGrpSpPr/>
              <p:nvPr/>
            </p:nvGrpSpPr>
            <p:grpSpPr>
              <a:xfrm>
                <a:off x="870892" y="3910347"/>
                <a:ext cx="1658720" cy="440001"/>
                <a:chOff x="870892" y="3910347"/>
                <a:chExt cx="1658720" cy="440001"/>
              </a:xfrm>
            </p:grpSpPr>
            <p:sp>
              <p:nvSpPr>
                <p:cNvPr id="428" name="箭號: 五邊形 427">
                  <a:extLst>
                    <a:ext uri="{FF2B5EF4-FFF2-40B4-BE49-F238E27FC236}">
                      <a16:creationId xmlns:a16="http://schemas.microsoft.com/office/drawing/2014/main" id="{D405D54A-9960-4AA9-B3F6-1616818C10A3}"/>
                    </a:ext>
                  </a:extLst>
                </p:cNvPr>
                <p:cNvSpPr/>
                <p:nvPr/>
              </p:nvSpPr>
              <p:spPr>
                <a:xfrm>
                  <a:off x="870892" y="42172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29" name="箭號: 五邊形 428">
                  <a:extLst>
                    <a:ext uri="{FF2B5EF4-FFF2-40B4-BE49-F238E27FC236}">
                      <a16:creationId xmlns:a16="http://schemas.microsoft.com/office/drawing/2014/main" id="{138DAB48-7817-4AB4-ABE7-492940B98055}"/>
                    </a:ext>
                  </a:extLst>
                </p:cNvPr>
                <p:cNvSpPr/>
                <p:nvPr/>
              </p:nvSpPr>
              <p:spPr>
                <a:xfrm>
                  <a:off x="870892" y="391429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30" name="箭號: 五邊形 429">
                  <a:extLst>
                    <a:ext uri="{FF2B5EF4-FFF2-40B4-BE49-F238E27FC236}">
                      <a16:creationId xmlns:a16="http://schemas.microsoft.com/office/drawing/2014/main" id="{2EFD46D5-2506-45A4-9B71-19E9C05F40DD}"/>
                    </a:ext>
                  </a:extLst>
                </p:cNvPr>
                <p:cNvSpPr/>
                <p:nvPr/>
              </p:nvSpPr>
              <p:spPr>
                <a:xfrm>
                  <a:off x="870892" y="406669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31" name="矩形 178">
                  <a:extLst>
                    <a:ext uri="{FF2B5EF4-FFF2-40B4-BE49-F238E27FC236}">
                      <a16:creationId xmlns:a16="http://schemas.microsoft.com/office/drawing/2014/main" id="{895376E2-DC43-4384-9E86-8F8B2386C5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2" name="矩形 178">
                  <a:extLst>
                    <a:ext uri="{FF2B5EF4-FFF2-40B4-BE49-F238E27FC236}">
                      <a16:creationId xmlns:a16="http://schemas.microsoft.com/office/drawing/2014/main" id="{039196D3-84CC-4F8A-BC8B-67118F9D02A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3" name="矩形 178">
                  <a:extLst>
                    <a:ext uri="{FF2B5EF4-FFF2-40B4-BE49-F238E27FC236}">
                      <a16:creationId xmlns:a16="http://schemas.microsoft.com/office/drawing/2014/main" id="{33A125BF-74BF-46C0-AEAA-3001F96055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2133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4" name="矩形 178">
                  <a:extLst>
                    <a:ext uri="{FF2B5EF4-FFF2-40B4-BE49-F238E27FC236}">
                      <a16:creationId xmlns:a16="http://schemas.microsoft.com/office/drawing/2014/main" id="{AC39C9E2-5E6F-47B3-B747-C149854A13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5" name="矩形 178">
                  <a:extLst>
                    <a:ext uri="{FF2B5EF4-FFF2-40B4-BE49-F238E27FC236}">
                      <a16:creationId xmlns:a16="http://schemas.microsoft.com/office/drawing/2014/main" id="{D05B2123-4DA5-42F4-A62A-E4BB0ED8D1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6" name="矩形 178">
                  <a:extLst>
                    <a:ext uri="{FF2B5EF4-FFF2-40B4-BE49-F238E27FC236}">
                      <a16:creationId xmlns:a16="http://schemas.microsoft.com/office/drawing/2014/main" id="{AC7A9CFA-6DD5-44B8-9296-60DE196CD6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39103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7" name="矩形 178">
                  <a:extLst>
                    <a:ext uri="{FF2B5EF4-FFF2-40B4-BE49-F238E27FC236}">
                      <a16:creationId xmlns:a16="http://schemas.microsoft.com/office/drawing/2014/main" id="{8EB56E07-1EA3-4808-BE5F-7478429B0A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8" name="矩形 178">
                  <a:extLst>
                    <a:ext uri="{FF2B5EF4-FFF2-40B4-BE49-F238E27FC236}">
                      <a16:creationId xmlns:a16="http://schemas.microsoft.com/office/drawing/2014/main" id="{898E2EEF-6842-49B9-85B6-D984F04AD7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39" name="矩形 178">
                  <a:extLst>
                    <a:ext uri="{FF2B5EF4-FFF2-40B4-BE49-F238E27FC236}">
                      <a16:creationId xmlns:a16="http://schemas.microsoft.com/office/drawing/2014/main" id="{3B3015F3-2DA1-41AB-B5E1-D321EFE15BE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06274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0" name="矩形 178">
                  <a:extLst>
                    <a:ext uri="{FF2B5EF4-FFF2-40B4-BE49-F238E27FC236}">
                      <a16:creationId xmlns:a16="http://schemas.microsoft.com/office/drawing/2014/main" id="{E5B437FB-FFBF-4E20-BC36-FD1CE6FF35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05696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3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419" name="群組 418">
                <a:extLst>
                  <a:ext uri="{FF2B5EF4-FFF2-40B4-BE49-F238E27FC236}">
                    <a16:creationId xmlns:a16="http://schemas.microsoft.com/office/drawing/2014/main" id="{FC3DB5B9-790C-4EBD-A25D-7973677C6BF6}"/>
                  </a:ext>
                </a:extLst>
              </p:cNvPr>
              <p:cNvGrpSpPr/>
              <p:nvPr/>
            </p:nvGrpSpPr>
            <p:grpSpPr>
              <a:xfrm>
                <a:off x="870892" y="4395612"/>
                <a:ext cx="1658720" cy="142618"/>
                <a:chOff x="870892" y="4365727"/>
                <a:chExt cx="1658720" cy="142618"/>
              </a:xfrm>
            </p:grpSpPr>
            <p:sp>
              <p:nvSpPr>
                <p:cNvPr id="423" name="箭號: 五邊形 422">
                  <a:extLst>
                    <a:ext uri="{FF2B5EF4-FFF2-40B4-BE49-F238E27FC236}">
                      <a16:creationId xmlns:a16="http://schemas.microsoft.com/office/drawing/2014/main" id="{B761762B-BB3B-4025-8F8C-2D571BF33D4C}"/>
                    </a:ext>
                  </a:extLst>
                </p:cNvPr>
                <p:cNvSpPr/>
                <p:nvPr/>
              </p:nvSpPr>
              <p:spPr>
                <a:xfrm>
                  <a:off x="870892" y="4369672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24" name="矩形 178">
                  <a:extLst>
                    <a:ext uri="{FF2B5EF4-FFF2-40B4-BE49-F238E27FC236}">
                      <a16:creationId xmlns:a16="http://schemas.microsoft.com/office/drawing/2014/main" id="{C83CB3EB-67ED-4CAB-AD14-9A28623D739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9685" y="43657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5" name="矩形 178">
                  <a:extLst>
                    <a:ext uri="{FF2B5EF4-FFF2-40B4-BE49-F238E27FC236}">
                      <a16:creationId xmlns:a16="http://schemas.microsoft.com/office/drawing/2014/main" id="{1836AEE7-5A60-4E1D-B5AF-8D411D17F3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69876" y="4365727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26" name="矩形 178">
                  <a:extLst>
                    <a:ext uri="{FF2B5EF4-FFF2-40B4-BE49-F238E27FC236}">
                      <a16:creationId xmlns:a16="http://schemas.microsoft.com/office/drawing/2014/main" id="{E4BE1D80-C903-48DD-A247-2CA761C889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70071" y="4365727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7" name="矩形 178">
                  <a:extLst>
                    <a:ext uri="{FF2B5EF4-FFF2-40B4-BE49-F238E27FC236}">
                      <a16:creationId xmlns:a16="http://schemas.microsoft.com/office/drawing/2014/main" id="{D26A7BBB-DC65-4CEA-9864-5DB207250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80454" y="4371324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420" name="直線接點 419">
                <a:extLst>
                  <a:ext uri="{FF2B5EF4-FFF2-40B4-BE49-F238E27FC236}">
                    <a16:creationId xmlns:a16="http://schemas.microsoft.com/office/drawing/2014/main" id="{A8DE83DF-9D34-4F25-8E19-C0E861511D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372980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線接點 420">
                <a:extLst>
                  <a:ext uri="{FF2B5EF4-FFF2-40B4-BE49-F238E27FC236}">
                    <a16:creationId xmlns:a16="http://schemas.microsoft.com/office/drawing/2014/main" id="{172E20C4-649A-49C8-BC3C-65597EA3E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560862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直線接點 421">
                <a:extLst>
                  <a:ext uri="{FF2B5EF4-FFF2-40B4-BE49-F238E27FC236}">
                    <a16:creationId xmlns:a16="http://schemas.microsoft.com/office/drawing/2014/main" id="{6B721C9B-37D0-4ED9-BACD-15703BAC63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157" y="4895547"/>
                <a:ext cx="1847989" cy="0"/>
              </a:xfrm>
              <a:prstGeom prst="line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63" name="直線接點 462">
              <a:extLst>
                <a:ext uri="{FF2B5EF4-FFF2-40B4-BE49-F238E27FC236}">
                  <a16:creationId xmlns:a16="http://schemas.microsoft.com/office/drawing/2014/main" id="{9D46AC42-C1DC-4C36-88B2-2F4AE41A3993}"/>
                </a:ext>
              </a:extLst>
            </p:cNvPr>
            <p:cNvCxnSpPr>
              <a:stCxn id="423" idx="1"/>
              <a:endCxn id="427" idx="3"/>
            </p:cNvCxnSpPr>
            <p:nvPr/>
          </p:nvCxnSpPr>
          <p:spPr>
            <a:xfrm>
              <a:off x="420662" y="3921296"/>
              <a:ext cx="1658720" cy="536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65" name="接點: 弧形 464">
              <a:extLst>
                <a:ext uri="{FF2B5EF4-FFF2-40B4-BE49-F238E27FC236}">
                  <a16:creationId xmlns:a16="http://schemas.microsoft.com/office/drawing/2014/main" id="{54D48DD4-0EBF-474C-B8B2-BC55A9BAACF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0662" y="4194598"/>
              <a:ext cx="12700" cy="334683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群組 80">
            <a:extLst>
              <a:ext uri="{FF2B5EF4-FFF2-40B4-BE49-F238E27FC236}">
                <a16:creationId xmlns:a16="http://schemas.microsoft.com/office/drawing/2014/main" id="{385E7933-126C-4C7F-B96E-2C79B1905583}"/>
              </a:ext>
            </a:extLst>
          </p:cNvPr>
          <p:cNvGrpSpPr/>
          <p:nvPr/>
        </p:nvGrpSpPr>
        <p:grpSpPr>
          <a:xfrm>
            <a:off x="493247" y="5487121"/>
            <a:ext cx="1847989" cy="626512"/>
            <a:chOff x="552600" y="6010699"/>
            <a:chExt cx="1847989" cy="626512"/>
          </a:xfrm>
        </p:grpSpPr>
        <p:grpSp>
          <p:nvGrpSpPr>
            <p:cNvPr id="557" name="群組 556">
              <a:extLst>
                <a:ext uri="{FF2B5EF4-FFF2-40B4-BE49-F238E27FC236}">
                  <a16:creationId xmlns:a16="http://schemas.microsoft.com/office/drawing/2014/main" id="{E74901CC-8FC9-4A3F-AD2F-006D91689014}"/>
                </a:ext>
              </a:extLst>
            </p:cNvPr>
            <p:cNvGrpSpPr/>
            <p:nvPr/>
          </p:nvGrpSpPr>
          <p:grpSpPr>
            <a:xfrm>
              <a:off x="669335" y="6010699"/>
              <a:ext cx="1658720" cy="289421"/>
              <a:chOff x="870892" y="4518127"/>
              <a:chExt cx="1658720" cy="289421"/>
            </a:xfrm>
          </p:grpSpPr>
          <p:sp>
            <p:nvSpPr>
              <p:cNvPr id="583" name="箭號: 五邊形 582">
                <a:extLst>
                  <a:ext uri="{FF2B5EF4-FFF2-40B4-BE49-F238E27FC236}">
                    <a16:creationId xmlns:a16="http://schemas.microsoft.com/office/drawing/2014/main" id="{93D82168-A279-475D-BB51-2D5278048290}"/>
                  </a:ext>
                </a:extLst>
              </p:cNvPr>
              <p:cNvSpPr/>
              <p:nvPr/>
            </p:nvSpPr>
            <p:spPr>
              <a:xfrm>
                <a:off x="870892" y="45220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4" name="箭號: 五邊形 583">
                <a:extLst>
                  <a:ext uri="{FF2B5EF4-FFF2-40B4-BE49-F238E27FC236}">
                    <a16:creationId xmlns:a16="http://schemas.microsoft.com/office/drawing/2014/main" id="{3DF314C4-91D1-49E6-82FB-9A1E6F564534}"/>
                  </a:ext>
                </a:extLst>
              </p:cNvPr>
              <p:cNvSpPr/>
              <p:nvPr/>
            </p:nvSpPr>
            <p:spPr>
              <a:xfrm>
                <a:off x="870892" y="46744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5" name="矩形 178">
                <a:extLst>
                  <a:ext uri="{FF2B5EF4-FFF2-40B4-BE49-F238E27FC236}">
                    <a16:creationId xmlns:a16="http://schemas.microsoft.com/office/drawing/2014/main" id="{D2B0AC19-6049-4FDD-AADC-ADA0CD2B81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5181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86" name="矩形 178">
                <a:extLst>
                  <a:ext uri="{FF2B5EF4-FFF2-40B4-BE49-F238E27FC236}">
                    <a16:creationId xmlns:a16="http://schemas.microsoft.com/office/drawing/2014/main" id="{7EA5BEAF-06E3-4581-A6A3-EF721E5E8F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51812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7" name="矩形 178">
                <a:extLst>
                  <a:ext uri="{FF2B5EF4-FFF2-40B4-BE49-F238E27FC236}">
                    <a16:creationId xmlns:a16="http://schemas.microsoft.com/office/drawing/2014/main" id="{3274C54C-4850-48F5-98BE-786FE18ED7D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5181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8" name="矩形 178">
                <a:extLst>
                  <a:ext uri="{FF2B5EF4-FFF2-40B4-BE49-F238E27FC236}">
                    <a16:creationId xmlns:a16="http://schemas.microsoft.com/office/drawing/2014/main" id="{C078F4E6-1CF9-4D16-B431-048DA7F437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6705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89" name="矩形 178">
                <a:extLst>
                  <a:ext uri="{FF2B5EF4-FFF2-40B4-BE49-F238E27FC236}">
                    <a16:creationId xmlns:a16="http://schemas.microsoft.com/office/drawing/2014/main" id="{2FE99397-CF87-415F-8B7B-7A8E32C2C7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670527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0" name="矩形 178">
                <a:extLst>
                  <a:ext uri="{FF2B5EF4-FFF2-40B4-BE49-F238E27FC236}">
                    <a16:creationId xmlns:a16="http://schemas.microsoft.com/office/drawing/2014/main" id="{C2792000-2802-472A-ADDE-43795BC311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6705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dirty="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1" name="矩形 178">
                <a:extLst>
                  <a:ext uri="{FF2B5EF4-FFF2-40B4-BE49-F238E27FC236}">
                    <a16:creationId xmlns:a16="http://schemas.microsoft.com/office/drawing/2014/main" id="{793696AB-4241-44F7-A550-D8E4E828B4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0454" y="4597178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558" name="群組 557">
              <a:extLst>
                <a:ext uri="{FF2B5EF4-FFF2-40B4-BE49-F238E27FC236}">
                  <a16:creationId xmlns:a16="http://schemas.microsoft.com/office/drawing/2014/main" id="{A5457458-C912-46AC-BD9F-6BD903B88421}"/>
                </a:ext>
              </a:extLst>
            </p:cNvPr>
            <p:cNvGrpSpPr/>
            <p:nvPr/>
          </p:nvGrpSpPr>
          <p:grpSpPr>
            <a:xfrm>
              <a:off x="669335" y="6345382"/>
              <a:ext cx="1658720" cy="291829"/>
              <a:chOff x="870892" y="4822927"/>
              <a:chExt cx="1658720" cy="291829"/>
            </a:xfrm>
          </p:grpSpPr>
          <p:sp>
            <p:nvSpPr>
              <p:cNvPr id="574" name="箭號: 五邊形 573">
                <a:extLst>
                  <a:ext uri="{FF2B5EF4-FFF2-40B4-BE49-F238E27FC236}">
                    <a16:creationId xmlns:a16="http://schemas.microsoft.com/office/drawing/2014/main" id="{551E86E2-BB96-4A18-9814-8BA875D1A1FE}"/>
                  </a:ext>
                </a:extLst>
              </p:cNvPr>
              <p:cNvSpPr/>
              <p:nvPr/>
            </p:nvSpPr>
            <p:spPr>
              <a:xfrm>
                <a:off x="870892" y="4826872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75" name="箭號: 五邊形 574">
                <a:extLst>
                  <a:ext uri="{FF2B5EF4-FFF2-40B4-BE49-F238E27FC236}">
                    <a16:creationId xmlns:a16="http://schemas.microsoft.com/office/drawing/2014/main" id="{475ACC5F-5833-4077-9896-52579DC27A0D}"/>
                  </a:ext>
                </a:extLst>
              </p:cNvPr>
              <p:cNvSpPr/>
              <p:nvPr/>
            </p:nvSpPr>
            <p:spPr>
              <a:xfrm>
                <a:off x="870892" y="4981680"/>
                <a:ext cx="1435947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76" name="矩形 178">
                <a:extLst>
                  <a:ext uri="{FF2B5EF4-FFF2-40B4-BE49-F238E27FC236}">
                    <a16:creationId xmlns:a16="http://schemas.microsoft.com/office/drawing/2014/main" id="{076F1D16-393E-4F8E-8EAF-0E94891223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8229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>
                  <a:solidFill>
                    <a:schemeClr val="bg1"/>
                  </a:solidFill>
                </a:endParaRPr>
              </a:p>
            </p:txBody>
          </p:sp>
          <p:sp>
            <p:nvSpPr>
              <p:cNvPr id="577" name="矩形 178">
                <a:extLst>
                  <a:ext uri="{FF2B5EF4-FFF2-40B4-BE49-F238E27FC236}">
                    <a16:creationId xmlns:a16="http://schemas.microsoft.com/office/drawing/2014/main" id="{2B9D23DF-7A58-48C6-9D43-72A994C3B4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822927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T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8" name="矩形 178">
                <a:extLst>
                  <a:ext uri="{FF2B5EF4-FFF2-40B4-BE49-F238E27FC236}">
                    <a16:creationId xmlns:a16="http://schemas.microsoft.com/office/drawing/2014/main" id="{7CEFCEB9-9B67-48C3-91BB-817A5FFA82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82292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9" name="矩形 178">
                <a:extLst>
                  <a:ext uri="{FF2B5EF4-FFF2-40B4-BE49-F238E27FC236}">
                    <a16:creationId xmlns:a16="http://schemas.microsoft.com/office/drawing/2014/main" id="{70E32333-14DF-4A6B-8F0A-0E452BE0C9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9685" y="497773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0" name="矩形 178">
                <a:extLst>
                  <a:ext uri="{FF2B5EF4-FFF2-40B4-BE49-F238E27FC236}">
                    <a16:creationId xmlns:a16="http://schemas.microsoft.com/office/drawing/2014/main" id="{634752F4-5247-4134-AF2E-0D089FF871C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69876" y="4977735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T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1" name="矩形 178">
                <a:extLst>
                  <a:ext uri="{FF2B5EF4-FFF2-40B4-BE49-F238E27FC236}">
                    <a16:creationId xmlns:a16="http://schemas.microsoft.com/office/drawing/2014/main" id="{C8F2EEAC-5CAA-4C0F-ACA0-5C10DBBDEA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0071" y="497773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>
                    <a:solidFill>
                      <a:schemeClr val="bg1"/>
                    </a:solidFill>
                  </a:rPr>
                  <a:t>G</a:t>
                </a:r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2" name="矩形 178">
                <a:extLst>
                  <a:ext uri="{FF2B5EF4-FFF2-40B4-BE49-F238E27FC236}">
                    <a16:creationId xmlns:a16="http://schemas.microsoft.com/office/drawing/2014/main" id="{E66C0980-DE3F-441C-B4BD-046D17C9B0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80454" y="4888225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563" name="直線接點 562">
              <a:extLst>
                <a:ext uri="{FF2B5EF4-FFF2-40B4-BE49-F238E27FC236}">
                  <a16:creationId xmlns:a16="http://schemas.microsoft.com/office/drawing/2014/main" id="{13FE5DD8-B8F9-4DFB-9E7D-A0124DFA549C}"/>
                </a:ext>
              </a:extLst>
            </p:cNvPr>
            <p:cNvCxnSpPr>
              <a:cxnSpLocks/>
            </p:cNvCxnSpPr>
            <p:nvPr/>
          </p:nvCxnSpPr>
          <p:spPr>
            <a:xfrm>
              <a:off x="552600" y="6322752"/>
              <a:ext cx="1847989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191871-C10A-4291-BCD7-9B4C0D556390}"/>
              </a:ext>
            </a:extLst>
          </p:cNvPr>
          <p:cNvSpPr txBox="1"/>
          <p:nvPr/>
        </p:nvSpPr>
        <p:spPr>
          <a:xfrm>
            <a:off x="552601" y="1132669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Frequency</a:t>
            </a:r>
            <a:r>
              <a:rPr lang="zh-TW" altLang="en-US" dirty="0"/>
              <a:t> </a:t>
            </a:r>
            <a:r>
              <a:rPr lang="en-US" altLang="zh-TW" dirty="0"/>
              <a:t>Filtering</a:t>
            </a:r>
          </a:p>
          <a:p>
            <a:r>
              <a:rPr lang="en-US" altLang="zh-TW" dirty="0"/>
              <a:t>(Select Top 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872599CB-B25A-462C-B9A4-4623FF9951B1}"/>
                  </a:ext>
                </a:extLst>
              </p:cNvPr>
              <p:cNvSpPr txBox="1"/>
              <p:nvPr/>
            </p:nvSpPr>
            <p:spPr>
              <a:xfrm>
                <a:off x="266169" y="816564"/>
                <a:ext cx="1930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V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/>
                  <a:t> Pattern Mining</a:t>
                </a:r>
              </a:p>
            </p:txBody>
          </p:sp>
        </mc:Choice>
        <mc:Fallback xmlns=""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872599CB-B25A-462C-B9A4-4623FF995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69" y="816564"/>
                <a:ext cx="1930528" cy="369332"/>
              </a:xfrm>
              <a:prstGeom prst="rect">
                <a:avLst/>
              </a:prstGeom>
              <a:blipFill>
                <a:blip r:embed="rId3"/>
                <a:stretch>
                  <a:fillRect t="-9836" r="-221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F012675-D787-4F3B-A5D0-06CA8C8FBE64}"/>
              </a:ext>
            </a:extLst>
          </p:cNvPr>
          <p:cNvCxnSpPr>
            <a:cxnSpLocks/>
          </p:cNvCxnSpPr>
          <p:nvPr/>
        </p:nvCxnSpPr>
        <p:spPr>
          <a:xfrm flipH="1">
            <a:off x="116330" y="3832069"/>
            <a:ext cx="1185561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50CFB3BD-37AE-4611-B999-7ACE0E9EBEEB}"/>
                  </a:ext>
                </a:extLst>
              </p:cNvPr>
              <p:cNvSpPr txBox="1"/>
              <p:nvPr/>
            </p:nvSpPr>
            <p:spPr>
              <a:xfrm>
                <a:off x="266169" y="3983809"/>
                <a:ext cx="1898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V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en-US" altLang="zh-TW" dirty="0"/>
                  <a:t> Pattern Mining</a:t>
                </a:r>
              </a:p>
            </p:txBody>
          </p:sp>
        </mc:Choice>
        <mc:Fallback xmlns=""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50CFB3BD-37AE-4611-B999-7ACE0E9EB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69" y="3983809"/>
                <a:ext cx="1898790" cy="369332"/>
              </a:xfrm>
              <a:prstGeom prst="rect">
                <a:avLst/>
              </a:prstGeom>
              <a:blipFill>
                <a:blip r:embed="rId4"/>
                <a:stretch>
                  <a:fillRect t="-10000" r="-2251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" name="文字方塊 305">
            <a:extLst>
              <a:ext uri="{FF2B5EF4-FFF2-40B4-BE49-F238E27FC236}">
                <a16:creationId xmlns:a16="http://schemas.microsoft.com/office/drawing/2014/main" id="{E6D5B99A-7A53-4742-AD62-CF11D8514293}"/>
              </a:ext>
            </a:extLst>
          </p:cNvPr>
          <p:cNvSpPr txBox="1"/>
          <p:nvPr/>
        </p:nvSpPr>
        <p:spPr>
          <a:xfrm>
            <a:off x="467593" y="4383071"/>
            <a:ext cx="1984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Frequency</a:t>
            </a:r>
            <a:r>
              <a:rPr lang="zh-TW" altLang="en-US" dirty="0"/>
              <a:t> </a:t>
            </a:r>
            <a:r>
              <a:rPr lang="en-US" altLang="zh-TW" dirty="0"/>
              <a:t>Filtering</a:t>
            </a:r>
          </a:p>
          <a:p>
            <a:r>
              <a:rPr lang="en-US" altLang="zh-TW" dirty="0"/>
              <a:t>(Select Top 2)</a:t>
            </a:r>
          </a:p>
        </p:txBody>
      </p:sp>
      <p:sp>
        <p:nvSpPr>
          <p:cNvPr id="316" name="文字方塊 315">
            <a:extLst>
              <a:ext uri="{FF2B5EF4-FFF2-40B4-BE49-F238E27FC236}">
                <a16:creationId xmlns:a16="http://schemas.microsoft.com/office/drawing/2014/main" id="{30901414-4180-4924-A110-4B3AEE2F3271}"/>
              </a:ext>
            </a:extLst>
          </p:cNvPr>
          <p:cNvSpPr txBox="1"/>
          <p:nvPr/>
        </p:nvSpPr>
        <p:spPr>
          <a:xfrm>
            <a:off x="2366858" y="2480109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388" name="文字方塊 387">
            <a:extLst>
              <a:ext uri="{FF2B5EF4-FFF2-40B4-BE49-F238E27FC236}">
                <a16:creationId xmlns:a16="http://schemas.microsoft.com/office/drawing/2014/main" id="{C2F4F3ED-AE2A-41D4-B07C-484FF4D42199}"/>
              </a:ext>
            </a:extLst>
          </p:cNvPr>
          <p:cNvSpPr txBox="1"/>
          <p:nvPr/>
        </p:nvSpPr>
        <p:spPr>
          <a:xfrm>
            <a:off x="7138812" y="2480109"/>
            <a:ext cx="3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514" name="文字方塊 513">
            <a:extLst>
              <a:ext uri="{FF2B5EF4-FFF2-40B4-BE49-F238E27FC236}">
                <a16:creationId xmlns:a16="http://schemas.microsoft.com/office/drawing/2014/main" id="{E816A52E-69D2-482C-89BE-20366BC881FF}"/>
              </a:ext>
            </a:extLst>
          </p:cNvPr>
          <p:cNvSpPr txBox="1"/>
          <p:nvPr/>
        </p:nvSpPr>
        <p:spPr>
          <a:xfrm>
            <a:off x="2366858" y="561571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grpSp>
        <p:nvGrpSpPr>
          <p:cNvPr id="79" name="群組 78">
            <a:extLst>
              <a:ext uri="{FF2B5EF4-FFF2-40B4-BE49-F238E27FC236}">
                <a16:creationId xmlns:a16="http://schemas.microsoft.com/office/drawing/2014/main" id="{6A81F4E6-DC4C-43F8-B8E3-F93C82D46B13}"/>
              </a:ext>
            </a:extLst>
          </p:cNvPr>
          <p:cNvGrpSpPr/>
          <p:nvPr/>
        </p:nvGrpSpPr>
        <p:grpSpPr>
          <a:xfrm>
            <a:off x="5206990" y="2166436"/>
            <a:ext cx="1847989" cy="996679"/>
            <a:chOff x="5172005" y="2058555"/>
            <a:chExt cx="1847989" cy="996679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2CFB7119-127B-443F-801A-60CA4DACA1EB}"/>
                </a:ext>
              </a:extLst>
            </p:cNvPr>
            <p:cNvGrpSpPr/>
            <p:nvPr/>
          </p:nvGrpSpPr>
          <p:grpSpPr>
            <a:xfrm>
              <a:off x="5172005" y="2058555"/>
              <a:ext cx="1847989" cy="996679"/>
              <a:chOff x="5945647" y="1890556"/>
              <a:chExt cx="1847989" cy="996679"/>
            </a:xfrm>
          </p:grpSpPr>
          <p:grpSp>
            <p:nvGrpSpPr>
              <p:cNvPr id="6" name="群組 5">
                <a:extLst>
                  <a:ext uri="{FF2B5EF4-FFF2-40B4-BE49-F238E27FC236}">
                    <a16:creationId xmlns:a16="http://schemas.microsoft.com/office/drawing/2014/main" id="{4998271A-7FD0-4DA6-9C4B-35CB22C05FA5}"/>
                  </a:ext>
                </a:extLst>
              </p:cNvPr>
              <p:cNvGrpSpPr/>
              <p:nvPr/>
            </p:nvGrpSpPr>
            <p:grpSpPr>
              <a:xfrm>
                <a:off x="5945647" y="1890556"/>
                <a:ext cx="1847989" cy="996679"/>
                <a:chOff x="681864" y="3678451"/>
                <a:chExt cx="1847989" cy="996679"/>
              </a:xfrm>
            </p:grpSpPr>
            <p:sp>
              <p:nvSpPr>
                <p:cNvPr id="54" name="箭號: 五邊形 53">
                  <a:extLst>
                    <a:ext uri="{FF2B5EF4-FFF2-40B4-BE49-F238E27FC236}">
                      <a16:creationId xmlns:a16="http://schemas.microsoft.com/office/drawing/2014/main" id="{96BD4416-5F24-4C59-BA60-EFE8468F0EB8}"/>
                    </a:ext>
                  </a:extLst>
                </p:cNvPr>
                <p:cNvSpPr/>
                <p:nvPr/>
              </p:nvSpPr>
              <p:spPr>
                <a:xfrm>
                  <a:off x="798599" y="40525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5" name="箭號: 五邊形 54">
                  <a:extLst>
                    <a:ext uri="{FF2B5EF4-FFF2-40B4-BE49-F238E27FC236}">
                      <a16:creationId xmlns:a16="http://schemas.microsoft.com/office/drawing/2014/main" id="{281A610C-3200-48EB-BF05-3D0740B3D7E1}"/>
                    </a:ext>
                  </a:extLst>
                </p:cNvPr>
                <p:cNvSpPr/>
                <p:nvPr/>
              </p:nvSpPr>
              <p:spPr>
                <a:xfrm>
                  <a:off x="798599" y="42049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6" name="矩形 178">
                  <a:extLst>
                    <a:ext uri="{FF2B5EF4-FFF2-40B4-BE49-F238E27FC236}">
                      <a16:creationId xmlns:a16="http://schemas.microsoft.com/office/drawing/2014/main" id="{8F891475-FDB8-4D00-8D2F-9A26AB36DA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7" name="矩形 178">
                  <a:extLst>
                    <a:ext uri="{FF2B5EF4-FFF2-40B4-BE49-F238E27FC236}">
                      <a16:creationId xmlns:a16="http://schemas.microsoft.com/office/drawing/2014/main" id="{AE26941E-E321-4D56-A3B4-B8C61915A8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0486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8" name="矩形 178">
                  <a:extLst>
                    <a:ext uri="{FF2B5EF4-FFF2-40B4-BE49-F238E27FC236}">
                      <a16:creationId xmlns:a16="http://schemas.microsoft.com/office/drawing/2014/main" id="{F34B8878-0A47-49DC-9673-BA9B66B1D8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" name="矩形 178">
                  <a:extLst>
                    <a:ext uri="{FF2B5EF4-FFF2-40B4-BE49-F238E27FC236}">
                      <a16:creationId xmlns:a16="http://schemas.microsoft.com/office/drawing/2014/main" id="{4E4DEF01-3EEC-45A4-9877-74887C1A9A8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" name="矩形 178">
                  <a:extLst>
                    <a:ext uri="{FF2B5EF4-FFF2-40B4-BE49-F238E27FC236}">
                      <a16:creationId xmlns:a16="http://schemas.microsoft.com/office/drawing/2014/main" id="{063C977F-5F8D-42E8-8AB1-30835F07E3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2010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" name="矩形 178">
                  <a:extLst>
                    <a:ext uri="{FF2B5EF4-FFF2-40B4-BE49-F238E27FC236}">
                      <a16:creationId xmlns:a16="http://schemas.microsoft.com/office/drawing/2014/main" id="{156EE2E6-5550-454D-8EB6-6ABE072D76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矩形 178">
                  <a:extLst>
                    <a:ext uri="{FF2B5EF4-FFF2-40B4-BE49-F238E27FC236}">
                      <a16:creationId xmlns:a16="http://schemas.microsoft.com/office/drawing/2014/main" id="{76218A82-A1C3-4719-99A3-231686C3EBB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12766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箭號: 五邊形 44">
                  <a:extLst>
                    <a:ext uri="{FF2B5EF4-FFF2-40B4-BE49-F238E27FC236}">
                      <a16:creationId xmlns:a16="http://schemas.microsoft.com/office/drawing/2014/main" id="{94C75AF0-D240-4350-86FC-911D5349C95C}"/>
                    </a:ext>
                  </a:extLst>
                </p:cNvPr>
                <p:cNvSpPr/>
                <p:nvPr/>
              </p:nvSpPr>
              <p:spPr>
                <a:xfrm>
                  <a:off x="798599" y="438724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6" name="箭號: 五邊形 45">
                  <a:extLst>
                    <a:ext uri="{FF2B5EF4-FFF2-40B4-BE49-F238E27FC236}">
                      <a16:creationId xmlns:a16="http://schemas.microsoft.com/office/drawing/2014/main" id="{38232896-292C-4C26-B5C9-9FF4411165AA}"/>
                    </a:ext>
                  </a:extLst>
                </p:cNvPr>
                <p:cNvSpPr/>
                <p:nvPr/>
              </p:nvSpPr>
              <p:spPr>
                <a:xfrm>
                  <a:off x="798599" y="4542054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47" name="矩形 178">
                  <a:extLst>
                    <a:ext uri="{FF2B5EF4-FFF2-40B4-BE49-F238E27FC236}">
                      <a16:creationId xmlns:a16="http://schemas.microsoft.com/office/drawing/2014/main" id="{0C9895C3-40B6-417C-936B-4B039474D4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8" name="矩形 178">
                  <a:extLst>
                    <a:ext uri="{FF2B5EF4-FFF2-40B4-BE49-F238E27FC236}">
                      <a16:creationId xmlns:a16="http://schemas.microsoft.com/office/drawing/2014/main" id="{69969BB3-3447-43EB-9DA4-51F7B8860E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383301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9" name="矩形 178">
                  <a:extLst>
                    <a:ext uri="{FF2B5EF4-FFF2-40B4-BE49-F238E27FC236}">
                      <a16:creationId xmlns:a16="http://schemas.microsoft.com/office/drawing/2014/main" id="{A1C89B81-EE0E-4FC7-88F4-338FE8BC92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0" name="矩形 178">
                  <a:extLst>
                    <a:ext uri="{FF2B5EF4-FFF2-40B4-BE49-F238E27FC236}">
                      <a16:creationId xmlns:a16="http://schemas.microsoft.com/office/drawing/2014/main" id="{8610C7B9-5620-4940-A05C-D9E43F0D982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1" name="矩形 178">
                  <a:extLst>
                    <a:ext uri="{FF2B5EF4-FFF2-40B4-BE49-F238E27FC236}">
                      <a16:creationId xmlns:a16="http://schemas.microsoft.com/office/drawing/2014/main" id="{AF9F54C3-A7EE-4CCA-819F-ECD88D53E84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538109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2" name="矩形 178">
                  <a:extLst>
                    <a:ext uri="{FF2B5EF4-FFF2-40B4-BE49-F238E27FC236}">
                      <a16:creationId xmlns:a16="http://schemas.microsoft.com/office/drawing/2014/main" id="{450E868D-3B01-428A-8BD6-C157029382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3" name="矩形 178">
                  <a:extLst>
                    <a:ext uri="{FF2B5EF4-FFF2-40B4-BE49-F238E27FC236}">
                      <a16:creationId xmlns:a16="http://schemas.microsoft.com/office/drawing/2014/main" id="{EA704F1F-26D9-4793-A6BE-C5BB88A5DF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44859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2" name="箭號: 五邊形 31">
                  <a:extLst>
                    <a:ext uri="{FF2B5EF4-FFF2-40B4-BE49-F238E27FC236}">
                      <a16:creationId xmlns:a16="http://schemas.microsoft.com/office/drawing/2014/main" id="{F84DBE9D-EFD1-4D8D-BC23-23607281C760}"/>
                    </a:ext>
                  </a:extLst>
                </p:cNvPr>
                <p:cNvSpPr/>
                <p:nvPr/>
              </p:nvSpPr>
              <p:spPr>
                <a:xfrm>
                  <a:off x="798599" y="368239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35" name="矩形 178">
                  <a:extLst>
                    <a:ext uri="{FF2B5EF4-FFF2-40B4-BE49-F238E27FC236}">
                      <a16:creationId xmlns:a16="http://schemas.microsoft.com/office/drawing/2014/main" id="{EE4DAEA5-EB64-4303-922F-DB7DC5B0D1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" name="矩形 178">
                  <a:extLst>
                    <a:ext uri="{FF2B5EF4-FFF2-40B4-BE49-F238E27FC236}">
                      <a16:creationId xmlns:a16="http://schemas.microsoft.com/office/drawing/2014/main" id="{2E2E8C0D-96D5-4AE3-A4C2-6F7B0A2C665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矩形 178">
                  <a:extLst>
                    <a:ext uri="{FF2B5EF4-FFF2-40B4-BE49-F238E27FC236}">
                      <a16:creationId xmlns:a16="http://schemas.microsoft.com/office/drawing/2014/main" id="{97582F93-0E5E-459B-AFF1-AAF716CEFF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4" name="矩形 178">
                  <a:extLst>
                    <a:ext uri="{FF2B5EF4-FFF2-40B4-BE49-F238E27FC236}">
                      <a16:creationId xmlns:a16="http://schemas.microsoft.com/office/drawing/2014/main" id="{AA163666-0586-4176-9D30-38826E969DB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679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7" name="箭號: 五邊形 26">
                  <a:extLst>
                    <a:ext uri="{FF2B5EF4-FFF2-40B4-BE49-F238E27FC236}">
                      <a16:creationId xmlns:a16="http://schemas.microsoft.com/office/drawing/2014/main" id="{74CE96A3-0305-43C3-BA85-86F84EBAE06E}"/>
                    </a:ext>
                  </a:extLst>
                </p:cNvPr>
                <p:cNvSpPr/>
                <p:nvPr/>
              </p:nvSpPr>
              <p:spPr>
                <a:xfrm>
                  <a:off x="798599" y="3864681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28" name="矩形 178">
                  <a:extLst>
                    <a:ext uri="{FF2B5EF4-FFF2-40B4-BE49-F238E27FC236}">
                      <a16:creationId xmlns:a16="http://schemas.microsoft.com/office/drawing/2014/main" id="{2F49473C-E97D-40CC-A89F-2FF5FD21F6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9" name="矩形 178">
                  <a:extLst>
                    <a:ext uri="{FF2B5EF4-FFF2-40B4-BE49-F238E27FC236}">
                      <a16:creationId xmlns:a16="http://schemas.microsoft.com/office/drawing/2014/main" id="{8C520CC4-EA2B-4734-91C0-DBF938ADF7B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860736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矩形 178">
                  <a:extLst>
                    <a:ext uri="{FF2B5EF4-FFF2-40B4-BE49-F238E27FC236}">
                      <a16:creationId xmlns:a16="http://schemas.microsoft.com/office/drawing/2014/main" id="{D835480E-C17D-4A31-9049-BCAD4B57B7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1" name="矩形 178">
                  <a:extLst>
                    <a:ext uri="{FF2B5EF4-FFF2-40B4-BE49-F238E27FC236}">
                      <a16:creationId xmlns:a16="http://schemas.microsoft.com/office/drawing/2014/main" id="{10E19D52-73D1-483C-B25A-432EBC74234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866333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F545ECE6-0CEE-4007-A30C-DAE10A6A24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3838104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線接點 24">
                  <a:extLst>
                    <a:ext uri="{FF2B5EF4-FFF2-40B4-BE49-F238E27FC236}">
                      <a16:creationId xmlns:a16="http://schemas.microsoft.com/office/drawing/2014/main" id="{E0E471C3-A7AA-437C-82C1-8F297D649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025986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8F0CC41D-0A3A-4C2D-B9C1-A33089C63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360671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53" name="接點: 弧形 552">
                <a:extLst>
                  <a:ext uri="{FF2B5EF4-FFF2-40B4-BE49-F238E27FC236}">
                    <a16:creationId xmlns:a16="http://schemas.microsoft.com/office/drawing/2014/main" id="{6ADF58CC-0608-48B2-B735-43E7A97F511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62382" y="2405434"/>
                <a:ext cx="12700" cy="334683"/>
              </a:xfrm>
              <a:prstGeom prst="curvedConnector3">
                <a:avLst>
                  <a:gd name="adj1" fmla="val 1800000"/>
                </a:avLst>
              </a:prstGeom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4" name="接點: 弧形 553">
              <a:extLst>
                <a:ext uri="{FF2B5EF4-FFF2-40B4-BE49-F238E27FC236}">
                  <a16:creationId xmlns:a16="http://schemas.microsoft.com/office/drawing/2014/main" id="{5C71D42D-1E49-4831-952C-52D6AA8B5661}"/>
                </a:ext>
              </a:extLst>
            </p:cNvPr>
            <p:cNvCxnSpPr>
              <a:cxnSpLocks/>
              <a:stCxn id="32" idx="1"/>
              <a:endCxn id="27" idx="1"/>
            </p:cNvCxnSpPr>
            <p:nvPr/>
          </p:nvCxnSpPr>
          <p:spPr>
            <a:xfrm rot="10800000" flipV="1">
              <a:off x="5288740" y="2127299"/>
              <a:ext cx="12700" cy="182285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文字方塊 270">
            <a:extLst>
              <a:ext uri="{FF2B5EF4-FFF2-40B4-BE49-F238E27FC236}">
                <a16:creationId xmlns:a16="http://schemas.microsoft.com/office/drawing/2014/main" id="{7FAA8AE9-3484-4712-B6E0-9CBD01433EAD}"/>
              </a:ext>
            </a:extLst>
          </p:cNvPr>
          <p:cNvSpPr txBox="1"/>
          <p:nvPr/>
        </p:nvSpPr>
        <p:spPr>
          <a:xfrm>
            <a:off x="7120334" y="5615711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>
                <a:solidFill>
                  <a:schemeClr val="tx1"/>
                </a:solidFill>
              </a:rPr>
              <a:t>∈</a:t>
            </a:r>
            <a:endParaRPr lang="zh-TW" altLang="en-US" dirty="0"/>
          </a:p>
        </p:txBody>
      </p:sp>
      <p:sp>
        <p:nvSpPr>
          <p:cNvPr id="303" name="文字方塊 302">
            <a:extLst>
              <a:ext uri="{FF2B5EF4-FFF2-40B4-BE49-F238E27FC236}">
                <a16:creationId xmlns:a16="http://schemas.microsoft.com/office/drawing/2014/main" id="{48F03B7A-15CB-4DE7-8016-9DE7064BC982}"/>
              </a:ext>
            </a:extLst>
          </p:cNvPr>
          <p:cNvSpPr txBox="1"/>
          <p:nvPr/>
        </p:nvSpPr>
        <p:spPr>
          <a:xfrm>
            <a:off x="4927238" y="1132669"/>
            <a:ext cx="2485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Pattern Artifact Filtering</a:t>
            </a:r>
          </a:p>
          <a:p>
            <a:r>
              <a:rPr lang="zh-TW" altLang="en-US" dirty="0"/>
              <a:t> </a:t>
            </a:r>
            <a:r>
              <a:rPr lang="en-US" altLang="zh-TW" dirty="0"/>
              <a:t>(Artifact path ratio &lt;=</a:t>
            </a:r>
            <a:r>
              <a:rPr lang="zh-TW" altLang="en-US" dirty="0"/>
              <a:t> </a:t>
            </a:r>
            <a:r>
              <a:rPr lang="zh-TW" altLang="el-GR" dirty="0"/>
              <a:t>𝜏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1" name="文字方塊 330">
                <a:extLst>
                  <a:ext uri="{FF2B5EF4-FFF2-40B4-BE49-F238E27FC236}">
                    <a16:creationId xmlns:a16="http://schemas.microsoft.com/office/drawing/2014/main" id="{5BEB3F35-848E-4ED7-9336-67CEF1FDAD15}"/>
                  </a:ext>
                </a:extLst>
              </p:cNvPr>
              <p:cNvSpPr txBox="1"/>
              <p:nvPr/>
            </p:nvSpPr>
            <p:spPr>
              <a:xfrm>
                <a:off x="4927238" y="4383071"/>
                <a:ext cx="2526396" cy="798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Pattern Artifact Filtering</a:t>
                </a:r>
              </a:p>
              <a:p>
                <a:pPr algn="ctr"/>
                <a:r>
                  <a:rPr lang="zh-TW" altLang="en-US" dirty="0"/>
                  <a:t> </a:t>
                </a:r>
                <a:r>
                  <a:rPr lang="en-US" altLang="zh-TW" dirty="0"/>
                  <a:t>(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𝑇𝑜𝑝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3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𝑝𝑎𝑡h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𝑇𝑜𝑝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 2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𝑝𝑎𝑡h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&lt; </a:t>
                </a:r>
                <a:r>
                  <a:rPr lang="zh-TW" altLang="en-US" dirty="0"/>
                  <a:t>𝛿</a:t>
                </a:r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31" name="文字方塊 330">
                <a:extLst>
                  <a:ext uri="{FF2B5EF4-FFF2-40B4-BE49-F238E27FC236}">
                    <a16:creationId xmlns:a16="http://schemas.microsoft.com/office/drawing/2014/main" id="{5BEB3F35-848E-4ED7-9336-67CEF1FD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238" y="4383071"/>
                <a:ext cx="2526396" cy="798745"/>
              </a:xfrm>
              <a:prstGeom prst="rect">
                <a:avLst/>
              </a:prstGeom>
              <a:blipFill>
                <a:blip r:embed="rId5"/>
                <a:stretch>
                  <a:fillRect l="-241" t="-3817" b="-3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群組 2">
            <a:extLst>
              <a:ext uri="{FF2B5EF4-FFF2-40B4-BE49-F238E27FC236}">
                <a16:creationId xmlns:a16="http://schemas.microsoft.com/office/drawing/2014/main" id="{E351A6CA-40B3-4C55-933A-8917F588AFB9}"/>
              </a:ext>
            </a:extLst>
          </p:cNvPr>
          <p:cNvGrpSpPr/>
          <p:nvPr/>
        </p:nvGrpSpPr>
        <p:grpSpPr>
          <a:xfrm>
            <a:off x="7352643" y="1927111"/>
            <a:ext cx="1610566" cy="1475329"/>
            <a:chOff x="7352643" y="1819230"/>
            <a:chExt cx="1610566" cy="1475329"/>
          </a:xfrm>
        </p:grpSpPr>
        <p:grpSp>
          <p:nvGrpSpPr>
            <p:cNvPr id="483" name="群組 482">
              <a:extLst>
                <a:ext uri="{FF2B5EF4-FFF2-40B4-BE49-F238E27FC236}">
                  <a16:creationId xmlns:a16="http://schemas.microsoft.com/office/drawing/2014/main" id="{9567666E-7C5A-4754-9B5E-C6900B7C0D6F}"/>
                </a:ext>
              </a:extLst>
            </p:cNvPr>
            <p:cNvGrpSpPr/>
            <p:nvPr/>
          </p:nvGrpSpPr>
          <p:grpSpPr>
            <a:xfrm>
              <a:off x="7352643" y="1819230"/>
              <a:ext cx="1610566" cy="688831"/>
              <a:chOff x="6973988" y="1821323"/>
              <a:chExt cx="1610566" cy="688831"/>
            </a:xfrm>
          </p:grpSpPr>
          <p:grpSp>
            <p:nvGrpSpPr>
              <p:cNvPr id="346" name="群組 345">
                <a:extLst>
                  <a:ext uri="{FF2B5EF4-FFF2-40B4-BE49-F238E27FC236}">
                    <a16:creationId xmlns:a16="http://schemas.microsoft.com/office/drawing/2014/main" id="{20880762-02E9-4C22-B857-E98F4A060117}"/>
                  </a:ext>
                </a:extLst>
              </p:cNvPr>
              <p:cNvGrpSpPr/>
              <p:nvPr/>
            </p:nvGrpSpPr>
            <p:grpSpPr>
              <a:xfrm>
                <a:off x="7343880" y="1821323"/>
                <a:ext cx="1240674" cy="688831"/>
                <a:chOff x="3312678" y="1935045"/>
                <a:chExt cx="1240674" cy="688831"/>
              </a:xfrm>
            </p:grpSpPr>
            <p:sp>
              <p:nvSpPr>
                <p:cNvPr id="347" name="矩形: 圓角 346">
                  <a:extLst>
                    <a:ext uri="{FF2B5EF4-FFF2-40B4-BE49-F238E27FC236}">
                      <a16:creationId xmlns:a16="http://schemas.microsoft.com/office/drawing/2014/main" id="{46B8EAA5-4E8D-41CB-AF4A-620257F987CD}"/>
                    </a:ext>
                  </a:extLst>
                </p:cNvPr>
                <p:cNvSpPr/>
                <p:nvPr/>
              </p:nvSpPr>
              <p:spPr>
                <a:xfrm>
                  <a:off x="3312678" y="1935045"/>
                  <a:ext cx="1240674" cy="688831"/>
                </a:xfrm>
                <a:prstGeom prst="roundRect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48" name="直線單箭頭接點 347">
                  <a:extLst>
                    <a:ext uri="{FF2B5EF4-FFF2-40B4-BE49-F238E27FC236}">
                      <a16:creationId xmlns:a16="http://schemas.microsoft.com/office/drawing/2014/main" id="{EFB14FC6-F281-46EF-89B4-3944D7BF6B2E}"/>
                    </a:ext>
                  </a:extLst>
                </p:cNvPr>
                <p:cNvCxnSpPr>
                  <a:cxnSpLocks/>
                  <a:stCxn id="375" idx="6"/>
                  <a:endCxn id="373" idx="2"/>
                </p:cNvCxnSpPr>
                <p:nvPr/>
              </p:nvCxnSpPr>
              <p:spPr>
                <a:xfrm flipV="1">
                  <a:off x="3616193" y="2094500"/>
                  <a:ext cx="194224" cy="236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線單箭頭接點 348">
                  <a:extLst>
                    <a:ext uri="{FF2B5EF4-FFF2-40B4-BE49-F238E27FC236}">
                      <a16:creationId xmlns:a16="http://schemas.microsoft.com/office/drawing/2014/main" id="{18CA85FA-A8F3-46F3-81D3-0C62C2DC6E58}"/>
                    </a:ext>
                  </a:extLst>
                </p:cNvPr>
                <p:cNvCxnSpPr>
                  <a:cxnSpLocks/>
                  <a:stCxn id="373" idx="6"/>
                  <a:endCxn id="374" idx="2"/>
                </p:cNvCxnSpPr>
                <p:nvPr/>
              </p:nvCxnSpPr>
              <p:spPr>
                <a:xfrm>
                  <a:off x="4074007" y="2094500"/>
                  <a:ext cx="190668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線單箭頭接點 354">
                  <a:extLst>
                    <a:ext uri="{FF2B5EF4-FFF2-40B4-BE49-F238E27FC236}">
                      <a16:creationId xmlns:a16="http://schemas.microsoft.com/office/drawing/2014/main" id="{E04C4AFB-D4F3-4647-B134-6F297038AE5A}"/>
                    </a:ext>
                  </a:extLst>
                </p:cNvPr>
                <p:cNvCxnSpPr>
                  <a:cxnSpLocks/>
                  <a:stCxn id="378" idx="6"/>
                  <a:endCxn id="376" idx="2"/>
                </p:cNvCxnSpPr>
                <p:nvPr/>
              </p:nvCxnSpPr>
              <p:spPr>
                <a:xfrm flipV="1">
                  <a:off x="3616193" y="2466683"/>
                  <a:ext cx="193366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直線單箭頭接點 369">
                  <a:extLst>
                    <a:ext uri="{FF2B5EF4-FFF2-40B4-BE49-F238E27FC236}">
                      <a16:creationId xmlns:a16="http://schemas.microsoft.com/office/drawing/2014/main" id="{D1C1B2A4-DEAB-48B5-82CE-CCCE267727DB}"/>
                    </a:ext>
                  </a:extLst>
                </p:cNvPr>
                <p:cNvCxnSpPr>
                  <a:cxnSpLocks/>
                  <a:stCxn id="376" idx="6"/>
                  <a:endCxn id="377" idx="2"/>
                </p:cNvCxnSpPr>
                <p:nvPr/>
              </p:nvCxnSpPr>
              <p:spPr>
                <a:xfrm>
                  <a:off x="4073149" y="2466683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直線單箭頭接點 370">
                  <a:extLst>
                    <a:ext uri="{FF2B5EF4-FFF2-40B4-BE49-F238E27FC236}">
                      <a16:creationId xmlns:a16="http://schemas.microsoft.com/office/drawing/2014/main" id="{ECD7321C-0166-4E36-A578-C67789F1C0B5}"/>
                    </a:ext>
                  </a:extLst>
                </p:cNvPr>
                <p:cNvCxnSpPr>
                  <a:cxnSpLocks/>
                  <a:stCxn id="378" idx="7"/>
                  <a:endCxn id="373" idx="3"/>
                </p:cNvCxnSpPr>
                <p:nvPr/>
              </p:nvCxnSpPr>
              <p:spPr>
                <a:xfrm flipV="1">
                  <a:off x="3577591" y="2187693"/>
                  <a:ext cx="271428" cy="18815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線單箭頭接點 371">
                  <a:extLst>
                    <a:ext uri="{FF2B5EF4-FFF2-40B4-BE49-F238E27FC236}">
                      <a16:creationId xmlns:a16="http://schemas.microsoft.com/office/drawing/2014/main" id="{18DFADE6-56C7-447C-828C-50B9655C12DC}"/>
                    </a:ext>
                  </a:extLst>
                </p:cNvPr>
                <p:cNvCxnSpPr>
                  <a:cxnSpLocks/>
                  <a:stCxn id="373" idx="5"/>
                  <a:endCxn id="377" idx="1"/>
                </p:cNvCxnSpPr>
                <p:nvPr/>
              </p:nvCxnSpPr>
              <p:spPr>
                <a:xfrm>
                  <a:off x="4035405" y="2187693"/>
                  <a:ext cx="267872" cy="18579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3" name="橢圓 372">
                  <a:extLst>
                    <a:ext uri="{FF2B5EF4-FFF2-40B4-BE49-F238E27FC236}">
                      <a16:creationId xmlns:a16="http://schemas.microsoft.com/office/drawing/2014/main" id="{79A076BE-4260-4577-8CD8-3ED7194E89F7}"/>
                    </a:ext>
                  </a:extLst>
                </p:cNvPr>
                <p:cNvSpPr/>
                <p:nvPr/>
              </p:nvSpPr>
              <p:spPr>
                <a:xfrm>
                  <a:off x="3810417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374" name="橢圓 373">
                  <a:extLst>
                    <a:ext uri="{FF2B5EF4-FFF2-40B4-BE49-F238E27FC236}">
                      <a16:creationId xmlns:a16="http://schemas.microsoft.com/office/drawing/2014/main" id="{E850C5A5-7343-4B68-A601-8CEF3F211C94}"/>
                    </a:ext>
                  </a:extLst>
                </p:cNvPr>
                <p:cNvSpPr/>
                <p:nvPr/>
              </p:nvSpPr>
              <p:spPr>
                <a:xfrm>
                  <a:off x="4264675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sp>
              <p:nvSpPr>
                <p:cNvPr id="375" name="橢圓 374">
                  <a:extLst>
                    <a:ext uri="{FF2B5EF4-FFF2-40B4-BE49-F238E27FC236}">
                      <a16:creationId xmlns:a16="http://schemas.microsoft.com/office/drawing/2014/main" id="{67676673-4A91-453D-B5E9-C6D2E2A80732}"/>
                    </a:ext>
                  </a:extLst>
                </p:cNvPr>
                <p:cNvSpPr/>
                <p:nvPr/>
              </p:nvSpPr>
              <p:spPr>
                <a:xfrm>
                  <a:off x="3352603" y="196506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A</a:t>
                  </a:r>
                  <a:endParaRPr lang="zh-TW" altLang="en-US" dirty="0"/>
                </a:p>
              </p:txBody>
            </p:sp>
            <p:sp>
              <p:nvSpPr>
                <p:cNvPr id="376" name="橢圓 375">
                  <a:extLst>
                    <a:ext uri="{FF2B5EF4-FFF2-40B4-BE49-F238E27FC236}">
                      <a16:creationId xmlns:a16="http://schemas.microsoft.com/office/drawing/2014/main" id="{5C2030AF-8566-4634-94CE-90E8CB792F4A}"/>
                    </a:ext>
                  </a:extLst>
                </p:cNvPr>
                <p:cNvSpPr/>
                <p:nvPr/>
              </p:nvSpPr>
              <p:spPr>
                <a:xfrm>
                  <a:off x="3809559" y="2334888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7" name="橢圓 376">
                  <a:extLst>
                    <a:ext uri="{FF2B5EF4-FFF2-40B4-BE49-F238E27FC236}">
                      <a16:creationId xmlns:a16="http://schemas.microsoft.com/office/drawing/2014/main" id="{64314E4C-E223-482A-A5E8-BAE3C96BF0E1}"/>
                    </a:ext>
                  </a:extLst>
                </p:cNvPr>
                <p:cNvSpPr/>
                <p:nvPr/>
              </p:nvSpPr>
              <p:spPr>
                <a:xfrm>
                  <a:off x="4264675" y="233488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78" name="橢圓 377">
                  <a:extLst>
                    <a:ext uri="{FF2B5EF4-FFF2-40B4-BE49-F238E27FC236}">
                      <a16:creationId xmlns:a16="http://schemas.microsoft.com/office/drawing/2014/main" id="{D4A8B118-FDB8-4E75-AD29-51CEFC53F25B}"/>
                    </a:ext>
                  </a:extLst>
                </p:cNvPr>
                <p:cNvSpPr/>
                <p:nvPr/>
              </p:nvSpPr>
              <p:spPr>
                <a:xfrm>
                  <a:off x="3352603" y="233724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5" name="文字方塊 344">
                    <a:extLst>
                      <a:ext uri="{FF2B5EF4-FFF2-40B4-BE49-F238E27FC236}">
                        <a16:creationId xmlns:a16="http://schemas.microsoft.com/office/drawing/2014/main" id="{71B5C0B2-A6A7-45FF-9EE8-D7F2927C191B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988" y="1981072"/>
                    <a:ext cx="53431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TW"/>
                    </a:defPPr>
                    <a:lvl1pPr>
                      <a:defRPr>
                        <a:solidFill>
                          <a:srgbClr val="C55A11"/>
                        </a:solidFill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sz="1800" b="0" i="1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800" b="0" i="1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𝐻</m:t>
                              </m:r>
                            </m:sub>
                          </m:sSub>
                        </m:oMath>
                      </m:oMathPara>
                    </a14:m>
                    <a:endParaRPr kumimoji="0" lang="en-US" altLang="zh-TW" sz="1800" b="0" i="0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45" name="文字方塊 344">
                    <a:extLst>
                      <a:ext uri="{FF2B5EF4-FFF2-40B4-BE49-F238E27FC236}">
                        <a16:creationId xmlns:a16="http://schemas.microsoft.com/office/drawing/2014/main" id="{71B5C0B2-A6A7-45FF-9EE8-D7F2927C1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988" y="1981072"/>
                    <a:ext cx="53431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72" name="群組 471">
              <a:extLst>
                <a:ext uri="{FF2B5EF4-FFF2-40B4-BE49-F238E27FC236}">
                  <a16:creationId xmlns:a16="http://schemas.microsoft.com/office/drawing/2014/main" id="{8206C060-D311-4078-97F6-2FB5A881C3E8}"/>
                </a:ext>
              </a:extLst>
            </p:cNvPr>
            <p:cNvGrpSpPr/>
            <p:nvPr/>
          </p:nvGrpSpPr>
          <p:grpSpPr>
            <a:xfrm>
              <a:off x="7352643" y="2605728"/>
              <a:ext cx="1610566" cy="688831"/>
              <a:chOff x="6973988" y="2607821"/>
              <a:chExt cx="1610566" cy="688831"/>
            </a:xfrm>
          </p:grpSpPr>
          <p:grpSp>
            <p:nvGrpSpPr>
              <p:cNvPr id="380" name="群組 379">
                <a:extLst>
                  <a:ext uri="{FF2B5EF4-FFF2-40B4-BE49-F238E27FC236}">
                    <a16:creationId xmlns:a16="http://schemas.microsoft.com/office/drawing/2014/main" id="{9244238F-889D-4B87-BB70-7C43EEAE90AA}"/>
                  </a:ext>
                </a:extLst>
              </p:cNvPr>
              <p:cNvGrpSpPr/>
              <p:nvPr/>
            </p:nvGrpSpPr>
            <p:grpSpPr>
              <a:xfrm>
                <a:off x="7343880" y="2607821"/>
                <a:ext cx="1240674" cy="688831"/>
                <a:chOff x="3312678" y="1935045"/>
                <a:chExt cx="1240674" cy="688831"/>
              </a:xfrm>
            </p:grpSpPr>
            <p:sp>
              <p:nvSpPr>
                <p:cNvPr id="382" name="矩形: 圓角 381">
                  <a:extLst>
                    <a:ext uri="{FF2B5EF4-FFF2-40B4-BE49-F238E27FC236}">
                      <a16:creationId xmlns:a16="http://schemas.microsoft.com/office/drawing/2014/main" id="{BFCC974B-3FD8-4644-9601-3987F76D07AF}"/>
                    </a:ext>
                  </a:extLst>
                </p:cNvPr>
                <p:cNvSpPr/>
                <p:nvPr/>
              </p:nvSpPr>
              <p:spPr>
                <a:xfrm>
                  <a:off x="3312678" y="1935045"/>
                  <a:ext cx="1240674" cy="688831"/>
                </a:xfrm>
                <a:prstGeom prst="roundRect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83" name="直線單箭頭接點 382">
                  <a:extLst>
                    <a:ext uri="{FF2B5EF4-FFF2-40B4-BE49-F238E27FC236}">
                      <a16:creationId xmlns:a16="http://schemas.microsoft.com/office/drawing/2014/main" id="{C4D40256-5C3A-4670-A063-9A31694E940C}"/>
                    </a:ext>
                  </a:extLst>
                </p:cNvPr>
                <p:cNvCxnSpPr>
                  <a:cxnSpLocks/>
                  <a:stCxn id="407" idx="5"/>
                  <a:endCxn id="408" idx="1"/>
                </p:cNvCxnSpPr>
                <p:nvPr/>
              </p:nvCxnSpPr>
              <p:spPr>
                <a:xfrm>
                  <a:off x="3577591" y="2190053"/>
                  <a:ext cx="270570" cy="183437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線單箭頭接點 383">
                  <a:extLst>
                    <a:ext uri="{FF2B5EF4-FFF2-40B4-BE49-F238E27FC236}">
                      <a16:creationId xmlns:a16="http://schemas.microsoft.com/office/drawing/2014/main" id="{395E73C8-9326-4081-9F0E-C85252423753}"/>
                    </a:ext>
                  </a:extLst>
                </p:cNvPr>
                <p:cNvCxnSpPr>
                  <a:cxnSpLocks/>
                  <a:stCxn id="408" idx="7"/>
                  <a:endCxn id="406" idx="3"/>
                </p:cNvCxnSpPr>
                <p:nvPr/>
              </p:nvCxnSpPr>
              <p:spPr>
                <a:xfrm flipV="1">
                  <a:off x="4034547" y="2187693"/>
                  <a:ext cx="268730" cy="185797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線單箭頭接點 385">
                  <a:extLst>
                    <a:ext uri="{FF2B5EF4-FFF2-40B4-BE49-F238E27FC236}">
                      <a16:creationId xmlns:a16="http://schemas.microsoft.com/office/drawing/2014/main" id="{1CD3D6B3-506A-4413-9E76-B6534B4123E9}"/>
                    </a:ext>
                  </a:extLst>
                </p:cNvPr>
                <p:cNvCxnSpPr>
                  <a:cxnSpLocks/>
                  <a:stCxn id="410" idx="6"/>
                  <a:endCxn id="408" idx="2"/>
                </p:cNvCxnSpPr>
                <p:nvPr/>
              </p:nvCxnSpPr>
              <p:spPr>
                <a:xfrm flipV="1">
                  <a:off x="3616193" y="2466683"/>
                  <a:ext cx="193366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線單箭頭接點 386">
                  <a:extLst>
                    <a:ext uri="{FF2B5EF4-FFF2-40B4-BE49-F238E27FC236}">
                      <a16:creationId xmlns:a16="http://schemas.microsoft.com/office/drawing/2014/main" id="{9BA3C943-2204-4E75-94B4-B4621754991E}"/>
                    </a:ext>
                  </a:extLst>
                </p:cNvPr>
                <p:cNvCxnSpPr>
                  <a:cxnSpLocks/>
                  <a:stCxn id="408" idx="6"/>
                  <a:endCxn id="409" idx="2"/>
                </p:cNvCxnSpPr>
                <p:nvPr/>
              </p:nvCxnSpPr>
              <p:spPr>
                <a:xfrm>
                  <a:off x="4073149" y="2466683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線單箭頭接點 402">
                  <a:extLst>
                    <a:ext uri="{FF2B5EF4-FFF2-40B4-BE49-F238E27FC236}">
                      <a16:creationId xmlns:a16="http://schemas.microsoft.com/office/drawing/2014/main" id="{9DD76313-77CF-4620-B9C2-14F562680688}"/>
                    </a:ext>
                  </a:extLst>
                </p:cNvPr>
                <p:cNvCxnSpPr>
                  <a:cxnSpLocks/>
                  <a:stCxn id="410" idx="7"/>
                  <a:endCxn id="405" idx="3"/>
                </p:cNvCxnSpPr>
                <p:nvPr/>
              </p:nvCxnSpPr>
              <p:spPr>
                <a:xfrm flipV="1">
                  <a:off x="3577591" y="2187693"/>
                  <a:ext cx="271428" cy="18815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直線單箭頭接點 403">
                  <a:extLst>
                    <a:ext uri="{FF2B5EF4-FFF2-40B4-BE49-F238E27FC236}">
                      <a16:creationId xmlns:a16="http://schemas.microsoft.com/office/drawing/2014/main" id="{0C617B5D-6059-4490-BDF7-60179748F280}"/>
                    </a:ext>
                  </a:extLst>
                </p:cNvPr>
                <p:cNvCxnSpPr>
                  <a:cxnSpLocks/>
                  <a:stCxn id="405" idx="5"/>
                  <a:endCxn id="409" idx="1"/>
                </p:cNvCxnSpPr>
                <p:nvPr/>
              </p:nvCxnSpPr>
              <p:spPr>
                <a:xfrm>
                  <a:off x="4035405" y="2187693"/>
                  <a:ext cx="267872" cy="18579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5" name="橢圓 404">
                  <a:extLst>
                    <a:ext uri="{FF2B5EF4-FFF2-40B4-BE49-F238E27FC236}">
                      <a16:creationId xmlns:a16="http://schemas.microsoft.com/office/drawing/2014/main" id="{D5D68BD5-203E-4308-9898-A3D81C393DAD}"/>
                    </a:ext>
                  </a:extLst>
                </p:cNvPr>
                <p:cNvSpPr/>
                <p:nvPr/>
              </p:nvSpPr>
              <p:spPr>
                <a:xfrm>
                  <a:off x="3810417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406" name="橢圓 405">
                  <a:extLst>
                    <a:ext uri="{FF2B5EF4-FFF2-40B4-BE49-F238E27FC236}">
                      <a16:creationId xmlns:a16="http://schemas.microsoft.com/office/drawing/2014/main" id="{F760863F-BEC2-402E-880B-4C91275C3011}"/>
                    </a:ext>
                  </a:extLst>
                </p:cNvPr>
                <p:cNvSpPr/>
                <p:nvPr/>
              </p:nvSpPr>
              <p:spPr>
                <a:xfrm>
                  <a:off x="4264675" y="196270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sp>
              <p:nvSpPr>
                <p:cNvPr id="407" name="橢圓 406">
                  <a:extLst>
                    <a:ext uri="{FF2B5EF4-FFF2-40B4-BE49-F238E27FC236}">
                      <a16:creationId xmlns:a16="http://schemas.microsoft.com/office/drawing/2014/main" id="{4D313796-1F60-46FF-A657-AA0E6B6131CD}"/>
                    </a:ext>
                  </a:extLst>
                </p:cNvPr>
                <p:cNvSpPr/>
                <p:nvPr/>
              </p:nvSpPr>
              <p:spPr>
                <a:xfrm>
                  <a:off x="3352603" y="1965065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A</a:t>
                  </a:r>
                  <a:endParaRPr lang="zh-TW" altLang="en-US" dirty="0"/>
                </a:p>
              </p:txBody>
            </p:sp>
            <p:sp>
              <p:nvSpPr>
                <p:cNvPr id="408" name="橢圓 407">
                  <a:extLst>
                    <a:ext uri="{FF2B5EF4-FFF2-40B4-BE49-F238E27FC236}">
                      <a16:creationId xmlns:a16="http://schemas.microsoft.com/office/drawing/2014/main" id="{4A55AA9E-DEBE-4437-9962-96D9D5F394A1}"/>
                    </a:ext>
                  </a:extLst>
                </p:cNvPr>
                <p:cNvSpPr/>
                <p:nvPr/>
              </p:nvSpPr>
              <p:spPr>
                <a:xfrm>
                  <a:off x="3809559" y="2334888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9" name="橢圓 408">
                  <a:extLst>
                    <a:ext uri="{FF2B5EF4-FFF2-40B4-BE49-F238E27FC236}">
                      <a16:creationId xmlns:a16="http://schemas.microsoft.com/office/drawing/2014/main" id="{4140E588-4AED-475D-B2C6-E28A351E0395}"/>
                    </a:ext>
                  </a:extLst>
                </p:cNvPr>
                <p:cNvSpPr/>
                <p:nvPr/>
              </p:nvSpPr>
              <p:spPr>
                <a:xfrm>
                  <a:off x="4264675" y="233488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10" name="橢圓 409">
                  <a:extLst>
                    <a:ext uri="{FF2B5EF4-FFF2-40B4-BE49-F238E27FC236}">
                      <a16:creationId xmlns:a16="http://schemas.microsoft.com/office/drawing/2014/main" id="{4C91E02A-FE95-46C2-8AFE-6BAE9BB92F45}"/>
                    </a:ext>
                  </a:extLst>
                </p:cNvPr>
                <p:cNvSpPr/>
                <p:nvPr/>
              </p:nvSpPr>
              <p:spPr>
                <a:xfrm>
                  <a:off x="3352603" y="2337248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1" name="文字方塊 380">
                    <a:extLst>
                      <a:ext uri="{FF2B5EF4-FFF2-40B4-BE49-F238E27FC236}">
                        <a16:creationId xmlns:a16="http://schemas.microsoft.com/office/drawing/2014/main" id="{59965AD8-E16F-4483-BABB-E1FD43B13B27}"/>
                      </a:ext>
                    </a:extLst>
                  </p:cNvPr>
                  <p:cNvSpPr txBox="1"/>
                  <p:nvPr/>
                </p:nvSpPr>
                <p:spPr>
                  <a:xfrm>
                    <a:off x="6973988" y="2767570"/>
                    <a:ext cx="53373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zh-TW"/>
                    </a:defPPr>
                    <a:lvl1pPr>
                      <a:defRPr>
                        <a:solidFill>
                          <a:srgbClr val="C55A11"/>
                        </a:solidFill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TW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V</m:t>
                              </m:r>
                            </m:e>
                            <m:sub>
                              <m: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altLang="zh-TW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0" lang="en-US" altLang="zh-TW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381" name="文字方塊 380">
                    <a:extLst>
                      <a:ext uri="{FF2B5EF4-FFF2-40B4-BE49-F238E27FC236}">
                        <a16:creationId xmlns:a16="http://schemas.microsoft.com/office/drawing/2014/main" id="{59965AD8-E16F-4483-BABB-E1FD43B13B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3988" y="2767570"/>
                    <a:ext cx="53373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FD082A7E-97B9-410B-A275-35B05A4ED751}"/>
                  </a:ext>
                </a:extLst>
              </p:cNvPr>
              <p:cNvSpPr txBox="1"/>
              <p:nvPr/>
            </p:nvSpPr>
            <p:spPr>
              <a:xfrm>
                <a:off x="3015401" y="1947745"/>
                <a:ext cx="534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V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FD082A7E-97B9-410B-A275-35B05A4ED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401" y="1947745"/>
                <a:ext cx="5343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A44D0FEC-4843-474C-900F-A2E5FD382229}"/>
              </a:ext>
            </a:extLst>
          </p:cNvPr>
          <p:cNvGrpSpPr/>
          <p:nvPr/>
        </p:nvGrpSpPr>
        <p:grpSpPr>
          <a:xfrm>
            <a:off x="2662220" y="2320360"/>
            <a:ext cx="1240674" cy="688831"/>
            <a:chOff x="3312678" y="1935045"/>
            <a:chExt cx="1240674" cy="688831"/>
          </a:xfrm>
        </p:grpSpPr>
        <p:sp>
          <p:nvSpPr>
            <p:cNvPr id="313" name="矩形: 圓角 312">
              <a:extLst>
                <a:ext uri="{FF2B5EF4-FFF2-40B4-BE49-F238E27FC236}">
                  <a16:creationId xmlns:a16="http://schemas.microsoft.com/office/drawing/2014/main" id="{3693E1C5-E5DB-4F0C-9F93-878C2C7FA7D5}"/>
                </a:ext>
              </a:extLst>
            </p:cNvPr>
            <p:cNvSpPr/>
            <p:nvPr/>
          </p:nvSpPr>
          <p:spPr>
            <a:xfrm>
              <a:off x="3312678" y="1935045"/>
              <a:ext cx="1240674" cy="688831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333" name="直線單箭頭接點 332">
              <a:extLst>
                <a:ext uri="{FF2B5EF4-FFF2-40B4-BE49-F238E27FC236}">
                  <a16:creationId xmlns:a16="http://schemas.microsoft.com/office/drawing/2014/main" id="{8BAF671E-79A5-49BA-927E-D3728F6E746B}"/>
                </a:ext>
              </a:extLst>
            </p:cNvPr>
            <p:cNvCxnSpPr>
              <a:cxnSpLocks/>
              <a:stCxn id="353" idx="6"/>
              <a:endCxn id="351" idx="2"/>
            </p:cNvCxnSpPr>
            <p:nvPr/>
          </p:nvCxnSpPr>
          <p:spPr>
            <a:xfrm flipV="1">
              <a:off x="3616193" y="2094500"/>
              <a:ext cx="194224" cy="236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直線單箭頭接點 333">
              <a:extLst>
                <a:ext uri="{FF2B5EF4-FFF2-40B4-BE49-F238E27FC236}">
                  <a16:creationId xmlns:a16="http://schemas.microsoft.com/office/drawing/2014/main" id="{C0621D8D-F050-4753-8E40-CAC1C3B4776F}"/>
                </a:ext>
              </a:extLst>
            </p:cNvPr>
            <p:cNvCxnSpPr>
              <a:cxnSpLocks/>
              <a:stCxn id="351" idx="6"/>
              <a:endCxn id="352" idx="2"/>
            </p:cNvCxnSpPr>
            <p:nvPr/>
          </p:nvCxnSpPr>
          <p:spPr>
            <a:xfrm>
              <a:off x="4074007" y="2094500"/>
              <a:ext cx="19066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線單箭頭接點 334">
              <a:extLst>
                <a:ext uri="{FF2B5EF4-FFF2-40B4-BE49-F238E27FC236}">
                  <a16:creationId xmlns:a16="http://schemas.microsoft.com/office/drawing/2014/main" id="{7B2DF0CA-DE4F-4CFB-B337-B571A88ED20C}"/>
                </a:ext>
              </a:extLst>
            </p:cNvPr>
            <p:cNvCxnSpPr>
              <a:cxnSpLocks/>
              <a:stCxn id="357" idx="6"/>
              <a:endCxn id="354" idx="2"/>
            </p:cNvCxnSpPr>
            <p:nvPr/>
          </p:nvCxnSpPr>
          <p:spPr>
            <a:xfrm flipV="1">
              <a:off x="3616193" y="2466683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直線單箭頭接點 335">
              <a:extLst>
                <a:ext uri="{FF2B5EF4-FFF2-40B4-BE49-F238E27FC236}">
                  <a16:creationId xmlns:a16="http://schemas.microsoft.com/office/drawing/2014/main" id="{1F4B8E99-636E-443B-8827-FAF2485B5D53}"/>
                </a:ext>
              </a:extLst>
            </p:cNvPr>
            <p:cNvCxnSpPr>
              <a:cxnSpLocks/>
              <a:stCxn id="354" idx="6"/>
              <a:endCxn id="356" idx="2"/>
            </p:cNvCxnSpPr>
            <p:nvPr/>
          </p:nvCxnSpPr>
          <p:spPr>
            <a:xfrm>
              <a:off x="4073149" y="2466683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直線單箭頭接點 336">
              <a:extLst>
                <a:ext uri="{FF2B5EF4-FFF2-40B4-BE49-F238E27FC236}">
                  <a16:creationId xmlns:a16="http://schemas.microsoft.com/office/drawing/2014/main" id="{A6076894-CB77-4121-A8B4-F7235449AC4D}"/>
                </a:ext>
              </a:extLst>
            </p:cNvPr>
            <p:cNvCxnSpPr>
              <a:cxnSpLocks/>
              <a:stCxn id="357" idx="7"/>
              <a:endCxn id="351" idx="3"/>
            </p:cNvCxnSpPr>
            <p:nvPr/>
          </p:nvCxnSpPr>
          <p:spPr>
            <a:xfrm flipV="1">
              <a:off x="3577591" y="2187693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直線單箭頭接點 349">
              <a:extLst>
                <a:ext uri="{FF2B5EF4-FFF2-40B4-BE49-F238E27FC236}">
                  <a16:creationId xmlns:a16="http://schemas.microsoft.com/office/drawing/2014/main" id="{87A3E691-FDA8-4F6A-ACCF-8704D75E0C45}"/>
                </a:ext>
              </a:extLst>
            </p:cNvPr>
            <p:cNvCxnSpPr>
              <a:cxnSpLocks/>
              <a:stCxn id="351" idx="5"/>
              <a:endCxn id="356" idx="1"/>
            </p:cNvCxnSpPr>
            <p:nvPr/>
          </p:nvCxnSpPr>
          <p:spPr>
            <a:xfrm>
              <a:off x="4035405" y="2187693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橢圓 350">
              <a:extLst>
                <a:ext uri="{FF2B5EF4-FFF2-40B4-BE49-F238E27FC236}">
                  <a16:creationId xmlns:a16="http://schemas.microsoft.com/office/drawing/2014/main" id="{058F39E3-4CA7-4872-8D3D-59334D9FC562}"/>
                </a:ext>
              </a:extLst>
            </p:cNvPr>
            <p:cNvSpPr/>
            <p:nvPr/>
          </p:nvSpPr>
          <p:spPr>
            <a:xfrm>
              <a:off x="3810417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352" name="橢圓 351">
              <a:extLst>
                <a:ext uri="{FF2B5EF4-FFF2-40B4-BE49-F238E27FC236}">
                  <a16:creationId xmlns:a16="http://schemas.microsoft.com/office/drawing/2014/main" id="{F61E2327-F799-412E-990A-B02B516D3446}"/>
                </a:ext>
              </a:extLst>
            </p:cNvPr>
            <p:cNvSpPr/>
            <p:nvPr/>
          </p:nvSpPr>
          <p:spPr>
            <a:xfrm>
              <a:off x="4264675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353" name="橢圓 352">
              <a:extLst>
                <a:ext uri="{FF2B5EF4-FFF2-40B4-BE49-F238E27FC236}">
                  <a16:creationId xmlns:a16="http://schemas.microsoft.com/office/drawing/2014/main" id="{35500C05-8D3E-4FB8-BE64-8408BE41B1A6}"/>
                </a:ext>
              </a:extLst>
            </p:cNvPr>
            <p:cNvSpPr/>
            <p:nvPr/>
          </p:nvSpPr>
          <p:spPr>
            <a:xfrm>
              <a:off x="3352603" y="196506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354" name="橢圓 353">
              <a:extLst>
                <a:ext uri="{FF2B5EF4-FFF2-40B4-BE49-F238E27FC236}">
                  <a16:creationId xmlns:a16="http://schemas.microsoft.com/office/drawing/2014/main" id="{7E7448F0-6770-410D-A223-A2B253F86140}"/>
                </a:ext>
              </a:extLst>
            </p:cNvPr>
            <p:cNvSpPr/>
            <p:nvPr/>
          </p:nvSpPr>
          <p:spPr>
            <a:xfrm>
              <a:off x="3809559" y="233488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6" name="橢圓 355">
              <a:extLst>
                <a:ext uri="{FF2B5EF4-FFF2-40B4-BE49-F238E27FC236}">
                  <a16:creationId xmlns:a16="http://schemas.microsoft.com/office/drawing/2014/main" id="{269E5675-0CBE-4480-B54B-A05A95191326}"/>
                </a:ext>
              </a:extLst>
            </p:cNvPr>
            <p:cNvSpPr/>
            <p:nvPr/>
          </p:nvSpPr>
          <p:spPr>
            <a:xfrm>
              <a:off x="4264675" y="233488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7" name="橢圓 356">
              <a:extLst>
                <a:ext uri="{FF2B5EF4-FFF2-40B4-BE49-F238E27FC236}">
                  <a16:creationId xmlns:a16="http://schemas.microsoft.com/office/drawing/2014/main" id="{A99BBED1-BA42-4083-8F43-D2FC4364DE21}"/>
                </a:ext>
              </a:extLst>
            </p:cNvPr>
            <p:cNvSpPr/>
            <p:nvPr/>
          </p:nvSpPr>
          <p:spPr>
            <a:xfrm>
              <a:off x="3352603" y="233724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FB5DC572-7B99-49AF-93C4-B0BA02829202}"/>
                  </a:ext>
                </a:extLst>
              </p:cNvPr>
              <p:cNvSpPr txBox="1"/>
              <p:nvPr/>
            </p:nvSpPr>
            <p:spPr>
              <a:xfrm>
                <a:off x="3033034" y="5075566"/>
                <a:ext cx="499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en-US" altLang="zh-TW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V</m:t>
                          </m:r>
                        </m:e>
                        <m:sub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0" lang="en-US" altLang="zh-TW" sz="18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411" name="文字方塊 410">
                <a:extLst>
                  <a:ext uri="{FF2B5EF4-FFF2-40B4-BE49-F238E27FC236}">
                    <a16:creationId xmlns:a16="http://schemas.microsoft.com/office/drawing/2014/main" id="{FB5DC572-7B99-49AF-93C4-B0BA02829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034" y="5075566"/>
                <a:ext cx="49904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2" name="群組 411">
            <a:extLst>
              <a:ext uri="{FF2B5EF4-FFF2-40B4-BE49-F238E27FC236}">
                <a16:creationId xmlns:a16="http://schemas.microsoft.com/office/drawing/2014/main" id="{FF1D63F3-7ED2-46B2-A9E2-4593E03693EC}"/>
              </a:ext>
            </a:extLst>
          </p:cNvPr>
          <p:cNvGrpSpPr/>
          <p:nvPr/>
        </p:nvGrpSpPr>
        <p:grpSpPr>
          <a:xfrm>
            <a:off x="2662220" y="5455962"/>
            <a:ext cx="1240674" cy="688831"/>
            <a:chOff x="3312678" y="1935045"/>
            <a:chExt cx="1240674" cy="688831"/>
          </a:xfrm>
        </p:grpSpPr>
        <p:sp>
          <p:nvSpPr>
            <p:cNvPr id="413" name="矩形: 圓角 412">
              <a:extLst>
                <a:ext uri="{FF2B5EF4-FFF2-40B4-BE49-F238E27FC236}">
                  <a16:creationId xmlns:a16="http://schemas.microsoft.com/office/drawing/2014/main" id="{2D3FB282-675B-45C1-929D-2DA8F0DFD6C5}"/>
                </a:ext>
              </a:extLst>
            </p:cNvPr>
            <p:cNvSpPr/>
            <p:nvPr/>
          </p:nvSpPr>
          <p:spPr>
            <a:xfrm>
              <a:off x="3312678" y="1935045"/>
              <a:ext cx="1240674" cy="688831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485" name="直線單箭頭接點 484">
              <a:extLst>
                <a:ext uri="{FF2B5EF4-FFF2-40B4-BE49-F238E27FC236}">
                  <a16:creationId xmlns:a16="http://schemas.microsoft.com/office/drawing/2014/main" id="{B425EF8F-1820-4F12-BDB8-64A1463FF20A}"/>
                </a:ext>
              </a:extLst>
            </p:cNvPr>
            <p:cNvCxnSpPr>
              <a:cxnSpLocks/>
              <a:stCxn id="494" idx="6"/>
              <a:endCxn id="492" idx="2"/>
            </p:cNvCxnSpPr>
            <p:nvPr/>
          </p:nvCxnSpPr>
          <p:spPr>
            <a:xfrm flipV="1">
              <a:off x="3616193" y="2466683"/>
              <a:ext cx="193366" cy="2360"/>
            </a:xfrm>
            <a:prstGeom prst="straightConnector1">
              <a:avLst/>
            </a:prstGeom>
            <a:ln w="28575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直線單箭頭接點 485">
              <a:extLst>
                <a:ext uri="{FF2B5EF4-FFF2-40B4-BE49-F238E27FC236}">
                  <a16:creationId xmlns:a16="http://schemas.microsoft.com/office/drawing/2014/main" id="{E8F88C9D-032B-46AD-B919-9494CBF2765D}"/>
                </a:ext>
              </a:extLst>
            </p:cNvPr>
            <p:cNvCxnSpPr>
              <a:cxnSpLocks/>
              <a:stCxn id="492" idx="6"/>
              <a:endCxn id="493" idx="2"/>
            </p:cNvCxnSpPr>
            <p:nvPr/>
          </p:nvCxnSpPr>
          <p:spPr>
            <a:xfrm>
              <a:off x="4073149" y="2466683"/>
              <a:ext cx="191526" cy="0"/>
            </a:xfrm>
            <a:prstGeom prst="straightConnector1">
              <a:avLst/>
            </a:prstGeom>
            <a:ln w="28575"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直線單箭頭接點 486">
              <a:extLst>
                <a:ext uri="{FF2B5EF4-FFF2-40B4-BE49-F238E27FC236}">
                  <a16:creationId xmlns:a16="http://schemas.microsoft.com/office/drawing/2014/main" id="{3C8D3929-E06D-4C23-AE30-624320CCBBA1}"/>
                </a:ext>
              </a:extLst>
            </p:cNvPr>
            <p:cNvCxnSpPr>
              <a:cxnSpLocks/>
              <a:stCxn id="494" idx="7"/>
              <a:endCxn id="489" idx="3"/>
            </p:cNvCxnSpPr>
            <p:nvPr/>
          </p:nvCxnSpPr>
          <p:spPr>
            <a:xfrm flipV="1">
              <a:off x="3577591" y="2187693"/>
              <a:ext cx="271428" cy="188157"/>
            </a:xfrm>
            <a:prstGeom prst="straightConnector1">
              <a:avLst/>
            </a:prstGeom>
            <a:ln w="285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直線單箭頭接點 487">
              <a:extLst>
                <a:ext uri="{FF2B5EF4-FFF2-40B4-BE49-F238E27FC236}">
                  <a16:creationId xmlns:a16="http://schemas.microsoft.com/office/drawing/2014/main" id="{D5AA006A-BBA6-455C-82C9-75B90BB65F5C}"/>
                </a:ext>
              </a:extLst>
            </p:cNvPr>
            <p:cNvCxnSpPr>
              <a:cxnSpLocks/>
              <a:stCxn id="489" idx="5"/>
              <a:endCxn id="493" idx="1"/>
            </p:cNvCxnSpPr>
            <p:nvPr/>
          </p:nvCxnSpPr>
          <p:spPr>
            <a:xfrm>
              <a:off x="4035405" y="2187693"/>
              <a:ext cx="267872" cy="185797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9" name="橢圓 488">
              <a:extLst>
                <a:ext uri="{FF2B5EF4-FFF2-40B4-BE49-F238E27FC236}">
                  <a16:creationId xmlns:a16="http://schemas.microsoft.com/office/drawing/2014/main" id="{C0E047F1-E00A-413C-B31A-1538B5FEE27C}"/>
                </a:ext>
              </a:extLst>
            </p:cNvPr>
            <p:cNvSpPr/>
            <p:nvPr/>
          </p:nvSpPr>
          <p:spPr>
            <a:xfrm>
              <a:off x="3810417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</a:t>
              </a:r>
              <a:endParaRPr lang="zh-TW" altLang="en-US" dirty="0"/>
            </a:p>
          </p:txBody>
        </p:sp>
        <p:sp>
          <p:nvSpPr>
            <p:cNvPr id="490" name="橢圓 489">
              <a:extLst>
                <a:ext uri="{FF2B5EF4-FFF2-40B4-BE49-F238E27FC236}">
                  <a16:creationId xmlns:a16="http://schemas.microsoft.com/office/drawing/2014/main" id="{3826B439-338B-4E64-8AD7-9A32BDBADD2A}"/>
                </a:ext>
              </a:extLst>
            </p:cNvPr>
            <p:cNvSpPr/>
            <p:nvPr/>
          </p:nvSpPr>
          <p:spPr>
            <a:xfrm>
              <a:off x="4264675" y="196270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491" name="橢圓 490">
              <a:extLst>
                <a:ext uri="{FF2B5EF4-FFF2-40B4-BE49-F238E27FC236}">
                  <a16:creationId xmlns:a16="http://schemas.microsoft.com/office/drawing/2014/main" id="{1F42AFA5-678E-4F57-8660-FA697A9D8BF7}"/>
                </a:ext>
              </a:extLst>
            </p:cNvPr>
            <p:cNvSpPr/>
            <p:nvPr/>
          </p:nvSpPr>
          <p:spPr>
            <a:xfrm>
              <a:off x="3352603" y="1965065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</a:t>
              </a:r>
              <a:endParaRPr lang="zh-TW" altLang="en-US" dirty="0"/>
            </a:p>
          </p:txBody>
        </p:sp>
        <p:sp>
          <p:nvSpPr>
            <p:cNvPr id="492" name="橢圓 491">
              <a:extLst>
                <a:ext uri="{FF2B5EF4-FFF2-40B4-BE49-F238E27FC236}">
                  <a16:creationId xmlns:a16="http://schemas.microsoft.com/office/drawing/2014/main" id="{3D725B99-9DA9-46B7-BF30-78A12F926BC5}"/>
                </a:ext>
              </a:extLst>
            </p:cNvPr>
            <p:cNvSpPr/>
            <p:nvPr/>
          </p:nvSpPr>
          <p:spPr>
            <a:xfrm>
              <a:off x="3809559" y="233488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3" name="橢圓 492">
              <a:extLst>
                <a:ext uri="{FF2B5EF4-FFF2-40B4-BE49-F238E27FC236}">
                  <a16:creationId xmlns:a16="http://schemas.microsoft.com/office/drawing/2014/main" id="{849F895D-041B-4E39-8BA4-E152CD1F100C}"/>
                </a:ext>
              </a:extLst>
            </p:cNvPr>
            <p:cNvSpPr/>
            <p:nvPr/>
          </p:nvSpPr>
          <p:spPr>
            <a:xfrm>
              <a:off x="4264675" y="233488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94" name="橢圓 493">
              <a:extLst>
                <a:ext uri="{FF2B5EF4-FFF2-40B4-BE49-F238E27FC236}">
                  <a16:creationId xmlns:a16="http://schemas.microsoft.com/office/drawing/2014/main" id="{54F3149F-820D-4B39-9042-2F21EA0C0B04}"/>
                </a:ext>
              </a:extLst>
            </p:cNvPr>
            <p:cNvSpPr/>
            <p:nvPr/>
          </p:nvSpPr>
          <p:spPr>
            <a:xfrm>
              <a:off x="3352603" y="233724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13" name="接點: 弧形 512">
            <a:extLst>
              <a:ext uri="{FF2B5EF4-FFF2-40B4-BE49-F238E27FC236}">
                <a16:creationId xmlns:a16="http://schemas.microsoft.com/office/drawing/2014/main" id="{31C1E2E9-76C5-4139-9033-83F5B70EA2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3378" y="5633036"/>
            <a:ext cx="12700" cy="334683"/>
          </a:xfrm>
          <a:prstGeom prst="curvedConnector3">
            <a:avLst>
              <a:gd name="adj1" fmla="val 1800000"/>
            </a:avLst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1">
                    <a:lumMod val="50000"/>
                  </a:schemeClr>
                </a:gs>
              </a:gsLst>
              <a:lin ang="5400000" scaled="1"/>
            </a:gra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8" name="箭號: 向右 527">
            <a:extLst>
              <a:ext uri="{FF2B5EF4-FFF2-40B4-BE49-F238E27FC236}">
                <a16:creationId xmlns:a16="http://schemas.microsoft.com/office/drawing/2014/main" id="{11A5E916-A51D-4D77-9538-2360E0C5CCD3}"/>
              </a:ext>
            </a:extLst>
          </p:cNvPr>
          <p:cNvSpPr/>
          <p:nvPr/>
        </p:nvSpPr>
        <p:spPr>
          <a:xfrm>
            <a:off x="9147131" y="225423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573" name="群組 572">
            <a:extLst>
              <a:ext uri="{FF2B5EF4-FFF2-40B4-BE49-F238E27FC236}">
                <a16:creationId xmlns:a16="http://schemas.microsoft.com/office/drawing/2014/main" id="{5FA4ED6F-451B-4937-A933-991F6AAE26CE}"/>
              </a:ext>
            </a:extLst>
          </p:cNvPr>
          <p:cNvGrpSpPr/>
          <p:nvPr/>
        </p:nvGrpSpPr>
        <p:grpSpPr>
          <a:xfrm>
            <a:off x="5206990" y="5302038"/>
            <a:ext cx="1847989" cy="996679"/>
            <a:chOff x="5172005" y="2058555"/>
            <a:chExt cx="1847989" cy="996679"/>
          </a:xfrm>
        </p:grpSpPr>
        <p:grpSp>
          <p:nvGrpSpPr>
            <p:cNvPr id="592" name="群組 591">
              <a:extLst>
                <a:ext uri="{FF2B5EF4-FFF2-40B4-BE49-F238E27FC236}">
                  <a16:creationId xmlns:a16="http://schemas.microsoft.com/office/drawing/2014/main" id="{399538BF-15E3-43E9-9C33-89C53870F205}"/>
                </a:ext>
              </a:extLst>
            </p:cNvPr>
            <p:cNvGrpSpPr/>
            <p:nvPr/>
          </p:nvGrpSpPr>
          <p:grpSpPr>
            <a:xfrm>
              <a:off x="5172005" y="2058555"/>
              <a:ext cx="1847989" cy="996679"/>
              <a:chOff x="5945647" y="1890556"/>
              <a:chExt cx="1847989" cy="996679"/>
            </a:xfrm>
          </p:grpSpPr>
          <p:grpSp>
            <p:nvGrpSpPr>
              <p:cNvPr id="594" name="群組 593">
                <a:extLst>
                  <a:ext uri="{FF2B5EF4-FFF2-40B4-BE49-F238E27FC236}">
                    <a16:creationId xmlns:a16="http://schemas.microsoft.com/office/drawing/2014/main" id="{9698776F-61A9-4036-8BC2-7D609C95CAB2}"/>
                  </a:ext>
                </a:extLst>
              </p:cNvPr>
              <p:cNvGrpSpPr/>
              <p:nvPr/>
            </p:nvGrpSpPr>
            <p:grpSpPr>
              <a:xfrm>
                <a:off x="5945647" y="1890556"/>
                <a:ext cx="1847989" cy="996679"/>
                <a:chOff x="681864" y="3678451"/>
                <a:chExt cx="1847989" cy="996679"/>
              </a:xfrm>
            </p:grpSpPr>
            <p:sp>
              <p:nvSpPr>
                <p:cNvPr id="596" name="箭號: 五邊形 595">
                  <a:extLst>
                    <a:ext uri="{FF2B5EF4-FFF2-40B4-BE49-F238E27FC236}">
                      <a16:creationId xmlns:a16="http://schemas.microsoft.com/office/drawing/2014/main" id="{3EC280D2-31FC-46A8-B21D-F6962A5EED01}"/>
                    </a:ext>
                  </a:extLst>
                </p:cNvPr>
                <p:cNvSpPr/>
                <p:nvPr/>
              </p:nvSpPr>
              <p:spPr>
                <a:xfrm>
                  <a:off x="798599" y="40525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97" name="箭號: 五邊形 596">
                  <a:extLst>
                    <a:ext uri="{FF2B5EF4-FFF2-40B4-BE49-F238E27FC236}">
                      <a16:creationId xmlns:a16="http://schemas.microsoft.com/office/drawing/2014/main" id="{720D2F67-DA2A-4FF5-8ACE-3AA26AC6D15D}"/>
                    </a:ext>
                  </a:extLst>
                </p:cNvPr>
                <p:cNvSpPr/>
                <p:nvPr/>
              </p:nvSpPr>
              <p:spPr>
                <a:xfrm>
                  <a:off x="798599" y="4204963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98" name="矩形 178">
                  <a:extLst>
                    <a:ext uri="{FF2B5EF4-FFF2-40B4-BE49-F238E27FC236}">
                      <a16:creationId xmlns:a16="http://schemas.microsoft.com/office/drawing/2014/main" id="{BA185BF6-7155-44A6-A69F-976020F69A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99" name="矩形 178">
                  <a:extLst>
                    <a:ext uri="{FF2B5EF4-FFF2-40B4-BE49-F238E27FC236}">
                      <a16:creationId xmlns:a16="http://schemas.microsoft.com/office/drawing/2014/main" id="{53A4B2B6-1984-4200-B2D5-8E72DAEA7C7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0486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0" name="矩形 178">
                  <a:extLst>
                    <a:ext uri="{FF2B5EF4-FFF2-40B4-BE49-F238E27FC236}">
                      <a16:creationId xmlns:a16="http://schemas.microsoft.com/office/drawing/2014/main" id="{76087437-8324-41B5-843A-7EA10ABA9D2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0486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1" name="矩形 178">
                  <a:extLst>
                    <a:ext uri="{FF2B5EF4-FFF2-40B4-BE49-F238E27FC236}">
                      <a16:creationId xmlns:a16="http://schemas.microsoft.com/office/drawing/2014/main" id="{A41A54E4-87B7-49B0-B775-AD6F36B260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2" name="矩形 178">
                  <a:extLst>
                    <a:ext uri="{FF2B5EF4-FFF2-40B4-BE49-F238E27FC236}">
                      <a16:creationId xmlns:a16="http://schemas.microsoft.com/office/drawing/2014/main" id="{2826360E-F3A5-40F5-9206-0BD4A00848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201018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3" name="矩形 178">
                  <a:extLst>
                    <a:ext uri="{FF2B5EF4-FFF2-40B4-BE49-F238E27FC236}">
                      <a16:creationId xmlns:a16="http://schemas.microsoft.com/office/drawing/2014/main" id="{39F55FBE-AD20-4920-8520-07C6083641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201018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4" name="矩形 178">
                  <a:extLst>
                    <a:ext uri="{FF2B5EF4-FFF2-40B4-BE49-F238E27FC236}">
                      <a16:creationId xmlns:a16="http://schemas.microsoft.com/office/drawing/2014/main" id="{04E8288B-856F-481E-80F8-DC4BCBD335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12766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05" name="箭號: 五邊形 604">
                  <a:extLst>
                    <a:ext uri="{FF2B5EF4-FFF2-40B4-BE49-F238E27FC236}">
                      <a16:creationId xmlns:a16="http://schemas.microsoft.com/office/drawing/2014/main" id="{7697F684-F511-4A67-AA6C-7E4EBCF82D44}"/>
                    </a:ext>
                  </a:extLst>
                </p:cNvPr>
                <p:cNvSpPr/>
                <p:nvPr/>
              </p:nvSpPr>
              <p:spPr>
                <a:xfrm>
                  <a:off x="798599" y="438724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06" name="箭號: 五邊形 605">
                  <a:extLst>
                    <a:ext uri="{FF2B5EF4-FFF2-40B4-BE49-F238E27FC236}">
                      <a16:creationId xmlns:a16="http://schemas.microsoft.com/office/drawing/2014/main" id="{2A08AAE1-6D51-431F-A349-A6043AE81175}"/>
                    </a:ext>
                  </a:extLst>
                </p:cNvPr>
                <p:cNvSpPr/>
                <p:nvPr/>
              </p:nvSpPr>
              <p:spPr>
                <a:xfrm>
                  <a:off x="798599" y="4542054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07" name="矩形 178">
                  <a:extLst>
                    <a:ext uri="{FF2B5EF4-FFF2-40B4-BE49-F238E27FC236}">
                      <a16:creationId xmlns:a16="http://schemas.microsoft.com/office/drawing/2014/main" id="{1B74975B-FFE4-4C98-93F2-A8893FA62CA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8" name="矩形 178">
                  <a:extLst>
                    <a:ext uri="{FF2B5EF4-FFF2-40B4-BE49-F238E27FC236}">
                      <a16:creationId xmlns:a16="http://schemas.microsoft.com/office/drawing/2014/main" id="{841F56CB-CD12-40EA-92D7-59FC844364E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383301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09" name="矩形 178">
                  <a:extLst>
                    <a:ext uri="{FF2B5EF4-FFF2-40B4-BE49-F238E27FC236}">
                      <a16:creationId xmlns:a16="http://schemas.microsoft.com/office/drawing/2014/main" id="{7380ABD3-8570-4647-BFFE-EBEF7F2DD0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383301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0" name="矩形 178">
                  <a:extLst>
                    <a:ext uri="{FF2B5EF4-FFF2-40B4-BE49-F238E27FC236}">
                      <a16:creationId xmlns:a16="http://schemas.microsoft.com/office/drawing/2014/main" id="{C226027B-03A4-41AB-93D6-A1DE5B5175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1" name="矩形 178">
                  <a:extLst>
                    <a:ext uri="{FF2B5EF4-FFF2-40B4-BE49-F238E27FC236}">
                      <a16:creationId xmlns:a16="http://schemas.microsoft.com/office/drawing/2014/main" id="{7E8A6106-3488-4B4D-A6F1-C344C25C35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4538109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2" name="矩形 178">
                  <a:extLst>
                    <a:ext uri="{FF2B5EF4-FFF2-40B4-BE49-F238E27FC236}">
                      <a16:creationId xmlns:a16="http://schemas.microsoft.com/office/drawing/2014/main" id="{56008223-D81A-41CC-BF85-6A69F9400D4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4538109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>
                      <a:solidFill>
                        <a:schemeClr val="bg1"/>
                      </a:solidFill>
                    </a:rPr>
                    <a:t>G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13" name="矩形 178">
                  <a:extLst>
                    <a:ext uri="{FF2B5EF4-FFF2-40B4-BE49-F238E27FC236}">
                      <a16:creationId xmlns:a16="http://schemas.microsoft.com/office/drawing/2014/main" id="{BC693754-63BF-49F4-AF83-028BF9F067C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4448599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4" name="箭號: 五邊形 613">
                  <a:extLst>
                    <a:ext uri="{FF2B5EF4-FFF2-40B4-BE49-F238E27FC236}">
                      <a16:creationId xmlns:a16="http://schemas.microsoft.com/office/drawing/2014/main" id="{2700FE2F-FF7E-4230-AF96-606B758A214F}"/>
                    </a:ext>
                  </a:extLst>
                </p:cNvPr>
                <p:cNvSpPr/>
                <p:nvPr/>
              </p:nvSpPr>
              <p:spPr>
                <a:xfrm>
                  <a:off x="798599" y="3682396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15" name="矩形 178">
                  <a:extLst>
                    <a:ext uri="{FF2B5EF4-FFF2-40B4-BE49-F238E27FC236}">
                      <a16:creationId xmlns:a16="http://schemas.microsoft.com/office/drawing/2014/main" id="{8826BB81-AC14-4117-B187-74BDC55F8EB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6" name="矩形 178">
                  <a:extLst>
                    <a:ext uri="{FF2B5EF4-FFF2-40B4-BE49-F238E27FC236}">
                      <a16:creationId xmlns:a16="http://schemas.microsoft.com/office/drawing/2014/main" id="{BA951C43-AE6D-4B41-A98C-9E9AEAEC8B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7" name="矩形 178">
                  <a:extLst>
                    <a:ext uri="{FF2B5EF4-FFF2-40B4-BE49-F238E27FC236}">
                      <a16:creationId xmlns:a16="http://schemas.microsoft.com/office/drawing/2014/main" id="{E788BC14-E8A0-4618-9DF7-F628E6D089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678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8" name="矩形 178">
                  <a:extLst>
                    <a:ext uri="{FF2B5EF4-FFF2-40B4-BE49-F238E27FC236}">
                      <a16:creationId xmlns:a16="http://schemas.microsoft.com/office/drawing/2014/main" id="{6F3E4974-BF98-4E2C-BF4D-608DE672070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679451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9" name="箭號: 五邊形 618">
                  <a:extLst>
                    <a:ext uri="{FF2B5EF4-FFF2-40B4-BE49-F238E27FC236}">
                      <a16:creationId xmlns:a16="http://schemas.microsoft.com/office/drawing/2014/main" id="{630B422C-D3B3-46FC-8FAB-C83D97054EB6}"/>
                    </a:ext>
                  </a:extLst>
                </p:cNvPr>
                <p:cNvSpPr/>
                <p:nvPr/>
              </p:nvSpPr>
              <p:spPr>
                <a:xfrm>
                  <a:off x="798599" y="3864681"/>
                  <a:ext cx="1435947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620" name="矩形 178">
                  <a:extLst>
                    <a:ext uri="{FF2B5EF4-FFF2-40B4-BE49-F238E27FC236}">
                      <a16:creationId xmlns:a16="http://schemas.microsoft.com/office/drawing/2014/main" id="{D2CFA0A2-097C-4A68-A57C-D2333B0B99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97392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1" name="矩形 178">
                  <a:extLst>
                    <a:ext uri="{FF2B5EF4-FFF2-40B4-BE49-F238E27FC236}">
                      <a16:creationId xmlns:a16="http://schemas.microsoft.com/office/drawing/2014/main" id="{8024BED1-B938-4C2A-AF03-A81DE19F884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7583" y="3860736"/>
                  <a:ext cx="149158" cy="137021"/>
                </a:xfrm>
                <a:prstGeom prst="rect">
                  <a:avLst/>
                </a:prstGeom>
                <a:solidFill>
                  <a:srgbClr val="FFC000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2" name="矩形 178">
                  <a:extLst>
                    <a:ext uri="{FF2B5EF4-FFF2-40B4-BE49-F238E27FC236}">
                      <a16:creationId xmlns:a16="http://schemas.microsoft.com/office/drawing/2014/main" id="{68282D43-884B-49F6-B6FE-108FE1C512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97778" y="3860736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T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3" name="矩形 178">
                  <a:extLst>
                    <a:ext uri="{FF2B5EF4-FFF2-40B4-BE49-F238E27FC236}">
                      <a16:creationId xmlns:a16="http://schemas.microsoft.com/office/drawing/2014/main" id="{9A9E1D8D-0AAF-4956-A9B3-619DF41D2B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308161" y="3866333"/>
                  <a:ext cx="149158" cy="137021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050" b="1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  <a:endParaRPr lang="zh-TW" altLang="en-US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624" name="直線接點 623">
                  <a:extLst>
                    <a:ext uri="{FF2B5EF4-FFF2-40B4-BE49-F238E27FC236}">
                      <a16:creationId xmlns:a16="http://schemas.microsoft.com/office/drawing/2014/main" id="{5A0A3668-A2B0-4A8E-84F1-AD406E803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3838104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線接點 624">
                  <a:extLst>
                    <a:ext uri="{FF2B5EF4-FFF2-40B4-BE49-F238E27FC236}">
                      <a16:creationId xmlns:a16="http://schemas.microsoft.com/office/drawing/2014/main" id="{928E8BB6-ED54-48F1-ABD1-78933ACDBF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025986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直線接點 625">
                  <a:extLst>
                    <a:ext uri="{FF2B5EF4-FFF2-40B4-BE49-F238E27FC236}">
                      <a16:creationId xmlns:a16="http://schemas.microsoft.com/office/drawing/2014/main" id="{8ACF1938-DD19-4996-9F4E-0B378AFCFC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864" y="4360671"/>
                  <a:ext cx="1847989" cy="0"/>
                </a:xfrm>
                <a:prstGeom prst="line">
                  <a:avLst/>
                </a:prstGeom>
                <a:ln w="19050">
                  <a:solidFill>
                    <a:schemeClr val="bg1">
                      <a:lumMod val="50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95" name="接點: 弧形 594">
                <a:extLst>
                  <a:ext uri="{FF2B5EF4-FFF2-40B4-BE49-F238E27FC236}">
                    <a16:creationId xmlns:a16="http://schemas.microsoft.com/office/drawing/2014/main" id="{981416DB-D956-45FC-842A-87CD30552FA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62382" y="2405434"/>
                <a:ext cx="12700" cy="334683"/>
              </a:xfrm>
              <a:prstGeom prst="curvedConnector3">
                <a:avLst>
                  <a:gd name="adj1" fmla="val 1800000"/>
                </a:avLst>
              </a:prstGeom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3" name="接點: 弧形 592">
              <a:extLst>
                <a:ext uri="{FF2B5EF4-FFF2-40B4-BE49-F238E27FC236}">
                  <a16:creationId xmlns:a16="http://schemas.microsoft.com/office/drawing/2014/main" id="{7BD442D3-18EF-4F95-B5AC-4D4F909C48CE}"/>
                </a:ext>
              </a:extLst>
            </p:cNvPr>
            <p:cNvCxnSpPr>
              <a:cxnSpLocks/>
              <a:stCxn id="614" idx="1"/>
              <a:endCxn id="619" idx="1"/>
            </p:cNvCxnSpPr>
            <p:nvPr/>
          </p:nvCxnSpPr>
          <p:spPr>
            <a:xfrm rot="10800000" flipV="1">
              <a:off x="5288740" y="2127299"/>
              <a:ext cx="12700" cy="182285"/>
            </a:xfrm>
            <a:prstGeom prst="curvedConnector3">
              <a:avLst>
                <a:gd name="adj1" fmla="val 1800000"/>
              </a:avLst>
            </a:prstGeom>
            <a:ln w="190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bg1">
                      <a:lumMod val="50000"/>
                    </a:schemeClr>
                  </a:gs>
                </a:gsLst>
                <a:lin ang="5400000" scaled="1"/>
              </a:gra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06463D08-AA34-4F92-B92C-14B71616655B}"/>
              </a:ext>
            </a:extLst>
          </p:cNvPr>
          <p:cNvGrpSpPr/>
          <p:nvPr/>
        </p:nvGrpSpPr>
        <p:grpSpPr>
          <a:xfrm>
            <a:off x="7352643" y="5062713"/>
            <a:ext cx="1610566" cy="688831"/>
            <a:chOff x="7352643" y="7589419"/>
            <a:chExt cx="1610566" cy="688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9" name="文字方塊 478">
                  <a:extLst>
                    <a:ext uri="{FF2B5EF4-FFF2-40B4-BE49-F238E27FC236}">
                      <a16:creationId xmlns:a16="http://schemas.microsoft.com/office/drawing/2014/main" id="{C5CF9626-66EC-4318-861D-EE4B31CACB9B}"/>
                    </a:ext>
                  </a:extLst>
                </p:cNvPr>
                <p:cNvSpPr txBox="1"/>
                <p:nvPr/>
              </p:nvSpPr>
              <p:spPr>
                <a:xfrm>
                  <a:off x="7352643" y="7749168"/>
                  <a:ext cx="4990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>
                      <a:solidFill>
                        <a:srgbClr val="C55A11"/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V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79" name="文字方塊 478">
                  <a:extLst>
                    <a:ext uri="{FF2B5EF4-FFF2-40B4-BE49-F238E27FC236}">
                      <a16:creationId xmlns:a16="http://schemas.microsoft.com/office/drawing/2014/main" id="{C5CF9626-66EC-4318-861D-EE4B31CAC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2643" y="7749168"/>
                  <a:ext cx="499047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0" name="群組 479">
              <a:extLst>
                <a:ext uri="{FF2B5EF4-FFF2-40B4-BE49-F238E27FC236}">
                  <a16:creationId xmlns:a16="http://schemas.microsoft.com/office/drawing/2014/main" id="{5FE0EC6A-B4FC-4863-8B7E-736D2B3B2EB1}"/>
                </a:ext>
              </a:extLst>
            </p:cNvPr>
            <p:cNvGrpSpPr/>
            <p:nvPr/>
          </p:nvGrpSpPr>
          <p:grpSpPr>
            <a:xfrm>
              <a:off x="7722535" y="7589419"/>
              <a:ext cx="1240674" cy="688831"/>
              <a:chOff x="3312678" y="1935045"/>
              <a:chExt cx="1240674" cy="688831"/>
            </a:xfrm>
          </p:grpSpPr>
          <p:sp>
            <p:nvSpPr>
              <p:cNvPr id="523" name="矩形: 圓角 522">
                <a:extLst>
                  <a:ext uri="{FF2B5EF4-FFF2-40B4-BE49-F238E27FC236}">
                    <a16:creationId xmlns:a16="http://schemas.microsoft.com/office/drawing/2014/main" id="{3798E1F1-DCEC-474C-BD55-78D65C9C940C}"/>
                  </a:ext>
                </a:extLst>
              </p:cNvPr>
              <p:cNvSpPr/>
              <p:nvPr/>
            </p:nvSpPr>
            <p:spPr>
              <a:xfrm>
                <a:off x="3312678" y="1935045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24" name="直線單箭頭接點 523">
                <a:extLst>
                  <a:ext uri="{FF2B5EF4-FFF2-40B4-BE49-F238E27FC236}">
                    <a16:creationId xmlns:a16="http://schemas.microsoft.com/office/drawing/2014/main" id="{05BA5741-64BA-4B9D-B555-0BFFC2D6E2C5}"/>
                  </a:ext>
                </a:extLst>
              </p:cNvPr>
              <p:cNvCxnSpPr>
                <a:cxnSpLocks/>
                <a:stCxn id="534" idx="6"/>
                <a:endCxn id="532" idx="2"/>
              </p:cNvCxnSpPr>
              <p:nvPr/>
            </p:nvCxnSpPr>
            <p:spPr>
              <a:xfrm flipV="1">
                <a:off x="3616193" y="2466683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單箭頭接點 524">
                <a:extLst>
                  <a:ext uri="{FF2B5EF4-FFF2-40B4-BE49-F238E27FC236}">
                    <a16:creationId xmlns:a16="http://schemas.microsoft.com/office/drawing/2014/main" id="{5EDF5076-EDC7-4338-A59A-A6C43D0354BC}"/>
                  </a:ext>
                </a:extLst>
              </p:cNvPr>
              <p:cNvCxnSpPr>
                <a:cxnSpLocks/>
                <a:stCxn id="532" idx="6"/>
                <a:endCxn id="533" idx="2"/>
              </p:cNvCxnSpPr>
              <p:nvPr/>
            </p:nvCxnSpPr>
            <p:spPr>
              <a:xfrm>
                <a:off x="4073149" y="2466683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單箭頭接點 525">
                <a:extLst>
                  <a:ext uri="{FF2B5EF4-FFF2-40B4-BE49-F238E27FC236}">
                    <a16:creationId xmlns:a16="http://schemas.microsoft.com/office/drawing/2014/main" id="{2AC4D76B-5B01-4AD8-BB73-7B6350EA9E81}"/>
                  </a:ext>
                </a:extLst>
              </p:cNvPr>
              <p:cNvCxnSpPr>
                <a:cxnSpLocks/>
                <a:stCxn id="534" idx="7"/>
                <a:endCxn id="529" idx="3"/>
              </p:cNvCxnSpPr>
              <p:nvPr/>
            </p:nvCxnSpPr>
            <p:spPr>
              <a:xfrm flipV="1">
                <a:off x="3577591" y="2187693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線單箭頭接點 526">
                <a:extLst>
                  <a:ext uri="{FF2B5EF4-FFF2-40B4-BE49-F238E27FC236}">
                    <a16:creationId xmlns:a16="http://schemas.microsoft.com/office/drawing/2014/main" id="{6F32F356-7346-44DC-8E98-DE8520929895}"/>
                  </a:ext>
                </a:extLst>
              </p:cNvPr>
              <p:cNvCxnSpPr>
                <a:cxnSpLocks/>
                <a:stCxn id="529" idx="5"/>
                <a:endCxn id="533" idx="1"/>
              </p:cNvCxnSpPr>
              <p:nvPr/>
            </p:nvCxnSpPr>
            <p:spPr>
              <a:xfrm>
                <a:off x="4035405" y="2187693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9" name="橢圓 528">
                <a:extLst>
                  <a:ext uri="{FF2B5EF4-FFF2-40B4-BE49-F238E27FC236}">
                    <a16:creationId xmlns:a16="http://schemas.microsoft.com/office/drawing/2014/main" id="{B66331C0-AE38-45F0-A725-B97DB2A75E0F}"/>
                  </a:ext>
                </a:extLst>
              </p:cNvPr>
              <p:cNvSpPr/>
              <p:nvPr/>
            </p:nvSpPr>
            <p:spPr>
              <a:xfrm>
                <a:off x="3810417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530" name="橢圓 529">
                <a:extLst>
                  <a:ext uri="{FF2B5EF4-FFF2-40B4-BE49-F238E27FC236}">
                    <a16:creationId xmlns:a16="http://schemas.microsoft.com/office/drawing/2014/main" id="{2E723AAA-F1C1-4F32-AA6E-6D5F0B9FE429}"/>
                  </a:ext>
                </a:extLst>
              </p:cNvPr>
              <p:cNvSpPr/>
              <p:nvPr/>
            </p:nvSpPr>
            <p:spPr>
              <a:xfrm>
                <a:off x="4264675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531" name="橢圓 530">
                <a:extLst>
                  <a:ext uri="{FF2B5EF4-FFF2-40B4-BE49-F238E27FC236}">
                    <a16:creationId xmlns:a16="http://schemas.microsoft.com/office/drawing/2014/main" id="{A06EE4DD-7DC0-4A72-942A-93DC1FBB454D}"/>
                  </a:ext>
                </a:extLst>
              </p:cNvPr>
              <p:cNvSpPr/>
              <p:nvPr/>
            </p:nvSpPr>
            <p:spPr>
              <a:xfrm>
                <a:off x="3352603" y="196506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532" name="橢圓 531">
                <a:extLst>
                  <a:ext uri="{FF2B5EF4-FFF2-40B4-BE49-F238E27FC236}">
                    <a16:creationId xmlns:a16="http://schemas.microsoft.com/office/drawing/2014/main" id="{692D36E5-9431-461B-AC70-68015B70B423}"/>
                  </a:ext>
                </a:extLst>
              </p:cNvPr>
              <p:cNvSpPr/>
              <p:nvPr/>
            </p:nvSpPr>
            <p:spPr>
              <a:xfrm>
                <a:off x="3809559" y="2334888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3" name="橢圓 532">
                <a:extLst>
                  <a:ext uri="{FF2B5EF4-FFF2-40B4-BE49-F238E27FC236}">
                    <a16:creationId xmlns:a16="http://schemas.microsoft.com/office/drawing/2014/main" id="{BF0BB09C-06AE-4114-9364-891F67C81B11}"/>
                  </a:ext>
                </a:extLst>
              </p:cNvPr>
              <p:cNvSpPr/>
              <p:nvPr/>
            </p:nvSpPr>
            <p:spPr>
              <a:xfrm>
                <a:off x="4264675" y="233488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4" name="橢圓 533">
                <a:extLst>
                  <a:ext uri="{FF2B5EF4-FFF2-40B4-BE49-F238E27FC236}">
                    <a16:creationId xmlns:a16="http://schemas.microsoft.com/office/drawing/2014/main" id="{39066EE7-1C50-45B3-8387-84104C645706}"/>
                  </a:ext>
                </a:extLst>
              </p:cNvPr>
              <p:cNvSpPr/>
              <p:nvPr/>
            </p:nvSpPr>
            <p:spPr>
              <a:xfrm>
                <a:off x="3352603" y="233724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81" name="群組 480">
            <a:extLst>
              <a:ext uri="{FF2B5EF4-FFF2-40B4-BE49-F238E27FC236}">
                <a16:creationId xmlns:a16="http://schemas.microsoft.com/office/drawing/2014/main" id="{543790F4-CCAF-452D-8392-5400E4182468}"/>
              </a:ext>
            </a:extLst>
          </p:cNvPr>
          <p:cNvGrpSpPr/>
          <p:nvPr/>
        </p:nvGrpSpPr>
        <p:grpSpPr>
          <a:xfrm>
            <a:off x="7352643" y="5849211"/>
            <a:ext cx="1610566" cy="688831"/>
            <a:chOff x="6973988" y="2607821"/>
            <a:chExt cx="1610566" cy="688831"/>
          </a:xfrm>
        </p:grpSpPr>
        <p:grpSp>
          <p:nvGrpSpPr>
            <p:cNvPr id="482" name="群組 481">
              <a:extLst>
                <a:ext uri="{FF2B5EF4-FFF2-40B4-BE49-F238E27FC236}">
                  <a16:creationId xmlns:a16="http://schemas.microsoft.com/office/drawing/2014/main" id="{264F9AA5-C308-4CE1-8B0B-85C312998208}"/>
                </a:ext>
              </a:extLst>
            </p:cNvPr>
            <p:cNvGrpSpPr/>
            <p:nvPr/>
          </p:nvGrpSpPr>
          <p:grpSpPr>
            <a:xfrm>
              <a:off x="7343880" y="2607821"/>
              <a:ext cx="1240674" cy="688831"/>
              <a:chOff x="3312678" y="1935045"/>
              <a:chExt cx="1240674" cy="688831"/>
            </a:xfrm>
          </p:grpSpPr>
          <p:sp>
            <p:nvSpPr>
              <p:cNvPr id="501" name="矩形: 圓角 500">
                <a:extLst>
                  <a:ext uri="{FF2B5EF4-FFF2-40B4-BE49-F238E27FC236}">
                    <a16:creationId xmlns:a16="http://schemas.microsoft.com/office/drawing/2014/main" id="{0925D922-2CC6-4A8B-AA35-A3668C4767FE}"/>
                  </a:ext>
                </a:extLst>
              </p:cNvPr>
              <p:cNvSpPr/>
              <p:nvPr/>
            </p:nvSpPr>
            <p:spPr>
              <a:xfrm>
                <a:off x="3312678" y="1935045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04" name="直線單箭頭接點 503">
                <a:extLst>
                  <a:ext uri="{FF2B5EF4-FFF2-40B4-BE49-F238E27FC236}">
                    <a16:creationId xmlns:a16="http://schemas.microsoft.com/office/drawing/2014/main" id="{DE360F8A-BF9F-40E7-9CFF-8A9060F4DE1F}"/>
                  </a:ext>
                </a:extLst>
              </p:cNvPr>
              <p:cNvCxnSpPr>
                <a:cxnSpLocks/>
                <a:stCxn id="519" idx="5"/>
                <a:endCxn id="520" idx="1"/>
              </p:cNvCxnSpPr>
              <p:nvPr/>
            </p:nvCxnSpPr>
            <p:spPr>
              <a:xfrm>
                <a:off x="3577591" y="2190053"/>
                <a:ext cx="270570" cy="18343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線單箭頭接點 506">
                <a:extLst>
                  <a:ext uri="{FF2B5EF4-FFF2-40B4-BE49-F238E27FC236}">
                    <a16:creationId xmlns:a16="http://schemas.microsoft.com/office/drawing/2014/main" id="{57950887-B5C1-4316-B718-19087A697D85}"/>
                  </a:ext>
                </a:extLst>
              </p:cNvPr>
              <p:cNvCxnSpPr>
                <a:cxnSpLocks/>
                <a:stCxn id="520" idx="7"/>
                <a:endCxn id="518" idx="3"/>
              </p:cNvCxnSpPr>
              <p:nvPr/>
            </p:nvCxnSpPr>
            <p:spPr>
              <a:xfrm flipV="1">
                <a:off x="4034547" y="2187693"/>
                <a:ext cx="268730" cy="185797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線單箭頭接點 508">
                <a:extLst>
                  <a:ext uri="{FF2B5EF4-FFF2-40B4-BE49-F238E27FC236}">
                    <a16:creationId xmlns:a16="http://schemas.microsoft.com/office/drawing/2014/main" id="{30E34358-3820-4A37-9E8F-5157AB940192}"/>
                  </a:ext>
                </a:extLst>
              </p:cNvPr>
              <p:cNvCxnSpPr>
                <a:cxnSpLocks/>
                <a:stCxn id="522" idx="6"/>
                <a:endCxn id="520" idx="2"/>
              </p:cNvCxnSpPr>
              <p:nvPr/>
            </p:nvCxnSpPr>
            <p:spPr>
              <a:xfrm flipV="1">
                <a:off x="3616193" y="2466683"/>
                <a:ext cx="193366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線單箭頭接點 509">
                <a:extLst>
                  <a:ext uri="{FF2B5EF4-FFF2-40B4-BE49-F238E27FC236}">
                    <a16:creationId xmlns:a16="http://schemas.microsoft.com/office/drawing/2014/main" id="{CDA7D5AD-30A5-45A2-A6BF-54CEEAE5DDAD}"/>
                  </a:ext>
                </a:extLst>
              </p:cNvPr>
              <p:cNvCxnSpPr>
                <a:cxnSpLocks/>
                <a:stCxn id="520" idx="6"/>
                <a:endCxn id="521" idx="2"/>
              </p:cNvCxnSpPr>
              <p:nvPr/>
            </p:nvCxnSpPr>
            <p:spPr>
              <a:xfrm>
                <a:off x="4073149" y="2466683"/>
                <a:ext cx="191526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線單箭頭接點 514">
                <a:extLst>
                  <a:ext uri="{FF2B5EF4-FFF2-40B4-BE49-F238E27FC236}">
                    <a16:creationId xmlns:a16="http://schemas.microsoft.com/office/drawing/2014/main" id="{920BFAF6-F739-427F-99F5-C00A1989E2D7}"/>
                  </a:ext>
                </a:extLst>
              </p:cNvPr>
              <p:cNvCxnSpPr>
                <a:cxnSpLocks/>
                <a:stCxn id="522" idx="7"/>
                <a:endCxn id="517" idx="3"/>
              </p:cNvCxnSpPr>
              <p:nvPr/>
            </p:nvCxnSpPr>
            <p:spPr>
              <a:xfrm flipV="1">
                <a:off x="3577591" y="2187693"/>
                <a:ext cx="271428" cy="18815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線單箭頭接點 515">
                <a:extLst>
                  <a:ext uri="{FF2B5EF4-FFF2-40B4-BE49-F238E27FC236}">
                    <a16:creationId xmlns:a16="http://schemas.microsoft.com/office/drawing/2014/main" id="{F5B4318A-2425-48AF-B3BF-8DE721B1DEB0}"/>
                  </a:ext>
                </a:extLst>
              </p:cNvPr>
              <p:cNvCxnSpPr>
                <a:cxnSpLocks/>
                <a:stCxn id="517" idx="5"/>
                <a:endCxn id="521" idx="1"/>
              </p:cNvCxnSpPr>
              <p:nvPr/>
            </p:nvCxnSpPr>
            <p:spPr>
              <a:xfrm>
                <a:off x="4035405" y="2187693"/>
                <a:ext cx="267872" cy="185797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7" name="橢圓 516">
                <a:extLst>
                  <a:ext uri="{FF2B5EF4-FFF2-40B4-BE49-F238E27FC236}">
                    <a16:creationId xmlns:a16="http://schemas.microsoft.com/office/drawing/2014/main" id="{0C8EBA6A-225C-43C7-B830-85781DF27D2F}"/>
                  </a:ext>
                </a:extLst>
              </p:cNvPr>
              <p:cNvSpPr/>
              <p:nvPr/>
            </p:nvSpPr>
            <p:spPr>
              <a:xfrm>
                <a:off x="3810417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518" name="橢圓 517">
                <a:extLst>
                  <a:ext uri="{FF2B5EF4-FFF2-40B4-BE49-F238E27FC236}">
                    <a16:creationId xmlns:a16="http://schemas.microsoft.com/office/drawing/2014/main" id="{B8158142-B210-4DF3-8304-7189506CF1C0}"/>
                  </a:ext>
                </a:extLst>
              </p:cNvPr>
              <p:cNvSpPr/>
              <p:nvPr/>
            </p:nvSpPr>
            <p:spPr>
              <a:xfrm>
                <a:off x="4264675" y="196270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519" name="橢圓 518">
                <a:extLst>
                  <a:ext uri="{FF2B5EF4-FFF2-40B4-BE49-F238E27FC236}">
                    <a16:creationId xmlns:a16="http://schemas.microsoft.com/office/drawing/2014/main" id="{98E200BA-6EA2-448A-9387-62F536E0826B}"/>
                  </a:ext>
                </a:extLst>
              </p:cNvPr>
              <p:cNvSpPr/>
              <p:nvPr/>
            </p:nvSpPr>
            <p:spPr>
              <a:xfrm>
                <a:off x="3352603" y="1965065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520" name="橢圓 519">
                <a:extLst>
                  <a:ext uri="{FF2B5EF4-FFF2-40B4-BE49-F238E27FC236}">
                    <a16:creationId xmlns:a16="http://schemas.microsoft.com/office/drawing/2014/main" id="{57F2B878-9D99-4197-A0FC-AD3E2A4D67D3}"/>
                  </a:ext>
                </a:extLst>
              </p:cNvPr>
              <p:cNvSpPr/>
              <p:nvPr/>
            </p:nvSpPr>
            <p:spPr>
              <a:xfrm>
                <a:off x="3809559" y="2334888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1" name="橢圓 520">
                <a:extLst>
                  <a:ext uri="{FF2B5EF4-FFF2-40B4-BE49-F238E27FC236}">
                    <a16:creationId xmlns:a16="http://schemas.microsoft.com/office/drawing/2014/main" id="{6EFDE054-62C4-48F1-AA5E-22BF4E89B3D2}"/>
                  </a:ext>
                </a:extLst>
              </p:cNvPr>
              <p:cNvSpPr/>
              <p:nvPr/>
            </p:nvSpPr>
            <p:spPr>
              <a:xfrm>
                <a:off x="4264675" y="233488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22" name="橢圓 521">
                <a:extLst>
                  <a:ext uri="{FF2B5EF4-FFF2-40B4-BE49-F238E27FC236}">
                    <a16:creationId xmlns:a16="http://schemas.microsoft.com/office/drawing/2014/main" id="{D33D44D1-1A3C-4536-B113-94522A41AC21}"/>
                  </a:ext>
                </a:extLst>
              </p:cNvPr>
              <p:cNvSpPr/>
              <p:nvPr/>
            </p:nvSpPr>
            <p:spPr>
              <a:xfrm>
                <a:off x="3352603" y="2337248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4" name="文字方塊 483">
                  <a:extLst>
                    <a:ext uri="{FF2B5EF4-FFF2-40B4-BE49-F238E27FC236}">
                      <a16:creationId xmlns:a16="http://schemas.microsoft.com/office/drawing/2014/main" id="{6D53739D-F3A6-48D8-B5B0-E7F5323493EC}"/>
                    </a:ext>
                  </a:extLst>
                </p:cNvPr>
                <p:cNvSpPr txBox="1"/>
                <p:nvPr/>
              </p:nvSpPr>
              <p:spPr>
                <a:xfrm>
                  <a:off x="6973988" y="2767570"/>
                  <a:ext cx="5337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zh-TW"/>
                  </a:defPPr>
                  <a:lvl1pPr>
                    <a:defRPr>
                      <a:solidFill>
                        <a:srgbClr val="C55A11"/>
                      </a:solidFill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0" lang="en-US" altLang="zh-TW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V</m:t>
                            </m:r>
                          </m:e>
                          <m:sub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r>
                              <a:rPr kumimoji="0" lang="en-US" altLang="zh-TW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29" name="文字方塊 628">
                  <a:extLst>
                    <a:ext uri="{FF2B5EF4-FFF2-40B4-BE49-F238E27FC236}">
                      <a16:creationId xmlns:a16="http://schemas.microsoft.com/office/drawing/2014/main" id="{8DFE72C4-C488-4BE0-BAB3-6DE57B22A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3988" y="2767570"/>
                  <a:ext cx="53373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D9AF8A55-72CF-4A7A-80D5-AD1B859291F9}"/>
              </a:ext>
            </a:extLst>
          </p:cNvPr>
          <p:cNvCxnSpPr/>
          <p:nvPr/>
        </p:nvCxnSpPr>
        <p:spPr>
          <a:xfrm>
            <a:off x="7392557" y="2298588"/>
            <a:ext cx="335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7" name="直線接點 536">
            <a:extLst>
              <a:ext uri="{FF2B5EF4-FFF2-40B4-BE49-F238E27FC236}">
                <a16:creationId xmlns:a16="http://schemas.microsoft.com/office/drawing/2014/main" id="{4E2604DB-BDDA-4294-8A2E-0EC4B0A91C9C}"/>
              </a:ext>
            </a:extLst>
          </p:cNvPr>
          <p:cNvCxnSpPr/>
          <p:nvPr/>
        </p:nvCxnSpPr>
        <p:spPr>
          <a:xfrm>
            <a:off x="7392557" y="5462556"/>
            <a:ext cx="33553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6" name="箭號: 向右 655">
            <a:extLst>
              <a:ext uri="{FF2B5EF4-FFF2-40B4-BE49-F238E27FC236}">
                <a16:creationId xmlns:a16="http://schemas.microsoft.com/office/drawing/2014/main" id="{3877E553-58E2-4DAB-BD2F-FB09D54ABB07}"/>
              </a:ext>
            </a:extLst>
          </p:cNvPr>
          <p:cNvSpPr/>
          <p:nvPr/>
        </p:nvSpPr>
        <p:spPr>
          <a:xfrm>
            <a:off x="9147131" y="5317850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300" name="群組 299">
            <a:extLst>
              <a:ext uri="{FF2B5EF4-FFF2-40B4-BE49-F238E27FC236}">
                <a16:creationId xmlns:a16="http://schemas.microsoft.com/office/drawing/2014/main" id="{2B9F2886-0022-4205-8A65-C565B2577CDE}"/>
              </a:ext>
            </a:extLst>
          </p:cNvPr>
          <p:cNvGrpSpPr/>
          <p:nvPr/>
        </p:nvGrpSpPr>
        <p:grpSpPr>
          <a:xfrm>
            <a:off x="9434612" y="1623098"/>
            <a:ext cx="1954449" cy="688831"/>
            <a:chOff x="8677033" y="1623098"/>
            <a:chExt cx="1954449" cy="688831"/>
          </a:xfrm>
        </p:grpSpPr>
        <p:sp>
          <p:nvSpPr>
            <p:cNvPr id="301" name="文字方塊 300">
              <a:extLst>
                <a:ext uri="{FF2B5EF4-FFF2-40B4-BE49-F238E27FC236}">
                  <a16:creationId xmlns:a16="http://schemas.microsoft.com/office/drawing/2014/main" id="{2D354E49-EE06-4B7F-9A08-028A9C427B3F}"/>
                </a:ext>
              </a:extLst>
            </p:cNvPr>
            <p:cNvSpPr txBox="1"/>
            <p:nvPr/>
          </p:nvSpPr>
          <p:spPr>
            <a:xfrm>
              <a:off x="8677033" y="1813625"/>
              <a:ext cx="722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Artifact</a:t>
              </a:r>
            </a:p>
          </p:txBody>
        </p:sp>
        <p:grpSp>
          <p:nvGrpSpPr>
            <p:cNvPr id="305" name="群組 304">
              <a:extLst>
                <a:ext uri="{FF2B5EF4-FFF2-40B4-BE49-F238E27FC236}">
                  <a16:creationId xmlns:a16="http://schemas.microsoft.com/office/drawing/2014/main" id="{11B875F8-04AD-4D99-952A-F3AEBFBAEFEE}"/>
                </a:ext>
              </a:extLst>
            </p:cNvPr>
            <p:cNvGrpSpPr/>
            <p:nvPr/>
          </p:nvGrpSpPr>
          <p:grpSpPr>
            <a:xfrm>
              <a:off x="9390808" y="1623098"/>
              <a:ext cx="1240674" cy="688831"/>
              <a:chOff x="8676336" y="1848459"/>
              <a:chExt cx="1240674" cy="688831"/>
            </a:xfrm>
          </p:grpSpPr>
          <p:sp>
            <p:nvSpPr>
              <p:cNvPr id="307" name="矩形: 圓角 306">
                <a:extLst>
                  <a:ext uri="{FF2B5EF4-FFF2-40B4-BE49-F238E27FC236}">
                    <a16:creationId xmlns:a16="http://schemas.microsoft.com/office/drawing/2014/main" id="{405D774F-C24B-4801-9A6B-AFF3566CDB1B}"/>
                  </a:ext>
                </a:extLst>
              </p:cNvPr>
              <p:cNvSpPr/>
              <p:nvPr/>
            </p:nvSpPr>
            <p:spPr>
              <a:xfrm>
                <a:off x="8676336" y="1848459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8" name="橢圓 307">
                <a:extLst>
                  <a:ext uri="{FF2B5EF4-FFF2-40B4-BE49-F238E27FC236}">
                    <a16:creationId xmlns:a16="http://schemas.microsoft.com/office/drawing/2014/main" id="{B3C53DE9-B4E5-465D-97D6-2C3522BAAFE9}"/>
                  </a:ext>
                </a:extLst>
              </p:cNvPr>
              <p:cNvSpPr/>
              <p:nvPr/>
            </p:nvSpPr>
            <p:spPr>
              <a:xfrm>
                <a:off x="9629123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309" name="橢圓 308">
                <a:extLst>
                  <a:ext uri="{FF2B5EF4-FFF2-40B4-BE49-F238E27FC236}">
                    <a16:creationId xmlns:a16="http://schemas.microsoft.com/office/drawing/2014/main" id="{40CAB6DE-B46C-4684-A234-DDA7F92B9CAD}"/>
                  </a:ext>
                </a:extLst>
              </p:cNvPr>
              <p:cNvSpPr/>
              <p:nvPr/>
            </p:nvSpPr>
            <p:spPr>
              <a:xfrm>
                <a:off x="9629123" y="2251452"/>
                <a:ext cx="262800" cy="2628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橢圓 309">
                <a:extLst>
                  <a:ext uri="{FF2B5EF4-FFF2-40B4-BE49-F238E27FC236}">
                    <a16:creationId xmlns:a16="http://schemas.microsoft.com/office/drawing/2014/main" id="{39766E8C-7757-436D-A105-F59F8AA95F99}"/>
                  </a:ext>
                </a:extLst>
              </p:cNvPr>
              <p:cNvSpPr/>
              <p:nvPr/>
            </p:nvSpPr>
            <p:spPr>
              <a:xfrm>
                <a:off x="9173217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311" name="橢圓 310">
                <a:extLst>
                  <a:ext uri="{FF2B5EF4-FFF2-40B4-BE49-F238E27FC236}">
                    <a16:creationId xmlns:a16="http://schemas.microsoft.com/office/drawing/2014/main" id="{ACDCA3FF-42E8-453A-A106-389E444135D8}"/>
                  </a:ext>
                </a:extLst>
              </p:cNvPr>
              <p:cNvSpPr/>
              <p:nvPr/>
            </p:nvSpPr>
            <p:spPr>
              <a:xfrm>
                <a:off x="9173217" y="2251452"/>
                <a:ext cx="262800" cy="26280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橢圓 311">
                <a:extLst>
                  <a:ext uri="{FF2B5EF4-FFF2-40B4-BE49-F238E27FC236}">
                    <a16:creationId xmlns:a16="http://schemas.microsoft.com/office/drawing/2014/main" id="{15AA7E14-AB94-40B7-8FF1-BFAAECD23A20}"/>
                  </a:ext>
                </a:extLst>
              </p:cNvPr>
              <p:cNvSpPr/>
              <p:nvPr/>
            </p:nvSpPr>
            <p:spPr>
              <a:xfrm>
                <a:off x="8716261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314" name="橢圓 313">
                <a:extLst>
                  <a:ext uri="{FF2B5EF4-FFF2-40B4-BE49-F238E27FC236}">
                    <a16:creationId xmlns:a16="http://schemas.microsoft.com/office/drawing/2014/main" id="{3A899DF2-AA39-46B4-B5C9-DF74748ACFA3}"/>
                  </a:ext>
                </a:extLst>
              </p:cNvPr>
              <p:cNvSpPr/>
              <p:nvPr/>
            </p:nvSpPr>
            <p:spPr>
              <a:xfrm>
                <a:off x="8716261" y="2251452"/>
                <a:ext cx="262800" cy="2628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15" name="直線單箭頭接點 314">
                <a:extLst>
                  <a:ext uri="{FF2B5EF4-FFF2-40B4-BE49-F238E27FC236}">
                    <a16:creationId xmlns:a16="http://schemas.microsoft.com/office/drawing/2014/main" id="{83AC3EDC-DC9A-4121-A42E-DA59163F62CB}"/>
                  </a:ext>
                </a:extLst>
              </p:cNvPr>
              <p:cNvCxnSpPr>
                <a:cxnSpLocks/>
                <a:stCxn id="312" idx="5"/>
                <a:endCxn id="311" idx="0"/>
              </p:cNvCxnSpPr>
              <p:nvPr/>
            </p:nvCxnSpPr>
            <p:spPr>
              <a:xfrm>
                <a:off x="8940575" y="2103583"/>
                <a:ext cx="364042" cy="147869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線單箭頭接點 316">
                <a:extLst>
                  <a:ext uri="{FF2B5EF4-FFF2-40B4-BE49-F238E27FC236}">
                    <a16:creationId xmlns:a16="http://schemas.microsoft.com/office/drawing/2014/main" id="{A784D689-D298-484C-94C0-49EAED58FAE0}"/>
                  </a:ext>
                </a:extLst>
              </p:cNvPr>
              <p:cNvCxnSpPr>
                <a:cxnSpLocks/>
                <a:stCxn id="311" idx="0"/>
                <a:endCxn id="308" idx="3"/>
              </p:cNvCxnSpPr>
              <p:nvPr/>
            </p:nvCxnSpPr>
            <p:spPr>
              <a:xfrm flipV="1">
                <a:off x="9304617" y="2103583"/>
                <a:ext cx="362992" cy="147869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線單箭頭接點 317">
                <a:extLst>
                  <a:ext uri="{FF2B5EF4-FFF2-40B4-BE49-F238E27FC236}">
                    <a16:creationId xmlns:a16="http://schemas.microsoft.com/office/drawing/2014/main" id="{619F8699-DF98-4AF1-954F-CEC468848E70}"/>
                  </a:ext>
                </a:extLst>
              </p:cNvPr>
              <p:cNvCxnSpPr>
                <a:cxnSpLocks/>
                <a:stCxn id="311" idx="2"/>
                <a:endCxn id="308" idx="4"/>
              </p:cNvCxnSpPr>
              <p:nvPr/>
            </p:nvCxnSpPr>
            <p:spPr>
              <a:xfrm flipV="1">
                <a:off x="9173217" y="2142069"/>
                <a:ext cx="587306" cy="240783"/>
              </a:xfrm>
              <a:prstGeom prst="straightConnector1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線單箭頭接點 318">
                <a:extLst>
                  <a:ext uri="{FF2B5EF4-FFF2-40B4-BE49-F238E27FC236}">
                    <a16:creationId xmlns:a16="http://schemas.microsoft.com/office/drawing/2014/main" id="{0CC2D3C0-EEC5-48AC-8304-52CB7A22A7FA}"/>
                  </a:ext>
                </a:extLst>
              </p:cNvPr>
              <p:cNvCxnSpPr>
                <a:cxnSpLocks/>
                <a:stCxn id="311" idx="6"/>
                <a:endCxn id="309" idx="2"/>
              </p:cNvCxnSpPr>
              <p:nvPr/>
            </p:nvCxnSpPr>
            <p:spPr>
              <a:xfrm>
                <a:off x="9436017" y="2382852"/>
                <a:ext cx="193106" cy="0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prstDash val="lgDashDot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線單箭頭接點 319">
                <a:extLst>
                  <a:ext uri="{FF2B5EF4-FFF2-40B4-BE49-F238E27FC236}">
                    <a16:creationId xmlns:a16="http://schemas.microsoft.com/office/drawing/2014/main" id="{845B07C1-641F-4016-B9B4-B99AFDCA39CA}"/>
                  </a:ext>
                </a:extLst>
              </p:cNvPr>
              <p:cNvCxnSpPr>
                <a:cxnSpLocks/>
                <a:stCxn id="312" idx="4"/>
                <a:endCxn id="311" idx="6"/>
              </p:cNvCxnSpPr>
              <p:nvPr/>
            </p:nvCxnSpPr>
            <p:spPr>
              <a:xfrm>
                <a:off x="8847661" y="2142069"/>
                <a:ext cx="588356" cy="240783"/>
              </a:xfrm>
              <a:prstGeom prst="straightConnector1">
                <a:avLst/>
              </a:prstGeom>
              <a:ln w="19050">
                <a:solidFill>
                  <a:srgbClr val="7030A0"/>
                </a:solidFill>
                <a:prstDash val="lgDashDot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線單箭頭接點 320">
                <a:extLst>
                  <a:ext uri="{FF2B5EF4-FFF2-40B4-BE49-F238E27FC236}">
                    <a16:creationId xmlns:a16="http://schemas.microsoft.com/office/drawing/2014/main" id="{DBB279DE-47C9-4A4A-865C-00AD67AE4DA5}"/>
                  </a:ext>
                </a:extLst>
              </p:cNvPr>
              <p:cNvCxnSpPr>
                <a:cxnSpLocks/>
                <a:stCxn id="314" idx="6"/>
                <a:endCxn id="311" idx="2"/>
              </p:cNvCxnSpPr>
              <p:nvPr/>
            </p:nvCxnSpPr>
            <p:spPr>
              <a:xfrm>
                <a:off x="8979061" y="2382852"/>
                <a:ext cx="194156" cy="0"/>
              </a:xfrm>
              <a:prstGeom prst="straightConnector1">
                <a:avLst/>
              </a:prstGeom>
              <a:ln w="19050">
                <a:solidFill>
                  <a:schemeClr val="bg1">
                    <a:lumMod val="65000"/>
                  </a:schemeClr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22" name="群組 321">
            <a:extLst>
              <a:ext uri="{FF2B5EF4-FFF2-40B4-BE49-F238E27FC236}">
                <a16:creationId xmlns:a16="http://schemas.microsoft.com/office/drawing/2014/main" id="{AEB8A60F-30D8-40FD-BFB8-5D90D7C02076}"/>
              </a:ext>
            </a:extLst>
          </p:cNvPr>
          <p:cNvGrpSpPr/>
          <p:nvPr/>
        </p:nvGrpSpPr>
        <p:grpSpPr>
          <a:xfrm>
            <a:off x="9460704" y="2372376"/>
            <a:ext cx="1902264" cy="1334076"/>
            <a:chOff x="10093913" y="1826250"/>
            <a:chExt cx="1902264" cy="1334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4" name="文字方塊 323">
                  <a:extLst>
                    <a:ext uri="{FF2B5EF4-FFF2-40B4-BE49-F238E27FC236}">
                      <a16:creationId xmlns:a16="http://schemas.microsoft.com/office/drawing/2014/main" id="{9C52B0AA-B824-4EEB-B50F-E2149D40F3CB}"/>
                    </a:ext>
                  </a:extLst>
                </p:cNvPr>
                <p:cNvSpPr txBox="1"/>
                <p:nvPr/>
              </p:nvSpPr>
              <p:spPr>
                <a:xfrm>
                  <a:off x="11122092" y="2251555"/>
                  <a:ext cx="874085" cy="4848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=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TW" b="0" i="0" dirty="0" smtClean="0"/>
                        <m:t>&gt;</m:t>
                      </m:r>
                      <m:r>
                        <m:rPr>
                          <m:nor/>
                        </m:rPr>
                        <a:rPr lang="zh-TW" altLang="en-US" dirty="0"/>
                        <m:t> </m:t>
                      </m:r>
                      <m:r>
                        <m:rPr>
                          <m:nor/>
                        </m:rPr>
                        <a:rPr lang="zh-TW" altLang="el-GR" dirty="0"/>
                        <m:t>𝜏</m:t>
                      </m:r>
                    </m:oMath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8" name="文字方塊 307">
                  <a:extLst>
                    <a:ext uri="{FF2B5EF4-FFF2-40B4-BE49-F238E27FC236}">
                      <a16:creationId xmlns:a16="http://schemas.microsoft.com/office/drawing/2014/main" id="{CBCAACD0-724D-4FEA-AED7-7AB6BA976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22092" y="2251555"/>
                  <a:ext cx="874085" cy="484876"/>
                </a:xfrm>
                <a:prstGeom prst="rect">
                  <a:avLst/>
                </a:prstGeom>
                <a:blipFill>
                  <a:blip r:embed="rId12"/>
                  <a:stretch>
                    <a:fillRect l="-5594" b="-88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5" name="群組 324">
              <a:extLst>
                <a:ext uri="{FF2B5EF4-FFF2-40B4-BE49-F238E27FC236}">
                  <a16:creationId xmlns:a16="http://schemas.microsoft.com/office/drawing/2014/main" id="{DA026599-6CFB-4ECD-8456-3EF866317F8E}"/>
                </a:ext>
              </a:extLst>
            </p:cNvPr>
            <p:cNvGrpSpPr/>
            <p:nvPr/>
          </p:nvGrpSpPr>
          <p:grpSpPr>
            <a:xfrm>
              <a:off x="10093913" y="1826250"/>
              <a:ext cx="1024372" cy="1334076"/>
              <a:chOff x="6206878" y="1722927"/>
              <a:chExt cx="1024372" cy="1334076"/>
            </a:xfrm>
          </p:grpSpPr>
          <p:cxnSp>
            <p:nvCxnSpPr>
              <p:cNvPr id="326" name="直線接點 325">
                <a:extLst>
                  <a:ext uri="{FF2B5EF4-FFF2-40B4-BE49-F238E27FC236}">
                    <a16:creationId xmlns:a16="http://schemas.microsoft.com/office/drawing/2014/main" id="{1A00BEE7-C344-40B9-95E1-F30DE5CEEA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3095" y="2388680"/>
                <a:ext cx="908155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27" name="群組 326">
                <a:extLst>
                  <a:ext uri="{FF2B5EF4-FFF2-40B4-BE49-F238E27FC236}">
                    <a16:creationId xmlns:a16="http://schemas.microsoft.com/office/drawing/2014/main" id="{66894411-EAB2-4B5B-B0CF-AAAA3113BF4C}"/>
                  </a:ext>
                </a:extLst>
              </p:cNvPr>
              <p:cNvGrpSpPr/>
              <p:nvPr/>
            </p:nvGrpSpPr>
            <p:grpSpPr>
              <a:xfrm>
                <a:off x="6206878" y="2404828"/>
                <a:ext cx="998991" cy="652175"/>
                <a:chOff x="8940759" y="2985522"/>
                <a:chExt cx="998991" cy="652175"/>
              </a:xfrm>
            </p:grpSpPr>
            <p:grpSp>
              <p:nvGrpSpPr>
                <p:cNvPr id="339" name="群組 338">
                  <a:extLst>
                    <a:ext uri="{FF2B5EF4-FFF2-40B4-BE49-F238E27FC236}">
                      <a16:creationId xmlns:a16="http://schemas.microsoft.com/office/drawing/2014/main" id="{44E9C3F2-E480-43F7-8A58-95F406AB792D}"/>
                    </a:ext>
                  </a:extLst>
                </p:cNvPr>
                <p:cNvGrpSpPr/>
                <p:nvPr/>
              </p:nvGrpSpPr>
              <p:grpSpPr>
                <a:xfrm>
                  <a:off x="9188294" y="2985522"/>
                  <a:ext cx="602371" cy="369332"/>
                  <a:chOff x="9188294" y="2997768"/>
                  <a:chExt cx="602371" cy="415966"/>
                </a:xfrm>
              </p:grpSpPr>
              <p:cxnSp>
                <p:nvCxnSpPr>
                  <p:cNvPr id="341" name="直線單箭頭接點 340">
                    <a:extLst>
                      <a:ext uri="{FF2B5EF4-FFF2-40B4-BE49-F238E27FC236}">
                        <a16:creationId xmlns:a16="http://schemas.microsoft.com/office/drawing/2014/main" id="{8FC7D407-DB25-45A9-B6CD-DEBD8CB8E4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0">
                    <a:off x="8980311" y="3205751"/>
                    <a:ext cx="415966" cy="0"/>
                  </a:xfrm>
                  <a:prstGeom prst="straightConnector1">
                    <a:avLst/>
                  </a:prstGeom>
                  <a:ln w="19050">
                    <a:solidFill>
                      <a:schemeClr val="accent6"/>
                    </a:solidFill>
                    <a:prstDash val="lg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直線單箭頭接點 341">
                    <a:extLst>
                      <a:ext uri="{FF2B5EF4-FFF2-40B4-BE49-F238E27FC236}">
                        <a16:creationId xmlns:a16="http://schemas.microsoft.com/office/drawing/2014/main" id="{8A0D0A95-104D-4D3B-BDC2-1A3A91F6AA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0">
                    <a:off x="9181101" y="3205751"/>
                    <a:ext cx="415966" cy="0"/>
                  </a:xfrm>
                  <a:prstGeom prst="straightConnector1">
                    <a:avLst/>
                  </a:prstGeom>
                  <a:ln w="19050">
                    <a:solidFill>
                      <a:schemeClr val="bg1">
                        <a:lumMod val="65000"/>
                      </a:schemeClr>
                    </a:solidFill>
                    <a:prstDash val="sysDash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直線單箭頭接點 342">
                    <a:extLst>
                      <a:ext uri="{FF2B5EF4-FFF2-40B4-BE49-F238E27FC236}">
                        <a16:creationId xmlns:a16="http://schemas.microsoft.com/office/drawing/2014/main" id="{00C7D8D0-1787-4F02-B343-EE9BC4212F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0">
                    <a:off x="9381891" y="3205751"/>
                    <a:ext cx="415966" cy="0"/>
                  </a:xfrm>
                  <a:prstGeom prst="straightConnector1">
                    <a:avLst/>
                  </a:prstGeom>
                  <a:ln w="19050">
                    <a:solidFill>
                      <a:srgbClr val="7030A0"/>
                    </a:solidFill>
                    <a:prstDash val="lgDashDot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線單箭頭接點 343">
                    <a:extLst>
                      <a:ext uri="{FF2B5EF4-FFF2-40B4-BE49-F238E27FC236}">
                        <a16:creationId xmlns:a16="http://schemas.microsoft.com/office/drawing/2014/main" id="{064679C8-7D5A-4734-97D6-D1A878D6F4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0">
                    <a:off x="9582682" y="3205751"/>
                    <a:ext cx="415966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40" name="文字方塊 339">
                  <a:extLst>
                    <a:ext uri="{FF2B5EF4-FFF2-40B4-BE49-F238E27FC236}">
                      <a16:creationId xmlns:a16="http://schemas.microsoft.com/office/drawing/2014/main" id="{3EA1C43E-A5CE-424E-8327-A8F34A0FC698}"/>
                    </a:ext>
                  </a:extLst>
                </p:cNvPr>
                <p:cNvSpPr txBox="1"/>
                <p:nvPr/>
              </p:nvSpPr>
              <p:spPr>
                <a:xfrm>
                  <a:off x="8940759" y="3268365"/>
                  <a:ext cx="9989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1+0+0+2</a:t>
                  </a:r>
                  <a:endParaRPr lang="zh-TW" altLang="en-US" dirty="0"/>
                </a:p>
              </p:txBody>
            </p:sp>
          </p:grpSp>
          <p:grpSp>
            <p:nvGrpSpPr>
              <p:cNvPr id="328" name="群組 327">
                <a:extLst>
                  <a:ext uri="{FF2B5EF4-FFF2-40B4-BE49-F238E27FC236}">
                    <a16:creationId xmlns:a16="http://schemas.microsoft.com/office/drawing/2014/main" id="{D3E8FB9D-9CC6-4BE6-8DF3-AC9F3B68C2F3}"/>
                  </a:ext>
                </a:extLst>
              </p:cNvPr>
              <p:cNvGrpSpPr/>
              <p:nvPr/>
            </p:nvGrpSpPr>
            <p:grpSpPr>
              <a:xfrm>
                <a:off x="6400310" y="1722927"/>
                <a:ext cx="766557" cy="652175"/>
                <a:chOff x="9023329" y="1837860"/>
                <a:chExt cx="766557" cy="652175"/>
              </a:xfrm>
            </p:grpSpPr>
            <p:cxnSp>
              <p:nvCxnSpPr>
                <p:cNvPr id="329" name="直線單箭頭接點 328">
                  <a:extLst>
                    <a:ext uri="{FF2B5EF4-FFF2-40B4-BE49-F238E27FC236}">
                      <a16:creationId xmlns:a16="http://schemas.microsoft.com/office/drawing/2014/main" id="{EA7D78A7-51F9-4034-AE5A-6778D58991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>
                  <a:off x="9086198" y="2022526"/>
                  <a:ext cx="369332" cy="0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線單箭頭接點 329">
                  <a:extLst>
                    <a:ext uri="{FF2B5EF4-FFF2-40B4-BE49-F238E27FC236}">
                      <a16:creationId xmlns:a16="http://schemas.microsoft.com/office/drawing/2014/main" id="{EB31BC95-8319-4C71-BE30-DD16335922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>
                  <a:off x="9286988" y="2022526"/>
                  <a:ext cx="369332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65000"/>
                    </a:schemeClr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線單箭頭接點 331">
                  <a:extLst>
                    <a:ext uri="{FF2B5EF4-FFF2-40B4-BE49-F238E27FC236}">
                      <a16:creationId xmlns:a16="http://schemas.microsoft.com/office/drawing/2014/main" id="{6EF74F62-13FC-45F2-93CE-B6CA0B8F6E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>
                  <a:off x="9487778" y="2022526"/>
                  <a:ext cx="369332" cy="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prstDash val="lgDashDot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8" name="文字方塊 337">
                  <a:extLst>
                    <a:ext uri="{FF2B5EF4-FFF2-40B4-BE49-F238E27FC236}">
                      <a16:creationId xmlns:a16="http://schemas.microsoft.com/office/drawing/2014/main" id="{57EF7A90-8DB3-41C2-BB4C-F11B65C1DC5D}"/>
                    </a:ext>
                  </a:extLst>
                </p:cNvPr>
                <p:cNvSpPr txBox="1"/>
                <p:nvPr/>
              </p:nvSpPr>
              <p:spPr>
                <a:xfrm>
                  <a:off x="9023329" y="2120703"/>
                  <a:ext cx="76655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1+0+0</a:t>
                  </a:r>
                  <a:endParaRPr lang="zh-TW" altLang="en-US" dirty="0"/>
                </a:p>
              </p:txBody>
            </p:sp>
          </p:grpSp>
        </p:grpSp>
      </p:grpSp>
      <p:sp>
        <p:nvSpPr>
          <p:cNvPr id="358" name="箭號: 向右 357">
            <a:extLst>
              <a:ext uri="{FF2B5EF4-FFF2-40B4-BE49-F238E27FC236}">
                <a16:creationId xmlns:a16="http://schemas.microsoft.com/office/drawing/2014/main" id="{25C1F8D2-4B33-4F0E-8B03-3BFC7ED38C08}"/>
              </a:ext>
            </a:extLst>
          </p:cNvPr>
          <p:cNvSpPr/>
          <p:nvPr/>
        </p:nvSpPr>
        <p:spPr>
          <a:xfrm rot="5400000">
            <a:off x="11052574" y="3764330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359" name="群組 358">
            <a:extLst>
              <a:ext uri="{FF2B5EF4-FFF2-40B4-BE49-F238E27FC236}">
                <a16:creationId xmlns:a16="http://schemas.microsoft.com/office/drawing/2014/main" id="{6B03C0DF-C861-4AE6-A6F2-A704B5284791}"/>
              </a:ext>
            </a:extLst>
          </p:cNvPr>
          <p:cNvGrpSpPr/>
          <p:nvPr/>
        </p:nvGrpSpPr>
        <p:grpSpPr>
          <a:xfrm>
            <a:off x="9734162" y="5507978"/>
            <a:ext cx="1355348" cy="1334076"/>
            <a:chOff x="9734162" y="8605351"/>
            <a:chExt cx="1355348" cy="13340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0" name="文字方塊 359">
                  <a:extLst>
                    <a:ext uri="{FF2B5EF4-FFF2-40B4-BE49-F238E27FC236}">
                      <a16:creationId xmlns:a16="http://schemas.microsoft.com/office/drawing/2014/main" id="{13569465-6217-4F35-8211-C460478E0925}"/>
                    </a:ext>
                  </a:extLst>
                </p:cNvPr>
                <p:cNvSpPr txBox="1"/>
                <p:nvPr/>
              </p:nvSpPr>
              <p:spPr>
                <a:xfrm>
                  <a:off x="10188301" y="9030656"/>
                  <a:ext cx="901209" cy="4834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= 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a14:m>
                  <a:r>
                    <a:rPr lang="en-US" altLang="zh-TW" dirty="0"/>
                    <a:t> = </a:t>
                  </a:r>
                  <a:r>
                    <a:rPr lang="zh-TW" altLang="en-US" dirty="0"/>
                    <a:t>𝛿</a:t>
                  </a:r>
                </a:p>
              </p:txBody>
            </p:sp>
          </mc:Choice>
          <mc:Fallback xmlns="">
            <p:sp>
              <p:nvSpPr>
                <p:cNvPr id="330" name="文字方塊 329">
                  <a:extLst>
                    <a:ext uri="{FF2B5EF4-FFF2-40B4-BE49-F238E27FC236}">
                      <a16:creationId xmlns:a16="http://schemas.microsoft.com/office/drawing/2014/main" id="{C0726E01-F971-4616-9886-D68E54D3B8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8301" y="9030656"/>
                  <a:ext cx="901209" cy="483466"/>
                </a:xfrm>
                <a:prstGeom prst="rect">
                  <a:avLst/>
                </a:prstGeom>
                <a:blipFill>
                  <a:blip r:embed="rId13"/>
                  <a:stretch>
                    <a:fillRect l="-5405" r="-4730" b="-75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1" name="直線接點 360">
              <a:extLst>
                <a:ext uri="{FF2B5EF4-FFF2-40B4-BE49-F238E27FC236}">
                  <a16:creationId xmlns:a16="http://schemas.microsoft.com/office/drawing/2014/main" id="{D9FC57E2-2BAF-40F8-BDAB-04D786007245}"/>
                </a:ext>
              </a:extLst>
            </p:cNvPr>
            <p:cNvCxnSpPr>
              <a:cxnSpLocks/>
            </p:cNvCxnSpPr>
            <p:nvPr/>
          </p:nvCxnSpPr>
          <p:spPr>
            <a:xfrm>
              <a:off x="9734162" y="9272389"/>
              <a:ext cx="384583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62" name="群組 361">
              <a:extLst>
                <a:ext uri="{FF2B5EF4-FFF2-40B4-BE49-F238E27FC236}">
                  <a16:creationId xmlns:a16="http://schemas.microsoft.com/office/drawing/2014/main" id="{AAB35380-4C07-4510-ADA5-B22DD18B230B}"/>
                </a:ext>
              </a:extLst>
            </p:cNvPr>
            <p:cNvGrpSpPr/>
            <p:nvPr/>
          </p:nvGrpSpPr>
          <p:grpSpPr>
            <a:xfrm>
              <a:off x="9734162" y="8605351"/>
              <a:ext cx="301686" cy="1334076"/>
              <a:chOff x="9573805" y="4048658"/>
              <a:chExt cx="301686" cy="1334076"/>
            </a:xfrm>
          </p:grpSpPr>
          <p:cxnSp>
            <p:nvCxnSpPr>
              <p:cNvPr id="363" name="直線單箭頭接點 362">
                <a:extLst>
                  <a:ext uri="{FF2B5EF4-FFF2-40B4-BE49-F238E27FC236}">
                    <a16:creationId xmlns:a16="http://schemas.microsoft.com/office/drawing/2014/main" id="{5C1C9FA9-5EA1-400D-872B-24DAECEAFDD5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>
                <a:off x="9539982" y="4915225"/>
                <a:ext cx="369332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4" name="文字方塊 363">
                <a:extLst>
                  <a:ext uri="{FF2B5EF4-FFF2-40B4-BE49-F238E27FC236}">
                    <a16:creationId xmlns:a16="http://schemas.microsoft.com/office/drawing/2014/main" id="{C6D53C09-E4B6-4D85-9BE8-540A34BB4B4F}"/>
                  </a:ext>
                </a:extLst>
              </p:cNvPr>
              <p:cNvSpPr txBox="1"/>
              <p:nvPr/>
            </p:nvSpPr>
            <p:spPr>
              <a:xfrm>
                <a:off x="9573805" y="5013402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cxnSp>
            <p:nvCxnSpPr>
              <p:cNvPr id="365" name="直線單箭頭接點 364">
                <a:extLst>
                  <a:ext uri="{FF2B5EF4-FFF2-40B4-BE49-F238E27FC236}">
                    <a16:creationId xmlns:a16="http://schemas.microsoft.com/office/drawing/2014/main" id="{8D127100-164D-440B-911C-909D1E8D036C}"/>
                  </a:ext>
                </a:extLst>
              </p:cNvPr>
              <p:cNvCxnSpPr>
                <a:cxnSpLocks/>
              </p:cNvCxnSpPr>
              <p:nvPr/>
            </p:nvCxnSpPr>
            <p:spPr>
              <a:xfrm rot="18000000">
                <a:off x="9539982" y="4233324"/>
                <a:ext cx="369332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6" name="文字方塊 365">
                <a:extLst>
                  <a:ext uri="{FF2B5EF4-FFF2-40B4-BE49-F238E27FC236}">
                    <a16:creationId xmlns:a16="http://schemas.microsoft.com/office/drawing/2014/main" id="{1DE33186-5119-4C59-8D3E-FFEB58E4B4AF}"/>
                  </a:ext>
                </a:extLst>
              </p:cNvPr>
              <p:cNvSpPr txBox="1"/>
              <p:nvPr/>
            </p:nvSpPr>
            <p:spPr>
              <a:xfrm>
                <a:off x="9573805" y="433150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</p:grpSp>
      </p:grpSp>
      <p:grpSp>
        <p:nvGrpSpPr>
          <p:cNvPr id="367" name="群組 366">
            <a:extLst>
              <a:ext uri="{FF2B5EF4-FFF2-40B4-BE49-F238E27FC236}">
                <a16:creationId xmlns:a16="http://schemas.microsoft.com/office/drawing/2014/main" id="{63E6E631-55A2-4C4C-8B39-E93153D86DAF}"/>
              </a:ext>
            </a:extLst>
          </p:cNvPr>
          <p:cNvGrpSpPr/>
          <p:nvPr/>
        </p:nvGrpSpPr>
        <p:grpSpPr>
          <a:xfrm>
            <a:off x="9434612" y="4758700"/>
            <a:ext cx="1954449" cy="688831"/>
            <a:chOff x="8677033" y="1623098"/>
            <a:chExt cx="1954449" cy="688831"/>
          </a:xfrm>
        </p:grpSpPr>
        <p:sp>
          <p:nvSpPr>
            <p:cNvPr id="368" name="文字方塊 367">
              <a:extLst>
                <a:ext uri="{FF2B5EF4-FFF2-40B4-BE49-F238E27FC236}">
                  <a16:creationId xmlns:a16="http://schemas.microsoft.com/office/drawing/2014/main" id="{BB0EB1C6-9814-4265-B801-94CC00BB0023}"/>
                </a:ext>
              </a:extLst>
            </p:cNvPr>
            <p:cNvSpPr txBox="1"/>
            <p:nvPr/>
          </p:nvSpPr>
          <p:spPr>
            <a:xfrm>
              <a:off x="8677033" y="1813625"/>
              <a:ext cx="722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C55A11"/>
                  </a:solidFill>
                </a:defRPr>
              </a:lvl1pPr>
            </a:lstStyle>
            <a:p>
              <a:pPr algn="ctr"/>
              <a:r>
                <a:rPr lang="en-US" altLang="zh-TW" sz="1400" dirty="0">
                  <a:solidFill>
                    <a:schemeClr val="tx1"/>
                  </a:solidFill>
                </a:rPr>
                <a:t>Artifact</a:t>
              </a:r>
            </a:p>
          </p:txBody>
        </p:sp>
        <p:grpSp>
          <p:nvGrpSpPr>
            <p:cNvPr id="369" name="群組 368">
              <a:extLst>
                <a:ext uri="{FF2B5EF4-FFF2-40B4-BE49-F238E27FC236}">
                  <a16:creationId xmlns:a16="http://schemas.microsoft.com/office/drawing/2014/main" id="{F697B0BD-1B1C-440F-A51D-4C83F7527589}"/>
                </a:ext>
              </a:extLst>
            </p:cNvPr>
            <p:cNvGrpSpPr/>
            <p:nvPr/>
          </p:nvGrpSpPr>
          <p:grpSpPr>
            <a:xfrm>
              <a:off x="9390808" y="1623098"/>
              <a:ext cx="1240674" cy="688831"/>
              <a:chOff x="8676336" y="1848459"/>
              <a:chExt cx="1240674" cy="688831"/>
            </a:xfrm>
          </p:grpSpPr>
          <p:sp>
            <p:nvSpPr>
              <p:cNvPr id="379" name="矩形: 圓角 378">
                <a:extLst>
                  <a:ext uri="{FF2B5EF4-FFF2-40B4-BE49-F238E27FC236}">
                    <a16:creationId xmlns:a16="http://schemas.microsoft.com/office/drawing/2014/main" id="{FDF6DCBA-DF50-420F-8BDB-B51F4EEED1A5}"/>
                  </a:ext>
                </a:extLst>
              </p:cNvPr>
              <p:cNvSpPr/>
              <p:nvPr/>
            </p:nvSpPr>
            <p:spPr>
              <a:xfrm>
                <a:off x="8676336" y="1848459"/>
                <a:ext cx="1240674" cy="688831"/>
              </a:xfrm>
              <a:prstGeom prst="round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5" name="橢圓 384">
                <a:extLst>
                  <a:ext uri="{FF2B5EF4-FFF2-40B4-BE49-F238E27FC236}">
                    <a16:creationId xmlns:a16="http://schemas.microsoft.com/office/drawing/2014/main" id="{94881B8A-B391-4991-ADB0-8053D2823FA1}"/>
                  </a:ext>
                </a:extLst>
              </p:cNvPr>
              <p:cNvSpPr/>
              <p:nvPr/>
            </p:nvSpPr>
            <p:spPr>
              <a:xfrm>
                <a:off x="9629123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389" name="橢圓 388">
                <a:extLst>
                  <a:ext uri="{FF2B5EF4-FFF2-40B4-BE49-F238E27FC236}">
                    <a16:creationId xmlns:a16="http://schemas.microsoft.com/office/drawing/2014/main" id="{5A1B2B6B-BB27-4DC1-A791-2F54B967222B}"/>
                  </a:ext>
                </a:extLst>
              </p:cNvPr>
              <p:cNvSpPr/>
              <p:nvPr/>
            </p:nvSpPr>
            <p:spPr>
              <a:xfrm>
                <a:off x="9629123" y="2251452"/>
                <a:ext cx="262800" cy="2628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0" name="橢圓 389">
                <a:extLst>
                  <a:ext uri="{FF2B5EF4-FFF2-40B4-BE49-F238E27FC236}">
                    <a16:creationId xmlns:a16="http://schemas.microsoft.com/office/drawing/2014/main" id="{D9A46FBA-A053-4C90-910C-9CBA9A03B9D4}"/>
                  </a:ext>
                </a:extLst>
              </p:cNvPr>
              <p:cNvSpPr/>
              <p:nvPr/>
            </p:nvSpPr>
            <p:spPr>
              <a:xfrm>
                <a:off x="9173217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C</a:t>
                </a:r>
                <a:endParaRPr lang="zh-TW" altLang="en-US" dirty="0"/>
              </a:p>
            </p:txBody>
          </p:sp>
          <p:sp>
            <p:nvSpPr>
              <p:cNvPr id="391" name="橢圓 390">
                <a:extLst>
                  <a:ext uri="{FF2B5EF4-FFF2-40B4-BE49-F238E27FC236}">
                    <a16:creationId xmlns:a16="http://schemas.microsoft.com/office/drawing/2014/main" id="{DD83E75E-C089-457C-9BFA-FC5602842267}"/>
                  </a:ext>
                </a:extLst>
              </p:cNvPr>
              <p:cNvSpPr/>
              <p:nvPr/>
            </p:nvSpPr>
            <p:spPr>
              <a:xfrm>
                <a:off x="9173217" y="2251452"/>
                <a:ext cx="262800" cy="26280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2" name="橢圓 391">
                <a:extLst>
                  <a:ext uri="{FF2B5EF4-FFF2-40B4-BE49-F238E27FC236}">
                    <a16:creationId xmlns:a16="http://schemas.microsoft.com/office/drawing/2014/main" id="{67C2853C-45E3-4E14-A9E3-E1197E21323C}"/>
                  </a:ext>
                </a:extLst>
              </p:cNvPr>
              <p:cNvSpPr/>
              <p:nvPr/>
            </p:nvSpPr>
            <p:spPr>
              <a:xfrm>
                <a:off x="8716261" y="1879269"/>
                <a:ext cx="262800" cy="2628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393" name="橢圓 392">
                <a:extLst>
                  <a:ext uri="{FF2B5EF4-FFF2-40B4-BE49-F238E27FC236}">
                    <a16:creationId xmlns:a16="http://schemas.microsoft.com/office/drawing/2014/main" id="{A9D23842-A297-4581-82E4-1B1A2863FC98}"/>
                  </a:ext>
                </a:extLst>
              </p:cNvPr>
              <p:cNvSpPr/>
              <p:nvPr/>
            </p:nvSpPr>
            <p:spPr>
              <a:xfrm>
                <a:off x="8716261" y="2251452"/>
                <a:ext cx="262800" cy="2628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94" name="直線單箭頭接點 393">
                <a:extLst>
                  <a:ext uri="{FF2B5EF4-FFF2-40B4-BE49-F238E27FC236}">
                    <a16:creationId xmlns:a16="http://schemas.microsoft.com/office/drawing/2014/main" id="{05F81555-E078-4626-988C-A7238D169F7E}"/>
                  </a:ext>
                </a:extLst>
              </p:cNvPr>
              <p:cNvCxnSpPr>
                <a:cxnSpLocks/>
                <a:stCxn id="392" idx="5"/>
                <a:endCxn id="391" idx="0"/>
              </p:cNvCxnSpPr>
              <p:nvPr/>
            </p:nvCxnSpPr>
            <p:spPr>
              <a:xfrm>
                <a:off x="8940575" y="2103583"/>
                <a:ext cx="364042" cy="147869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線單箭頭接點 394">
                <a:extLst>
                  <a:ext uri="{FF2B5EF4-FFF2-40B4-BE49-F238E27FC236}">
                    <a16:creationId xmlns:a16="http://schemas.microsoft.com/office/drawing/2014/main" id="{0E2156DE-3F94-43B6-977E-7BBAA31BBC10}"/>
                  </a:ext>
                </a:extLst>
              </p:cNvPr>
              <p:cNvCxnSpPr>
                <a:cxnSpLocks/>
                <a:stCxn id="391" idx="0"/>
                <a:endCxn id="385" idx="3"/>
              </p:cNvCxnSpPr>
              <p:nvPr/>
            </p:nvCxnSpPr>
            <p:spPr>
              <a:xfrm flipV="1">
                <a:off x="9304617" y="2103583"/>
                <a:ext cx="362992" cy="147869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25259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37B33AA-B3B0-44D8-A704-DD0897711BFF}"/>
                  </a:ext>
                </a:extLst>
              </p:cNvPr>
              <p:cNvSpPr txBox="1"/>
              <p:nvPr/>
            </p:nvSpPr>
            <p:spPr>
              <a:xfrm>
                <a:off x="5994473" y="2162616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0" name="文字方塊 499">
                <a:extLst>
                  <a:ext uri="{FF2B5EF4-FFF2-40B4-BE49-F238E27FC236}">
                    <a16:creationId xmlns:a16="http://schemas.microsoft.com/office/drawing/2014/main" id="{337B33AA-B3B0-44D8-A704-DD0897711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73" y="2162616"/>
                <a:ext cx="5337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文字方塊 500">
                <a:extLst>
                  <a:ext uri="{FF2B5EF4-FFF2-40B4-BE49-F238E27FC236}">
                    <a16:creationId xmlns:a16="http://schemas.microsoft.com/office/drawing/2014/main" id="{99B9CAE4-5DC9-4187-AD40-1D168BD2F0C6}"/>
                  </a:ext>
                </a:extLst>
              </p:cNvPr>
              <p:cNvSpPr txBox="1"/>
              <p:nvPr/>
            </p:nvSpPr>
            <p:spPr>
              <a:xfrm>
                <a:off x="5994473" y="2692474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1" name="文字方塊 500">
                <a:extLst>
                  <a:ext uri="{FF2B5EF4-FFF2-40B4-BE49-F238E27FC236}">
                    <a16:creationId xmlns:a16="http://schemas.microsoft.com/office/drawing/2014/main" id="{99B9CAE4-5DC9-4187-AD40-1D168BD2F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73" y="2692474"/>
                <a:ext cx="53373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3" name="文字方塊 502">
                <a:extLst>
                  <a:ext uri="{FF2B5EF4-FFF2-40B4-BE49-F238E27FC236}">
                    <a16:creationId xmlns:a16="http://schemas.microsoft.com/office/drawing/2014/main" id="{5CE621D1-8979-4E70-9410-EB07C5201C71}"/>
                  </a:ext>
                </a:extLst>
              </p:cNvPr>
              <p:cNvSpPr txBox="1"/>
              <p:nvPr/>
            </p:nvSpPr>
            <p:spPr>
              <a:xfrm>
                <a:off x="5994473" y="3222332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3" name="文字方塊 502">
                <a:extLst>
                  <a:ext uri="{FF2B5EF4-FFF2-40B4-BE49-F238E27FC236}">
                    <a16:creationId xmlns:a16="http://schemas.microsoft.com/office/drawing/2014/main" id="{5CE621D1-8979-4E70-9410-EB07C5201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73" y="3222332"/>
                <a:ext cx="5337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B028EBCC-6C63-4B75-8A54-9BC7659FC42B}"/>
                  </a:ext>
                </a:extLst>
              </p:cNvPr>
              <p:cNvSpPr txBox="1"/>
              <p:nvPr/>
            </p:nvSpPr>
            <p:spPr>
              <a:xfrm>
                <a:off x="9111034" y="4281350"/>
                <a:ext cx="499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B028EBCC-6C63-4B75-8A54-9BC7659FC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034" y="4281350"/>
                <a:ext cx="49904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3">
            <a:extLst>
              <a:ext uri="{FF2B5EF4-FFF2-40B4-BE49-F238E27FC236}">
                <a16:creationId xmlns:a16="http://schemas.microsoft.com/office/drawing/2014/main" id="{4F966E5B-5192-4AC7-9D6F-B4583C16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 (cont.)</a:t>
            </a:r>
            <a:endParaRPr lang="zh-TW" altLang="en-US" dirty="0"/>
          </a:p>
        </p:txBody>
      </p:sp>
      <p:sp>
        <p:nvSpPr>
          <p:cNvPr id="1484" name="箭號: 五邊形 1483">
            <a:extLst>
              <a:ext uri="{FF2B5EF4-FFF2-40B4-BE49-F238E27FC236}">
                <a16:creationId xmlns:a16="http://schemas.microsoft.com/office/drawing/2014/main" id="{ED06AF4D-FDFB-4F76-A319-5E6E56C0671A}"/>
              </a:ext>
            </a:extLst>
          </p:cNvPr>
          <p:cNvSpPr/>
          <p:nvPr/>
        </p:nvSpPr>
        <p:spPr>
          <a:xfrm>
            <a:off x="478570" y="170434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85" name="箭號: 五邊形 1484">
            <a:extLst>
              <a:ext uri="{FF2B5EF4-FFF2-40B4-BE49-F238E27FC236}">
                <a16:creationId xmlns:a16="http://schemas.microsoft.com/office/drawing/2014/main" id="{36B0EF7D-EC65-4DCB-98C9-CA75902C9508}"/>
              </a:ext>
            </a:extLst>
          </p:cNvPr>
          <p:cNvSpPr/>
          <p:nvPr/>
        </p:nvSpPr>
        <p:spPr>
          <a:xfrm>
            <a:off x="478570" y="185674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86" name="箭號: 五邊形 1485">
            <a:extLst>
              <a:ext uri="{FF2B5EF4-FFF2-40B4-BE49-F238E27FC236}">
                <a16:creationId xmlns:a16="http://schemas.microsoft.com/office/drawing/2014/main" id="{1DD238EC-0D10-40E1-912B-FEBE4605C6A8}"/>
              </a:ext>
            </a:extLst>
          </p:cNvPr>
          <p:cNvSpPr/>
          <p:nvPr/>
        </p:nvSpPr>
        <p:spPr>
          <a:xfrm>
            <a:off x="478570" y="200914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87" name="箭號: 五邊形 1486">
            <a:extLst>
              <a:ext uri="{FF2B5EF4-FFF2-40B4-BE49-F238E27FC236}">
                <a16:creationId xmlns:a16="http://schemas.microsoft.com/office/drawing/2014/main" id="{40D61C45-C7DE-4DCE-B6E6-1EE29B5DC774}"/>
              </a:ext>
            </a:extLst>
          </p:cNvPr>
          <p:cNvSpPr/>
          <p:nvPr/>
        </p:nvSpPr>
        <p:spPr>
          <a:xfrm>
            <a:off x="478570" y="216154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88" name="箭號: 五邊形 1487">
            <a:extLst>
              <a:ext uri="{FF2B5EF4-FFF2-40B4-BE49-F238E27FC236}">
                <a16:creationId xmlns:a16="http://schemas.microsoft.com/office/drawing/2014/main" id="{057B080C-F5D8-4B73-ADE4-BFC8217BBF3B}"/>
              </a:ext>
            </a:extLst>
          </p:cNvPr>
          <p:cNvSpPr/>
          <p:nvPr/>
        </p:nvSpPr>
        <p:spPr>
          <a:xfrm>
            <a:off x="478570" y="231394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89" name="箭號: 五邊形 1488">
            <a:extLst>
              <a:ext uri="{FF2B5EF4-FFF2-40B4-BE49-F238E27FC236}">
                <a16:creationId xmlns:a16="http://schemas.microsoft.com/office/drawing/2014/main" id="{91105E0C-8C39-4368-81FF-647C05A7A1DC}"/>
              </a:ext>
            </a:extLst>
          </p:cNvPr>
          <p:cNvSpPr/>
          <p:nvPr/>
        </p:nvSpPr>
        <p:spPr>
          <a:xfrm>
            <a:off x="478570" y="2468756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90" name="箭號: 五邊形 1489">
            <a:extLst>
              <a:ext uri="{FF2B5EF4-FFF2-40B4-BE49-F238E27FC236}">
                <a16:creationId xmlns:a16="http://schemas.microsoft.com/office/drawing/2014/main" id="{7CB344AD-1C17-478B-98DA-B1DE1CEBE722}"/>
              </a:ext>
            </a:extLst>
          </p:cNvPr>
          <p:cNvSpPr/>
          <p:nvPr/>
        </p:nvSpPr>
        <p:spPr>
          <a:xfrm>
            <a:off x="478570" y="140136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91" name="箭號: 五邊形 1490">
            <a:extLst>
              <a:ext uri="{FF2B5EF4-FFF2-40B4-BE49-F238E27FC236}">
                <a16:creationId xmlns:a16="http://schemas.microsoft.com/office/drawing/2014/main" id="{555BB25E-6A27-47EA-8318-6F9B81304F3B}"/>
              </a:ext>
            </a:extLst>
          </p:cNvPr>
          <p:cNvSpPr/>
          <p:nvPr/>
        </p:nvSpPr>
        <p:spPr>
          <a:xfrm>
            <a:off x="478570" y="1553768"/>
            <a:ext cx="206386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492" name="矩形 178">
            <a:extLst>
              <a:ext uri="{FF2B5EF4-FFF2-40B4-BE49-F238E27FC236}">
                <a16:creationId xmlns:a16="http://schemas.microsoft.com/office/drawing/2014/main" id="{6EA6985D-F7E8-43B4-8B60-D5D7116777D2}"/>
              </a:ext>
            </a:extLst>
          </p:cNvPr>
          <p:cNvSpPr>
            <a:spLocks noChangeAspect="1"/>
          </p:cNvSpPr>
          <p:nvPr/>
        </p:nvSpPr>
        <p:spPr>
          <a:xfrm>
            <a:off x="677363" y="17004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4" name="矩形 178">
            <a:extLst>
              <a:ext uri="{FF2B5EF4-FFF2-40B4-BE49-F238E27FC236}">
                <a16:creationId xmlns:a16="http://schemas.microsoft.com/office/drawing/2014/main" id="{8B91F3ED-2021-4EB6-8AA7-0122650FFD71}"/>
              </a:ext>
            </a:extLst>
          </p:cNvPr>
          <p:cNvSpPr>
            <a:spLocks noChangeAspect="1"/>
          </p:cNvSpPr>
          <p:nvPr/>
        </p:nvSpPr>
        <p:spPr>
          <a:xfrm>
            <a:off x="1077554" y="17004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6" name="矩形 178">
            <a:extLst>
              <a:ext uri="{FF2B5EF4-FFF2-40B4-BE49-F238E27FC236}">
                <a16:creationId xmlns:a16="http://schemas.microsoft.com/office/drawing/2014/main" id="{8CA27981-7BD4-4C20-98FB-01CF2711F00B}"/>
              </a:ext>
            </a:extLst>
          </p:cNvPr>
          <p:cNvSpPr>
            <a:spLocks noChangeAspect="1"/>
          </p:cNvSpPr>
          <p:nvPr/>
        </p:nvSpPr>
        <p:spPr>
          <a:xfrm>
            <a:off x="1477749" y="17004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8" name="矩形 178">
            <a:extLst>
              <a:ext uri="{FF2B5EF4-FFF2-40B4-BE49-F238E27FC236}">
                <a16:creationId xmlns:a16="http://schemas.microsoft.com/office/drawing/2014/main" id="{F7B61E4A-385C-406C-B0F6-05D13362F8E0}"/>
              </a:ext>
            </a:extLst>
          </p:cNvPr>
          <p:cNvSpPr>
            <a:spLocks noChangeAspect="1"/>
          </p:cNvSpPr>
          <p:nvPr/>
        </p:nvSpPr>
        <p:spPr>
          <a:xfrm>
            <a:off x="1877931" y="17004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00" name="矩形 178">
            <a:extLst>
              <a:ext uri="{FF2B5EF4-FFF2-40B4-BE49-F238E27FC236}">
                <a16:creationId xmlns:a16="http://schemas.microsoft.com/office/drawing/2014/main" id="{1019C179-A67A-411F-844F-90095365D9BF}"/>
              </a:ext>
            </a:extLst>
          </p:cNvPr>
          <p:cNvSpPr>
            <a:spLocks noChangeAspect="1"/>
          </p:cNvSpPr>
          <p:nvPr/>
        </p:nvSpPr>
        <p:spPr>
          <a:xfrm>
            <a:off x="2278941" y="169692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02" name="矩形 178">
            <a:extLst>
              <a:ext uri="{FF2B5EF4-FFF2-40B4-BE49-F238E27FC236}">
                <a16:creationId xmlns:a16="http://schemas.microsoft.com/office/drawing/2014/main" id="{58E7E003-B46D-4AF4-A046-4F7A031CB6B7}"/>
              </a:ext>
            </a:extLst>
          </p:cNvPr>
          <p:cNvSpPr>
            <a:spLocks noChangeAspect="1"/>
          </p:cNvSpPr>
          <p:nvPr/>
        </p:nvSpPr>
        <p:spPr>
          <a:xfrm>
            <a:off x="677363" y="18528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4" name="矩形 178">
            <a:extLst>
              <a:ext uri="{FF2B5EF4-FFF2-40B4-BE49-F238E27FC236}">
                <a16:creationId xmlns:a16="http://schemas.microsoft.com/office/drawing/2014/main" id="{28A9865C-7C38-40D5-A181-E6210E7B4751}"/>
              </a:ext>
            </a:extLst>
          </p:cNvPr>
          <p:cNvSpPr>
            <a:spLocks noChangeAspect="1"/>
          </p:cNvSpPr>
          <p:nvPr/>
        </p:nvSpPr>
        <p:spPr>
          <a:xfrm>
            <a:off x="1077554" y="18528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6" name="矩形 178">
            <a:extLst>
              <a:ext uri="{FF2B5EF4-FFF2-40B4-BE49-F238E27FC236}">
                <a16:creationId xmlns:a16="http://schemas.microsoft.com/office/drawing/2014/main" id="{DC11DB80-FF3A-4941-87C1-6DC4217A4E62}"/>
              </a:ext>
            </a:extLst>
          </p:cNvPr>
          <p:cNvSpPr>
            <a:spLocks noChangeAspect="1"/>
          </p:cNvSpPr>
          <p:nvPr/>
        </p:nvSpPr>
        <p:spPr>
          <a:xfrm>
            <a:off x="1477749" y="18528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08" name="矩形 178">
            <a:extLst>
              <a:ext uri="{FF2B5EF4-FFF2-40B4-BE49-F238E27FC236}">
                <a16:creationId xmlns:a16="http://schemas.microsoft.com/office/drawing/2014/main" id="{13A47017-21FC-4565-89CE-E734B14758EF}"/>
              </a:ext>
            </a:extLst>
          </p:cNvPr>
          <p:cNvSpPr>
            <a:spLocks noChangeAspect="1"/>
          </p:cNvSpPr>
          <p:nvPr/>
        </p:nvSpPr>
        <p:spPr>
          <a:xfrm>
            <a:off x="1877931" y="18528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10" name="矩形 178">
            <a:extLst>
              <a:ext uri="{FF2B5EF4-FFF2-40B4-BE49-F238E27FC236}">
                <a16:creationId xmlns:a16="http://schemas.microsoft.com/office/drawing/2014/main" id="{6174FC58-110F-4719-916D-8BBD1C8DAF04}"/>
              </a:ext>
            </a:extLst>
          </p:cNvPr>
          <p:cNvSpPr>
            <a:spLocks noChangeAspect="1"/>
          </p:cNvSpPr>
          <p:nvPr/>
        </p:nvSpPr>
        <p:spPr>
          <a:xfrm>
            <a:off x="2278941" y="184932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12" name="矩形 178">
            <a:extLst>
              <a:ext uri="{FF2B5EF4-FFF2-40B4-BE49-F238E27FC236}">
                <a16:creationId xmlns:a16="http://schemas.microsoft.com/office/drawing/2014/main" id="{0745AA5D-6FD3-4525-802D-79358AC510BE}"/>
              </a:ext>
            </a:extLst>
          </p:cNvPr>
          <p:cNvSpPr>
            <a:spLocks noChangeAspect="1"/>
          </p:cNvSpPr>
          <p:nvPr/>
        </p:nvSpPr>
        <p:spPr>
          <a:xfrm>
            <a:off x="677363" y="20052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514" name="矩形 178">
            <a:extLst>
              <a:ext uri="{FF2B5EF4-FFF2-40B4-BE49-F238E27FC236}">
                <a16:creationId xmlns:a16="http://schemas.microsoft.com/office/drawing/2014/main" id="{EF01C5EF-7C88-4673-B796-9C80BA786954}"/>
              </a:ext>
            </a:extLst>
          </p:cNvPr>
          <p:cNvSpPr>
            <a:spLocks noChangeAspect="1"/>
          </p:cNvSpPr>
          <p:nvPr/>
        </p:nvSpPr>
        <p:spPr>
          <a:xfrm>
            <a:off x="1077554" y="20052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6" name="矩形 178">
            <a:extLst>
              <a:ext uri="{FF2B5EF4-FFF2-40B4-BE49-F238E27FC236}">
                <a16:creationId xmlns:a16="http://schemas.microsoft.com/office/drawing/2014/main" id="{AF3DAC53-1136-4945-8EE7-BD6CA33C50A6}"/>
              </a:ext>
            </a:extLst>
          </p:cNvPr>
          <p:cNvSpPr>
            <a:spLocks noChangeAspect="1"/>
          </p:cNvSpPr>
          <p:nvPr/>
        </p:nvSpPr>
        <p:spPr>
          <a:xfrm>
            <a:off x="1477749" y="20052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18" name="矩形 178">
            <a:extLst>
              <a:ext uri="{FF2B5EF4-FFF2-40B4-BE49-F238E27FC236}">
                <a16:creationId xmlns:a16="http://schemas.microsoft.com/office/drawing/2014/main" id="{A50D4F81-16BE-4C58-804C-347BDAA31B75}"/>
              </a:ext>
            </a:extLst>
          </p:cNvPr>
          <p:cNvSpPr>
            <a:spLocks noChangeAspect="1"/>
          </p:cNvSpPr>
          <p:nvPr/>
        </p:nvSpPr>
        <p:spPr>
          <a:xfrm>
            <a:off x="1877931" y="20052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20" name="矩形 178">
            <a:extLst>
              <a:ext uri="{FF2B5EF4-FFF2-40B4-BE49-F238E27FC236}">
                <a16:creationId xmlns:a16="http://schemas.microsoft.com/office/drawing/2014/main" id="{093DF2EA-D966-4C0D-A255-5E82C2BC5651}"/>
              </a:ext>
            </a:extLst>
          </p:cNvPr>
          <p:cNvSpPr>
            <a:spLocks noChangeAspect="1"/>
          </p:cNvSpPr>
          <p:nvPr/>
        </p:nvSpPr>
        <p:spPr>
          <a:xfrm>
            <a:off x="2278941" y="200172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22" name="矩形 178">
            <a:extLst>
              <a:ext uri="{FF2B5EF4-FFF2-40B4-BE49-F238E27FC236}">
                <a16:creationId xmlns:a16="http://schemas.microsoft.com/office/drawing/2014/main" id="{FF0CD825-35A1-40A4-8B71-C20598DAE109}"/>
              </a:ext>
            </a:extLst>
          </p:cNvPr>
          <p:cNvSpPr>
            <a:spLocks noChangeAspect="1"/>
          </p:cNvSpPr>
          <p:nvPr/>
        </p:nvSpPr>
        <p:spPr>
          <a:xfrm>
            <a:off x="677363" y="21576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524" name="矩形 178">
            <a:extLst>
              <a:ext uri="{FF2B5EF4-FFF2-40B4-BE49-F238E27FC236}">
                <a16:creationId xmlns:a16="http://schemas.microsoft.com/office/drawing/2014/main" id="{680C8AE1-F30C-465F-9F10-EF17356D5621}"/>
              </a:ext>
            </a:extLst>
          </p:cNvPr>
          <p:cNvSpPr>
            <a:spLocks noChangeAspect="1"/>
          </p:cNvSpPr>
          <p:nvPr/>
        </p:nvSpPr>
        <p:spPr>
          <a:xfrm>
            <a:off x="1077554" y="215760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26" name="矩形 178">
            <a:extLst>
              <a:ext uri="{FF2B5EF4-FFF2-40B4-BE49-F238E27FC236}">
                <a16:creationId xmlns:a16="http://schemas.microsoft.com/office/drawing/2014/main" id="{4F25CD9D-D05A-43B0-91D3-4947119EE25A}"/>
              </a:ext>
            </a:extLst>
          </p:cNvPr>
          <p:cNvSpPr>
            <a:spLocks noChangeAspect="1"/>
          </p:cNvSpPr>
          <p:nvPr/>
        </p:nvSpPr>
        <p:spPr>
          <a:xfrm>
            <a:off x="1477749" y="21576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28" name="矩形 178">
            <a:extLst>
              <a:ext uri="{FF2B5EF4-FFF2-40B4-BE49-F238E27FC236}">
                <a16:creationId xmlns:a16="http://schemas.microsoft.com/office/drawing/2014/main" id="{561510D6-C382-4DE6-B1F7-E61CF0EC7280}"/>
              </a:ext>
            </a:extLst>
          </p:cNvPr>
          <p:cNvSpPr>
            <a:spLocks noChangeAspect="1"/>
          </p:cNvSpPr>
          <p:nvPr/>
        </p:nvSpPr>
        <p:spPr>
          <a:xfrm>
            <a:off x="1877931" y="21576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30" name="矩形 178">
            <a:extLst>
              <a:ext uri="{FF2B5EF4-FFF2-40B4-BE49-F238E27FC236}">
                <a16:creationId xmlns:a16="http://schemas.microsoft.com/office/drawing/2014/main" id="{195822F7-8BB2-4278-A915-18A4FD08ED78}"/>
              </a:ext>
            </a:extLst>
          </p:cNvPr>
          <p:cNvSpPr>
            <a:spLocks noChangeAspect="1"/>
          </p:cNvSpPr>
          <p:nvPr/>
        </p:nvSpPr>
        <p:spPr>
          <a:xfrm>
            <a:off x="2278941" y="215412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32" name="矩形 178">
            <a:extLst>
              <a:ext uri="{FF2B5EF4-FFF2-40B4-BE49-F238E27FC236}">
                <a16:creationId xmlns:a16="http://schemas.microsoft.com/office/drawing/2014/main" id="{75482D94-E9C8-4DFC-A75A-81E117661C57}"/>
              </a:ext>
            </a:extLst>
          </p:cNvPr>
          <p:cNvSpPr>
            <a:spLocks noChangeAspect="1"/>
          </p:cNvSpPr>
          <p:nvPr/>
        </p:nvSpPr>
        <p:spPr>
          <a:xfrm>
            <a:off x="677363" y="23100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534" name="矩形 178">
            <a:extLst>
              <a:ext uri="{FF2B5EF4-FFF2-40B4-BE49-F238E27FC236}">
                <a16:creationId xmlns:a16="http://schemas.microsoft.com/office/drawing/2014/main" id="{0955AE76-25B0-425F-9689-5548452737C1}"/>
              </a:ext>
            </a:extLst>
          </p:cNvPr>
          <p:cNvSpPr>
            <a:spLocks noChangeAspect="1"/>
          </p:cNvSpPr>
          <p:nvPr/>
        </p:nvSpPr>
        <p:spPr>
          <a:xfrm>
            <a:off x="1077554" y="2310003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T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36" name="矩形 178">
            <a:extLst>
              <a:ext uri="{FF2B5EF4-FFF2-40B4-BE49-F238E27FC236}">
                <a16:creationId xmlns:a16="http://schemas.microsoft.com/office/drawing/2014/main" id="{C02C0469-AA37-43D8-8370-5B5A21DA35EA}"/>
              </a:ext>
            </a:extLst>
          </p:cNvPr>
          <p:cNvSpPr>
            <a:spLocks noChangeAspect="1"/>
          </p:cNvSpPr>
          <p:nvPr/>
        </p:nvSpPr>
        <p:spPr>
          <a:xfrm>
            <a:off x="1477749" y="23100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38" name="矩形 178">
            <a:extLst>
              <a:ext uri="{FF2B5EF4-FFF2-40B4-BE49-F238E27FC236}">
                <a16:creationId xmlns:a16="http://schemas.microsoft.com/office/drawing/2014/main" id="{C19735A8-2AD1-4E33-9EA7-FE9A94C5D6FD}"/>
              </a:ext>
            </a:extLst>
          </p:cNvPr>
          <p:cNvSpPr>
            <a:spLocks noChangeAspect="1"/>
          </p:cNvSpPr>
          <p:nvPr/>
        </p:nvSpPr>
        <p:spPr>
          <a:xfrm>
            <a:off x="1877931" y="231000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40" name="矩形 178">
            <a:extLst>
              <a:ext uri="{FF2B5EF4-FFF2-40B4-BE49-F238E27FC236}">
                <a16:creationId xmlns:a16="http://schemas.microsoft.com/office/drawing/2014/main" id="{E8752B73-87DE-4EB1-AACB-B9181CDB2E2F}"/>
              </a:ext>
            </a:extLst>
          </p:cNvPr>
          <p:cNvSpPr>
            <a:spLocks noChangeAspect="1"/>
          </p:cNvSpPr>
          <p:nvPr/>
        </p:nvSpPr>
        <p:spPr>
          <a:xfrm>
            <a:off x="2278941" y="230652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42" name="矩形 178">
            <a:extLst>
              <a:ext uri="{FF2B5EF4-FFF2-40B4-BE49-F238E27FC236}">
                <a16:creationId xmlns:a16="http://schemas.microsoft.com/office/drawing/2014/main" id="{B847A2BE-BE3E-4F3E-AB0F-7511A5C9EB0D}"/>
              </a:ext>
            </a:extLst>
          </p:cNvPr>
          <p:cNvSpPr>
            <a:spLocks noChangeAspect="1"/>
          </p:cNvSpPr>
          <p:nvPr/>
        </p:nvSpPr>
        <p:spPr>
          <a:xfrm>
            <a:off x="677363" y="2464811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>
              <a:solidFill>
                <a:schemeClr val="bg1"/>
              </a:solidFill>
            </a:endParaRPr>
          </a:p>
        </p:txBody>
      </p:sp>
      <p:sp>
        <p:nvSpPr>
          <p:cNvPr id="1544" name="矩形 178">
            <a:extLst>
              <a:ext uri="{FF2B5EF4-FFF2-40B4-BE49-F238E27FC236}">
                <a16:creationId xmlns:a16="http://schemas.microsoft.com/office/drawing/2014/main" id="{74C7F8F1-7899-4265-A09B-C7483E247747}"/>
              </a:ext>
            </a:extLst>
          </p:cNvPr>
          <p:cNvSpPr>
            <a:spLocks noChangeAspect="1"/>
          </p:cNvSpPr>
          <p:nvPr/>
        </p:nvSpPr>
        <p:spPr>
          <a:xfrm>
            <a:off x="1077554" y="2464811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T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46" name="矩形 178">
            <a:extLst>
              <a:ext uri="{FF2B5EF4-FFF2-40B4-BE49-F238E27FC236}">
                <a16:creationId xmlns:a16="http://schemas.microsoft.com/office/drawing/2014/main" id="{91128DB9-46E3-4993-AA2E-B80C80259947}"/>
              </a:ext>
            </a:extLst>
          </p:cNvPr>
          <p:cNvSpPr>
            <a:spLocks noChangeAspect="1"/>
          </p:cNvSpPr>
          <p:nvPr/>
        </p:nvSpPr>
        <p:spPr>
          <a:xfrm>
            <a:off x="1477749" y="2464811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G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48" name="矩形 178">
            <a:extLst>
              <a:ext uri="{FF2B5EF4-FFF2-40B4-BE49-F238E27FC236}">
                <a16:creationId xmlns:a16="http://schemas.microsoft.com/office/drawing/2014/main" id="{0EFDBD1A-4724-4C2F-8F4B-9BF8F1671265}"/>
              </a:ext>
            </a:extLst>
          </p:cNvPr>
          <p:cNvSpPr>
            <a:spLocks noChangeAspect="1"/>
          </p:cNvSpPr>
          <p:nvPr/>
        </p:nvSpPr>
        <p:spPr>
          <a:xfrm>
            <a:off x="1877931" y="2464811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50" name="矩形 178">
            <a:extLst>
              <a:ext uri="{FF2B5EF4-FFF2-40B4-BE49-F238E27FC236}">
                <a16:creationId xmlns:a16="http://schemas.microsoft.com/office/drawing/2014/main" id="{809FD55B-4740-4686-A08C-5A423B7196C4}"/>
              </a:ext>
            </a:extLst>
          </p:cNvPr>
          <p:cNvSpPr>
            <a:spLocks noChangeAspect="1"/>
          </p:cNvSpPr>
          <p:nvPr/>
        </p:nvSpPr>
        <p:spPr>
          <a:xfrm>
            <a:off x="2278941" y="2461335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52" name="矩形 178">
            <a:extLst>
              <a:ext uri="{FF2B5EF4-FFF2-40B4-BE49-F238E27FC236}">
                <a16:creationId xmlns:a16="http://schemas.microsoft.com/office/drawing/2014/main" id="{9BA9CEA2-20F0-4C6A-B236-4975AD80F411}"/>
              </a:ext>
            </a:extLst>
          </p:cNvPr>
          <p:cNvSpPr>
            <a:spLocks noChangeAspect="1"/>
          </p:cNvSpPr>
          <p:nvPr/>
        </p:nvSpPr>
        <p:spPr>
          <a:xfrm>
            <a:off x="677363" y="13974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4" name="矩形 178">
            <a:extLst>
              <a:ext uri="{FF2B5EF4-FFF2-40B4-BE49-F238E27FC236}">
                <a16:creationId xmlns:a16="http://schemas.microsoft.com/office/drawing/2014/main" id="{1BC15B33-C5D9-41B6-8716-DB00E3D28B9E}"/>
              </a:ext>
            </a:extLst>
          </p:cNvPr>
          <p:cNvSpPr>
            <a:spLocks noChangeAspect="1"/>
          </p:cNvSpPr>
          <p:nvPr/>
        </p:nvSpPr>
        <p:spPr>
          <a:xfrm>
            <a:off x="1077554" y="13974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6" name="矩形 178">
            <a:extLst>
              <a:ext uri="{FF2B5EF4-FFF2-40B4-BE49-F238E27FC236}">
                <a16:creationId xmlns:a16="http://schemas.microsoft.com/office/drawing/2014/main" id="{8DA67CB5-264C-462C-89F8-185197605B43}"/>
              </a:ext>
            </a:extLst>
          </p:cNvPr>
          <p:cNvSpPr>
            <a:spLocks noChangeAspect="1"/>
          </p:cNvSpPr>
          <p:nvPr/>
        </p:nvSpPr>
        <p:spPr>
          <a:xfrm>
            <a:off x="1477749" y="13974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58" name="矩形 178">
            <a:extLst>
              <a:ext uri="{FF2B5EF4-FFF2-40B4-BE49-F238E27FC236}">
                <a16:creationId xmlns:a16="http://schemas.microsoft.com/office/drawing/2014/main" id="{CB51D5D8-0F7F-4A67-8EDB-9264B3197183}"/>
              </a:ext>
            </a:extLst>
          </p:cNvPr>
          <p:cNvSpPr>
            <a:spLocks noChangeAspect="1"/>
          </p:cNvSpPr>
          <p:nvPr/>
        </p:nvSpPr>
        <p:spPr>
          <a:xfrm>
            <a:off x="1877931" y="139742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60" name="矩形 178">
            <a:extLst>
              <a:ext uri="{FF2B5EF4-FFF2-40B4-BE49-F238E27FC236}">
                <a16:creationId xmlns:a16="http://schemas.microsoft.com/office/drawing/2014/main" id="{B32BCE56-D259-4325-9835-B1319B1FE46D}"/>
              </a:ext>
            </a:extLst>
          </p:cNvPr>
          <p:cNvSpPr>
            <a:spLocks noChangeAspect="1"/>
          </p:cNvSpPr>
          <p:nvPr/>
        </p:nvSpPr>
        <p:spPr>
          <a:xfrm>
            <a:off x="2278941" y="139394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62" name="矩形 178">
            <a:extLst>
              <a:ext uri="{FF2B5EF4-FFF2-40B4-BE49-F238E27FC236}">
                <a16:creationId xmlns:a16="http://schemas.microsoft.com/office/drawing/2014/main" id="{328879B4-11FC-41F5-A4C5-6C66AAAD7E02}"/>
              </a:ext>
            </a:extLst>
          </p:cNvPr>
          <p:cNvSpPr>
            <a:spLocks noChangeAspect="1"/>
          </p:cNvSpPr>
          <p:nvPr/>
        </p:nvSpPr>
        <p:spPr>
          <a:xfrm>
            <a:off x="677363" y="15498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4" name="矩形 178">
            <a:extLst>
              <a:ext uri="{FF2B5EF4-FFF2-40B4-BE49-F238E27FC236}">
                <a16:creationId xmlns:a16="http://schemas.microsoft.com/office/drawing/2014/main" id="{0D35A0AA-069A-422D-8352-B853851F5A34}"/>
              </a:ext>
            </a:extLst>
          </p:cNvPr>
          <p:cNvSpPr>
            <a:spLocks noChangeAspect="1"/>
          </p:cNvSpPr>
          <p:nvPr/>
        </p:nvSpPr>
        <p:spPr>
          <a:xfrm>
            <a:off x="1077554" y="15498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6" name="矩形 178">
            <a:extLst>
              <a:ext uri="{FF2B5EF4-FFF2-40B4-BE49-F238E27FC236}">
                <a16:creationId xmlns:a16="http://schemas.microsoft.com/office/drawing/2014/main" id="{34AEA025-3D0E-403D-A8FD-806B754277C9}"/>
              </a:ext>
            </a:extLst>
          </p:cNvPr>
          <p:cNvSpPr>
            <a:spLocks noChangeAspect="1"/>
          </p:cNvSpPr>
          <p:nvPr/>
        </p:nvSpPr>
        <p:spPr>
          <a:xfrm>
            <a:off x="1477749" y="1549823"/>
            <a:ext cx="149158" cy="137021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8" name="矩形 178">
            <a:extLst>
              <a:ext uri="{FF2B5EF4-FFF2-40B4-BE49-F238E27FC236}">
                <a16:creationId xmlns:a16="http://schemas.microsoft.com/office/drawing/2014/main" id="{E6D80A60-C27B-42B5-BC6D-CC4F9E4771B8}"/>
              </a:ext>
            </a:extLst>
          </p:cNvPr>
          <p:cNvSpPr>
            <a:spLocks noChangeAspect="1"/>
          </p:cNvSpPr>
          <p:nvPr/>
        </p:nvSpPr>
        <p:spPr>
          <a:xfrm>
            <a:off x="1877931" y="1549823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C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570" name="矩形 178">
            <a:extLst>
              <a:ext uri="{FF2B5EF4-FFF2-40B4-BE49-F238E27FC236}">
                <a16:creationId xmlns:a16="http://schemas.microsoft.com/office/drawing/2014/main" id="{24D90D2A-51A3-41C3-8D6D-823082F07E4C}"/>
              </a:ext>
            </a:extLst>
          </p:cNvPr>
          <p:cNvSpPr>
            <a:spLocks noChangeAspect="1"/>
          </p:cNvSpPr>
          <p:nvPr/>
        </p:nvSpPr>
        <p:spPr>
          <a:xfrm>
            <a:off x="2278941" y="1546347"/>
            <a:ext cx="149158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  <p:sp>
        <p:nvSpPr>
          <p:cNvPr id="1622" name="箭號: 向右 1621">
            <a:extLst>
              <a:ext uri="{FF2B5EF4-FFF2-40B4-BE49-F238E27FC236}">
                <a16:creationId xmlns:a16="http://schemas.microsoft.com/office/drawing/2014/main" id="{A9E1EAF6-9F2A-4985-B3D9-FA49514B6EED}"/>
              </a:ext>
            </a:extLst>
          </p:cNvPr>
          <p:cNvSpPr/>
          <p:nvPr/>
        </p:nvSpPr>
        <p:spPr>
          <a:xfrm>
            <a:off x="2907699" y="190788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7D83A859-2032-4AC3-8BAA-EE4E7ADA2AA3}"/>
              </a:ext>
            </a:extLst>
          </p:cNvPr>
          <p:cNvGrpSpPr/>
          <p:nvPr/>
        </p:nvGrpSpPr>
        <p:grpSpPr>
          <a:xfrm>
            <a:off x="580011" y="3069501"/>
            <a:ext cx="5541474" cy="2734316"/>
            <a:chOff x="580011" y="2874890"/>
            <a:chExt cx="5541474" cy="2734316"/>
          </a:xfrm>
        </p:grpSpPr>
        <p:grpSp>
          <p:nvGrpSpPr>
            <p:cNvPr id="2027" name="群組 2026">
              <a:extLst>
                <a:ext uri="{FF2B5EF4-FFF2-40B4-BE49-F238E27FC236}">
                  <a16:creationId xmlns:a16="http://schemas.microsoft.com/office/drawing/2014/main" id="{C3C0C37C-A37A-4A14-AF52-6FB2470230BC}"/>
                </a:ext>
              </a:extLst>
            </p:cNvPr>
            <p:cNvGrpSpPr/>
            <p:nvPr/>
          </p:nvGrpSpPr>
          <p:grpSpPr>
            <a:xfrm>
              <a:off x="1043620" y="3137412"/>
              <a:ext cx="2642968" cy="1055581"/>
              <a:chOff x="7947047" y="1041907"/>
              <a:chExt cx="2642968" cy="1055581"/>
            </a:xfrm>
          </p:grpSpPr>
          <p:sp>
            <p:nvSpPr>
              <p:cNvPr id="2024" name="橢圓 2023">
                <a:extLst>
                  <a:ext uri="{FF2B5EF4-FFF2-40B4-BE49-F238E27FC236}">
                    <a16:creationId xmlns:a16="http://schemas.microsoft.com/office/drawing/2014/main" id="{44F4ACB1-BE33-4ADC-9A55-A54239F374DC}"/>
                  </a:ext>
                </a:extLst>
              </p:cNvPr>
              <p:cNvSpPr/>
              <p:nvPr/>
            </p:nvSpPr>
            <p:spPr>
              <a:xfrm>
                <a:off x="8575177" y="1689767"/>
                <a:ext cx="407721" cy="40772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19" name="文字方塊 2018">
                    <a:extLst>
                      <a:ext uri="{FF2B5EF4-FFF2-40B4-BE49-F238E27FC236}">
                        <a16:creationId xmlns:a16="http://schemas.microsoft.com/office/drawing/2014/main" id="{E80E6456-3641-43D2-A945-319FFAE52554}"/>
                      </a:ext>
                    </a:extLst>
                  </p:cNvPr>
                  <p:cNvSpPr txBox="1"/>
                  <p:nvPr/>
                </p:nvSpPr>
                <p:spPr>
                  <a:xfrm>
                    <a:off x="7947047" y="1041907"/>
                    <a:ext cx="2642968" cy="3960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/>
                      <a:t>3-path</a:t>
                    </a:r>
                    <a:r>
                      <a:rPr lang="zh-TW" altLang="en-US" dirty="0"/>
                      <a:t> </a:t>
                    </a:r>
                    <a:r>
                      <a:rPr lang="en-US" altLang="zh-TW" dirty="0"/>
                      <a:t>pattern </a:t>
                    </a:r>
                    <a:r>
                      <a:rPr lang="en-US" altLang="zh-TW" sz="1800" dirty="0">
                        <a:solidFill>
                          <a:schemeClr val="tx1"/>
                        </a:solidFill>
                      </a:rPr>
                      <a:t>∈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𝐻𝑖𝑔h</m:t>
                            </m:r>
                            <m:r>
                              <a:rPr lang="en-US" altLang="zh-TW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a14:m>
                    <a:endParaRPr lang="en-US" altLang="zh-TW" dirty="0"/>
                  </a:p>
                </p:txBody>
              </p:sp>
            </mc:Choice>
            <mc:Fallback xmlns="">
              <p:sp>
                <p:nvSpPr>
                  <p:cNvPr id="2019" name="文字方塊 2018">
                    <a:extLst>
                      <a:ext uri="{FF2B5EF4-FFF2-40B4-BE49-F238E27FC236}">
                        <a16:creationId xmlns:a16="http://schemas.microsoft.com/office/drawing/2014/main" id="{E80E6456-3641-43D2-A945-319FFAE525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47047" y="1041907"/>
                    <a:ext cx="2642968" cy="39600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843" t="-10769" b="-184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09" name="群組 2008">
                <a:extLst>
                  <a:ext uri="{FF2B5EF4-FFF2-40B4-BE49-F238E27FC236}">
                    <a16:creationId xmlns:a16="http://schemas.microsoft.com/office/drawing/2014/main" id="{ACD971AF-ADF4-4A77-AC59-9922A34B5202}"/>
                  </a:ext>
                </a:extLst>
              </p:cNvPr>
              <p:cNvGrpSpPr/>
              <p:nvPr/>
            </p:nvGrpSpPr>
            <p:grpSpPr>
              <a:xfrm>
                <a:off x="8191207" y="1391938"/>
                <a:ext cx="1175662" cy="638133"/>
                <a:chOff x="-1732024" y="3239772"/>
                <a:chExt cx="1175662" cy="638133"/>
              </a:xfrm>
            </p:grpSpPr>
            <p:cxnSp>
              <p:nvCxnSpPr>
                <p:cNvPr id="1829" name="直線單箭頭接點 1828">
                  <a:extLst>
                    <a:ext uri="{FF2B5EF4-FFF2-40B4-BE49-F238E27FC236}">
                      <a16:creationId xmlns:a16="http://schemas.microsoft.com/office/drawing/2014/main" id="{188F67D4-42D2-4358-9F13-9FBEC076A95B}"/>
                    </a:ext>
                  </a:extLst>
                </p:cNvPr>
                <p:cNvCxnSpPr>
                  <a:cxnSpLocks/>
                  <a:stCxn id="1837" idx="6"/>
                  <a:endCxn id="1835" idx="2"/>
                </p:cNvCxnSpPr>
                <p:nvPr/>
              </p:nvCxnSpPr>
              <p:spPr>
                <a:xfrm flipV="1">
                  <a:off x="-1468434" y="3371567"/>
                  <a:ext cx="194224" cy="236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0" name="直線單箭頭接點 1829">
                  <a:extLst>
                    <a:ext uri="{FF2B5EF4-FFF2-40B4-BE49-F238E27FC236}">
                      <a16:creationId xmlns:a16="http://schemas.microsoft.com/office/drawing/2014/main" id="{12AEF0AB-FCD4-43B8-AF84-850BE187C751}"/>
                    </a:ext>
                  </a:extLst>
                </p:cNvPr>
                <p:cNvCxnSpPr>
                  <a:cxnSpLocks/>
                  <a:stCxn id="1835" idx="6"/>
                  <a:endCxn id="1836" idx="2"/>
                </p:cNvCxnSpPr>
                <p:nvPr/>
              </p:nvCxnSpPr>
              <p:spPr>
                <a:xfrm>
                  <a:off x="-1010620" y="3371567"/>
                  <a:ext cx="190668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1" name="直線單箭頭接點 1830">
                  <a:extLst>
                    <a:ext uri="{FF2B5EF4-FFF2-40B4-BE49-F238E27FC236}">
                      <a16:creationId xmlns:a16="http://schemas.microsoft.com/office/drawing/2014/main" id="{98DD4214-0854-4446-B91E-ED23D88B9446}"/>
                    </a:ext>
                  </a:extLst>
                </p:cNvPr>
                <p:cNvCxnSpPr>
                  <a:cxnSpLocks/>
                  <a:stCxn id="1840" idx="6"/>
                  <a:endCxn id="1838" idx="2"/>
                </p:cNvCxnSpPr>
                <p:nvPr/>
              </p:nvCxnSpPr>
              <p:spPr>
                <a:xfrm flipV="1">
                  <a:off x="-1468434" y="3743750"/>
                  <a:ext cx="193366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2" name="直線單箭頭接點 1831">
                  <a:extLst>
                    <a:ext uri="{FF2B5EF4-FFF2-40B4-BE49-F238E27FC236}">
                      <a16:creationId xmlns:a16="http://schemas.microsoft.com/office/drawing/2014/main" id="{D6CBA482-AD06-416E-939D-3670B60707C6}"/>
                    </a:ext>
                  </a:extLst>
                </p:cNvPr>
                <p:cNvCxnSpPr>
                  <a:cxnSpLocks/>
                  <a:stCxn id="1838" idx="6"/>
                  <a:endCxn id="1839" idx="2"/>
                </p:cNvCxnSpPr>
                <p:nvPr/>
              </p:nvCxnSpPr>
              <p:spPr>
                <a:xfrm>
                  <a:off x="-1011478" y="3743750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3" name="直線單箭頭接點 1832">
                  <a:extLst>
                    <a:ext uri="{FF2B5EF4-FFF2-40B4-BE49-F238E27FC236}">
                      <a16:creationId xmlns:a16="http://schemas.microsoft.com/office/drawing/2014/main" id="{FB04743A-6E21-4793-A05D-7881D174934E}"/>
                    </a:ext>
                  </a:extLst>
                </p:cNvPr>
                <p:cNvCxnSpPr>
                  <a:cxnSpLocks/>
                  <a:stCxn id="1840" idx="7"/>
                  <a:endCxn id="1835" idx="3"/>
                </p:cNvCxnSpPr>
                <p:nvPr/>
              </p:nvCxnSpPr>
              <p:spPr>
                <a:xfrm flipV="1">
                  <a:off x="-1507036" y="3464760"/>
                  <a:ext cx="271428" cy="18815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4" name="直線單箭頭接點 1833">
                  <a:extLst>
                    <a:ext uri="{FF2B5EF4-FFF2-40B4-BE49-F238E27FC236}">
                      <a16:creationId xmlns:a16="http://schemas.microsoft.com/office/drawing/2014/main" id="{0AD538C9-EAA9-4D8D-A4FD-4ECADC64124C}"/>
                    </a:ext>
                  </a:extLst>
                </p:cNvPr>
                <p:cNvCxnSpPr>
                  <a:cxnSpLocks/>
                  <a:stCxn id="1835" idx="5"/>
                  <a:endCxn id="1839" idx="1"/>
                </p:cNvCxnSpPr>
                <p:nvPr/>
              </p:nvCxnSpPr>
              <p:spPr>
                <a:xfrm>
                  <a:off x="-1049222" y="3464760"/>
                  <a:ext cx="267872" cy="185797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5" name="橢圓 1834">
                  <a:extLst>
                    <a:ext uri="{FF2B5EF4-FFF2-40B4-BE49-F238E27FC236}">
                      <a16:creationId xmlns:a16="http://schemas.microsoft.com/office/drawing/2014/main" id="{9984CA52-8B08-4C76-9F24-F290A6A9121B}"/>
                    </a:ext>
                  </a:extLst>
                </p:cNvPr>
                <p:cNvSpPr/>
                <p:nvPr/>
              </p:nvSpPr>
              <p:spPr>
                <a:xfrm>
                  <a:off x="-1274210" y="3239772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836" name="橢圓 1835">
                  <a:extLst>
                    <a:ext uri="{FF2B5EF4-FFF2-40B4-BE49-F238E27FC236}">
                      <a16:creationId xmlns:a16="http://schemas.microsoft.com/office/drawing/2014/main" id="{7D4479AC-3021-4146-B3FF-2915E6BC91A4}"/>
                    </a:ext>
                  </a:extLst>
                </p:cNvPr>
                <p:cNvSpPr/>
                <p:nvPr/>
              </p:nvSpPr>
              <p:spPr>
                <a:xfrm>
                  <a:off x="-819952" y="3239772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837" name="橢圓 1836">
                  <a:extLst>
                    <a:ext uri="{FF2B5EF4-FFF2-40B4-BE49-F238E27FC236}">
                      <a16:creationId xmlns:a16="http://schemas.microsoft.com/office/drawing/2014/main" id="{40CF6E57-0025-48E4-BA6F-8CD6C8A729B4}"/>
                    </a:ext>
                  </a:extLst>
                </p:cNvPr>
                <p:cNvSpPr/>
                <p:nvPr/>
              </p:nvSpPr>
              <p:spPr>
                <a:xfrm>
                  <a:off x="-1732024" y="3242132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838" name="橢圓 1837">
                  <a:extLst>
                    <a:ext uri="{FF2B5EF4-FFF2-40B4-BE49-F238E27FC236}">
                      <a16:creationId xmlns:a16="http://schemas.microsoft.com/office/drawing/2014/main" id="{55B5EEEB-8703-46AC-9D99-5F7ED804F84A}"/>
                    </a:ext>
                  </a:extLst>
                </p:cNvPr>
                <p:cNvSpPr/>
                <p:nvPr/>
              </p:nvSpPr>
              <p:spPr>
                <a:xfrm>
                  <a:off x="-1275068" y="3611955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39" name="橢圓 1838">
                  <a:extLst>
                    <a:ext uri="{FF2B5EF4-FFF2-40B4-BE49-F238E27FC236}">
                      <a16:creationId xmlns:a16="http://schemas.microsoft.com/office/drawing/2014/main" id="{D43BBEFB-5867-4F6D-8CF8-C21A453AD3F9}"/>
                    </a:ext>
                  </a:extLst>
                </p:cNvPr>
                <p:cNvSpPr/>
                <p:nvPr/>
              </p:nvSpPr>
              <p:spPr>
                <a:xfrm>
                  <a:off x="-819952" y="3611955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40" name="橢圓 1839">
                  <a:extLst>
                    <a:ext uri="{FF2B5EF4-FFF2-40B4-BE49-F238E27FC236}">
                      <a16:creationId xmlns:a16="http://schemas.microsoft.com/office/drawing/2014/main" id="{EE6C3A10-8F16-46D3-8EB5-6F1C8A4FAF94}"/>
                    </a:ext>
                  </a:extLst>
                </p:cNvPr>
                <p:cNvSpPr/>
                <p:nvPr/>
              </p:nvSpPr>
              <p:spPr>
                <a:xfrm>
                  <a:off x="-1732024" y="3614315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012" name="文字方塊 2011">
              <a:extLst>
                <a:ext uri="{FF2B5EF4-FFF2-40B4-BE49-F238E27FC236}">
                  <a16:creationId xmlns:a16="http://schemas.microsoft.com/office/drawing/2014/main" id="{ED95723D-82B4-4C3F-9114-8D8E51C53573}"/>
                </a:ext>
              </a:extLst>
            </p:cNvPr>
            <p:cNvSpPr txBox="1"/>
            <p:nvPr/>
          </p:nvSpPr>
          <p:spPr>
            <a:xfrm>
              <a:off x="580011" y="2874890"/>
              <a:ext cx="23047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Somatic Decision Vote</a:t>
              </a:r>
              <a:endParaRPr lang="zh-TW" altLang="en-US" dirty="0"/>
            </a:p>
          </p:txBody>
        </p:sp>
        <p:grpSp>
          <p:nvGrpSpPr>
            <p:cNvPr id="2026" name="群組 2025">
              <a:extLst>
                <a:ext uri="{FF2B5EF4-FFF2-40B4-BE49-F238E27FC236}">
                  <a16:creationId xmlns:a16="http://schemas.microsoft.com/office/drawing/2014/main" id="{1674F299-2331-4311-AA35-96CAB6CACD78}"/>
                </a:ext>
              </a:extLst>
            </p:cNvPr>
            <p:cNvGrpSpPr/>
            <p:nvPr/>
          </p:nvGrpSpPr>
          <p:grpSpPr>
            <a:xfrm>
              <a:off x="1043620" y="4162387"/>
              <a:ext cx="2498697" cy="1064485"/>
              <a:chOff x="10357348" y="1041907"/>
              <a:chExt cx="2498697" cy="1064485"/>
            </a:xfrm>
          </p:grpSpPr>
          <p:sp>
            <p:nvSpPr>
              <p:cNvPr id="2023" name="橢圓 2022">
                <a:extLst>
                  <a:ext uri="{FF2B5EF4-FFF2-40B4-BE49-F238E27FC236}">
                    <a16:creationId xmlns:a16="http://schemas.microsoft.com/office/drawing/2014/main" id="{100D64B4-6993-492E-B60F-3B3DB4934082}"/>
                  </a:ext>
                </a:extLst>
              </p:cNvPr>
              <p:cNvSpPr/>
              <p:nvPr/>
            </p:nvSpPr>
            <p:spPr>
              <a:xfrm>
                <a:off x="10500359" y="1698671"/>
                <a:ext cx="407721" cy="407721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971" name="群組 1970">
                <a:extLst>
                  <a:ext uri="{FF2B5EF4-FFF2-40B4-BE49-F238E27FC236}">
                    <a16:creationId xmlns:a16="http://schemas.microsoft.com/office/drawing/2014/main" id="{D8D5186A-C599-4AFB-9747-04B4C0CE13FB}"/>
                  </a:ext>
                </a:extLst>
              </p:cNvPr>
              <p:cNvGrpSpPr/>
              <p:nvPr/>
            </p:nvGrpSpPr>
            <p:grpSpPr>
              <a:xfrm>
                <a:off x="10574994" y="1402704"/>
                <a:ext cx="1175662" cy="638133"/>
                <a:chOff x="10229465" y="2136953"/>
                <a:chExt cx="1175662" cy="638133"/>
              </a:xfrm>
            </p:grpSpPr>
            <p:sp>
              <p:nvSpPr>
                <p:cNvPr id="1985" name="橢圓 1984">
                  <a:extLst>
                    <a:ext uri="{FF2B5EF4-FFF2-40B4-BE49-F238E27FC236}">
                      <a16:creationId xmlns:a16="http://schemas.microsoft.com/office/drawing/2014/main" id="{0D95B5DD-783D-4F4C-9C38-810E59412D10}"/>
                    </a:ext>
                  </a:extLst>
                </p:cNvPr>
                <p:cNvSpPr/>
                <p:nvPr/>
              </p:nvSpPr>
              <p:spPr>
                <a:xfrm>
                  <a:off x="10687279" y="2136953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986" name="橢圓 1985">
                  <a:extLst>
                    <a:ext uri="{FF2B5EF4-FFF2-40B4-BE49-F238E27FC236}">
                      <a16:creationId xmlns:a16="http://schemas.microsoft.com/office/drawing/2014/main" id="{00610AB7-A441-469B-8583-DA8E50ED7A1C}"/>
                    </a:ext>
                  </a:extLst>
                </p:cNvPr>
                <p:cNvSpPr/>
                <p:nvPr/>
              </p:nvSpPr>
              <p:spPr>
                <a:xfrm>
                  <a:off x="11141537" y="2136953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987" name="橢圓 1986">
                  <a:extLst>
                    <a:ext uri="{FF2B5EF4-FFF2-40B4-BE49-F238E27FC236}">
                      <a16:creationId xmlns:a16="http://schemas.microsoft.com/office/drawing/2014/main" id="{B2AEA61E-8422-4701-90D9-572DCA6CF33B}"/>
                    </a:ext>
                  </a:extLst>
                </p:cNvPr>
                <p:cNvSpPr/>
                <p:nvPr/>
              </p:nvSpPr>
              <p:spPr>
                <a:xfrm>
                  <a:off x="10229465" y="2139313"/>
                  <a:ext cx="263590" cy="26359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R</a:t>
                  </a:r>
                  <a:endParaRPr lang="zh-TW" altLang="en-US" dirty="0"/>
                </a:p>
              </p:txBody>
            </p:sp>
            <p:sp>
              <p:nvSpPr>
                <p:cNvPr id="1988" name="橢圓 1987">
                  <a:extLst>
                    <a:ext uri="{FF2B5EF4-FFF2-40B4-BE49-F238E27FC236}">
                      <a16:creationId xmlns:a16="http://schemas.microsoft.com/office/drawing/2014/main" id="{E8A43C32-165D-4EA0-BB4F-2F074C55B911}"/>
                    </a:ext>
                  </a:extLst>
                </p:cNvPr>
                <p:cNvSpPr/>
                <p:nvPr/>
              </p:nvSpPr>
              <p:spPr>
                <a:xfrm>
                  <a:off x="10686421" y="2509136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89" name="橢圓 1988">
                  <a:extLst>
                    <a:ext uri="{FF2B5EF4-FFF2-40B4-BE49-F238E27FC236}">
                      <a16:creationId xmlns:a16="http://schemas.microsoft.com/office/drawing/2014/main" id="{7A480452-ED41-480C-A20D-D4F770F80D43}"/>
                    </a:ext>
                  </a:extLst>
                </p:cNvPr>
                <p:cNvSpPr/>
                <p:nvPr/>
              </p:nvSpPr>
              <p:spPr>
                <a:xfrm>
                  <a:off x="11141537" y="2509136"/>
                  <a:ext cx="263590" cy="26359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90" name="橢圓 1989">
                  <a:extLst>
                    <a:ext uri="{FF2B5EF4-FFF2-40B4-BE49-F238E27FC236}">
                      <a16:creationId xmlns:a16="http://schemas.microsoft.com/office/drawing/2014/main" id="{3EFF3FCB-C44C-4BE9-A9FE-DAEF3195C8CD}"/>
                    </a:ext>
                  </a:extLst>
                </p:cNvPr>
                <p:cNvSpPr/>
                <p:nvPr/>
              </p:nvSpPr>
              <p:spPr>
                <a:xfrm>
                  <a:off x="10229465" y="2511496"/>
                  <a:ext cx="263590" cy="26359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>
                      <a:solidFill>
                        <a:schemeClr val="bg1"/>
                      </a:solidFill>
                    </a:rPr>
                    <a:t>A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991" name="直線單箭頭接點 1990">
                  <a:extLst>
                    <a:ext uri="{FF2B5EF4-FFF2-40B4-BE49-F238E27FC236}">
                      <a16:creationId xmlns:a16="http://schemas.microsoft.com/office/drawing/2014/main" id="{0A475868-8928-40D2-B9F2-8AB71486E65A}"/>
                    </a:ext>
                  </a:extLst>
                </p:cNvPr>
                <p:cNvCxnSpPr>
                  <a:cxnSpLocks/>
                  <a:stCxn id="1990" idx="5"/>
                  <a:endCxn id="1988" idx="3"/>
                </p:cNvCxnSpPr>
                <p:nvPr/>
              </p:nvCxnSpPr>
              <p:spPr>
                <a:xfrm flipV="1">
                  <a:off x="10454453" y="2734124"/>
                  <a:ext cx="270570" cy="236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2" name="直線單箭頭接點 1991">
                  <a:extLst>
                    <a:ext uri="{FF2B5EF4-FFF2-40B4-BE49-F238E27FC236}">
                      <a16:creationId xmlns:a16="http://schemas.microsoft.com/office/drawing/2014/main" id="{833E804D-6C27-4224-B0CB-297CE827AA45}"/>
                    </a:ext>
                  </a:extLst>
                </p:cNvPr>
                <p:cNvCxnSpPr>
                  <a:cxnSpLocks/>
                  <a:stCxn id="1988" idx="7"/>
                  <a:endCxn id="1989" idx="1"/>
                </p:cNvCxnSpPr>
                <p:nvPr/>
              </p:nvCxnSpPr>
              <p:spPr>
                <a:xfrm>
                  <a:off x="10911409" y="2547738"/>
                  <a:ext cx="268730" cy="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3" name="直線單箭頭接點 1992">
                  <a:extLst>
                    <a:ext uri="{FF2B5EF4-FFF2-40B4-BE49-F238E27FC236}">
                      <a16:creationId xmlns:a16="http://schemas.microsoft.com/office/drawing/2014/main" id="{41A1B70C-44E9-416E-87E6-16BB06127A0C}"/>
                    </a:ext>
                  </a:extLst>
                </p:cNvPr>
                <p:cNvCxnSpPr>
                  <a:cxnSpLocks/>
                  <a:stCxn id="1987" idx="6"/>
                  <a:endCxn id="1988" idx="1"/>
                </p:cNvCxnSpPr>
                <p:nvPr/>
              </p:nvCxnSpPr>
              <p:spPr>
                <a:xfrm>
                  <a:off x="10493055" y="2271108"/>
                  <a:ext cx="231968" cy="27663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60000"/>
                      <a:lumOff val="4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4" name="直線單箭頭接點 1993">
                  <a:extLst>
                    <a:ext uri="{FF2B5EF4-FFF2-40B4-BE49-F238E27FC236}">
                      <a16:creationId xmlns:a16="http://schemas.microsoft.com/office/drawing/2014/main" id="{E655B1B6-2F5E-41CC-BDC2-51CCBCC6A562}"/>
                    </a:ext>
                  </a:extLst>
                </p:cNvPr>
                <p:cNvCxnSpPr>
                  <a:cxnSpLocks/>
                  <a:stCxn id="1988" idx="2"/>
                  <a:endCxn id="1987" idx="5"/>
                </p:cNvCxnSpPr>
                <p:nvPr/>
              </p:nvCxnSpPr>
              <p:spPr>
                <a:xfrm flipH="1" flipV="1">
                  <a:off x="10454453" y="2364301"/>
                  <a:ext cx="231968" cy="276630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5" name="直線單箭頭接點 1994">
                  <a:extLst>
                    <a:ext uri="{FF2B5EF4-FFF2-40B4-BE49-F238E27FC236}">
                      <a16:creationId xmlns:a16="http://schemas.microsoft.com/office/drawing/2014/main" id="{B421F431-C0E0-4CBC-84B6-5E6EB39EEC9B}"/>
                    </a:ext>
                  </a:extLst>
                </p:cNvPr>
                <p:cNvCxnSpPr>
                  <a:cxnSpLocks/>
                  <a:stCxn id="1988" idx="6"/>
                  <a:endCxn id="1989" idx="2"/>
                </p:cNvCxnSpPr>
                <p:nvPr/>
              </p:nvCxnSpPr>
              <p:spPr>
                <a:xfrm>
                  <a:off x="10950011" y="2640931"/>
                  <a:ext cx="191526" cy="0"/>
                </a:xfrm>
                <a:prstGeom prst="straightConnector1">
                  <a:avLst/>
                </a:prstGeom>
                <a:ln w="28575">
                  <a:solidFill>
                    <a:srgbClr val="2F5597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6" name="直線單箭頭接點 1995">
                  <a:extLst>
                    <a:ext uri="{FF2B5EF4-FFF2-40B4-BE49-F238E27FC236}">
                      <a16:creationId xmlns:a16="http://schemas.microsoft.com/office/drawing/2014/main" id="{71FBF351-A2DF-4D21-8ED5-4D486CCD0814}"/>
                    </a:ext>
                  </a:extLst>
                </p:cNvPr>
                <p:cNvCxnSpPr>
                  <a:cxnSpLocks/>
                  <a:stCxn id="1988" idx="5"/>
                  <a:endCxn id="1989" idx="3"/>
                </p:cNvCxnSpPr>
                <p:nvPr/>
              </p:nvCxnSpPr>
              <p:spPr>
                <a:xfrm>
                  <a:off x="10911409" y="2734124"/>
                  <a:ext cx="268730" cy="0"/>
                </a:xfrm>
                <a:prstGeom prst="straightConnector1">
                  <a:avLst/>
                </a:prstGeom>
                <a:ln w="28575">
                  <a:solidFill>
                    <a:srgbClr val="C55A1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22" name="文字方塊 2021">
                    <a:extLst>
                      <a:ext uri="{FF2B5EF4-FFF2-40B4-BE49-F238E27FC236}">
                        <a16:creationId xmlns:a16="http://schemas.microsoft.com/office/drawing/2014/main" id="{05243881-165C-4FCE-A602-3F8FD394AADB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7348" y="1041907"/>
                    <a:ext cx="2498697" cy="39600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/>
                      <a:t>2-path</a:t>
                    </a:r>
                    <a:r>
                      <a:rPr lang="zh-TW" altLang="en-US" dirty="0"/>
                      <a:t> </a:t>
                    </a:r>
                    <a:r>
                      <a:rPr lang="en-US" altLang="zh-TW" dirty="0"/>
                      <a:t>pattern</a:t>
                    </a:r>
                    <a:r>
                      <a:rPr lang="en-US" altLang="zh-TW" sz="1800" dirty="0">
                        <a:solidFill>
                          <a:schemeClr val="tx1"/>
                        </a:solidFill>
                      </a:rPr>
                      <a:t> ∈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𝐿𝑜𝑤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</m:oMath>
                    </a14:m>
                    <a:endParaRPr lang="en-US" altLang="zh-TW" dirty="0"/>
                  </a:p>
                </p:txBody>
              </p:sp>
            </mc:Choice>
            <mc:Fallback xmlns="">
              <p:sp>
                <p:nvSpPr>
                  <p:cNvPr id="2022" name="文字方塊 2021">
                    <a:extLst>
                      <a:ext uri="{FF2B5EF4-FFF2-40B4-BE49-F238E27FC236}">
                        <a16:creationId xmlns:a16="http://schemas.microsoft.com/office/drawing/2014/main" id="{05243881-165C-4FCE-A602-3F8FD394AA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357348" y="1041907"/>
                    <a:ext cx="2498697" cy="39600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951" t="-10769" b="-1846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5" name="文字方塊 2024">
                  <a:extLst>
                    <a:ext uri="{FF2B5EF4-FFF2-40B4-BE49-F238E27FC236}">
                      <a16:creationId xmlns:a16="http://schemas.microsoft.com/office/drawing/2014/main" id="{82DF9285-B8F1-459D-8974-FABB351568B8}"/>
                    </a:ext>
                  </a:extLst>
                </p:cNvPr>
                <p:cNvSpPr txBox="1"/>
                <p:nvPr/>
              </p:nvSpPr>
              <p:spPr>
                <a:xfrm>
                  <a:off x="1043620" y="5213200"/>
                  <a:ext cx="5077865" cy="3960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Neither 3-path nor 2-path pattern </a:t>
                  </a:r>
                  <a:r>
                    <a:rPr lang="en-US" altLang="zh-TW" sz="1800" dirty="0">
                      <a:solidFill>
                        <a:schemeClr val="tx1"/>
                      </a:solidFill>
                    </a:rPr>
                    <a:t>∈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𝑁𝑜𝑛𝑆𝑜𝑚𝑎𝑖𝑡𝑐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a14:m>
                  <a:r>
                    <a:rPr lang="en-US" altLang="zh-TW" sz="1800" dirty="0">
                      <a:solidFill>
                        <a:schemeClr val="tx1"/>
                      </a:solidFill>
                    </a:rPr>
                    <a:t> </a:t>
                  </a:r>
                  <a:endParaRPr lang="en-US" altLang="zh-TW" dirty="0"/>
                </a:p>
              </p:txBody>
            </p:sp>
          </mc:Choice>
          <mc:Fallback xmlns="">
            <p:sp>
              <p:nvSpPr>
                <p:cNvPr id="2025" name="文字方塊 2024">
                  <a:extLst>
                    <a:ext uri="{FF2B5EF4-FFF2-40B4-BE49-F238E27FC236}">
                      <a16:creationId xmlns:a16="http://schemas.microsoft.com/office/drawing/2014/main" id="{82DF9285-B8F1-459D-8974-FABB35156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620" y="5213200"/>
                  <a:ext cx="5077865" cy="396006"/>
                </a:xfrm>
                <a:prstGeom prst="rect">
                  <a:avLst/>
                </a:prstGeom>
                <a:blipFill>
                  <a:blip r:embed="rId9"/>
                  <a:stretch>
                    <a:fillRect l="-960" t="-9231" b="-18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40" name="文字方塊 2039">
                <a:extLst>
                  <a:ext uri="{FF2B5EF4-FFF2-40B4-BE49-F238E27FC236}">
                    <a16:creationId xmlns:a16="http://schemas.microsoft.com/office/drawing/2014/main" id="{C47B0890-87F0-429C-ADE1-4848753C2720}"/>
                  </a:ext>
                </a:extLst>
              </p:cNvPr>
              <p:cNvSpPr txBox="1"/>
              <p:nvPr/>
            </p:nvSpPr>
            <p:spPr>
              <a:xfrm>
                <a:off x="575255" y="5912190"/>
                <a:ext cx="3785400" cy="801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Somatic</m:t>
                      </m:r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Variant</m:t>
                      </m:r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Detection</m:t>
                      </m:r>
                      <m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Formula</m:t>
                      </m:r>
                    </m:oMath>
                  </m:oMathPara>
                </a14:m>
                <a:endParaRPr kumimoji="0" lang="en-US" altLang="zh-TW" sz="18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/>
                  <a:cs typeface="+mn-cs"/>
                </a:endParaRPr>
              </a:p>
              <a:p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altLang="zh-TW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40" name="文字方塊 2039">
                <a:extLst>
                  <a:ext uri="{FF2B5EF4-FFF2-40B4-BE49-F238E27FC236}">
                    <a16:creationId xmlns:a16="http://schemas.microsoft.com/office/drawing/2014/main" id="{C47B0890-87F0-429C-ADE1-4848753C2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55" y="5912190"/>
                <a:ext cx="3785400" cy="8011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7" name="箭號: 向下 1626">
            <a:extLst>
              <a:ext uri="{FF2B5EF4-FFF2-40B4-BE49-F238E27FC236}">
                <a16:creationId xmlns:a16="http://schemas.microsoft.com/office/drawing/2014/main" id="{53FA273E-FC37-427C-8CC0-5CDC140FBC26}"/>
              </a:ext>
            </a:extLst>
          </p:cNvPr>
          <p:cNvSpPr/>
          <p:nvPr/>
        </p:nvSpPr>
        <p:spPr>
          <a:xfrm>
            <a:off x="7024116" y="1289260"/>
            <a:ext cx="180000" cy="180000"/>
          </a:xfrm>
          <a:prstGeom prst="down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6" name="文字方塊 2035">
                <a:extLst>
                  <a:ext uri="{FF2B5EF4-FFF2-40B4-BE49-F238E27FC236}">
                    <a16:creationId xmlns:a16="http://schemas.microsoft.com/office/drawing/2014/main" id="{403035F9-2D1F-4982-AECB-8CD7002ECB74}"/>
                  </a:ext>
                </a:extLst>
              </p:cNvPr>
              <p:cNvSpPr txBox="1"/>
              <p:nvPr/>
            </p:nvSpPr>
            <p:spPr>
              <a:xfrm>
                <a:off x="6614292" y="4701971"/>
                <a:ext cx="81964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/>
                  <a:t> 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3</a:t>
                </a:r>
              </a:p>
            </p:txBody>
          </p:sp>
        </mc:Choice>
        <mc:Fallback xmlns="">
          <p:sp>
            <p:nvSpPr>
              <p:cNvPr id="2036" name="文字方塊 2035">
                <a:extLst>
                  <a:ext uri="{FF2B5EF4-FFF2-40B4-BE49-F238E27FC236}">
                    <a16:creationId xmlns:a16="http://schemas.microsoft.com/office/drawing/2014/main" id="{403035F9-2D1F-4982-AECB-8CD7002EC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292" y="4701971"/>
                <a:ext cx="819648" cy="923330"/>
              </a:xfrm>
              <a:prstGeom prst="rect">
                <a:avLst/>
              </a:prstGeom>
              <a:blipFill>
                <a:blip r:embed="rId11"/>
                <a:stretch>
                  <a:fillRect t="-3289" r="-5970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" name="文字方塊 2048">
                <a:extLst>
                  <a:ext uri="{FF2B5EF4-FFF2-40B4-BE49-F238E27FC236}">
                    <a16:creationId xmlns:a16="http://schemas.microsoft.com/office/drawing/2014/main" id="{E6918398-4DB6-4C14-B31E-2EE2F9072358}"/>
                  </a:ext>
                </a:extLst>
              </p:cNvPr>
              <p:cNvSpPr txBox="1"/>
              <p:nvPr/>
            </p:nvSpPr>
            <p:spPr>
              <a:xfrm>
                <a:off x="6087101" y="5901693"/>
                <a:ext cx="1953933" cy="524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i="0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1+3</m:t>
                        </m:r>
                      </m:den>
                    </m:f>
                    <m:r>
                      <m:rPr>
                        <m:nor/>
                      </m:rPr>
                      <a:rPr lang="en-US" altLang="zh-TW" dirty="0"/>
                      <m:t>=</m:t>
                    </m:r>
                    <m:r>
                      <m:rPr>
                        <m:nor/>
                      </m:rPr>
                      <a:rPr lang="en-US" altLang="zh-TW" b="0" i="0" dirty="0" smtClean="0"/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49" name="文字方塊 2048">
                <a:extLst>
                  <a:ext uri="{FF2B5EF4-FFF2-40B4-BE49-F238E27FC236}">
                    <a16:creationId xmlns:a16="http://schemas.microsoft.com/office/drawing/2014/main" id="{E6918398-4DB6-4C14-B31E-2EE2F9072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101" y="5901693"/>
                <a:ext cx="1953933" cy="524182"/>
              </a:xfrm>
              <a:prstGeom prst="rect">
                <a:avLst/>
              </a:prstGeom>
              <a:blipFill>
                <a:blip r:embed="rId12"/>
                <a:stretch>
                  <a:fillRect b="-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8" name="箭號: 向下 1627">
            <a:extLst>
              <a:ext uri="{FF2B5EF4-FFF2-40B4-BE49-F238E27FC236}">
                <a16:creationId xmlns:a16="http://schemas.microsoft.com/office/drawing/2014/main" id="{32161A15-2EE3-4A06-BF30-9BC6901274E3}"/>
              </a:ext>
            </a:extLst>
          </p:cNvPr>
          <p:cNvSpPr/>
          <p:nvPr/>
        </p:nvSpPr>
        <p:spPr>
          <a:xfrm>
            <a:off x="10650817" y="1289260"/>
            <a:ext cx="180000" cy="180000"/>
          </a:xfrm>
          <a:prstGeom prst="down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27AD446-CD53-4CC6-9773-74AF2FCF65BA}"/>
              </a:ext>
            </a:extLst>
          </p:cNvPr>
          <p:cNvGrpSpPr/>
          <p:nvPr/>
        </p:nvGrpSpPr>
        <p:grpSpPr>
          <a:xfrm>
            <a:off x="9760323" y="1603607"/>
            <a:ext cx="1082452" cy="427635"/>
            <a:chOff x="9515160" y="1603607"/>
            <a:chExt cx="1082452" cy="427635"/>
          </a:xfrm>
        </p:grpSpPr>
        <p:cxnSp>
          <p:nvCxnSpPr>
            <p:cNvPr id="1458" name="直線單箭頭接點 1457">
              <a:extLst>
                <a:ext uri="{FF2B5EF4-FFF2-40B4-BE49-F238E27FC236}">
                  <a16:creationId xmlns:a16="http://schemas.microsoft.com/office/drawing/2014/main" id="{DA2013FE-9CB1-4836-B75F-B42E5D531244}"/>
                </a:ext>
              </a:extLst>
            </p:cNvPr>
            <p:cNvCxnSpPr>
              <a:cxnSpLocks/>
              <a:stCxn id="1462" idx="6"/>
              <a:endCxn id="1464" idx="2"/>
            </p:cNvCxnSpPr>
            <p:nvPr/>
          </p:nvCxnSpPr>
          <p:spPr>
            <a:xfrm flipV="1">
              <a:off x="10139798" y="1681571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直線單箭頭接點 1458">
              <a:extLst>
                <a:ext uri="{FF2B5EF4-FFF2-40B4-BE49-F238E27FC236}">
                  <a16:creationId xmlns:a16="http://schemas.microsoft.com/office/drawing/2014/main" id="{DF9F922C-3143-4DE0-A05B-37DAB0E68AC8}"/>
                </a:ext>
              </a:extLst>
            </p:cNvPr>
            <p:cNvCxnSpPr>
              <a:cxnSpLocks/>
              <a:stCxn id="1460" idx="6"/>
              <a:endCxn id="1462" idx="2"/>
            </p:cNvCxnSpPr>
            <p:nvPr/>
          </p:nvCxnSpPr>
          <p:spPr>
            <a:xfrm>
              <a:off x="9671087" y="1682967"/>
              <a:ext cx="312784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0" name="橢圓 1459">
              <a:extLst>
                <a:ext uri="{FF2B5EF4-FFF2-40B4-BE49-F238E27FC236}">
                  <a16:creationId xmlns:a16="http://schemas.microsoft.com/office/drawing/2014/main" id="{853EC57B-5B50-489A-863E-D1E325CEBCB1}"/>
                </a:ext>
              </a:extLst>
            </p:cNvPr>
            <p:cNvSpPr/>
            <p:nvPr/>
          </p:nvSpPr>
          <p:spPr>
            <a:xfrm>
              <a:off x="9515160" y="1605003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A</a:t>
              </a:r>
              <a:endParaRPr lang="zh-TW" altLang="en-US" sz="1200" dirty="0"/>
            </a:p>
          </p:txBody>
        </p:sp>
        <p:sp>
          <p:nvSpPr>
            <p:cNvPr id="1461" name="橢圓 1460">
              <a:extLst>
                <a:ext uri="{FF2B5EF4-FFF2-40B4-BE49-F238E27FC236}">
                  <a16:creationId xmlns:a16="http://schemas.microsoft.com/office/drawing/2014/main" id="{9AE9BF7E-A774-4B87-B006-767A8BDB6A50}"/>
                </a:ext>
              </a:extLst>
            </p:cNvPr>
            <p:cNvSpPr/>
            <p:nvPr/>
          </p:nvSpPr>
          <p:spPr>
            <a:xfrm>
              <a:off x="9515160" y="1875315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62" name="橢圓 1461">
              <a:extLst>
                <a:ext uri="{FF2B5EF4-FFF2-40B4-BE49-F238E27FC236}">
                  <a16:creationId xmlns:a16="http://schemas.microsoft.com/office/drawing/2014/main" id="{67D52296-0F6A-493D-9A23-94FEB6A461AD}"/>
                </a:ext>
              </a:extLst>
            </p:cNvPr>
            <p:cNvSpPr/>
            <p:nvPr/>
          </p:nvSpPr>
          <p:spPr>
            <a:xfrm>
              <a:off x="9983871" y="1605003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1463" name="橢圓 1462">
              <a:extLst>
                <a:ext uri="{FF2B5EF4-FFF2-40B4-BE49-F238E27FC236}">
                  <a16:creationId xmlns:a16="http://schemas.microsoft.com/office/drawing/2014/main" id="{DA698B0A-5738-4606-B4CD-A896CA342334}"/>
                </a:ext>
              </a:extLst>
            </p:cNvPr>
            <p:cNvSpPr/>
            <p:nvPr/>
          </p:nvSpPr>
          <p:spPr>
            <a:xfrm>
              <a:off x="9983871" y="1875315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64" name="橢圓 1463">
              <a:extLst>
                <a:ext uri="{FF2B5EF4-FFF2-40B4-BE49-F238E27FC236}">
                  <a16:creationId xmlns:a16="http://schemas.microsoft.com/office/drawing/2014/main" id="{7A0C8D27-6634-4208-9284-2997CD6BCE7A}"/>
                </a:ext>
              </a:extLst>
            </p:cNvPr>
            <p:cNvSpPr/>
            <p:nvPr/>
          </p:nvSpPr>
          <p:spPr>
            <a:xfrm>
              <a:off x="10441685" y="1603607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465" name="橢圓 1464">
              <a:extLst>
                <a:ext uri="{FF2B5EF4-FFF2-40B4-BE49-F238E27FC236}">
                  <a16:creationId xmlns:a16="http://schemas.microsoft.com/office/drawing/2014/main" id="{4F01B800-A68F-4391-9F61-E62012D05601}"/>
                </a:ext>
              </a:extLst>
            </p:cNvPr>
            <p:cNvSpPr/>
            <p:nvPr/>
          </p:nvSpPr>
          <p:spPr>
            <a:xfrm>
              <a:off x="10441685" y="1873919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466" name="直線單箭頭接點 1465">
              <a:extLst>
                <a:ext uri="{FF2B5EF4-FFF2-40B4-BE49-F238E27FC236}">
                  <a16:creationId xmlns:a16="http://schemas.microsoft.com/office/drawing/2014/main" id="{EBBC28E4-12BC-439E-9CC0-7F000D8308D0}"/>
                </a:ext>
              </a:extLst>
            </p:cNvPr>
            <p:cNvCxnSpPr>
              <a:cxnSpLocks/>
              <a:stCxn id="1461" idx="7"/>
              <a:endCxn id="1462" idx="3"/>
            </p:cNvCxnSpPr>
            <p:nvPr/>
          </p:nvCxnSpPr>
          <p:spPr>
            <a:xfrm flipV="1">
              <a:off x="9648252" y="1738095"/>
              <a:ext cx="358454" cy="160055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7" name="直線單箭頭接點 1466">
              <a:extLst>
                <a:ext uri="{FF2B5EF4-FFF2-40B4-BE49-F238E27FC236}">
                  <a16:creationId xmlns:a16="http://schemas.microsoft.com/office/drawing/2014/main" id="{8F34F957-EFC4-4270-B802-940F093CFF3F}"/>
                </a:ext>
              </a:extLst>
            </p:cNvPr>
            <p:cNvCxnSpPr>
              <a:cxnSpLocks/>
              <a:stCxn id="1462" idx="5"/>
              <a:endCxn id="1465" idx="0"/>
            </p:cNvCxnSpPr>
            <p:nvPr/>
          </p:nvCxnSpPr>
          <p:spPr>
            <a:xfrm>
              <a:off x="10116963" y="1738095"/>
              <a:ext cx="402686" cy="135824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直線單箭頭接點 1467">
              <a:extLst>
                <a:ext uri="{FF2B5EF4-FFF2-40B4-BE49-F238E27FC236}">
                  <a16:creationId xmlns:a16="http://schemas.microsoft.com/office/drawing/2014/main" id="{D7A89078-8C57-48EE-81CD-EDFAE7106402}"/>
                </a:ext>
              </a:extLst>
            </p:cNvPr>
            <p:cNvCxnSpPr>
              <a:cxnSpLocks/>
              <a:stCxn id="1463" idx="6"/>
              <a:endCxn id="1465" idx="2"/>
            </p:cNvCxnSpPr>
            <p:nvPr/>
          </p:nvCxnSpPr>
          <p:spPr>
            <a:xfrm flipV="1">
              <a:off x="10139798" y="1951883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9" name="直線單箭頭接點 1468">
              <a:extLst>
                <a:ext uri="{FF2B5EF4-FFF2-40B4-BE49-F238E27FC236}">
                  <a16:creationId xmlns:a16="http://schemas.microsoft.com/office/drawing/2014/main" id="{B4B91700-98CA-41FC-8998-D899871A405F}"/>
                </a:ext>
              </a:extLst>
            </p:cNvPr>
            <p:cNvCxnSpPr>
              <a:cxnSpLocks/>
              <a:stCxn id="1461" idx="6"/>
              <a:endCxn id="1463" idx="2"/>
            </p:cNvCxnSpPr>
            <p:nvPr/>
          </p:nvCxnSpPr>
          <p:spPr>
            <a:xfrm>
              <a:off x="9671087" y="1953279"/>
              <a:ext cx="312784" cy="0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BAA4F7CD-DF62-49FB-B7ED-02F3B50C2EC5}"/>
              </a:ext>
            </a:extLst>
          </p:cNvPr>
          <p:cNvGrpSpPr/>
          <p:nvPr/>
        </p:nvGrpSpPr>
        <p:grpSpPr>
          <a:xfrm>
            <a:off x="9760323" y="2133465"/>
            <a:ext cx="1536710" cy="427635"/>
            <a:chOff x="9515160" y="2133465"/>
            <a:chExt cx="1536710" cy="427635"/>
          </a:xfrm>
        </p:grpSpPr>
        <p:sp>
          <p:nvSpPr>
            <p:cNvPr id="1448" name="橢圓 1447">
              <a:extLst>
                <a:ext uri="{FF2B5EF4-FFF2-40B4-BE49-F238E27FC236}">
                  <a16:creationId xmlns:a16="http://schemas.microsoft.com/office/drawing/2014/main" id="{0E69C9F9-57D8-4C0E-89C4-CD0054EAD4A4}"/>
                </a:ext>
              </a:extLst>
            </p:cNvPr>
            <p:cNvSpPr/>
            <p:nvPr/>
          </p:nvSpPr>
          <p:spPr>
            <a:xfrm>
              <a:off x="9515160" y="2134861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A</a:t>
              </a:r>
              <a:endParaRPr lang="zh-TW" altLang="en-US" sz="1200" dirty="0"/>
            </a:p>
          </p:txBody>
        </p:sp>
        <p:sp>
          <p:nvSpPr>
            <p:cNvPr id="1449" name="橢圓 1448">
              <a:extLst>
                <a:ext uri="{FF2B5EF4-FFF2-40B4-BE49-F238E27FC236}">
                  <a16:creationId xmlns:a16="http://schemas.microsoft.com/office/drawing/2014/main" id="{85982BD3-B20F-4CC7-B394-A06AE1B26EE3}"/>
                </a:ext>
              </a:extLst>
            </p:cNvPr>
            <p:cNvSpPr/>
            <p:nvPr/>
          </p:nvSpPr>
          <p:spPr>
            <a:xfrm>
              <a:off x="9515160" y="2405173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50" name="橢圓 1449">
              <a:extLst>
                <a:ext uri="{FF2B5EF4-FFF2-40B4-BE49-F238E27FC236}">
                  <a16:creationId xmlns:a16="http://schemas.microsoft.com/office/drawing/2014/main" id="{FEFEA5FA-8D5F-4DC9-9738-788FE8269D5E}"/>
                </a:ext>
              </a:extLst>
            </p:cNvPr>
            <p:cNvSpPr/>
            <p:nvPr/>
          </p:nvSpPr>
          <p:spPr>
            <a:xfrm>
              <a:off x="10895943" y="2133465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51" name="橢圓 1450">
              <a:extLst>
                <a:ext uri="{FF2B5EF4-FFF2-40B4-BE49-F238E27FC236}">
                  <a16:creationId xmlns:a16="http://schemas.microsoft.com/office/drawing/2014/main" id="{A2475A2D-F637-42BF-BC36-1F517FF9601E}"/>
                </a:ext>
              </a:extLst>
            </p:cNvPr>
            <p:cNvSpPr/>
            <p:nvPr/>
          </p:nvSpPr>
          <p:spPr>
            <a:xfrm>
              <a:off x="10895943" y="2403777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52" name="橢圓 1451">
              <a:extLst>
                <a:ext uri="{FF2B5EF4-FFF2-40B4-BE49-F238E27FC236}">
                  <a16:creationId xmlns:a16="http://schemas.microsoft.com/office/drawing/2014/main" id="{CF5C28C6-8C22-4357-AD8E-7B1A8BBE656B}"/>
                </a:ext>
              </a:extLst>
            </p:cNvPr>
            <p:cNvSpPr/>
            <p:nvPr/>
          </p:nvSpPr>
          <p:spPr>
            <a:xfrm>
              <a:off x="10441685" y="2133465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453" name="橢圓 1452">
              <a:extLst>
                <a:ext uri="{FF2B5EF4-FFF2-40B4-BE49-F238E27FC236}">
                  <a16:creationId xmlns:a16="http://schemas.microsoft.com/office/drawing/2014/main" id="{B36AF722-EA0A-4290-AA2E-72C1A498079D}"/>
                </a:ext>
              </a:extLst>
            </p:cNvPr>
            <p:cNvSpPr/>
            <p:nvPr/>
          </p:nvSpPr>
          <p:spPr>
            <a:xfrm>
              <a:off x="10441685" y="2403777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454" name="直線單箭頭接點 1453">
              <a:extLst>
                <a:ext uri="{FF2B5EF4-FFF2-40B4-BE49-F238E27FC236}">
                  <a16:creationId xmlns:a16="http://schemas.microsoft.com/office/drawing/2014/main" id="{8B7E43AC-DF35-42E4-B4DA-3BD4F7568BC6}"/>
                </a:ext>
              </a:extLst>
            </p:cNvPr>
            <p:cNvCxnSpPr>
              <a:cxnSpLocks/>
              <a:stCxn id="1448" idx="6"/>
              <a:endCxn id="1452" idx="2"/>
            </p:cNvCxnSpPr>
            <p:nvPr/>
          </p:nvCxnSpPr>
          <p:spPr>
            <a:xfrm flipV="1">
              <a:off x="9671087" y="2211429"/>
              <a:ext cx="770598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5" name="直線單箭頭接點 1454">
              <a:extLst>
                <a:ext uri="{FF2B5EF4-FFF2-40B4-BE49-F238E27FC236}">
                  <a16:creationId xmlns:a16="http://schemas.microsoft.com/office/drawing/2014/main" id="{E2AE9D7A-4417-46A2-AE5A-A444AE7BE2D9}"/>
                </a:ext>
              </a:extLst>
            </p:cNvPr>
            <p:cNvCxnSpPr>
              <a:cxnSpLocks/>
              <a:stCxn id="1452" idx="5"/>
              <a:endCxn id="1451" idx="1"/>
            </p:cNvCxnSpPr>
            <p:nvPr/>
          </p:nvCxnSpPr>
          <p:spPr>
            <a:xfrm>
              <a:off x="10574777" y="2266557"/>
              <a:ext cx="344001" cy="160055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直線單箭頭接點 1455">
              <a:extLst>
                <a:ext uri="{FF2B5EF4-FFF2-40B4-BE49-F238E27FC236}">
                  <a16:creationId xmlns:a16="http://schemas.microsoft.com/office/drawing/2014/main" id="{C6C6BD57-24C2-48A9-B40D-B5E7AC193BE2}"/>
                </a:ext>
              </a:extLst>
            </p:cNvPr>
            <p:cNvCxnSpPr>
              <a:cxnSpLocks/>
              <a:stCxn id="1453" idx="6"/>
              <a:endCxn id="1451" idx="2"/>
            </p:cNvCxnSpPr>
            <p:nvPr/>
          </p:nvCxnSpPr>
          <p:spPr>
            <a:xfrm>
              <a:off x="10597612" y="2481741"/>
              <a:ext cx="298331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直線單箭頭接點 1456">
              <a:extLst>
                <a:ext uri="{FF2B5EF4-FFF2-40B4-BE49-F238E27FC236}">
                  <a16:creationId xmlns:a16="http://schemas.microsoft.com/office/drawing/2014/main" id="{79A4412E-2DF2-415B-BAEA-9053D0079E97}"/>
                </a:ext>
              </a:extLst>
            </p:cNvPr>
            <p:cNvCxnSpPr>
              <a:cxnSpLocks/>
              <a:stCxn id="1449" idx="6"/>
              <a:endCxn id="1453" idx="2"/>
            </p:cNvCxnSpPr>
            <p:nvPr/>
          </p:nvCxnSpPr>
          <p:spPr>
            <a:xfrm flipV="1">
              <a:off x="9671087" y="2481741"/>
              <a:ext cx="770598" cy="1396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C25AA3FE-3045-493A-B4DD-3A104862B8DA}"/>
              </a:ext>
            </a:extLst>
          </p:cNvPr>
          <p:cNvGrpSpPr/>
          <p:nvPr/>
        </p:nvGrpSpPr>
        <p:grpSpPr>
          <a:xfrm>
            <a:off x="9760323" y="2663323"/>
            <a:ext cx="1996728" cy="427635"/>
            <a:chOff x="9515160" y="2663323"/>
            <a:chExt cx="1996728" cy="427635"/>
          </a:xfrm>
        </p:grpSpPr>
        <p:sp>
          <p:nvSpPr>
            <p:cNvPr id="1438" name="橢圓 1437">
              <a:extLst>
                <a:ext uri="{FF2B5EF4-FFF2-40B4-BE49-F238E27FC236}">
                  <a16:creationId xmlns:a16="http://schemas.microsoft.com/office/drawing/2014/main" id="{4611FCFC-8CC7-464A-9EE2-ECA926D2CD57}"/>
                </a:ext>
              </a:extLst>
            </p:cNvPr>
            <p:cNvSpPr/>
            <p:nvPr/>
          </p:nvSpPr>
          <p:spPr>
            <a:xfrm>
              <a:off x="9515160" y="2664719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A</a:t>
              </a:r>
              <a:endParaRPr lang="zh-TW" altLang="en-US" sz="1200" dirty="0"/>
            </a:p>
          </p:txBody>
        </p:sp>
        <p:sp>
          <p:nvSpPr>
            <p:cNvPr id="1439" name="橢圓 1438">
              <a:extLst>
                <a:ext uri="{FF2B5EF4-FFF2-40B4-BE49-F238E27FC236}">
                  <a16:creationId xmlns:a16="http://schemas.microsoft.com/office/drawing/2014/main" id="{DD65285E-95D5-494D-AE8D-59E815DA6F0C}"/>
                </a:ext>
              </a:extLst>
            </p:cNvPr>
            <p:cNvSpPr/>
            <p:nvPr/>
          </p:nvSpPr>
          <p:spPr>
            <a:xfrm>
              <a:off x="9515160" y="2935031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1440" name="橢圓 1439">
              <a:extLst>
                <a:ext uri="{FF2B5EF4-FFF2-40B4-BE49-F238E27FC236}">
                  <a16:creationId xmlns:a16="http://schemas.microsoft.com/office/drawing/2014/main" id="{37C9FB86-6E01-4315-B7AB-9B6606F9AAC3}"/>
                </a:ext>
              </a:extLst>
            </p:cNvPr>
            <p:cNvSpPr/>
            <p:nvPr/>
          </p:nvSpPr>
          <p:spPr>
            <a:xfrm>
              <a:off x="10441685" y="2663323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441" name="橢圓 1440">
              <a:extLst>
                <a:ext uri="{FF2B5EF4-FFF2-40B4-BE49-F238E27FC236}">
                  <a16:creationId xmlns:a16="http://schemas.microsoft.com/office/drawing/2014/main" id="{92DA1270-5788-4116-A2A9-B57573D6BC03}"/>
                </a:ext>
              </a:extLst>
            </p:cNvPr>
            <p:cNvSpPr/>
            <p:nvPr/>
          </p:nvSpPr>
          <p:spPr>
            <a:xfrm>
              <a:off x="10441685" y="2933635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42" name="橢圓 1441">
              <a:extLst>
                <a:ext uri="{FF2B5EF4-FFF2-40B4-BE49-F238E27FC236}">
                  <a16:creationId xmlns:a16="http://schemas.microsoft.com/office/drawing/2014/main" id="{0929C48B-0BFB-4F75-AD8D-8D65BA32A346}"/>
                </a:ext>
              </a:extLst>
            </p:cNvPr>
            <p:cNvSpPr/>
            <p:nvPr/>
          </p:nvSpPr>
          <p:spPr>
            <a:xfrm>
              <a:off x="11355961" y="2663323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43" name="橢圓 1442">
              <a:extLst>
                <a:ext uri="{FF2B5EF4-FFF2-40B4-BE49-F238E27FC236}">
                  <a16:creationId xmlns:a16="http://schemas.microsoft.com/office/drawing/2014/main" id="{41644E57-6562-45C7-8B1C-863993E0A31E}"/>
                </a:ext>
              </a:extLst>
            </p:cNvPr>
            <p:cNvSpPr/>
            <p:nvPr/>
          </p:nvSpPr>
          <p:spPr>
            <a:xfrm>
              <a:off x="11355961" y="2933635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A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444" name="直線單箭頭接點 1443">
              <a:extLst>
                <a:ext uri="{FF2B5EF4-FFF2-40B4-BE49-F238E27FC236}">
                  <a16:creationId xmlns:a16="http://schemas.microsoft.com/office/drawing/2014/main" id="{AAAAED8A-CD22-4B5F-B7DF-EB5212C30955}"/>
                </a:ext>
              </a:extLst>
            </p:cNvPr>
            <p:cNvCxnSpPr>
              <a:cxnSpLocks/>
              <a:stCxn id="1438" idx="6"/>
              <a:endCxn id="1440" idx="2"/>
            </p:cNvCxnSpPr>
            <p:nvPr/>
          </p:nvCxnSpPr>
          <p:spPr>
            <a:xfrm flipV="1">
              <a:off x="9671087" y="2741287"/>
              <a:ext cx="770598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直線單箭頭接點 1444">
              <a:extLst>
                <a:ext uri="{FF2B5EF4-FFF2-40B4-BE49-F238E27FC236}">
                  <a16:creationId xmlns:a16="http://schemas.microsoft.com/office/drawing/2014/main" id="{966AFE0C-9DCD-4D8C-B4D8-6C37A14BBEFC}"/>
                </a:ext>
              </a:extLst>
            </p:cNvPr>
            <p:cNvCxnSpPr>
              <a:cxnSpLocks/>
              <a:stCxn id="1440" idx="6"/>
              <a:endCxn id="1443" idx="1"/>
            </p:cNvCxnSpPr>
            <p:nvPr/>
          </p:nvCxnSpPr>
          <p:spPr>
            <a:xfrm>
              <a:off x="10597612" y="2741287"/>
              <a:ext cx="781184" cy="215183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直線單箭頭接點 1445">
              <a:extLst>
                <a:ext uri="{FF2B5EF4-FFF2-40B4-BE49-F238E27FC236}">
                  <a16:creationId xmlns:a16="http://schemas.microsoft.com/office/drawing/2014/main" id="{8BB63596-07EA-461A-9E33-FA797C039788}"/>
                </a:ext>
              </a:extLst>
            </p:cNvPr>
            <p:cNvCxnSpPr>
              <a:cxnSpLocks/>
              <a:stCxn id="1441" idx="6"/>
              <a:endCxn id="1443" idx="2"/>
            </p:cNvCxnSpPr>
            <p:nvPr/>
          </p:nvCxnSpPr>
          <p:spPr>
            <a:xfrm>
              <a:off x="10597612" y="3011599"/>
              <a:ext cx="758349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7" name="直線單箭頭接點 1446">
              <a:extLst>
                <a:ext uri="{FF2B5EF4-FFF2-40B4-BE49-F238E27FC236}">
                  <a16:creationId xmlns:a16="http://schemas.microsoft.com/office/drawing/2014/main" id="{5F473F5C-B61B-49B1-8131-8C7927E97A74}"/>
                </a:ext>
              </a:extLst>
            </p:cNvPr>
            <p:cNvCxnSpPr>
              <a:cxnSpLocks/>
              <a:stCxn id="1439" idx="6"/>
              <a:endCxn id="1441" idx="2"/>
            </p:cNvCxnSpPr>
            <p:nvPr/>
          </p:nvCxnSpPr>
          <p:spPr>
            <a:xfrm flipV="1">
              <a:off x="9671087" y="3011599"/>
              <a:ext cx="770598" cy="1396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19D4AD6A-35B3-46F9-B0A7-5FECC8E99A4F}"/>
              </a:ext>
            </a:extLst>
          </p:cNvPr>
          <p:cNvGrpSpPr/>
          <p:nvPr/>
        </p:nvGrpSpPr>
        <p:grpSpPr>
          <a:xfrm>
            <a:off x="10229034" y="3193181"/>
            <a:ext cx="1067999" cy="427635"/>
            <a:chOff x="9983871" y="3193181"/>
            <a:chExt cx="1067999" cy="427635"/>
          </a:xfrm>
        </p:grpSpPr>
        <p:sp>
          <p:nvSpPr>
            <p:cNvPr id="1426" name="橢圓 1425">
              <a:extLst>
                <a:ext uri="{FF2B5EF4-FFF2-40B4-BE49-F238E27FC236}">
                  <a16:creationId xmlns:a16="http://schemas.microsoft.com/office/drawing/2014/main" id="{69E72D71-A4F2-4520-9605-A627D27A52CD}"/>
                </a:ext>
              </a:extLst>
            </p:cNvPr>
            <p:cNvSpPr/>
            <p:nvPr/>
          </p:nvSpPr>
          <p:spPr>
            <a:xfrm>
              <a:off x="10895943" y="3193181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27" name="橢圓 1426">
              <a:extLst>
                <a:ext uri="{FF2B5EF4-FFF2-40B4-BE49-F238E27FC236}">
                  <a16:creationId xmlns:a16="http://schemas.microsoft.com/office/drawing/2014/main" id="{1AE14C82-6B0C-4BFF-BB9A-AD27900AE0F3}"/>
                </a:ext>
              </a:extLst>
            </p:cNvPr>
            <p:cNvSpPr/>
            <p:nvPr/>
          </p:nvSpPr>
          <p:spPr>
            <a:xfrm>
              <a:off x="10895943" y="3463493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28" name="橢圓 1427">
              <a:extLst>
                <a:ext uri="{FF2B5EF4-FFF2-40B4-BE49-F238E27FC236}">
                  <a16:creationId xmlns:a16="http://schemas.microsoft.com/office/drawing/2014/main" id="{E121EFD4-A88A-4155-B2FC-6BA06070550A}"/>
                </a:ext>
              </a:extLst>
            </p:cNvPr>
            <p:cNvSpPr/>
            <p:nvPr/>
          </p:nvSpPr>
          <p:spPr>
            <a:xfrm>
              <a:off x="9983871" y="3194577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1429" name="橢圓 1428">
              <a:extLst>
                <a:ext uri="{FF2B5EF4-FFF2-40B4-BE49-F238E27FC236}">
                  <a16:creationId xmlns:a16="http://schemas.microsoft.com/office/drawing/2014/main" id="{681BE1C7-651D-47A7-864B-1A65F7350588}"/>
                </a:ext>
              </a:extLst>
            </p:cNvPr>
            <p:cNvSpPr/>
            <p:nvPr/>
          </p:nvSpPr>
          <p:spPr>
            <a:xfrm>
              <a:off x="9983871" y="3464889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30" name="橢圓 1429">
              <a:extLst>
                <a:ext uri="{FF2B5EF4-FFF2-40B4-BE49-F238E27FC236}">
                  <a16:creationId xmlns:a16="http://schemas.microsoft.com/office/drawing/2014/main" id="{1ED93DDE-D374-4E9E-A71E-D45565A33A02}"/>
                </a:ext>
              </a:extLst>
            </p:cNvPr>
            <p:cNvSpPr/>
            <p:nvPr/>
          </p:nvSpPr>
          <p:spPr>
            <a:xfrm>
              <a:off x="10441685" y="3193181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431" name="橢圓 1430">
              <a:extLst>
                <a:ext uri="{FF2B5EF4-FFF2-40B4-BE49-F238E27FC236}">
                  <a16:creationId xmlns:a16="http://schemas.microsoft.com/office/drawing/2014/main" id="{ABCF5142-E53A-4649-8DC1-D44B8AA5021F}"/>
                </a:ext>
              </a:extLst>
            </p:cNvPr>
            <p:cNvSpPr/>
            <p:nvPr/>
          </p:nvSpPr>
          <p:spPr>
            <a:xfrm>
              <a:off x="10441685" y="3463493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432" name="直線單箭頭接點 1431">
              <a:extLst>
                <a:ext uri="{FF2B5EF4-FFF2-40B4-BE49-F238E27FC236}">
                  <a16:creationId xmlns:a16="http://schemas.microsoft.com/office/drawing/2014/main" id="{819B3619-EFA4-437D-9D16-4C5FB95D8A36}"/>
                </a:ext>
              </a:extLst>
            </p:cNvPr>
            <p:cNvCxnSpPr>
              <a:cxnSpLocks/>
              <a:stCxn id="1428" idx="6"/>
              <a:endCxn id="1430" idx="2"/>
            </p:cNvCxnSpPr>
            <p:nvPr/>
          </p:nvCxnSpPr>
          <p:spPr>
            <a:xfrm flipV="1">
              <a:off x="10139798" y="3271145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直線單箭頭接點 1432">
              <a:extLst>
                <a:ext uri="{FF2B5EF4-FFF2-40B4-BE49-F238E27FC236}">
                  <a16:creationId xmlns:a16="http://schemas.microsoft.com/office/drawing/2014/main" id="{7885C1EE-9F30-4F4C-964F-EA9963BAAD24}"/>
                </a:ext>
              </a:extLst>
            </p:cNvPr>
            <p:cNvCxnSpPr>
              <a:cxnSpLocks/>
              <a:stCxn id="1430" idx="6"/>
              <a:endCxn id="1427" idx="0"/>
            </p:cNvCxnSpPr>
            <p:nvPr/>
          </p:nvCxnSpPr>
          <p:spPr>
            <a:xfrm>
              <a:off x="10597612" y="3271145"/>
              <a:ext cx="376295" cy="19234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4" name="直線單箭頭接點 1433">
              <a:extLst>
                <a:ext uri="{FF2B5EF4-FFF2-40B4-BE49-F238E27FC236}">
                  <a16:creationId xmlns:a16="http://schemas.microsoft.com/office/drawing/2014/main" id="{5444A465-B7D7-4E95-8872-318245768AEE}"/>
                </a:ext>
              </a:extLst>
            </p:cNvPr>
            <p:cNvCxnSpPr>
              <a:cxnSpLocks/>
              <a:stCxn id="1429" idx="6"/>
              <a:endCxn id="1431" idx="2"/>
            </p:cNvCxnSpPr>
            <p:nvPr/>
          </p:nvCxnSpPr>
          <p:spPr>
            <a:xfrm flipV="1">
              <a:off x="10139798" y="3541457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5" name="直線單箭頭接點 1434">
              <a:extLst>
                <a:ext uri="{FF2B5EF4-FFF2-40B4-BE49-F238E27FC236}">
                  <a16:creationId xmlns:a16="http://schemas.microsoft.com/office/drawing/2014/main" id="{D5B12012-7626-4633-87A9-30D38103DBE1}"/>
                </a:ext>
              </a:extLst>
            </p:cNvPr>
            <p:cNvCxnSpPr>
              <a:cxnSpLocks/>
              <a:stCxn id="1431" idx="6"/>
              <a:endCxn id="1427" idx="2"/>
            </p:cNvCxnSpPr>
            <p:nvPr/>
          </p:nvCxnSpPr>
          <p:spPr>
            <a:xfrm>
              <a:off x="10597612" y="3541457"/>
              <a:ext cx="298331" cy="0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直線單箭頭接點 1435">
              <a:extLst>
                <a:ext uri="{FF2B5EF4-FFF2-40B4-BE49-F238E27FC236}">
                  <a16:creationId xmlns:a16="http://schemas.microsoft.com/office/drawing/2014/main" id="{BB93D2F5-D5C2-4FD2-811A-1121E47803D2}"/>
                </a:ext>
              </a:extLst>
            </p:cNvPr>
            <p:cNvCxnSpPr>
              <a:cxnSpLocks/>
              <a:stCxn id="1428" idx="5"/>
              <a:endCxn id="1431" idx="1"/>
            </p:cNvCxnSpPr>
            <p:nvPr/>
          </p:nvCxnSpPr>
          <p:spPr>
            <a:xfrm>
              <a:off x="10116963" y="3327669"/>
              <a:ext cx="347557" cy="158659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直線單箭頭接點 1436">
              <a:extLst>
                <a:ext uri="{FF2B5EF4-FFF2-40B4-BE49-F238E27FC236}">
                  <a16:creationId xmlns:a16="http://schemas.microsoft.com/office/drawing/2014/main" id="{3A0F07E6-609A-48BD-B1B2-CD96697A23BD}"/>
                </a:ext>
              </a:extLst>
            </p:cNvPr>
            <p:cNvCxnSpPr>
              <a:cxnSpLocks/>
              <a:stCxn id="1431" idx="7"/>
              <a:endCxn id="1427" idx="1"/>
            </p:cNvCxnSpPr>
            <p:nvPr/>
          </p:nvCxnSpPr>
          <p:spPr>
            <a:xfrm>
              <a:off x="10574777" y="3486328"/>
              <a:ext cx="344001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BEB84B74-96ED-413B-BB09-66AF44DA7F46}"/>
              </a:ext>
            </a:extLst>
          </p:cNvPr>
          <p:cNvGrpSpPr/>
          <p:nvPr/>
        </p:nvGrpSpPr>
        <p:grpSpPr>
          <a:xfrm>
            <a:off x="10229034" y="3723039"/>
            <a:ext cx="1528017" cy="427635"/>
            <a:chOff x="9983871" y="3723039"/>
            <a:chExt cx="1528017" cy="427635"/>
          </a:xfrm>
        </p:grpSpPr>
        <p:sp>
          <p:nvSpPr>
            <p:cNvPr id="1414" name="橢圓 1413">
              <a:extLst>
                <a:ext uri="{FF2B5EF4-FFF2-40B4-BE49-F238E27FC236}">
                  <a16:creationId xmlns:a16="http://schemas.microsoft.com/office/drawing/2014/main" id="{85CA356B-1849-4799-9B60-72F8969D4AA7}"/>
                </a:ext>
              </a:extLst>
            </p:cNvPr>
            <p:cNvSpPr/>
            <p:nvPr/>
          </p:nvSpPr>
          <p:spPr>
            <a:xfrm>
              <a:off x="9983871" y="3724435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1415" name="橢圓 1414">
              <a:extLst>
                <a:ext uri="{FF2B5EF4-FFF2-40B4-BE49-F238E27FC236}">
                  <a16:creationId xmlns:a16="http://schemas.microsoft.com/office/drawing/2014/main" id="{74CDB1B3-D406-4F83-BF90-F8DA19AE1CF4}"/>
                </a:ext>
              </a:extLst>
            </p:cNvPr>
            <p:cNvSpPr/>
            <p:nvPr/>
          </p:nvSpPr>
          <p:spPr>
            <a:xfrm>
              <a:off x="9983871" y="3994747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16" name="橢圓 1415">
              <a:extLst>
                <a:ext uri="{FF2B5EF4-FFF2-40B4-BE49-F238E27FC236}">
                  <a16:creationId xmlns:a16="http://schemas.microsoft.com/office/drawing/2014/main" id="{9B427EEB-928C-4F04-9E46-AE30CACEE89A}"/>
                </a:ext>
              </a:extLst>
            </p:cNvPr>
            <p:cNvSpPr/>
            <p:nvPr/>
          </p:nvSpPr>
          <p:spPr>
            <a:xfrm>
              <a:off x="10441685" y="3723039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417" name="橢圓 1416">
              <a:extLst>
                <a:ext uri="{FF2B5EF4-FFF2-40B4-BE49-F238E27FC236}">
                  <a16:creationId xmlns:a16="http://schemas.microsoft.com/office/drawing/2014/main" id="{414CF1EB-606C-4ECF-B62E-7D83787FFB29}"/>
                </a:ext>
              </a:extLst>
            </p:cNvPr>
            <p:cNvSpPr/>
            <p:nvPr/>
          </p:nvSpPr>
          <p:spPr>
            <a:xfrm>
              <a:off x="10441685" y="3993351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418" name="橢圓 1417">
              <a:extLst>
                <a:ext uri="{FF2B5EF4-FFF2-40B4-BE49-F238E27FC236}">
                  <a16:creationId xmlns:a16="http://schemas.microsoft.com/office/drawing/2014/main" id="{C735D708-236F-4590-881E-8E7AAFBFF26A}"/>
                </a:ext>
              </a:extLst>
            </p:cNvPr>
            <p:cNvSpPr/>
            <p:nvPr/>
          </p:nvSpPr>
          <p:spPr>
            <a:xfrm>
              <a:off x="11355961" y="3723039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419" name="橢圓 1418">
              <a:extLst>
                <a:ext uri="{FF2B5EF4-FFF2-40B4-BE49-F238E27FC236}">
                  <a16:creationId xmlns:a16="http://schemas.microsoft.com/office/drawing/2014/main" id="{E67399F3-D552-4EA0-81C2-E2FB197C05B5}"/>
                </a:ext>
              </a:extLst>
            </p:cNvPr>
            <p:cNvSpPr/>
            <p:nvPr/>
          </p:nvSpPr>
          <p:spPr>
            <a:xfrm>
              <a:off x="11355961" y="3993351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A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420" name="直線單箭頭接點 1419">
              <a:extLst>
                <a:ext uri="{FF2B5EF4-FFF2-40B4-BE49-F238E27FC236}">
                  <a16:creationId xmlns:a16="http://schemas.microsoft.com/office/drawing/2014/main" id="{81DAA53C-C702-4E19-8553-8E6894878F7A}"/>
                </a:ext>
              </a:extLst>
            </p:cNvPr>
            <p:cNvCxnSpPr>
              <a:cxnSpLocks/>
              <a:stCxn id="1416" idx="6"/>
              <a:endCxn id="1419" idx="0"/>
            </p:cNvCxnSpPr>
            <p:nvPr/>
          </p:nvCxnSpPr>
          <p:spPr>
            <a:xfrm>
              <a:off x="10597612" y="3801003"/>
              <a:ext cx="836313" cy="19234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直線單箭頭接點 1420">
              <a:extLst>
                <a:ext uri="{FF2B5EF4-FFF2-40B4-BE49-F238E27FC236}">
                  <a16:creationId xmlns:a16="http://schemas.microsoft.com/office/drawing/2014/main" id="{AF6F5929-BF03-46BE-8C19-D62428D45EFE}"/>
                </a:ext>
              </a:extLst>
            </p:cNvPr>
            <p:cNvCxnSpPr>
              <a:cxnSpLocks/>
              <a:stCxn id="1417" idx="7"/>
              <a:endCxn id="1419" idx="1"/>
            </p:cNvCxnSpPr>
            <p:nvPr/>
          </p:nvCxnSpPr>
          <p:spPr>
            <a:xfrm>
              <a:off x="10574777" y="4016186"/>
              <a:ext cx="804019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2" name="直線單箭頭接點 1421">
              <a:extLst>
                <a:ext uri="{FF2B5EF4-FFF2-40B4-BE49-F238E27FC236}">
                  <a16:creationId xmlns:a16="http://schemas.microsoft.com/office/drawing/2014/main" id="{412CB2DB-3318-4F5D-A2EA-D5CEE93A812F}"/>
                </a:ext>
              </a:extLst>
            </p:cNvPr>
            <p:cNvCxnSpPr>
              <a:cxnSpLocks/>
              <a:stCxn id="1414" idx="6"/>
              <a:endCxn id="1416" idx="2"/>
            </p:cNvCxnSpPr>
            <p:nvPr/>
          </p:nvCxnSpPr>
          <p:spPr>
            <a:xfrm flipV="1">
              <a:off x="10139798" y="3801003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直線單箭頭接點 1422">
              <a:extLst>
                <a:ext uri="{FF2B5EF4-FFF2-40B4-BE49-F238E27FC236}">
                  <a16:creationId xmlns:a16="http://schemas.microsoft.com/office/drawing/2014/main" id="{451A10D4-D585-4F5B-BEA5-7B80974A94F6}"/>
                </a:ext>
              </a:extLst>
            </p:cNvPr>
            <p:cNvCxnSpPr>
              <a:cxnSpLocks/>
              <a:stCxn id="1415" idx="6"/>
              <a:endCxn id="1417" idx="2"/>
            </p:cNvCxnSpPr>
            <p:nvPr/>
          </p:nvCxnSpPr>
          <p:spPr>
            <a:xfrm flipV="1">
              <a:off x="10139798" y="4071315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4" name="直線單箭頭接點 1423">
              <a:extLst>
                <a:ext uri="{FF2B5EF4-FFF2-40B4-BE49-F238E27FC236}">
                  <a16:creationId xmlns:a16="http://schemas.microsoft.com/office/drawing/2014/main" id="{D04597A4-BDDB-4379-9AFF-16DDCE23F0FC}"/>
                </a:ext>
              </a:extLst>
            </p:cNvPr>
            <p:cNvCxnSpPr>
              <a:cxnSpLocks/>
              <a:stCxn id="1414" idx="5"/>
              <a:endCxn id="1417" idx="1"/>
            </p:cNvCxnSpPr>
            <p:nvPr/>
          </p:nvCxnSpPr>
          <p:spPr>
            <a:xfrm>
              <a:off x="10116963" y="3857527"/>
              <a:ext cx="347557" cy="158659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5" name="直線單箭頭接點 1424">
              <a:extLst>
                <a:ext uri="{FF2B5EF4-FFF2-40B4-BE49-F238E27FC236}">
                  <a16:creationId xmlns:a16="http://schemas.microsoft.com/office/drawing/2014/main" id="{E805CB84-5FC1-4D44-BD55-45B5FDCA7ABF}"/>
                </a:ext>
              </a:extLst>
            </p:cNvPr>
            <p:cNvCxnSpPr>
              <a:cxnSpLocks/>
              <a:stCxn id="1417" idx="6"/>
              <a:endCxn id="1419" idx="2"/>
            </p:cNvCxnSpPr>
            <p:nvPr/>
          </p:nvCxnSpPr>
          <p:spPr>
            <a:xfrm>
              <a:off x="10597612" y="4071315"/>
              <a:ext cx="758349" cy="0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FD3C34F-BD92-4D00-8CDF-64020EA549CB}"/>
              </a:ext>
            </a:extLst>
          </p:cNvPr>
          <p:cNvGrpSpPr/>
          <p:nvPr/>
        </p:nvGrpSpPr>
        <p:grpSpPr>
          <a:xfrm>
            <a:off x="10686848" y="4252897"/>
            <a:ext cx="1070203" cy="426239"/>
            <a:chOff x="10441685" y="4252897"/>
            <a:chExt cx="1070203" cy="426239"/>
          </a:xfrm>
        </p:grpSpPr>
        <p:sp>
          <p:nvSpPr>
            <p:cNvPr id="1392" name="橢圓 1391">
              <a:extLst>
                <a:ext uri="{FF2B5EF4-FFF2-40B4-BE49-F238E27FC236}">
                  <a16:creationId xmlns:a16="http://schemas.microsoft.com/office/drawing/2014/main" id="{881D2275-9BB7-4D7F-8F86-867266FE221A}"/>
                </a:ext>
              </a:extLst>
            </p:cNvPr>
            <p:cNvSpPr/>
            <p:nvPr/>
          </p:nvSpPr>
          <p:spPr>
            <a:xfrm>
              <a:off x="10895943" y="4252897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93" name="橢圓 1392">
              <a:extLst>
                <a:ext uri="{FF2B5EF4-FFF2-40B4-BE49-F238E27FC236}">
                  <a16:creationId xmlns:a16="http://schemas.microsoft.com/office/drawing/2014/main" id="{CE642995-DF36-4FF7-BE23-A032B5040CA1}"/>
                </a:ext>
              </a:extLst>
            </p:cNvPr>
            <p:cNvSpPr/>
            <p:nvPr/>
          </p:nvSpPr>
          <p:spPr>
            <a:xfrm>
              <a:off x="10895943" y="4523209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394" name="橢圓 1393">
              <a:extLst>
                <a:ext uri="{FF2B5EF4-FFF2-40B4-BE49-F238E27FC236}">
                  <a16:creationId xmlns:a16="http://schemas.microsoft.com/office/drawing/2014/main" id="{FB023EA7-615D-4CB2-ADA4-B26CBC2D4400}"/>
                </a:ext>
              </a:extLst>
            </p:cNvPr>
            <p:cNvSpPr/>
            <p:nvPr/>
          </p:nvSpPr>
          <p:spPr>
            <a:xfrm>
              <a:off x="10441685" y="4252897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1395" name="橢圓 1394">
              <a:extLst>
                <a:ext uri="{FF2B5EF4-FFF2-40B4-BE49-F238E27FC236}">
                  <a16:creationId xmlns:a16="http://schemas.microsoft.com/office/drawing/2014/main" id="{E332308D-01BD-42DC-82C4-D3FBAF2718F6}"/>
                </a:ext>
              </a:extLst>
            </p:cNvPr>
            <p:cNvSpPr/>
            <p:nvPr/>
          </p:nvSpPr>
          <p:spPr>
            <a:xfrm>
              <a:off x="10441685" y="4523209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396" name="橢圓 1395">
              <a:extLst>
                <a:ext uri="{FF2B5EF4-FFF2-40B4-BE49-F238E27FC236}">
                  <a16:creationId xmlns:a16="http://schemas.microsoft.com/office/drawing/2014/main" id="{E0157004-D458-4C96-B13F-488FA1EC5941}"/>
                </a:ext>
              </a:extLst>
            </p:cNvPr>
            <p:cNvSpPr/>
            <p:nvPr/>
          </p:nvSpPr>
          <p:spPr>
            <a:xfrm>
              <a:off x="11355961" y="4252897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1397" name="橢圓 1396">
              <a:extLst>
                <a:ext uri="{FF2B5EF4-FFF2-40B4-BE49-F238E27FC236}">
                  <a16:creationId xmlns:a16="http://schemas.microsoft.com/office/drawing/2014/main" id="{5512A379-C0D3-481C-88BA-A670B15C3645}"/>
                </a:ext>
              </a:extLst>
            </p:cNvPr>
            <p:cNvSpPr/>
            <p:nvPr/>
          </p:nvSpPr>
          <p:spPr>
            <a:xfrm>
              <a:off x="11355961" y="4523209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A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398" name="直線單箭頭接點 1397">
              <a:extLst>
                <a:ext uri="{FF2B5EF4-FFF2-40B4-BE49-F238E27FC236}">
                  <a16:creationId xmlns:a16="http://schemas.microsoft.com/office/drawing/2014/main" id="{2DFD6DB4-6E2D-4C82-83AD-DBA29087142F}"/>
                </a:ext>
              </a:extLst>
            </p:cNvPr>
            <p:cNvCxnSpPr>
              <a:cxnSpLocks/>
              <a:stCxn id="1394" idx="6"/>
              <a:endCxn id="1393" idx="0"/>
            </p:cNvCxnSpPr>
            <p:nvPr/>
          </p:nvCxnSpPr>
          <p:spPr>
            <a:xfrm>
              <a:off x="10597612" y="4330861"/>
              <a:ext cx="376295" cy="19234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9" name="直線單箭頭接點 1398">
              <a:extLst>
                <a:ext uri="{FF2B5EF4-FFF2-40B4-BE49-F238E27FC236}">
                  <a16:creationId xmlns:a16="http://schemas.microsoft.com/office/drawing/2014/main" id="{2B5A8E4B-D270-44EA-B30B-69CBFACD802C}"/>
                </a:ext>
              </a:extLst>
            </p:cNvPr>
            <p:cNvCxnSpPr>
              <a:cxnSpLocks/>
              <a:stCxn id="1393" idx="7"/>
              <a:endCxn id="1397" idx="1"/>
            </p:cNvCxnSpPr>
            <p:nvPr/>
          </p:nvCxnSpPr>
          <p:spPr>
            <a:xfrm>
              <a:off x="11029035" y="4546044"/>
              <a:ext cx="349761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直線單箭頭接點 1399">
              <a:extLst>
                <a:ext uri="{FF2B5EF4-FFF2-40B4-BE49-F238E27FC236}">
                  <a16:creationId xmlns:a16="http://schemas.microsoft.com/office/drawing/2014/main" id="{EE095C9A-7D07-4103-9335-56D3348C10A9}"/>
                </a:ext>
              </a:extLst>
            </p:cNvPr>
            <p:cNvCxnSpPr>
              <a:cxnSpLocks/>
              <a:stCxn id="1395" idx="5"/>
              <a:endCxn id="1393" idx="3"/>
            </p:cNvCxnSpPr>
            <p:nvPr/>
          </p:nvCxnSpPr>
          <p:spPr>
            <a:xfrm>
              <a:off x="10574777" y="4656301"/>
              <a:ext cx="344001" cy="0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1" name="直線單箭頭接點 1400">
              <a:extLst>
                <a:ext uri="{FF2B5EF4-FFF2-40B4-BE49-F238E27FC236}">
                  <a16:creationId xmlns:a16="http://schemas.microsoft.com/office/drawing/2014/main" id="{34469B86-FED8-4972-914D-B0908BFA9EEC}"/>
                </a:ext>
              </a:extLst>
            </p:cNvPr>
            <p:cNvCxnSpPr>
              <a:cxnSpLocks/>
              <a:stCxn id="1393" idx="5"/>
              <a:endCxn id="1397" idx="3"/>
            </p:cNvCxnSpPr>
            <p:nvPr/>
          </p:nvCxnSpPr>
          <p:spPr>
            <a:xfrm>
              <a:off x="11029035" y="4656301"/>
              <a:ext cx="349761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37" name="文字方塊 2036">
                <a:extLst>
                  <a:ext uri="{FF2B5EF4-FFF2-40B4-BE49-F238E27FC236}">
                    <a16:creationId xmlns:a16="http://schemas.microsoft.com/office/drawing/2014/main" id="{EA6E0097-6025-46D6-9B51-95CAFCA3E54A}"/>
                  </a:ext>
                </a:extLst>
              </p:cNvPr>
              <p:cNvSpPr txBox="1"/>
              <p:nvPr/>
            </p:nvSpPr>
            <p:spPr>
              <a:xfrm>
                <a:off x="10277024" y="4743247"/>
                <a:ext cx="819648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0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5</a:t>
                </a:r>
              </a:p>
            </p:txBody>
          </p:sp>
        </mc:Choice>
        <mc:Fallback xmlns="">
          <p:sp>
            <p:nvSpPr>
              <p:cNvPr id="2037" name="文字方塊 2036">
                <a:extLst>
                  <a:ext uri="{FF2B5EF4-FFF2-40B4-BE49-F238E27FC236}">
                    <a16:creationId xmlns:a16="http://schemas.microsoft.com/office/drawing/2014/main" id="{EA6E0097-6025-46D6-9B51-95CAFCA3E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7024" y="4743247"/>
                <a:ext cx="819648" cy="923330"/>
              </a:xfrm>
              <a:prstGeom prst="rect">
                <a:avLst/>
              </a:prstGeom>
              <a:blipFill>
                <a:blip r:embed="rId13"/>
                <a:stretch>
                  <a:fillRect t="-3289" r="-5224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文字方塊 2049">
                <a:extLst>
                  <a:ext uri="{FF2B5EF4-FFF2-40B4-BE49-F238E27FC236}">
                    <a16:creationId xmlns:a16="http://schemas.microsoft.com/office/drawing/2014/main" id="{DC1A821E-9BAF-41B4-B724-E0749114FCD0}"/>
                  </a:ext>
                </a:extLst>
              </p:cNvPr>
              <p:cNvSpPr txBox="1"/>
              <p:nvPr/>
            </p:nvSpPr>
            <p:spPr>
              <a:xfrm>
                <a:off x="9691968" y="5901693"/>
                <a:ext cx="2404697" cy="524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>
                    <a:latin typeface="Cambria Math" panose="02040503050406030204" pitchFamily="18" charset="0"/>
                  </a:rPr>
                  <a:t> </a:t>
                </a:r>
                <a:r>
                  <a:rPr lang="en-US" altLang="zh-TW" dirty="0"/>
                  <a:t>=</a:t>
                </a:r>
                <a14:m>
                  <m:oMath xmlns:m="http://schemas.openxmlformats.org/officeDocument/2006/math"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1+5</m:t>
                        </m:r>
                      </m:den>
                    </m:f>
                    <m:r>
                      <m:rPr>
                        <m:nor/>
                      </m:rPr>
                      <a:rPr lang="en-US" altLang="zh-TW" dirty="0"/>
                      <m:t>=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0.</m:t>
                    </m:r>
                  </m:oMath>
                </a14:m>
                <a:r>
                  <a:rPr lang="en-US" altLang="zh-TW" dirty="0"/>
                  <a:t>167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&lt;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50" name="文字方塊 2049">
                <a:extLst>
                  <a:ext uri="{FF2B5EF4-FFF2-40B4-BE49-F238E27FC236}">
                    <a16:creationId xmlns:a16="http://schemas.microsoft.com/office/drawing/2014/main" id="{DC1A821E-9BAF-41B4-B724-E0749114F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1968" y="5901693"/>
                <a:ext cx="2404697" cy="524182"/>
              </a:xfrm>
              <a:prstGeom prst="rect">
                <a:avLst/>
              </a:prstGeom>
              <a:blipFill>
                <a:blip r:embed="rId14"/>
                <a:stretch>
                  <a:fillRect b="-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2" name="文字方塊 2051">
            <a:extLst>
              <a:ext uri="{FF2B5EF4-FFF2-40B4-BE49-F238E27FC236}">
                <a16:creationId xmlns:a16="http://schemas.microsoft.com/office/drawing/2014/main" id="{423F6052-4980-4FF4-9859-60288E90E1E8}"/>
              </a:ext>
            </a:extLst>
          </p:cNvPr>
          <p:cNvSpPr txBox="1"/>
          <p:nvPr/>
        </p:nvSpPr>
        <p:spPr>
          <a:xfrm>
            <a:off x="6260250" y="929066"/>
            <a:ext cx="16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Somatic Variant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053" name="文字方塊 2052">
            <a:extLst>
              <a:ext uri="{FF2B5EF4-FFF2-40B4-BE49-F238E27FC236}">
                <a16:creationId xmlns:a16="http://schemas.microsoft.com/office/drawing/2014/main" id="{54DA3044-D3A4-4777-918A-D3E676C5E86F}"/>
              </a:ext>
            </a:extLst>
          </p:cNvPr>
          <p:cNvSpPr txBox="1"/>
          <p:nvPr/>
        </p:nvSpPr>
        <p:spPr>
          <a:xfrm>
            <a:off x="9772214" y="929066"/>
            <a:ext cx="177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Germline Variant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3BF6C62-45AD-41BF-9710-A14D2142B880}"/>
              </a:ext>
            </a:extLst>
          </p:cNvPr>
          <p:cNvGrpSpPr/>
          <p:nvPr/>
        </p:nvGrpSpPr>
        <p:grpSpPr>
          <a:xfrm>
            <a:off x="6571224" y="2126704"/>
            <a:ext cx="1536710" cy="427635"/>
            <a:chOff x="6571224" y="2126704"/>
            <a:chExt cx="1536710" cy="427635"/>
          </a:xfrm>
        </p:grpSpPr>
        <p:sp>
          <p:nvSpPr>
            <p:cNvPr id="886" name="橢圓 885">
              <a:extLst>
                <a:ext uri="{FF2B5EF4-FFF2-40B4-BE49-F238E27FC236}">
                  <a16:creationId xmlns:a16="http://schemas.microsoft.com/office/drawing/2014/main" id="{BD81C226-34B0-4658-8C5F-968B14D43BAB}"/>
                </a:ext>
              </a:extLst>
            </p:cNvPr>
            <p:cNvSpPr/>
            <p:nvPr/>
          </p:nvSpPr>
          <p:spPr>
            <a:xfrm>
              <a:off x="6571224" y="2128100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A</a:t>
              </a:r>
              <a:endParaRPr lang="zh-TW" altLang="en-US" sz="1200" dirty="0"/>
            </a:p>
          </p:txBody>
        </p:sp>
        <p:sp>
          <p:nvSpPr>
            <p:cNvPr id="887" name="橢圓 886">
              <a:extLst>
                <a:ext uri="{FF2B5EF4-FFF2-40B4-BE49-F238E27FC236}">
                  <a16:creationId xmlns:a16="http://schemas.microsoft.com/office/drawing/2014/main" id="{DCB4F434-5AC1-4BEC-A226-73381E7A390D}"/>
                </a:ext>
              </a:extLst>
            </p:cNvPr>
            <p:cNvSpPr/>
            <p:nvPr/>
          </p:nvSpPr>
          <p:spPr>
            <a:xfrm>
              <a:off x="6571224" y="2398412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888" name="橢圓 887">
              <a:extLst>
                <a:ext uri="{FF2B5EF4-FFF2-40B4-BE49-F238E27FC236}">
                  <a16:creationId xmlns:a16="http://schemas.microsoft.com/office/drawing/2014/main" id="{EAC1D7FE-4BD4-446B-AEBB-2054990CBA1C}"/>
                </a:ext>
              </a:extLst>
            </p:cNvPr>
            <p:cNvSpPr/>
            <p:nvPr/>
          </p:nvSpPr>
          <p:spPr>
            <a:xfrm>
              <a:off x="7952007" y="2126704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889" name="橢圓 888">
              <a:extLst>
                <a:ext uri="{FF2B5EF4-FFF2-40B4-BE49-F238E27FC236}">
                  <a16:creationId xmlns:a16="http://schemas.microsoft.com/office/drawing/2014/main" id="{A4866867-84DB-449A-98CF-AC3A5D3C6DAC}"/>
                </a:ext>
              </a:extLst>
            </p:cNvPr>
            <p:cNvSpPr/>
            <p:nvPr/>
          </p:nvSpPr>
          <p:spPr>
            <a:xfrm>
              <a:off x="7952007" y="2397016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890" name="橢圓 889">
              <a:extLst>
                <a:ext uri="{FF2B5EF4-FFF2-40B4-BE49-F238E27FC236}">
                  <a16:creationId xmlns:a16="http://schemas.microsoft.com/office/drawing/2014/main" id="{06332F36-D82A-4701-B934-898B27CBD9B1}"/>
                </a:ext>
              </a:extLst>
            </p:cNvPr>
            <p:cNvSpPr/>
            <p:nvPr/>
          </p:nvSpPr>
          <p:spPr>
            <a:xfrm>
              <a:off x="7039935" y="2128100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891" name="橢圓 890">
              <a:extLst>
                <a:ext uri="{FF2B5EF4-FFF2-40B4-BE49-F238E27FC236}">
                  <a16:creationId xmlns:a16="http://schemas.microsoft.com/office/drawing/2014/main" id="{BC37D35E-3AD4-4B02-A543-D5B9C62BC559}"/>
                </a:ext>
              </a:extLst>
            </p:cNvPr>
            <p:cNvSpPr/>
            <p:nvPr/>
          </p:nvSpPr>
          <p:spPr>
            <a:xfrm>
              <a:off x="7039935" y="2398412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892" name="直線單箭頭接點 891">
              <a:extLst>
                <a:ext uri="{FF2B5EF4-FFF2-40B4-BE49-F238E27FC236}">
                  <a16:creationId xmlns:a16="http://schemas.microsoft.com/office/drawing/2014/main" id="{08BEF130-C0BF-424E-BB02-C251068A8080}"/>
                </a:ext>
              </a:extLst>
            </p:cNvPr>
            <p:cNvCxnSpPr>
              <a:cxnSpLocks/>
              <a:stCxn id="890" idx="6"/>
              <a:endCxn id="889" idx="0"/>
            </p:cNvCxnSpPr>
            <p:nvPr/>
          </p:nvCxnSpPr>
          <p:spPr>
            <a:xfrm>
              <a:off x="7195862" y="2206064"/>
              <a:ext cx="834109" cy="190952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直線單箭頭接點 892">
              <a:extLst>
                <a:ext uri="{FF2B5EF4-FFF2-40B4-BE49-F238E27FC236}">
                  <a16:creationId xmlns:a16="http://schemas.microsoft.com/office/drawing/2014/main" id="{D9C2621F-4F25-41E6-9E61-565FBA07A0F1}"/>
                </a:ext>
              </a:extLst>
            </p:cNvPr>
            <p:cNvCxnSpPr>
              <a:cxnSpLocks/>
              <a:stCxn id="886" idx="6"/>
              <a:endCxn id="890" idx="2"/>
            </p:cNvCxnSpPr>
            <p:nvPr/>
          </p:nvCxnSpPr>
          <p:spPr>
            <a:xfrm>
              <a:off x="6727151" y="2206064"/>
              <a:ext cx="312784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直線單箭頭接點 893">
              <a:extLst>
                <a:ext uri="{FF2B5EF4-FFF2-40B4-BE49-F238E27FC236}">
                  <a16:creationId xmlns:a16="http://schemas.microsoft.com/office/drawing/2014/main" id="{D8D41B39-FDD7-47BC-84BC-F74C91D9E282}"/>
                </a:ext>
              </a:extLst>
            </p:cNvPr>
            <p:cNvCxnSpPr>
              <a:cxnSpLocks/>
              <a:stCxn id="891" idx="6"/>
              <a:endCxn id="889" idx="2"/>
            </p:cNvCxnSpPr>
            <p:nvPr/>
          </p:nvCxnSpPr>
          <p:spPr>
            <a:xfrm flipV="1">
              <a:off x="7195862" y="2474980"/>
              <a:ext cx="756145" cy="1396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直線單箭頭接點 894">
              <a:extLst>
                <a:ext uri="{FF2B5EF4-FFF2-40B4-BE49-F238E27FC236}">
                  <a16:creationId xmlns:a16="http://schemas.microsoft.com/office/drawing/2014/main" id="{301DE62B-1628-4E5D-B551-554278EF19F4}"/>
                </a:ext>
              </a:extLst>
            </p:cNvPr>
            <p:cNvCxnSpPr>
              <a:cxnSpLocks/>
              <a:stCxn id="887" idx="6"/>
              <a:endCxn id="891" idx="2"/>
            </p:cNvCxnSpPr>
            <p:nvPr/>
          </p:nvCxnSpPr>
          <p:spPr>
            <a:xfrm>
              <a:off x="6727151" y="2476376"/>
              <a:ext cx="312784" cy="0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直線單箭頭接點 895">
              <a:extLst>
                <a:ext uri="{FF2B5EF4-FFF2-40B4-BE49-F238E27FC236}">
                  <a16:creationId xmlns:a16="http://schemas.microsoft.com/office/drawing/2014/main" id="{D15B723B-E10E-423A-B48E-A9A40A963B74}"/>
                </a:ext>
              </a:extLst>
            </p:cNvPr>
            <p:cNvCxnSpPr>
              <a:cxnSpLocks/>
              <a:stCxn id="887" idx="7"/>
              <a:endCxn id="890" idx="3"/>
            </p:cNvCxnSpPr>
            <p:nvPr/>
          </p:nvCxnSpPr>
          <p:spPr>
            <a:xfrm flipV="1">
              <a:off x="6704316" y="2261192"/>
              <a:ext cx="358454" cy="160055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線單箭頭接點 896">
              <a:extLst>
                <a:ext uri="{FF2B5EF4-FFF2-40B4-BE49-F238E27FC236}">
                  <a16:creationId xmlns:a16="http://schemas.microsoft.com/office/drawing/2014/main" id="{F5E332A8-DE17-41F0-8527-C68D612524D2}"/>
                </a:ext>
              </a:extLst>
            </p:cNvPr>
            <p:cNvCxnSpPr>
              <a:cxnSpLocks/>
              <a:stCxn id="890" idx="5"/>
              <a:endCxn id="889" idx="1"/>
            </p:cNvCxnSpPr>
            <p:nvPr/>
          </p:nvCxnSpPr>
          <p:spPr>
            <a:xfrm>
              <a:off x="7173027" y="2261192"/>
              <a:ext cx="801815" cy="158659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5143B45E-7DEF-4574-9DE1-E5BD8DB32B51}"/>
              </a:ext>
            </a:extLst>
          </p:cNvPr>
          <p:cNvGrpSpPr/>
          <p:nvPr/>
        </p:nvGrpSpPr>
        <p:grpSpPr>
          <a:xfrm>
            <a:off x="6571224" y="1596846"/>
            <a:ext cx="1082452" cy="427635"/>
            <a:chOff x="6571224" y="1596846"/>
            <a:chExt cx="1082452" cy="427635"/>
          </a:xfrm>
        </p:grpSpPr>
        <p:cxnSp>
          <p:nvCxnSpPr>
            <p:cNvPr id="899" name="直線單箭頭接點 898">
              <a:extLst>
                <a:ext uri="{FF2B5EF4-FFF2-40B4-BE49-F238E27FC236}">
                  <a16:creationId xmlns:a16="http://schemas.microsoft.com/office/drawing/2014/main" id="{CFAE5FF4-8245-4B9B-94BA-F5F0D9AD3DD6}"/>
                </a:ext>
              </a:extLst>
            </p:cNvPr>
            <p:cNvCxnSpPr>
              <a:cxnSpLocks/>
              <a:stCxn id="903" idx="6"/>
              <a:endCxn id="905" idx="2"/>
            </p:cNvCxnSpPr>
            <p:nvPr/>
          </p:nvCxnSpPr>
          <p:spPr>
            <a:xfrm flipV="1">
              <a:off x="7195862" y="1674810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線單箭頭接點 899">
              <a:extLst>
                <a:ext uri="{FF2B5EF4-FFF2-40B4-BE49-F238E27FC236}">
                  <a16:creationId xmlns:a16="http://schemas.microsoft.com/office/drawing/2014/main" id="{F487593D-72D8-4A90-8DD7-77C977F0035F}"/>
                </a:ext>
              </a:extLst>
            </p:cNvPr>
            <p:cNvCxnSpPr>
              <a:cxnSpLocks/>
              <a:stCxn id="901" idx="6"/>
              <a:endCxn id="903" idx="2"/>
            </p:cNvCxnSpPr>
            <p:nvPr/>
          </p:nvCxnSpPr>
          <p:spPr>
            <a:xfrm>
              <a:off x="6727151" y="1676206"/>
              <a:ext cx="312784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1" name="橢圓 900">
              <a:extLst>
                <a:ext uri="{FF2B5EF4-FFF2-40B4-BE49-F238E27FC236}">
                  <a16:creationId xmlns:a16="http://schemas.microsoft.com/office/drawing/2014/main" id="{DF4922C0-57BB-49D9-9A4A-52966EE0BB53}"/>
                </a:ext>
              </a:extLst>
            </p:cNvPr>
            <p:cNvSpPr/>
            <p:nvPr/>
          </p:nvSpPr>
          <p:spPr>
            <a:xfrm>
              <a:off x="6571224" y="1598242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/>
                <a:t>A</a:t>
              </a:r>
              <a:endParaRPr lang="zh-TW" altLang="en-US" sz="1200" dirty="0"/>
            </a:p>
          </p:txBody>
        </p:sp>
        <p:sp>
          <p:nvSpPr>
            <p:cNvPr id="902" name="橢圓 901">
              <a:extLst>
                <a:ext uri="{FF2B5EF4-FFF2-40B4-BE49-F238E27FC236}">
                  <a16:creationId xmlns:a16="http://schemas.microsoft.com/office/drawing/2014/main" id="{66F32FDB-9EBE-4D3D-977F-839982BEA785}"/>
                </a:ext>
              </a:extLst>
            </p:cNvPr>
            <p:cNvSpPr/>
            <p:nvPr/>
          </p:nvSpPr>
          <p:spPr>
            <a:xfrm>
              <a:off x="6571224" y="1868554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903" name="橢圓 902">
              <a:extLst>
                <a:ext uri="{FF2B5EF4-FFF2-40B4-BE49-F238E27FC236}">
                  <a16:creationId xmlns:a16="http://schemas.microsoft.com/office/drawing/2014/main" id="{D70198D8-8553-4FCF-A17B-D2A7D1DB7860}"/>
                </a:ext>
              </a:extLst>
            </p:cNvPr>
            <p:cNvSpPr/>
            <p:nvPr/>
          </p:nvSpPr>
          <p:spPr>
            <a:xfrm>
              <a:off x="7039935" y="1598242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904" name="橢圓 903">
              <a:extLst>
                <a:ext uri="{FF2B5EF4-FFF2-40B4-BE49-F238E27FC236}">
                  <a16:creationId xmlns:a16="http://schemas.microsoft.com/office/drawing/2014/main" id="{27D70D62-F5C6-4075-9E2E-5C3C3B131924}"/>
                </a:ext>
              </a:extLst>
            </p:cNvPr>
            <p:cNvSpPr/>
            <p:nvPr/>
          </p:nvSpPr>
          <p:spPr>
            <a:xfrm>
              <a:off x="7039935" y="1868554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05" name="橢圓 904">
              <a:extLst>
                <a:ext uri="{FF2B5EF4-FFF2-40B4-BE49-F238E27FC236}">
                  <a16:creationId xmlns:a16="http://schemas.microsoft.com/office/drawing/2014/main" id="{98284EB3-121E-4DDB-BFD0-F0F371F8293C}"/>
                </a:ext>
              </a:extLst>
            </p:cNvPr>
            <p:cNvSpPr/>
            <p:nvPr/>
          </p:nvSpPr>
          <p:spPr>
            <a:xfrm>
              <a:off x="7497749" y="1596846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906" name="橢圓 905">
              <a:extLst>
                <a:ext uri="{FF2B5EF4-FFF2-40B4-BE49-F238E27FC236}">
                  <a16:creationId xmlns:a16="http://schemas.microsoft.com/office/drawing/2014/main" id="{0100E594-2E21-4C54-9683-322BAFB796B1}"/>
                </a:ext>
              </a:extLst>
            </p:cNvPr>
            <p:cNvSpPr/>
            <p:nvPr/>
          </p:nvSpPr>
          <p:spPr>
            <a:xfrm>
              <a:off x="7497749" y="1867158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07" name="直線單箭頭接點 906">
              <a:extLst>
                <a:ext uri="{FF2B5EF4-FFF2-40B4-BE49-F238E27FC236}">
                  <a16:creationId xmlns:a16="http://schemas.microsoft.com/office/drawing/2014/main" id="{7F61CC91-040F-44CC-B565-6F39EA74CBD7}"/>
                </a:ext>
              </a:extLst>
            </p:cNvPr>
            <p:cNvCxnSpPr>
              <a:cxnSpLocks/>
              <a:stCxn id="902" idx="7"/>
              <a:endCxn id="903" idx="3"/>
            </p:cNvCxnSpPr>
            <p:nvPr/>
          </p:nvCxnSpPr>
          <p:spPr>
            <a:xfrm flipV="1">
              <a:off x="6704316" y="1731334"/>
              <a:ext cx="358454" cy="160055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直線單箭頭接點 907">
              <a:extLst>
                <a:ext uri="{FF2B5EF4-FFF2-40B4-BE49-F238E27FC236}">
                  <a16:creationId xmlns:a16="http://schemas.microsoft.com/office/drawing/2014/main" id="{2000CD20-86DB-404B-B078-70401A876072}"/>
                </a:ext>
              </a:extLst>
            </p:cNvPr>
            <p:cNvCxnSpPr>
              <a:cxnSpLocks/>
              <a:stCxn id="903" idx="5"/>
              <a:endCxn id="906" idx="0"/>
            </p:cNvCxnSpPr>
            <p:nvPr/>
          </p:nvCxnSpPr>
          <p:spPr>
            <a:xfrm>
              <a:off x="7173027" y="1731334"/>
              <a:ext cx="402686" cy="135824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直線單箭頭接點 908">
              <a:extLst>
                <a:ext uri="{FF2B5EF4-FFF2-40B4-BE49-F238E27FC236}">
                  <a16:creationId xmlns:a16="http://schemas.microsoft.com/office/drawing/2014/main" id="{D15E7DED-173B-4667-B24C-DF55D59B0F83}"/>
                </a:ext>
              </a:extLst>
            </p:cNvPr>
            <p:cNvCxnSpPr>
              <a:cxnSpLocks/>
              <a:stCxn id="904" idx="6"/>
              <a:endCxn id="906" idx="2"/>
            </p:cNvCxnSpPr>
            <p:nvPr/>
          </p:nvCxnSpPr>
          <p:spPr>
            <a:xfrm flipV="1">
              <a:off x="7195862" y="1945122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直線單箭頭接點 909">
              <a:extLst>
                <a:ext uri="{FF2B5EF4-FFF2-40B4-BE49-F238E27FC236}">
                  <a16:creationId xmlns:a16="http://schemas.microsoft.com/office/drawing/2014/main" id="{91E17433-44ED-4CF8-B528-7DA7629D8D3F}"/>
                </a:ext>
              </a:extLst>
            </p:cNvPr>
            <p:cNvCxnSpPr>
              <a:cxnSpLocks/>
              <a:stCxn id="902" idx="6"/>
              <a:endCxn id="904" idx="2"/>
            </p:cNvCxnSpPr>
            <p:nvPr/>
          </p:nvCxnSpPr>
          <p:spPr>
            <a:xfrm>
              <a:off x="6727151" y="1946518"/>
              <a:ext cx="312784" cy="0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85FF8DC-6378-473B-8DDC-77605511A961}"/>
              </a:ext>
            </a:extLst>
          </p:cNvPr>
          <p:cNvGrpSpPr/>
          <p:nvPr/>
        </p:nvGrpSpPr>
        <p:grpSpPr>
          <a:xfrm>
            <a:off x="7039935" y="2656562"/>
            <a:ext cx="1067999" cy="427635"/>
            <a:chOff x="7039935" y="2656562"/>
            <a:chExt cx="1067999" cy="427635"/>
          </a:xfrm>
        </p:grpSpPr>
        <p:sp>
          <p:nvSpPr>
            <p:cNvPr id="934" name="橢圓 933">
              <a:extLst>
                <a:ext uri="{FF2B5EF4-FFF2-40B4-BE49-F238E27FC236}">
                  <a16:creationId xmlns:a16="http://schemas.microsoft.com/office/drawing/2014/main" id="{A39E4D6E-8A4A-44AA-AA00-AB2D44C03C5D}"/>
                </a:ext>
              </a:extLst>
            </p:cNvPr>
            <p:cNvSpPr/>
            <p:nvPr/>
          </p:nvSpPr>
          <p:spPr>
            <a:xfrm>
              <a:off x="7952007" y="2656562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935" name="橢圓 934">
              <a:extLst>
                <a:ext uri="{FF2B5EF4-FFF2-40B4-BE49-F238E27FC236}">
                  <a16:creationId xmlns:a16="http://schemas.microsoft.com/office/drawing/2014/main" id="{574BAEEE-B754-49E8-873C-D4AD8F1DF524}"/>
                </a:ext>
              </a:extLst>
            </p:cNvPr>
            <p:cNvSpPr/>
            <p:nvPr/>
          </p:nvSpPr>
          <p:spPr>
            <a:xfrm>
              <a:off x="7952007" y="2926874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6" name="橢圓 935">
              <a:extLst>
                <a:ext uri="{FF2B5EF4-FFF2-40B4-BE49-F238E27FC236}">
                  <a16:creationId xmlns:a16="http://schemas.microsoft.com/office/drawing/2014/main" id="{F43C519C-E222-419D-8F17-4C4C9BC1FE01}"/>
                </a:ext>
              </a:extLst>
            </p:cNvPr>
            <p:cNvSpPr/>
            <p:nvPr/>
          </p:nvSpPr>
          <p:spPr>
            <a:xfrm>
              <a:off x="7039935" y="2657958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937" name="橢圓 936">
              <a:extLst>
                <a:ext uri="{FF2B5EF4-FFF2-40B4-BE49-F238E27FC236}">
                  <a16:creationId xmlns:a16="http://schemas.microsoft.com/office/drawing/2014/main" id="{7699801A-56A7-4C04-BDB2-2CCF76A274C1}"/>
                </a:ext>
              </a:extLst>
            </p:cNvPr>
            <p:cNvSpPr/>
            <p:nvPr/>
          </p:nvSpPr>
          <p:spPr>
            <a:xfrm>
              <a:off x="7039935" y="2928270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8" name="橢圓 937">
              <a:extLst>
                <a:ext uri="{FF2B5EF4-FFF2-40B4-BE49-F238E27FC236}">
                  <a16:creationId xmlns:a16="http://schemas.microsoft.com/office/drawing/2014/main" id="{80913F50-9090-459E-91C7-2D7EF79B6CDE}"/>
                </a:ext>
              </a:extLst>
            </p:cNvPr>
            <p:cNvSpPr/>
            <p:nvPr/>
          </p:nvSpPr>
          <p:spPr>
            <a:xfrm>
              <a:off x="7497749" y="2656562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939" name="橢圓 938">
              <a:extLst>
                <a:ext uri="{FF2B5EF4-FFF2-40B4-BE49-F238E27FC236}">
                  <a16:creationId xmlns:a16="http://schemas.microsoft.com/office/drawing/2014/main" id="{B0321B09-BB41-4099-B9B3-87EC8E3AA70E}"/>
                </a:ext>
              </a:extLst>
            </p:cNvPr>
            <p:cNvSpPr/>
            <p:nvPr/>
          </p:nvSpPr>
          <p:spPr>
            <a:xfrm>
              <a:off x="7497749" y="2926874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40" name="直線單箭頭接點 939">
              <a:extLst>
                <a:ext uri="{FF2B5EF4-FFF2-40B4-BE49-F238E27FC236}">
                  <a16:creationId xmlns:a16="http://schemas.microsoft.com/office/drawing/2014/main" id="{E9A91C63-1251-4D0F-BF06-06EDA92E4BD6}"/>
                </a:ext>
              </a:extLst>
            </p:cNvPr>
            <p:cNvCxnSpPr>
              <a:cxnSpLocks/>
              <a:stCxn id="936" idx="6"/>
              <a:endCxn id="938" idx="2"/>
            </p:cNvCxnSpPr>
            <p:nvPr/>
          </p:nvCxnSpPr>
          <p:spPr>
            <a:xfrm flipV="1">
              <a:off x="7195862" y="2734526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1" name="直線單箭頭接點 940">
              <a:extLst>
                <a:ext uri="{FF2B5EF4-FFF2-40B4-BE49-F238E27FC236}">
                  <a16:creationId xmlns:a16="http://schemas.microsoft.com/office/drawing/2014/main" id="{C68CD4E7-F0AA-4E51-8250-4875E6FA5F65}"/>
                </a:ext>
              </a:extLst>
            </p:cNvPr>
            <p:cNvCxnSpPr>
              <a:cxnSpLocks/>
              <a:stCxn id="938" idx="6"/>
              <a:endCxn id="935" idx="0"/>
            </p:cNvCxnSpPr>
            <p:nvPr/>
          </p:nvCxnSpPr>
          <p:spPr>
            <a:xfrm>
              <a:off x="7653676" y="2734526"/>
              <a:ext cx="376295" cy="19234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直線單箭頭接點 941">
              <a:extLst>
                <a:ext uri="{FF2B5EF4-FFF2-40B4-BE49-F238E27FC236}">
                  <a16:creationId xmlns:a16="http://schemas.microsoft.com/office/drawing/2014/main" id="{D7DDE116-9F33-4A76-A8CF-359A48AF388D}"/>
                </a:ext>
              </a:extLst>
            </p:cNvPr>
            <p:cNvCxnSpPr>
              <a:cxnSpLocks/>
              <a:stCxn id="937" idx="6"/>
              <a:endCxn id="939" idx="2"/>
            </p:cNvCxnSpPr>
            <p:nvPr/>
          </p:nvCxnSpPr>
          <p:spPr>
            <a:xfrm flipV="1">
              <a:off x="7195862" y="3004838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直線單箭頭接點 942">
              <a:extLst>
                <a:ext uri="{FF2B5EF4-FFF2-40B4-BE49-F238E27FC236}">
                  <a16:creationId xmlns:a16="http://schemas.microsoft.com/office/drawing/2014/main" id="{A9444909-676F-4D30-A873-B8992E4DD53D}"/>
                </a:ext>
              </a:extLst>
            </p:cNvPr>
            <p:cNvCxnSpPr>
              <a:cxnSpLocks/>
              <a:stCxn id="939" idx="6"/>
              <a:endCxn id="935" idx="2"/>
            </p:cNvCxnSpPr>
            <p:nvPr/>
          </p:nvCxnSpPr>
          <p:spPr>
            <a:xfrm>
              <a:off x="7653676" y="3004838"/>
              <a:ext cx="298331" cy="0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直線單箭頭接點 943">
              <a:extLst>
                <a:ext uri="{FF2B5EF4-FFF2-40B4-BE49-F238E27FC236}">
                  <a16:creationId xmlns:a16="http://schemas.microsoft.com/office/drawing/2014/main" id="{C6B0682A-FF76-4BEC-A6BE-F6A6BFD55E23}"/>
                </a:ext>
              </a:extLst>
            </p:cNvPr>
            <p:cNvCxnSpPr>
              <a:cxnSpLocks/>
              <a:stCxn id="936" idx="5"/>
              <a:endCxn id="939" idx="1"/>
            </p:cNvCxnSpPr>
            <p:nvPr/>
          </p:nvCxnSpPr>
          <p:spPr>
            <a:xfrm>
              <a:off x="7173027" y="2791050"/>
              <a:ext cx="347557" cy="158659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5" name="直線單箭頭接點 944">
              <a:extLst>
                <a:ext uri="{FF2B5EF4-FFF2-40B4-BE49-F238E27FC236}">
                  <a16:creationId xmlns:a16="http://schemas.microsoft.com/office/drawing/2014/main" id="{82AF5939-8D02-4D6D-A811-6B451387F476}"/>
                </a:ext>
              </a:extLst>
            </p:cNvPr>
            <p:cNvCxnSpPr>
              <a:cxnSpLocks/>
              <a:stCxn id="939" idx="7"/>
              <a:endCxn id="935" idx="1"/>
            </p:cNvCxnSpPr>
            <p:nvPr/>
          </p:nvCxnSpPr>
          <p:spPr>
            <a:xfrm>
              <a:off x="7630841" y="2949709"/>
              <a:ext cx="344001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0430A070-15B2-44CD-A682-116F32CB57B2}"/>
              </a:ext>
            </a:extLst>
          </p:cNvPr>
          <p:cNvGrpSpPr/>
          <p:nvPr/>
        </p:nvGrpSpPr>
        <p:grpSpPr>
          <a:xfrm>
            <a:off x="7039935" y="3186420"/>
            <a:ext cx="1528017" cy="427635"/>
            <a:chOff x="7039935" y="3186420"/>
            <a:chExt cx="1528017" cy="427635"/>
          </a:xfrm>
        </p:grpSpPr>
        <p:sp>
          <p:nvSpPr>
            <p:cNvPr id="947" name="橢圓 946">
              <a:extLst>
                <a:ext uri="{FF2B5EF4-FFF2-40B4-BE49-F238E27FC236}">
                  <a16:creationId xmlns:a16="http://schemas.microsoft.com/office/drawing/2014/main" id="{48189961-7472-40AA-A6F9-D9D909E55ADC}"/>
                </a:ext>
              </a:extLst>
            </p:cNvPr>
            <p:cNvSpPr/>
            <p:nvPr/>
          </p:nvSpPr>
          <p:spPr>
            <a:xfrm>
              <a:off x="7039935" y="3187816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948" name="橢圓 947">
              <a:extLst>
                <a:ext uri="{FF2B5EF4-FFF2-40B4-BE49-F238E27FC236}">
                  <a16:creationId xmlns:a16="http://schemas.microsoft.com/office/drawing/2014/main" id="{52C22EEC-B4D8-4926-BE8E-E24B48C03F20}"/>
                </a:ext>
              </a:extLst>
            </p:cNvPr>
            <p:cNvSpPr/>
            <p:nvPr/>
          </p:nvSpPr>
          <p:spPr>
            <a:xfrm>
              <a:off x="7039935" y="3458128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49" name="橢圓 948">
              <a:extLst>
                <a:ext uri="{FF2B5EF4-FFF2-40B4-BE49-F238E27FC236}">
                  <a16:creationId xmlns:a16="http://schemas.microsoft.com/office/drawing/2014/main" id="{8049FF65-B701-4233-9402-4AE55A01AFA7}"/>
                </a:ext>
              </a:extLst>
            </p:cNvPr>
            <p:cNvSpPr/>
            <p:nvPr/>
          </p:nvSpPr>
          <p:spPr>
            <a:xfrm>
              <a:off x="7497749" y="3186420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T</a:t>
              </a:r>
              <a:endParaRPr lang="zh-TW" altLang="en-US" sz="1200" dirty="0"/>
            </a:p>
          </p:txBody>
        </p:sp>
        <p:sp>
          <p:nvSpPr>
            <p:cNvPr id="950" name="橢圓 949">
              <a:extLst>
                <a:ext uri="{FF2B5EF4-FFF2-40B4-BE49-F238E27FC236}">
                  <a16:creationId xmlns:a16="http://schemas.microsoft.com/office/drawing/2014/main" id="{6DA06436-F087-4436-8470-717090ADD001}"/>
                </a:ext>
              </a:extLst>
            </p:cNvPr>
            <p:cNvSpPr/>
            <p:nvPr/>
          </p:nvSpPr>
          <p:spPr>
            <a:xfrm>
              <a:off x="7497749" y="3456732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1" name="橢圓 950">
              <a:extLst>
                <a:ext uri="{FF2B5EF4-FFF2-40B4-BE49-F238E27FC236}">
                  <a16:creationId xmlns:a16="http://schemas.microsoft.com/office/drawing/2014/main" id="{9FE254AD-2D47-4843-A5AB-AE4C6C7A9406}"/>
                </a:ext>
              </a:extLst>
            </p:cNvPr>
            <p:cNvSpPr/>
            <p:nvPr/>
          </p:nvSpPr>
          <p:spPr>
            <a:xfrm>
              <a:off x="8412025" y="3186420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952" name="橢圓 951">
              <a:extLst>
                <a:ext uri="{FF2B5EF4-FFF2-40B4-BE49-F238E27FC236}">
                  <a16:creationId xmlns:a16="http://schemas.microsoft.com/office/drawing/2014/main" id="{9C39C26C-BE1A-4824-BE4F-90229C93B919}"/>
                </a:ext>
              </a:extLst>
            </p:cNvPr>
            <p:cNvSpPr/>
            <p:nvPr/>
          </p:nvSpPr>
          <p:spPr>
            <a:xfrm>
              <a:off x="8412025" y="3456732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A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53" name="直線單箭頭接點 952">
              <a:extLst>
                <a:ext uri="{FF2B5EF4-FFF2-40B4-BE49-F238E27FC236}">
                  <a16:creationId xmlns:a16="http://schemas.microsoft.com/office/drawing/2014/main" id="{87E69C09-72D1-4F41-AC42-A3D3A462F0FB}"/>
                </a:ext>
              </a:extLst>
            </p:cNvPr>
            <p:cNvCxnSpPr>
              <a:cxnSpLocks/>
              <a:stCxn id="949" idx="6"/>
              <a:endCxn id="952" idx="0"/>
            </p:cNvCxnSpPr>
            <p:nvPr/>
          </p:nvCxnSpPr>
          <p:spPr>
            <a:xfrm>
              <a:off x="7653676" y="3264384"/>
              <a:ext cx="836313" cy="192348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直線單箭頭接點 953">
              <a:extLst>
                <a:ext uri="{FF2B5EF4-FFF2-40B4-BE49-F238E27FC236}">
                  <a16:creationId xmlns:a16="http://schemas.microsoft.com/office/drawing/2014/main" id="{FE981DBB-B626-4B9A-B366-BEF7F755729D}"/>
                </a:ext>
              </a:extLst>
            </p:cNvPr>
            <p:cNvCxnSpPr>
              <a:cxnSpLocks/>
              <a:stCxn id="950" idx="7"/>
              <a:endCxn id="952" idx="1"/>
            </p:cNvCxnSpPr>
            <p:nvPr/>
          </p:nvCxnSpPr>
          <p:spPr>
            <a:xfrm>
              <a:off x="7630841" y="3479567"/>
              <a:ext cx="804019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直線單箭頭接點 954">
              <a:extLst>
                <a:ext uri="{FF2B5EF4-FFF2-40B4-BE49-F238E27FC236}">
                  <a16:creationId xmlns:a16="http://schemas.microsoft.com/office/drawing/2014/main" id="{8D22DA84-7B96-4E42-B951-7DF544D9B43C}"/>
                </a:ext>
              </a:extLst>
            </p:cNvPr>
            <p:cNvCxnSpPr>
              <a:cxnSpLocks/>
              <a:stCxn id="947" idx="6"/>
              <a:endCxn id="949" idx="2"/>
            </p:cNvCxnSpPr>
            <p:nvPr/>
          </p:nvCxnSpPr>
          <p:spPr>
            <a:xfrm flipV="1">
              <a:off x="7195862" y="3264384"/>
              <a:ext cx="301887" cy="1396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直線單箭頭接點 955">
              <a:extLst>
                <a:ext uri="{FF2B5EF4-FFF2-40B4-BE49-F238E27FC236}">
                  <a16:creationId xmlns:a16="http://schemas.microsoft.com/office/drawing/2014/main" id="{4A190A41-5045-46F6-8635-872EBB2B0566}"/>
                </a:ext>
              </a:extLst>
            </p:cNvPr>
            <p:cNvCxnSpPr>
              <a:cxnSpLocks/>
              <a:stCxn id="948" idx="6"/>
              <a:endCxn id="950" idx="2"/>
            </p:cNvCxnSpPr>
            <p:nvPr/>
          </p:nvCxnSpPr>
          <p:spPr>
            <a:xfrm flipV="1">
              <a:off x="7195862" y="3534696"/>
              <a:ext cx="301887" cy="1396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直線單箭頭接點 956">
              <a:extLst>
                <a:ext uri="{FF2B5EF4-FFF2-40B4-BE49-F238E27FC236}">
                  <a16:creationId xmlns:a16="http://schemas.microsoft.com/office/drawing/2014/main" id="{F2DB2FFE-2EA3-4124-9432-D009F4035AED}"/>
                </a:ext>
              </a:extLst>
            </p:cNvPr>
            <p:cNvCxnSpPr>
              <a:cxnSpLocks/>
              <a:stCxn id="947" idx="5"/>
              <a:endCxn id="950" idx="1"/>
            </p:cNvCxnSpPr>
            <p:nvPr/>
          </p:nvCxnSpPr>
          <p:spPr>
            <a:xfrm>
              <a:off x="7173027" y="3320908"/>
              <a:ext cx="347557" cy="158659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直線單箭頭接點 957">
              <a:extLst>
                <a:ext uri="{FF2B5EF4-FFF2-40B4-BE49-F238E27FC236}">
                  <a16:creationId xmlns:a16="http://schemas.microsoft.com/office/drawing/2014/main" id="{0881B3BE-3CE8-48EB-9C80-9B5EB1C1129A}"/>
                </a:ext>
              </a:extLst>
            </p:cNvPr>
            <p:cNvCxnSpPr>
              <a:cxnSpLocks/>
              <a:stCxn id="950" idx="6"/>
              <a:endCxn id="952" idx="2"/>
            </p:cNvCxnSpPr>
            <p:nvPr/>
          </p:nvCxnSpPr>
          <p:spPr>
            <a:xfrm>
              <a:off x="7653676" y="3534696"/>
              <a:ext cx="758349" cy="0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F3294F7A-82EF-4041-88C3-565D8A70E05D}"/>
              </a:ext>
            </a:extLst>
          </p:cNvPr>
          <p:cNvGrpSpPr/>
          <p:nvPr/>
        </p:nvGrpSpPr>
        <p:grpSpPr>
          <a:xfrm>
            <a:off x="7039935" y="3716278"/>
            <a:ext cx="1528017" cy="427635"/>
            <a:chOff x="7039935" y="3716278"/>
            <a:chExt cx="1528017" cy="427635"/>
          </a:xfrm>
        </p:grpSpPr>
        <p:sp>
          <p:nvSpPr>
            <p:cNvPr id="960" name="橢圓 959">
              <a:extLst>
                <a:ext uri="{FF2B5EF4-FFF2-40B4-BE49-F238E27FC236}">
                  <a16:creationId xmlns:a16="http://schemas.microsoft.com/office/drawing/2014/main" id="{07C60EAF-A541-4C6D-A3C9-3C25A43B2564}"/>
                </a:ext>
              </a:extLst>
            </p:cNvPr>
            <p:cNvSpPr/>
            <p:nvPr/>
          </p:nvSpPr>
          <p:spPr>
            <a:xfrm>
              <a:off x="7952007" y="3716278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961" name="橢圓 960">
              <a:extLst>
                <a:ext uri="{FF2B5EF4-FFF2-40B4-BE49-F238E27FC236}">
                  <a16:creationId xmlns:a16="http://schemas.microsoft.com/office/drawing/2014/main" id="{2859CDBD-2748-4817-9AF7-4A1FDAECD6D8}"/>
                </a:ext>
              </a:extLst>
            </p:cNvPr>
            <p:cNvSpPr/>
            <p:nvPr/>
          </p:nvSpPr>
          <p:spPr>
            <a:xfrm>
              <a:off x="7952007" y="3986590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C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62" name="橢圓 961">
              <a:extLst>
                <a:ext uri="{FF2B5EF4-FFF2-40B4-BE49-F238E27FC236}">
                  <a16:creationId xmlns:a16="http://schemas.microsoft.com/office/drawing/2014/main" id="{AD121927-69E2-4FBD-A38D-0A5FB9A290AB}"/>
                </a:ext>
              </a:extLst>
            </p:cNvPr>
            <p:cNvSpPr/>
            <p:nvPr/>
          </p:nvSpPr>
          <p:spPr>
            <a:xfrm>
              <a:off x="7039935" y="3717674"/>
              <a:ext cx="155927" cy="155927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C</a:t>
              </a:r>
              <a:endParaRPr lang="zh-TW" altLang="en-US" sz="1200" dirty="0"/>
            </a:p>
          </p:txBody>
        </p:sp>
        <p:sp>
          <p:nvSpPr>
            <p:cNvPr id="963" name="橢圓 962">
              <a:extLst>
                <a:ext uri="{FF2B5EF4-FFF2-40B4-BE49-F238E27FC236}">
                  <a16:creationId xmlns:a16="http://schemas.microsoft.com/office/drawing/2014/main" id="{755482A2-D3DA-4D72-A56E-79395A35A133}"/>
                </a:ext>
              </a:extLst>
            </p:cNvPr>
            <p:cNvSpPr/>
            <p:nvPr/>
          </p:nvSpPr>
          <p:spPr>
            <a:xfrm>
              <a:off x="7039935" y="3987986"/>
              <a:ext cx="155927" cy="155927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/>
                  </a:solidFill>
                </a:rPr>
                <a:t>T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64" name="橢圓 963">
              <a:extLst>
                <a:ext uri="{FF2B5EF4-FFF2-40B4-BE49-F238E27FC236}">
                  <a16:creationId xmlns:a16="http://schemas.microsoft.com/office/drawing/2014/main" id="{EDABC080-5C4A-462E-8E48-5CDCA7C754C4}"/>
                </a:ext>
              </a:extLst>
            </p:cNvPr>
            <p:cNvSpPr/>
            <p:nvPr/>
          </p:nvSpPr>
          <p:spPr>
            <a:xfrm>
              <a:off x="8412025" y="3716278"/>
              <a:ext cx="155927" cy="155927"/>
            </a:xfrm>
            <a:prstGeom prst="ellipse">
              <a:avLst/>
            </a:prstGeom>
            <a:ln w="190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>
                  <a:solidFill>
                    <a:schemeClr val="bg1">
                      <a:lumMod val="85000"/>
                    </a:schemeClr>
                  </a:solidFill>
                </a:rPr>
                <a:t>T</a:t>
              </a:r>
              <a:endParaRPr lang="zh-TW" altLang="en-US" sz="12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  <p:sp>
          <p:nvSpPr>
            <p:cNvPr id="965" name="橢圓 964">
              <a:extLst>
                <a:ext uri="{FF2B5EF4-FFF2-40B4-BE49-F238E27FC236}">
                  <a16:creationId xmlns:a16="http://schemas.microsoft.com/office/drawing/2014/main" id="{9DCE9AA9-7912-4489-8B9C-F12FA7109994}"/>
                </a:ext>
              </a:extLst>
            </p:cNvPr>
            <p:cNvSpPr/>
            <p:nvPr/>
          </p:nvSpPr>
          <p:spPr>
            <a:xfrm>
              <a:off x="8412025" y="3986590"/>
              <a:ext cx="155927" cy="155927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200">
                  <a:solidFill>
                    <a:schemeClr val="bg1"/>
                  </a:solidFill>
                </a:rPr>
                <a:t>A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966" name="直線單箭頭接點 965">
              <a:extLst>
                <a:ext uri="{FF2B5EF4-FFF2-40B4-BE49-F238E27FC236}">
                  <a16:creationId xmlns:a16="http://schemas.microsoft.com/office/drawing/2014/main" id="{153A6785-70AF-45C5-9037-2F9269C608DB}"/>
                </a:ext>
              </a:extLst>
            </p:cNvPr>
            <p:cNvCxnSpPr>
              <a:cxnSpLocks/>
              <a:stCxn id="962" idx="6"/>
              <a:endCxn id="961" idx="1"/>
            </p:cNvCxnSpPr>
            <p:nvPr/>
          </p:nvCxnSpPr>
          <p:spPr>
            <a:xfrm>
              <a:off x="7195862" y="3795638"/>
              <a:ext cx="778980" cy="213787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直線單箭頭接點 966">
              <a:extLst>
                <a:ext uri="{FF2B5EF4-FFF2-40B4-BE49-F238E27FC236}">
                  <a16:creationId xmlns:a16="http://schemas.microsoft.com/office/drawing/2014/main" id="{47003CC6-3EFF-4465-A134-B78E01CA44FE}"/>
                </a:ext>
              </a:extLst>
            </p:cNvPr>
            <p:cNvCxnSpPr>
              <a:cxnSpLocks/>
              <a:stCxn id="962" idx="5"/>
              <a:endCxn id="961" idx="2"/>
            </p:cNvCxnSpPr>
            <p:nvPr/>
          </p:nvCxnSpPr>
          <p:spPr>
            <a:xfrm>
              <a:off x="7173027" y="3850766"/>
              <a:ext cx="778980" cy="213788"/>
            </a:xfrm>
            <a:prstGeom prst="straightConnector1">
              <a:avLst/>
            </a:prstGeom>
            <a:ln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直線單箭頭接點 967">
              <a:extLst>
                <a:ext uri="{FF2B5EF4-FFF2-40B4-BE49-F238E27FC236}">
                  <a16:creationId xmlns:a16="http://schemas.microsoft.com/office/drawing/2014/main" id="{DB38E9C9-C4E4-4F30-B915-04B9B6C28A93}"/>
                </a:ext>
              </a:extLst>
            </p:cNvPr>
            <p:cNvCxnSpPr>
              <a:cxnSpLocks/>
              <a:stCxn id="961" idx="7"/>
              <a:endCxn id="965" idx="1"/>
            </p:cNvCxnSpPr>
            <p:nvPr/>
          </p:nvCxnSpPr>
          <p:spPr>
            <a:xfrm>
              <a:off x="8085099" y="4009425"/>
              <a:ext cx="349761" cy="0"/>
            </a:xfrm>
            <a:prstGeom prst="straightConnector1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直線單箭頭接點 968">
              <a:extLst>
                <a:ext uri="{FF2B5EF4-FFF2-40B4-BE49-F238E27FC236}">
                  <a16:creationId xmlns:a16="http://schemas.microsoft.com/office/drawing/2014/main" id="{E4516A7E-3407-48E6-8C78-F90CB31B382E}"/>
                </a:ext>
              </a:extLst>
            </p:cNvPr>
            <p:cNvCxnSpPr>
              <a:cxnSpLocks/>
              <a:stCxn id="961" idx="6"/>
              <a:endCxn id="965" idx="2"/>
            </p:cNvCxnSpPr>
            <p:nvPr/>
          </p:nvCxnSpPr>
          <p:spPr>
            <a:xfrm>
              <a:off x="8107934" y="4064554"/>
              <a:ext cx="304091" cy="0"/>
            </a:xfrm>
            <a:prstGeom prst="straightConnector1">
              <a:avLst/>
            </a:prstGeom>
            <a:ln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直線單箭頭接點 969">
              <a:extLst>
                <a:ext uri="{FF2B5EF4-FFF2-40B4-BE49-F238E27FC236}">
                  <a16:creationId xmlns:a16="http://schemas.microsoft.com/office/drawing/2014/main" id="{D9C8CCFB-0EF6-4746-9AF2-B622378AD2EC}"/>
                </a:ext>
              </a:extLst>
            </p:cNvPr>
            <p:cNvCxnSpPr>
              <a:cxnSpLocks/>
              <a:stCxn id="963" idx="5"/>
              <a:endCxn id="961" idx="3"/>
            </p:cNvCxnSpPr>
            <p:nvPr/>
          </p:nvCxnSpPr>
          <p:spPr>
            <a:xfrm flipV="1">
              <a:off x="7173027" y="4119682"/>
              <a:ext cx="801815" cy="1396"/>
            </a:xfrm>
            <a:prstGeom prst="straightConnector1">
              <a:avLst/>
            </a:prstGeom>
            <a:ln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直線單箭頭接點 970">
              <a:extLst>
                <a:ext uri="{FF2B5EF4-FFF2-40B4-BE49-F238E27FC236}">
                  <a16:creationId xmlns:a16="http://schemas.microsoft.com/office/drawing/2014/main" id="{4530DED6-8486-4ACE-B66D-1B67B4A15B24}"/>
                </a:ext>
              </a:extLst>
            </p:cNvPr>
            <p:cNvCxnSpPr>
              <a:cxnSpLocks/>
              <a:stCxn id="961" idx="5"/>
              <a:endCxn id="965" idx="3"/>
            </p:cNvCxnSpPr>
            <p:nvPr/>
          </p:nvCxnSpPr>
          <p:spPr>
            <a:xfrm>
              <a:off x="8085099" y="4119682"/>
              <a:ext cx="349761" cy="0"/>
            </a:xfrm>
            <a:prstGeom prst="straightConnector1">
              <a:avLst/>
            </a:prstGeom>
            <a:ln>
              <a:solidFill>
                <a:srgbClr val="C55A1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D0BE4E8-FE2A-4A29-B72D-0AA862AF3B3B}"/>
                  </a:ext>
                </a:extLst>
              </p:cNvPr>
              <p:cNvSpPr txBox="1"/>
              <p:nvPr/>
            </p:nvSpPr>
            <p:spPr>
              <a:xfrm>
                <a:off x="5994185" y="1625611"/>
                <a:ext cx="5343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7D0BE4E8-FE2A-4A29-B72D-0AA862AF3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185" y="1625611"/>
                <a:ext cx="53431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0A9E675B-96CB-4376-9AA1-A0C0C4EC98C3}"/>
                  </a:ext>
                </a:extLst>
              </p:cNvPr>
              <p:cNvSpPr txBox="1"/>
              <p:nvPr/>
            </p:nvSpPr>
            <p:spPr>
              <a:xfrm>
                <a:off x="6011818" y="3752190"/>
                <a:ext cx="499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87" name="文字方塊 286">
                <a:extLst>
                  <a:ext uri="{FF2B5EF4-FFF2-40B4-BE49-F238E27FC236}">
                    <a16:creationId xmlns:a16="http://schemas.microsoft.com/office/drawing/2014/main" id="{0A9E675B-96CB-4376-9AA1-A0C0C4EC9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818" y="3752190"/>
                <a:ext cx="49904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5" name="箭號: 向右 364">
            <a:extLst>
              <a:ext uri="{FF2B5EF4-FFF2-40B4-BE49-F238E27FC236}">
                <a16:creationId xmlns:a16="http://schemas.microsoft.com/office/drawing/2014/main" id="{1B169BA4-F9B7-4A80-9312-9285DA97E30D}"/>
              </a:ext>
            </a:extLst>
          </p:cNvPr>
          <p:cNvSpPr/>
          <p:nvPr/>
        </p:nvSpPr>
        <p:spPr>
          <a:xfrm>
            <a:off x="5642562" y="1907889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lt1"/>
              </a:solidFill>
            </a:endParaRPr>
          </a:p>
        </p:txBody>
      </p:sp>
      <p:cxnSp>
        <p:nvCxnSpPr>
          <p:cNvPr id="299" name="直線接點 298">
            <a:extLst>
              <a:ext uri="{FF2B5EF4-FFF2-40B4-BE49-F238E27FC236}">
                <a16:creationId xmlns:a16="http://schemas.microsoft.com/office/drawing/2014/main" id="{5821884F-8057-4B63-AC28-A6A75B6409AC}"/>
              </a:ext>
            </a:extLst>
          </p:cNvPr>
          <p:cNvCxnSpPr>
            <a:cxnSpLocks/>
          </p:cNvCxnSpPr>
          <p:nvPr/>
        </p:nvCxnSpPr>
        <p:spPr>
          <a:xfrm>
            <a:off x="3884059" y="1900494"/>
            <a:ext cx="79685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0" name="橢圓 299">
            <a:extLst>
              <a:ext uri="{FF2B5EF4-FFF2-40B4-BE49-F238E27FC236}">
                <a16:creationId xmlns:a16="http://schemas.microsoft.com/office/drawing/2014/main" id="{FF5D5210-64F4-4D58-9AA0-464230BF02A1}"/>
              </a:ext>
            </a:extLst>
          </p:cNvPr>
          <p:cNvSpPr/>
          <p:nvPr/>
        </p:nvSpPr>
        <p:spPr>
          <a:xfrm>
            <a:off x="3799326" y="1822531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1" name="橢圓 300">
            <a:extLst>
              <a:ext uri="{FF2B5EF4-FFF2-40B4-BE49-F238E27FC236}">
                <a16:creationId xmlns:a16="http://schemas.microsoft.com/office/drawing/2014/main" id="{C3B102E6-E918-423D-ADE7-95F0A487E838}"/>
              </a:ext>
            </a:extLst>
          </p:cNvPr>
          <p:cNvSpPr/>
          <p:nvPr/>
        </p:nvSpPr>
        <p:spPr>
          <a:xfrm>
            <a:off x="4209184" y="1822531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2" name="橢圓 301">
            <a:extLst>
              <a:ext uri="{FF2B5EF4-FFF2-40B4-BE49-F238E27FC236}">
                <a16:creationId xmlns:a16="http://schemas.microsoft.com/office/drawing/2014/main" id="{B9554B87-45E3-44C7-8CC2-232309086125}"/>
              </a:ext>
            </a:extLst>
          </p:cNvPr>
          <p:cNvSpPr/>
          <p:nvPr/>
        </p:nvSpPr>
        <p:spPr>
          <a:xfrm>
            <a:off x="4607139" y="1822531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3" name="直線接點 302">
            <a:extLst>
              <a:ext uri="{FF2B5EF4-FFF2-40B4-BE49-F238E27FC236}">
                <a16:creationId xmlns:a16="http://schemas.microsoft.com/office/drawing/2014/main" id="{4B569E8F-88D7-4314-97B3-3D49F437230E}"/>
              </a:ext>
            </a:extLst>
          </p:cNvPr>
          <p:cNvCxnSpPr>
            <a:cxnSpLocks/>
          </p:cNvCxnSpPr>
          <p:nvPr/>
        </p:nvCxnSpPr>
        <p:spPr>
          <a:xfrm>
            <a:off x="4293917" y="2249726"/>
            <a:ext cx="79685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4" name="橢圓 303">
            <a:extLst>
              <a:ext uri="{FF2B5EF4-FFF2-40B4-BE49-F238E27FC236}">
                <a16:creationId xmlns:a16="http://schemas.microsoft.com/office/drawing/2014/main" id="{499B5A91-2C7A-4735-845C-357C4C37B465}"/>
              </a:ext>
            </a:extLst>
          </p:cNvPr>
          <p:cNvSpPr/>
          <p:nvPr/>
        </p:nvSpPr>
        <p:spPr>
          <a:xfrm>
            <a:off x="4209184" y="217176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5" name="橢圓 304">
            <a:extLst>
              <a:ext uri="{FF2B5EF4-FFF2-40B4-BE49-F238E27FC236}">
                <a16:creationId xmlns:a16="http://schemas.microsoft.com/office/drawing/2014/main" id="{7ECB5A8C-105B-41D2-9B94-0143AFBB22E9}"/>
              </a:ext>
            </a:extLst>
          </p:cNvPr>
          <p:cNvSpPr/>
          <p:nvPr/>
        </p:nvSpPr>
        <p:spPr>
          <a:xfrm>
            <a:off x="4619042" y="217176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6" name="橢圓 305">
            <a:extLst>
              <a:ext uri="{FF2B5EF4-FFF2-40B4-BE49-F238E27FC236}">
                <a16:creationId xmlns:a16="http://schemas.microsoft.com/office/drawing/2014/main" id="{334ADC08-0C9E-49CA-B961-489E7153619D}"/>
              </a:ext>
            </a:extLst>
          </p:cNvPr>
          <p:cNvSpPr/>
          <p:nvPr/>
        </p:nvSpPr>
        <p:spPr>
          <a:xfrm>
            <a:off x="5016997" y="217176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07" name="直線接點 306">
            <a:extLst>
              <a:ext uri="{FF2B5EF4-FFF2-40B4-BE49-F238E27FC236}">
                <a16:creationId xmlns:a16="http://schemas.microsoft.com/office/drawing/2014/main" id="{17974783-5C3B-4760-8205-DB15AED673BC}"/>
              </a:ext>
            </a:extLst>
          </p:cNvPr>
          <p:cNvCxnSpPr>
            <a:cxnSpLocks/>
          </p:cNvCxnSpPr>
          <p:nvPr/>
        </p:nvCxnSpPr>
        <p:spPr>
          <a:xfrm>
            <a:off x="3493911" y="2584906"/>
            <a:ext cx="79685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8" name="橢圓 307">
            <a:extLst>
              <a:ext uri="{FF2B5EF4-FFF2-40B4-BE49-F238E27FC236}">
                <a16:creationId xmlns:a16="http://schemas.microsoft.com/office/drawing/2014/main" id="{170585F9-A824-45F8-A446-9292FE8F53F2}"/>
              </a:ext>
            </a:extLst>
          </p:cNvPr>
          <p:cNvSpPr/>
          <p:nvPr/>
        </p:nvSpPr>
        <p:spPr>
          <a:xfrm>
            <a:off x="3409178" y="250694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9" name="橢圓 308">
            <a:extLst>
              <a:ext uri="{FF2B5EF4-FFF2-40B4-BE49-F238E27FC236}">
                <a16:creationId xmlns:a16="http://schemas.microsoft.com/office/drawing/2014/main" id="{75733CC5-E6B3-4E5E-9521-D8EA2D1F2976}"/>
              </a:ext>
            </a:extLst>
          </p:cNvPr>
          <p:cNvSpPr/>
          <p:nvPr/>
        </p:nvSpPr>
        <p:spPr>
          <a:xfrm>
            <a:off x="3819036" y="250694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0" name="橢圓 309">
            <a:extLst>
              <a:ext uri="{FF2B5EF4-FFF2-40B4-BE49-F238E27FC236}">
                <a16:creationId xmlns:a16="http://schemas.microsoft.com/office/drawing/2014/main" id="{3038561A-5A77-421E-96C8-2F0B07DEE495}"/>
              </a:ext>
            </a:extLst>
          </p:cNvPr>
          <p:cNvSpPr/>
          <p:nvPr/>
        </p:nvSpPr>
        <p:spPr>
          <a:xfrm>
            <a:off x="4216991" y="2506943"/>
            <a:ext cx="155927" cy="155927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1" name="直線接點 310">
            <a:extLst>
              <a:ext uri="{FF2B5EF4-FFF2-40B4-BE49-F238E27FC236}">
                <a16:creationId xmlns:a16="http://schemas.microsoft.com/office/drawing/2014/main" id="{E75A0A85-9F7A-45A8-8298-9ABC956BC382}"/>
              </a:ext>
            </a:extLst>
          </p:cNvPr>
          <p:cNvCxnSpPr>
            <a:cxnSpLocks/>
          </p:cNvCxnSpPr>
          <p:nvPr/>
        </p:nvCxnSpPr>
        <p:spPr>
          <a:xfrm flipV="1">
            <a:off x="4283544" y="1439776"/>
            <a:ext cx="0" cy="194244"/>
          </a:xfrm>
          <a:prstGeom prst="line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2" name="直線單箭頭接點 311">
            <a:extLst>
              <a:ext uri="{FF2B5EF4-FFF2-40B4-BE49-F238E27FC236}">
                <a16:creationId xmlns:a16="http://schemas.microsoft.com/office/drawing/2014/main" id="{E4CB39DD-0139-49A0-B741-74C3A0D139D6}"/>
              </a:ext>
            </a:extLst>
          </p:cNvPr>
          <p:cNvCxnSpPr>
            <a:cxnSpLocks/>
          </p:cNvCxnSpPr>
          <p:nvPr/>
        </p:nvCxnSpPr>
        <p:spPr>
          <a:xfrm flipH="1">
            <a:off x="3418600" y="1530968"/>
            <a:ext cx="857723" cy="0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文字方塊 312">
                <a:extLst>
                  <a:ext uri="{FF2B5EF4-FFF2-40B4-BE49-F238E27FC236}">
                    <a16:creationId xmlns:a16="http://schemas.microsoft.com/office/drawing/2014/main" id="{037188ED-7F89-4197-95DD-B1D4442E1FF9}"/>
                  </a:ext>
                </a:extLst>
              </p:cNvPr>
              <p:cNvSpPr txBox="1"/>
              <p:nvPr/>
            </p:nvSpPr>
            <p:spPr>
              <a:xfrm>
                <a:off x="4516687" y="1207400"/>
                <a:ext cx="499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3" name="文字方塊 312">
                <a:extLst>
                  <a:ext uri="{FF2B5EF4-FFF2-40B4-BE49-F238E27FC236}">
                    <a16:creationId xmlns:a16="http://schemas.microsoft.com/office/drawing/2014/main" id="{037188ED-7F89-4197-95DD-B1D4442E1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6687" y="1207400"/>
                <a:ext cx="49917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4" name="文字方塊 313">
                <a:extLst>
                  <a:ext uri="{FF2B5EF4-FFF2-40B4-BE49-F238E27FC236}">
                    <a16:creationId xmlns:a16="http://schemas.microsoft.com/office/drawing/2014/main" id="{586C720B-1C12-4A23-91CC-D1EBD548B825}"/>
                  </a:ext>
                </a:extLst>
              </p:cNvPr>
              <p:cNvSpPr txBox="1"/>
              <p:nvPr/>
            </p:nvSpPr>
            <p:spPr>
              <a:xfrm>
                <a:off x="3644521" y="1207400"/>
                <a:ext cx="4991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14" name="文字方塊 313">
                <a:extLst>
                  <a:ext uri="{FF2B5EF4-FFF2-40B4-BE49-F238E27FC236}">
                    <a16:creationId xmlns:a16="http://schemas.microsoft.com/office/drawing/2014/main" id="{586C720B-1C12-4A23-91CC-D1EBD548B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521" y="1207400"/>
                <a:ext cx="49917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5" name="直線單箭頭接點 314">
            <a:extLst>
              <a:ext uri="{FF2B5EF4-FFF2-40B4-BE49-F238E27FC236}">
                <a16:creationId xmlns:a16="http://schemas.microsoft.com/office/drawing/2014/main" id="{92330C01-88EE-4E9D-9148-A6A46362468C}"/>
              </a:ext>
            </a:extLst>
          </p:cNvPr>
          <p:cNvCxnSpPr>
            <a:cxnSpLocks/>
          </p:cNvCxnSpPr>
          <p:nvPr/>
        </p:nvCxnSpPr>
        <p:spPr>
          <a:xfrm>
            <a:off x="4290766" y="1530968"/>
            <a:ext cx="857723" cy="0"/>
          </a:xfrm>
          <a:prstGeom prst="straightConnector1">
            <a:avLst/>
          </a:prstGeom>
          <a:noFill/>
          <a:ln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AEE98B16-1ED7-4564-8D88-C4975D993298}"/>
                  </a:ext>
                </a:extLst>
              </p:cNvPr>
              <p:cNvSpPr txBox="1"/>
              <p:nvPr/>
            </p:nvSpPr>
            <p:spPr>
              <a:xfrm>
                <a:off x="3904466" y="1660414"/>
                <a:ext cx="3790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1400" dirty="0">
                    <a:solidFill>
                      <a:schemeClr val="bg1">
                        <a:lumMod val="50000"/>
                      </a:schemeClr>
                    </a:solidFill>
                  </a:rPr>
                  <a:t>≤</a:t>
                </a:r>
                <a14:m>
                  <m:oMath xmlns:m="http://schemas.openxmlformats.org/officeDocument/2006/math">
                    <m:r>
                      <a:rPr lang="en-US" altLang="zh-TW" sz="1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6" name="文字方塊 315">
                <a:extLst>
                  <a:ext uri="{FF2B5EF4-FFF2-40B4-BE49-F238E27FC236}">
                    <a16:creationId xmlns:a16="http://schemas.microsoft.com/office/drawing/2014/main" id="{AEE98B16-1ED7-4564-8D88-C4975D993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466" y="1660414"/>
                <a:ext cx="379078" cy="307777"/>
              </a:xfrm>
              <a:prstGeom prst="rect">
                <a:avLst/>
              </a:prstGeom>
              <a:blipFill>
                <a:blip r:embed="rId19"/>
                <a:stretch>
                  <a:fillRect l="-4762" t="-1961" b="-196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文字方塊 316">
                <a:extLst>
                  <a:ext uri="{FF2B5EF4-FFF2-40B4-BE49-F238E27FC236}">
                    <a16:creationId xmlns:a16="http://schemas.microsoft.com/office/drawing/2014/main" id="{F047AF30-889F-4432-92DD-09BA416809E3}"/>
                  </a:ext>
                </a:extLst>
              </p:cNvPr>
              <p:cNvSpPr txBox="1"/>
              <p:nvPr/>
            </p:nvSpPr>
            <p:spPr>
              <a:xfrm>
                <a:off x="4277297" y="1660414"/>
                <a:ext cx="4191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≤</m:t>
                      </m:r>
                      <m:r>
                        <a:rPr lang="en-US" altLang="zh-TW" sz="140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7" name="文字方塊 316">
                <a:extLst>
                  <a:ext uri="{FF2B5EF4-FFF2-40B4-BE49-F238E27FC236}">
                    <a16:creationId xmlns:a16="http://schemas.microsoft.com/office/drawing/2014/main" id="{F047AF30-889F-4432-92DD-09BA41680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297" y="1660414"/>
                <a:ext cx="419154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8" name="文字方塊 317">
                <a:extLst>
                  <a:ext uri="{FF2B5EF4-FFF2-40B4-BE49-F238E27FC236}">
                    <a16:creationId xmlns:a16="http://schemas.microsoft.com/office/drawing/2014/main" id="{CCB63595-0056-4471-ACB5-6FEE21360389}"/>
                  </a:ext>
                </a:extLst>
              </p:cNvPr>
              <p:cNvSpPr txBox="1"/>
              <p:nvPr/>
            </p:nvSpPr>
            <p:spPr>
              <a:xfrm>
                <a:off x="4292666" y="2009465"/>
                <a:ext cx="4191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≤</m:t>
                      </m:r>
                      <m:r>
                        <a:rPr lang="en-US" altLang="zh-TW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8" name="文字方塊 317">
                <a:extLst>
                  <a:ext uri="{FF2B5EF4-FFF2-40B4-BE49-F238E27FC236}">
                    <a16:creationId xmlns:a16="http://schemas.microsoft.com/office/drawing/2014/main" id="{CCB63595-0056-4471-ACB5-6FEE21360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66" y="2009465"/>
                <a:ext cx="419154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文字方塊 318">
                <a:extLst>
                  <a:ext uri="{FF2B5EF4-FFF2-40B4-BE49-F238E27FC236}">
                    <a16:creationId xmlns:a16="http://schemas.microsoft.com/office/drawing/2014/main" id="{D0981C6D-E091-4981-BAAE-2C77E3FAE6A0}"/>
                  </a:ext>
                </a:extLst>
              </p:cNvPr>
              <p:cNvSpPr txBox="1"/>
              <p:nvPr/>
            </p:nvSpPr>
            <p:spPr>
              <a:xfrm>
                <a:off x="4700440" y="2009465"/>
                <a:ext cx="4191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≤</m:t>
                      </m:r>
                      <m:r>
                        <a:rPr lang="en-US" altLang="zh-TW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9" name="文字方塊 318">
                <a:extLst>
                  <a:ext uri="{FF2B5EF4-FFF2-40B4-BE49-F238E27FC236}">
                    <a16:creationId xmlns:a16="http://schemas.microsoft.com/office/drawing/2014/main" id="{D0981C6D-E091-4981-BAAE-2C77E3FAE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440" y="2009465"/>
                <a:ext cx="419154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文字方塊 319">
                <a:extLst>
                  <a:ext uri="{FF2B5EF4-FFF2-40B4-BE49-F238E27FC236}">
                    <a16:creationId xmlns:a16="http://schemas.microsoft.com/office/drawing/2014/main" id="{803D9C8A-47B2-4717-9761-77123AE4C24D}"/>
                  </a:ext>
                </a:extLst>
              </p:cNvPr>
              <p:cNvSpPr txBox="1"/>
              <p:nvPr/>
            </p:nvSpPr>
            <p:spPr>
              <a:xfrm>
                <a:off x="3894748" y="2351144"/>
                <a:ext cx="4191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≤</m:t>
                      </m:r>
                      <m:r>
                        <a:rPr lang="en-US" altLang="zh-TW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0" name="文字方塊 319">
                <a:extLst>
                  <a:ext uri="{FF2B5EF4-FFF2-40B4-BE49-F238E27FC236}">
                    <a16:creationId xmlns:a16="http://schemas.microsoft.com/office/drawing/2014/main" id="{803D9C8A-47B2-4717-9761-77123AE4C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748" y="2351144"/>
                <a:ext cx="419154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1" name="文字方塊 320">
                <a:extLst>
                  <a:ext uri="{FF2B5EF4-FFF2-40B4-BE49-F238E27FC236}">
                    <a16:creationId xmlns:a16="http://schemas.microsoft.com/office/drawing/2014/main" id="{F829A1E2-28CB-4E23-A90C-585B7BAB2B3C}"/>
                  </a:ext>
                </a:extLst>
              </p:cNvPr>
              <p:cNvSpPr txBox="1"/>
              <p:nvPr/>
            </p:nvSpPr>
            <p:spPr>
              <a:xfrm>
                <a:off x="3488066" y="2351144"/>
                <a:ext cx="41915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m:t>≤</m:t>
                      </m:r>
                      <m:r>
                        <a:rPr lang="en-US" altLang="zh-TW" sz="1400" i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1" name="文字方塊 320">
                <a:extLst>
                  <a:ext uri="{FF2B5EF4-FFF2-40B4-BE49-F238E27FC236}">
                    <a16:creationId xmlns:a16="http://schemas.microsoft.com/office/drawing/2014/main" id="{F829A1E2-28CB-4E23-A90C-585B7BAB2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066" y="2351144"/>
                <a:ext cx="419154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123A9569-85E8-46D0-B118-96C626FF81A6}"/>
              </a:ext>
            </a:extLst>
          </p:cNvPr>
          <p:cNvSpPr txBox="1"/>
          <p:nvPr/>
        </p:nvSpPr>
        <p:spPr>
          <a:xfrm>
            <a:off x="3255514" y="923407"/>
            <a:ext cx="207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Construction Graph</a:t>
            </a: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AC76861-07AC-4615-9D53-298D94A3DE68}"/>
              </a:ext>
            </a:extLst>
          </p:cNvPr>
          <p:cNvGrpSpPr/>
          <p:nvPr/>
        </p:nvGrpSpPr>
        <p:grpSpPr>
          <a:xfrm>
            <a:off x="3494355" y="2759634"/>
            <a:ext cx="1820120" cy="503397"/>
            <a:chOff x="3410979" y="2811361"/>
            <a:chExt cx="1820120" cy="503397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E34DD040-A150-4F86-BD4E-1436305CBFDC}"/>
                </a:ext>
              </a:extLst>
            </p:cNvPr>
            <p:cNvGrpSpPr/>
            <p:nvPr/>
          </p:nvGrpSpPr>
          <p:grpSpPr>
            <a:xfrm>
              <a:off x="3410979" y="2811361"/>
              <a:ext cx="633006" cy="328126"/>
              <a:chOff x="4079612" y="2820646"/>
              <a:chExt cx="1039982" cy="539087"/>
            </a:xfrm>
          </p:grpSpPr>
          <p:sp>
            <p:nvSpPr>
              <p:cNvPr id="27" name="矩形: 圓角 26">
                <a:extLst>
                  <a:ext uri="{FF2B5EF4-FFF2-40B4-BE49-F238E27FC236}">
                    <a16:creationId xmlns:a16="http://schemas.microsoft.com/office/drawing/2014/main" id="{98262623-601B-4F37-962F-485ABF44A967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26" name="群組 25">
                <a:extLst>
                  <a:ext uri="{FF2B5EF4-FFF2-40B4-BE49-F238E27FC236}">
                    <a16:creationId xmlns:a16="http://schemas.microsoft.com/office/drawing/2014/main" id="{52528D3F-FF66-429B-BE4C-0F25FB8FAE3C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323" name="直線接點 322">
                  <a:extLst>
                    <a:ext uri="{FF2B5EF4-FFF2-40B4-BE49-F238E27FC236}">
                      <a16:creationId xmlns:a16="http://schemas.microsoft.com/office/drawing/2014/main" id="{FF8EA8CF-C399-433B-81D0-F5E42A6D0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4" name="橢圓 323">
                  <a:extLst>
                    <a:ext uri="{FF2B5EF4-FFF2-40B4-BE49-F238E27FC236}">
                      <a16:creationId xmlns:a16="http://schemas.microsoft.com/office/drawing/2014/main" id="{D493527C-E58C-45A4-8F4F-B8982B84A437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5" name="橢圓 324">
                  <a:extLst>
                    <a:ext uri="{FF2B5EF4-FFF2-40B4-BE49-F238E27FC236}">
                      <a16:creationId xmlns:a16="http://schemas.microsoft.com/office/drawing/2014/main" id="{F4444853-08A1-4E82-BB82-E850A05FC8EB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6" name="橢圓 325">
                  <a:extLst>
                    <a:ext uri="{FF2B5EF4-FFF2-40B4-BE49-F238E27FC236}">
                      <a16:creationId xmlns:a16="http://schemas.microsoft.com/office/drawing/2014/main" id="{F8F3EBE3-2F84-4FA3-9391-EF218340617F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27" name="直線接點 326">
                  <a:extLst>
                    <a:ext uri="{FF2B5EF4-FFF2-40B4-BE49-F238E27FC236}">
                      <a16:creationId xmlns:a16="http://schemas.microsoft.com/office/drawing/2014/main" id="{BD62E88F-60F8-4CF4-8839-223220697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8" name="橢圓 327">
                  <a:extLst>
                    <a:ext uri="{FF2B5EF4-FFF2-40B4-BE49-F238E27FC236}">
                      <a16:creationId xmlns:a16="http://schemas.microsoft.com/office/drawing/2014/main" id="{1562B772-6E32-48FC-9338-86CD2B0EB29B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9" name="橢圓 328">
                  <a:extLst>
                    <a:ext uri="{FF2B5EF4-FFF2-40B4-BE49-F238E27FC236}">
                      <a16:creationId xmlns:a16="http://schemas.microsoft.com/office/drawing/2014/main" id="{440E1042-2D5E-4D05-9321-4B602E5FF71E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0" name="橢圓 329">
                  <a:extLst>
                    <a:ext uri="{FF2B5EF4-FFF2-40B4-BE49-F238E27FC236}">
                      <a16:creationId xmlns:a16="http://schemas.microsoft.com/office/drawing/2014/main" id="{37D53942-1C15-4F3A-A2A9-4B1A8E6232E9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31" name="直線接點 330">
                  <a:extLst>
                    <a:ext uri="{FF2B5EF4-FFF2-40B4-BE49-F238E27FC236}">
                      <a16:creationId xmlns:a16="http://schemas.microsoft.com/office/drawing/2014/main" id="{3F3D5FA1-E839-4405-AB01-B213935240C1}"/>
                    </a:ext>
                  </a:extLst>
                </p:cNvPr>
                <p:cNvCxnSpPr>
                  <a:cxnSpLocks/>
                  <a:stCxn id="324" idx="5"/>
                  <a:endCxn id="329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線接點 332">
                  <a:extLst>
                    <a:ext uri="{FF2B5EF4-FFF2-40B4-BE49-F238E27FC236}">
                      <a16:creationId xmlns:a16="http://schemas.microsoft.com/office/drawing/2014/main" id="{C2775389-92DE-4822-93B8-ED20E4DE1387}"/>
                    </a:ext>
                  </a:extLst>
                </p:cNvPr>
                <p:cNvCxnSpPr>
                  <a:cxnSpLocks/>
                  <a:stCxn id="325" idx="3"/>
                  <a:endCxn id="328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線接點 335">
                  <a:extLst>
                    <a:ext uri="{FF2B5EF4-FFF2-40B4-BE49-F238E27FC236}">
                      <a16:creationId xmlns:a16="http://schemas.microsoft.com/office/drawing/2014/main" id="{CA189548-B529-43D0-A8D5-AA475B4F328A}"/>
                    </a:ext>
                  </a:extLst>
                </p:cNvPr>
                <p:cNvCxnSpPr>
                  <a:cxnSpLocks/>
                  <a:stCxn id="326" idx="3"/>
                  <a:endCxn id="329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線接點 338">
                  <a:extLst>
                    <a:ext uri="{FF2B5EF4-FFF2-40B4-BE49-F238E27FC236}">
                      <a16:creationId xmlns:a16="http://schemas.microsoft.com/office/drawing/2014/main" id="{6E6E8086-EABB-4701-B1B4-AD75B382FFDD}"/>
                    </a:ext>
                  </a:extLst>
                </p:cNvPr>
                <p:cNvCxnSpPr>
                  <a:cxnSpLocks/>
                  <a:stCxn id="325" idx="5"/>
                  <a:endCxn id="330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49" name="群組 348">
              <a:extLst>
                <a:ext uri="{FF2B5EF4-FFF2-40B4-BE49-F238E27FC236}">
                  <a16:creationId xmlns:a16="http://schemas.microsoft.com/office/drawing/2014/main" id="{D3728B79-5064-4AA6-A036-579D50ABBFCF}"/>
                </a:ext>
              </a:extLst>
            </p:cNvPr>
            <p:cNvGrpSpPr/>
            <p:nvPr/>
          </p:nvGrpSpPr>
          <p:grpSpPr>
            <a:xfrm>
              <a:off x="3542881" y="2830836"/>
              <a:ext cx="633006" cy="328126"/>
              <a:chOff x="4079612" y="2820646"/>
              <a:chExt cx="1039982" cy="539087"/>
            </a:xfrm>
          </p:grpSpPr>
          <p:sp>
            <p:nvSpPr>
              <p:cNvPr id="366" name="矩形: 圓角 365">
                <a:extLst>
                  <a:ext uri="{FF2B5EF4-FFF2-40B4-BE49-F238E27FC236}">
                    <a16:creationId xmlns:a16="http://schemas.microsoft.com/office/drawing/2014/main" id="{B4BAD92E-07A3-4600-8151-F8F698FC062C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67" name="群組 366">
                <a:extLst>
                  <a:ext uri="{FF2B5EF4-FFF2-40B4-BE49-F238E27FC236}">
                    <a16:creationId xmlns:a16="http://schemas.microsoft.com/office/drawing/2014/main" id="{34A09B6E-FA52-402C-9AE9-E673CBBB3A3A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368" name="直線接點 367">
                  <a:extLst>
                    <a:ext uri="{FF2B5EF4-FFF2-40B4-BE49-F238E27FC236}">
                      <a16:creationId xmlns:a16="http://schemas.microsoft.com/office/drawing/2014/main" id="{A121AB9E-19B8-4CCC-A7D2-D584F65943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69" name="橢圓 368">
                  <a:extLst>
                    <a:ext uri="{FF2B5EF4-FFF2-40B4-BE49-F238E27FC236}">
                      <a16:creationId xmlns:a16="http://schemas.microsoft.com/office/drawing/2014/main" id="{EE5DC6A4-F261-46D7-BFA5-D3A0B0E5404D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0" name="橢圓 369">
                  <a:extLst>
                    <a:ext uri="{FF2B5EF4-FFF2-40B4-BE49-F238E27FC236}">
                      <a16:creationId xmlns:a16="http://schemas.microsoft.com/office/drawing/2014/main" id="{CB5B5B27-2C89-4780-9BF3-5E12903CFC19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1" name="橢圓 370">
                  <a:extLst>
                    <a:ext uri="{FF2B5EF4-FFF2-40B4-BE49-F238E27FC236}">
                      <a16:creationId xmlns:a16="http://schemas.microsoft.com/office/drawing/2014/main" id="{4EE13632-C9EA-4957-B769-DFF31F97C274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72" name="直線接點 371">
                  <a:extLst>
                    <a:ext uri="{FF2B5EF4-FFF2-40B4-BE49-F238E27FC236}">
                      <a16:creationId xmlns:a16="http://schemas.microsoft.com/office/drawing/2014/main" id="{D6D650D6-861C-4918-9CA3-F878BA605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3" name="橢圓 372">
                  <a:extLst>
                    <a:ext uri="{FF2B5EF4-FFF2-40B4-BE49-F238E27FC236}">
                      <a16:creationId xmlns:a16="http://schemas.microsoft.com/office/drawing/2014/main" id="{7BD83A30-22D3-47DF-BD7B-64EB663CC749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4" name="橢圓 373">
                  <a:extLst>
                    <a:ext uri="{FF2B5EF4-FFF2-40B4-BE49-F238E27FC236}">
                      <a16:creationId xmlns:a16="http://schemas.microsoft.com/office/drawing/2014/main" id="{EB18D039-52A5-4C1F-8C1E-3F97507A3F31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5" name="橢圓 374">
                  <a:extLst>
                    <a:ext uri="{FF2B5EF4-FFF2-40B4-BE49-F238E27FC236}">
                      <a16:creationId xmlns:a16="http://schemas.microsoft.com/office/drawing/2014/main" id="{34FED2BE-8535-4744-AA34-0CB428CCCB69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76" name="直線接點 375">
                  <a:extLst>
                    <a:ext uri="{FF2B5EF4-FFF2-40B4-BE49-F238E27FC236}">
                      <a16:creationId xmlns:a16="http://schemas.microsoft.com/office/drawing/2014/main" id="{17CA7F52-8F04-4DD8-A85E-25FDF37E3347}"/>
                    </a:ext>
                  </a:extLst>
                </p:cNvPr>
                <p:cNvCxnSpPr>
                  <a:cxnSpLocks/>
                  <a:stCxn id="369" idx="5"/>
                  <a:endCxn id="37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直線接點 376">
                  <a:extLst>
                    <a:ext uri="{FF2B5EF4-FFF2-40B4-BE49-F238E27FC236}">
                      <a16:creationId xmlns:a16="http://schemas.microsoft.com/office/drawing/2014/main" id="{DC25980E-D554-4876-810D-27103FC5DDAF}"/>
                    </a:ext>
                  </a:extLst>
                </p:cNvPr>
                <p:cNvCxnSpPr>
                  <a:cxnSpLocks/>
                  <a:stCxn id="370" idx="3"/>
                  <a:endCxn id="37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線接點 377">
                  <a:extLst>
                    <a:ext uri="{FF2B5EF4-FFF2-40B4-BE49-F238E27FC236}">
                      <a16:creationId xmlns:a16="http://schemas.microsoft.com/office/drawing/2014/main" id="{D3E1938B-E2FF-4879-94C1-5697EA8A5041}"/>
                    </a:ext>
                  </a:extLst>
                </p:cNvPr>
                <p:cNvCxnSpPr>
                  <a:cxnSpLocks/>
                  <a:stCxn id="371" idx="3"/>
                  <a:endCxn id="37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線接點 378">
                  <a:extLst>
                    <a:ext uri="{FF2B5EF4-FFF2-40B4-BE49-F238E27FC236}">
                      <a16:creationId xmlns:a16="http://schemas.microsoft.com/office/drawing/2014/main" id="{58037B05-E8FD-43A3-9352-DC1F4ACC9C94}"/>
                    </a:ext>
                  </a:extLst>
                </p:cNvPr>
                <p:cNvCxnSpPr>
                  <a:cxnSpLocks/>
                  <a:stCxn id="370" idx="5"/>
                  <a:endCxn id="37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0" name="群組 379">
              <a:extLst>
                <a:ext uri="{FF2B5EF4-FFF2-40B4-BE49-F238E27FC236}">
                  <a16:creationId xmlns:a16="http://schemas.microsoft.com/office/drawing/2014/main" id="{DE0C1CD9-7624-4657-9C8B-1D0CC8BFEB06}"/>
                </a:ext>
              </a:extLst>
            </p:cNvPr>
            <p:cNvGrpSpPr/>
            <p:nvPr/>
          </p:nvGrpSpPr>
          <p:grpSpPr>
            <a:xfrm>
              <a:off x="3674783" y="2850311"/>
              <a:ext cx="633006" cy="328126"/>
              <a:chOff x="4079612" y="2820646"/>
              <a:chExt cx="1039982" cy="539087"/>
            </a:xfrm>
          </p:grpSpPr>
          <p:sp>
            <p:nvSpPr>
              <p:cNvPr id="381" name="矩形: 圓角 380">
                <a:extLst>
                  <a:ext uri="{FF2B5EF4-FFF2-40B4-BE49-F238E27FC236}">
                    <a16:creationId xmlns:a16="http://schemas.microsoft.com/office/drawing/2014/main" id="{27147113-8A60-4D95-9451-B343597952F3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82" name="群組 381">
                <a:extLst>
                  <a:ext uri="{FF2B5EF4-FFF2-40B4-BE49-F238E27FC236}">
                    <a16:creationId xmlns:a16="http://schemas.microsoft.com/office/drawing/2014/main" id="{E158664B-3A8B-4B2F-B2DB-AC1DA99B627E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383" name="直線接點 382">
                  <a:extLst>
                    <a:ext uri="{FF2B5EF4-FFF2-40B4-BE49-F238E27FC236}">
                      <a16:creationId xmlns:a16="http://schemas.microsoft.com/office/drawing/2014/main" id="{6C8D5AAD-00AA-4F29-8792-15084F5B19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84" name="橢圓 383">
                  <a:extLst>
                    <a:ext uri="{FF2B5EF4-FFF2-40B4-BE49-F238E27FC236}">
                      <a16:creationId xmlns:a16="http://schemas.microsoft.com/office/drawing/2014/main" id="{3CF710C9-5B2E-4C3A-BD35-D024DB3F6E20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5" name="橢圓 384">
                  <a:extLst>
                    <a:ext uri="{FF2B5EF4-FFF2-40B4-BE49-F238E27FC236}">
                      <a16:creationId xmlns:a16="http://schemas.microsoft.com/office/drawing/2014/main" id="{EDB5082E-3079-45D8-A8D2-CEA5609ABE70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6" name="橢圓 385">
                  <a:extLst>
                    <a:ext uri="{FF2B5EF4-FFF2-40B4-BE49-F238E27FC236}">
                      <a16:creationId xmlns:a16="http://schemas.microsoft.com/office/drawing/2014/main" id="{46BA4288-7F05-4FFC-95BA-C4F38A6B8A30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87" name="直線接點 386">
                  <a:extLst>
                    <a:ext uri="{FF2B5EF4-FFF2-40B4-BE49-F238E27FC236}">
                      <a16:creationId xmlns:a16="http://schemas.microsoft.com/office/drawing/2014/main" id="{3AAB2048-8643-47E5-B7BC-38EED510F5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88" name="橢圓 387">
                  <a:extLst>
                    <a:ext uri="{FF2B5EF4-FFF2-40B4-BE49-F238E27FC236}">
                      <a16:creationId xmlns:a16="http://schemas.microsoft.com/office/drawing/2014/main" id="{FC196978-61E5-4070-8F26-7723340D877E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9" name="橢圓 388">
                  <a:extLst>
                    <a:ext uri="{FF2B5EF4-FFF2-40B4-BE49-F238E27FC236}">
                      <a16:creationId xmlns:a16="http://schemas.microsoft.com/office/drawing/2014/main" id="{0F1309A1-2DCF-45AC-B57A-FB8D08DE42E2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0" name="橢圓 389">
                  <a:extLst>
                    <a:ext uri="{FF2B5EF4-FFF2-40B4-BE49-F238E27FC236}">
                      <a16:creationId xmlns:a16="http://schemas.microsoft.com/office/drawing/2014/main" id="{673A2D7E-11D8-4A3A-9B52-84D23718909D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391" name="直線接點 390">
                  <a:extLst>
                    <a:ext uri="{FF2B5EF4-FFF2-40B4-BE49-F238E27FC236}">
                      <a16:creationId xmlns:a16="http://schemas.microsoft.com/office/drawing/2014/main" id="{3270107D-2CC7-41D3-969D-13372EBABFA7}"/>
                    </a:ext>
                  </a:extLst>
                </p:cNvPr>
                <p:cNvCxnSpPr>
                  <a:cxnSpLocks/>
                  <a:stCxn id="384" idx="5"/>
                  <a:endCxn id="389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直線接點 391">
                  <a:extLst>
                    <a:ext uri="{FF2B5EF4-FFF2-40B4-BE49-F238E27FC236}">
                      <a16:creationId xmlns:a16="http://schemas.microsoft.com/office/drawing/2014/main" id="{A6D66D9A-80DF-46DD-9EDF-E48974D794C4}"/>
                    </a:ext>
                  </a:extLst>
                </p:cNvPr>
                <p:cNvCxnSpPr>
                  <a:cxnSpLocks/>
                  <a:stCxn id="385" idx="3"/>
                  <a:endCxn id="388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直線接點 392">
                  <a:extLst>
                    <a:ext uri="{FF2B5EF4-FFF2-40B4-BE49-F238E27FC236}">
                      <a16:creationId xmlns:a16="http://schemas.microsoft.com/office/drawing/2014/main" id="{1A89ED3C-436D-47B5-B78E-F9C9DCB4B0DB}"/>
                    </a:ext>
                  </a:extLst>
                </p:cNvPr>
                <p:cNvCxnSpPr>
                  <a:cxnSpLocks/>
                  <a:stCxn id="386" idx="3"/>
                  <a:endCxn id="389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直線接點 393">
                  <a:extLst>
                    <a:ext uri="{FF2B5EF4-FFF2-40B4-BE49-F238E27FC236}">
                      <a16:creationId xmlns:a16="http://schemas.microsoft.com/office/drawing/2014/main" id="{1B92C7DA-2E59-4D40-8C83-C23EA4BE19F6}"/>
                    </a:ext>
                  </a:extLst>
                </p:cNvPr>
                <p:cNvCxnSpPr>
                  <a:cxnSpLocks/>
                  <a:stCxn id="385" idx="5"/>
                  <a:endCxn id="390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5" name="群組 394">
              <a:extLst>
                <a:ext uri="{FF2B5EF4-FFF2-40B4-BE49-F238E27FC236}">
                  <a16:creationId xmlns:a16="http://schemas.microsoft.com/office/drawing/2014/main" id="{C2B20246-5A84-4374-82FD-E16B2CCEE51C}"/>
                </a:ext>
              </a:extLst>
            </p:cNvPr>
            <p:cNvGrpSpPr/>
            <p:nvPr/>
          </p:nvGrpSpPr>
          <p:grpSpPr>
            <a:xfrm>
              <a:off x="3806685" y="2869786"/>
              <a:ext cx="633006" cy="328126"/>
              <a:chOff x="4079612" y="2820646"/>
              <a:chExt cx="1039982" cy="539087"/>
            </a:xfrm>
          </p:grpSpPr>
          <p:sp>
            <p:nvSpPr>
              <p:cNvPr id="396" name="矩形: 圓角 395">
                <a:extLst>
                  <a:ext uri="{FF2B5EF4-FFF2-40B4-BE49-F238E27FC236}">
                    <a16:creationId xmlns:a16="http://schemas.microsoft.com/office/drawing/2014/main" id="{B8A5198B-29C1-41EB-9171-D0AC7E36FEB4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97" name="群組 396">
                <a:extLst>
                  <a:ext uri="{FF2B5EF4-FFF2-40B4-BE49-F238E27FC236}">
                    <a16:creationId xmlns:a16="http://schemas.microsoft.com/office/drawing/2014/main" id="{4F0C14B0-3294-406C-8341-44A64549A415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398" name="直線接點 397">
                  <a:extLst>
                    <a:ext uri="{FF2B5EF4-FFF2-40B4-BE49-F238E27FC236}">
                      <a16:creationId xmlns:a16="http://schemas.microsoft.com/office/drawing/2014/main" id="{FE98659B-1DE0-47F0-95F8-55EC9B3AA3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9" name="橢圓 398">
                  <a:extLst>
                    <a:ext uri="{FF2B5EF4-FFF2-40B4-BE49-F238E27FC236}">
                      <a16:creationId xmlns:a16="http://schemas.microsoft.com/office/drawing/2014/main" id="{4FFBEF5D-32E3-466E-A466-C521F3A9FC4B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0" name="橢圓 399">
                  <a:extLst>
                    <a:ext uri="{FF2B5EF4-FFF2-40B4-BE49-F238E27FC236}">
                      <a16:creationId xmlns:a16="http://schemas.microsoft.com/office/drawing/2014/main" id="{E76876DE-49E8-4106-A2B2-12557360DDE5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1" name="橢圓 400">
                  <a:extLst>
                    <a:ext uri="{FF2B5EF4-FFF2-40B4-BE49-F238E27FC236}">
                      <a16:creationId xmlns:a16="http://schemas.microsoft.com/office/drawing/2014/main" id="{AB859B39-3007-4BAA-B2D3-18E3B13FE5C4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02" name="直線接點 401">
                  <a:extLst>
                    <a:ext uri="{FF2B5EF4-FFF2-40B4-BE49-F238E27FC236}">
                      <a16:creationId xmlns:a16="http://schemas.microsoft.com/office/drawing/2014/main" id="{4FB332B4-8B66-497F-9FC6-93A66BF5BC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3" name="橢圓 402">
                  <a:extLst>
                    <a:ext uri="{FF2B5EF4-FFF2-40B4-BE49-F238E27FC236}">
                      <a16:creationId xmlns:a16="http://schemas.microsoft.com/office/drawing/2014/main" id="{5FE052CF-8D2F-4398-A143-4DF39A1E1987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4" name="橢圓 403">
                  <a:extLst>
                    <a:ext uri="{FF2B5EF4-FFF2-40B4-BE49-F238E27FC236}">
                      <a16:creationId xmlns:a16="http://schemas.microsoft.com/office/drawing/2014/main" id="{72E4FDA1-9CAD-48D8-931B-61E98503E61C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5" name="橢圓 404">
                  <a:extLst>
                    <a:ext uri="{FF2B5EF4-FFF2-40B4-BE49-F238E27FC236}">
                      <a16:creationId xmlns:a16="http://schemas.microsoft.com/office/drawing/2014/main" id="{6E609F7C-7B60-444F-9927-A8FDE1A14093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06" name="直線接點 405">
                  <a:extLst>
                    <a:ext uri="{FF2B5EF4-FFF2-40B4-BE49-F238E27FC236}">
                      <a16:creationId xmlns:a16="http://schemas.microsoft.com/office/drawing/2014/main" id="{832BB02B-67E0-494C-BC72-F06D9CDA340F}"/>
                    </a:ext>
                  </a:extLst>
                </p:cNvPr>
                <p:cNvCxnSpPr>
                  <a:cxnSpLocks/>
                  <a:stCxn id="399" idx="5"/>
                  <a:endCxn id="40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直線接點 406">
                  <a:extLst>
                    <a:ext uri="{FF2B5EF4-FFF2-40B4-BE49-F238E27FC236}">
                      <a16:creationId xmlns:a16="http://schemas.microsoft.com/office/drawing/2014/main" id="{F24B54EB-4F94-4186-B6D7-C511C3D18027}"/>
                    </a:ext>
                  </a:extLst>
                </p:cNvPr>
                <p:cNvCxnSpPr>
                  <a:cxnSpLocks/>
                  <a:stCxn id="400" idx="3"/>
                  <a:endCxn id="40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線接點 407">
                  <a:extLst>
                    <a:ext uri="{FF2B5EF4-FFF2-40B4-BE49-F238E27FC236}">
                      <a16:creationId xmlns:a16="http://schemas.microsoft.com/office/drawing/2014/main" id="{1D70BE61-7357-40DC-812F-0FE4B3A0F720}"/>
                    </a:ext>
                  </a:extLst>
                </p:cNvPr>
                <p:cNvCxnSpPr>
                  <a:cxnSpLocks/>
                  <a:stCxn id="401" idx="3"/>
                  <a:endCxn id="40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直線接點 408">
                  <a:extLst>
                    <a:ext uri="{FF2B5EF4-FFF2-40B4-BE49-F238E27FC236}">
                      <a16:creationId xmlns:a16="http://schemas.microsoft.com/office/drawing/2014/main" id="{7021D8CC-3CEE-4AF2-AEB8-AD7CC6A30719}"/>
                    </a:ext>
                  </a:extLst>
                </p:cNvPr>
                <p:cNvCxnSpPr>
                  <a:cxnSpLocks/>
                  <a:stCxn id="400" idx="5"/>
                  <a:endCxn id="40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10" name="群組 409">
              <a:extLst>
                <a:ext uri="{FF2B5EF4-FFF2-40B4-BE49-F238E27FC236}">
                  <a16:creationId xmlns:a16="http://schemas.microsoft.com/office/drawing/2014/main" id="{C4D73DE4-06D1-453A-ABE6-198250EC14E1}"/>
                </a:ext>
              </a:extLst>
            </p:cNvPr>
            <p:cNvGrpSpPr/>
            <p:nvPr/>
          </p:nvGrpSpPr>
          <p:grpSpPr>
            <a:xfrm>
              <a:off x="3938587" y="2889261"/>
              <a:ext cx="633006" cy="328126"/>
              <a:chOff x="4079612" y="2820646"/>
              <a:chExt cx="1039982" cy="539087"/>
            </a:xfrm>
          </p:grpSpPr>
          <p:sp>
            <p:nvSpPr>
              <p:cNvPr id="411" name="矩形: 圓角 410">
                <a:extLst>
                  <a:ext uri="{FF2B5EF4-FFF2-40B4-BE49-F238E27FC236}">
                    <a16:creationId xmlns:a16="http://schemas.microsoft.com/office/drawing/2014/main" id="{2E864A3B-CF10-4F13-8787-B2023AF973E0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12" name="群組 411">
                <a:extLst>
                  <a:ext uri="{FF2B5EF4-FFF2-40B4-BE49-F238E27FC236}">
                    <a16:creationId xmlns:a16="http://schemas.microsoft.com/office/drawing/2014/main" id="{668EDE4C-1C7F-4DB7-8D94-BD3A0A91A4EA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13" name="直線接點 412">
                  <a:extLst>
                    <a:ext uri="{FF2B5EF4-FFF2-40B4-BE49-F238E27FC236}">
                      <a16:creationId xmlns:a16="http://schemas.microsoft.com/office/drawing/2014/main" id="{F9E11307-48FD-4B3E-AE0D-9327CDA1A1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4" name="橢圓 413">
                  <a:extLst>
                    <a:ext uri="{FF2B5EF4-FFF2-40B4-BE49-F238E27FC236}">
                      <a16:creationId xmlns:a16="http://schemas.microsoft.com/office/drawing/2014/main" id="{422944E8-5DC5-4E5F-A778-49969DFFC1D3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5" name="橢圓 414">
                  <a:extLst>
                    <a:ext uri="{FF2B5EF4-FFF2-40B4-BE49-F238E27FC236}">
                      <a16:creationId xmlns:a16="http://schemas.microsoft.com/office/drawing/2014/main" id="{365A1616-7F95-438B-81CE-635C98D08BE9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6" name="橢圓 415">
                  <a:extLst>
                    <a:ext uri="{FF2B5EF4-FFF2-40B4-BE49-F238E27FC236}">
                      <a16:creationId xmlns:a16="http://schemas.microsoft.com/office/drawing/2014/main" id="{2E942143-F596-406F-ADD3-77FB12B25CA9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17" name="直線接點 416">
                  <a:extLst>
                    <a:ext uri="{FF2B5EF4-FFF2-40B4-BE49-F238E27FC236}">
                      <a16:creationId xmlns:a16="http://schemas.microsoft.com/office/drawing/2014/main" id="{8F868432-78DF-4905-A8B6-E00523158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8" name="橢圓 417">
                  <a:extLst>
                    <a:ext uri="{FF2B5EF4-FFF2-40B4-BE49-F238E27FC236}">
                      <a16:creationId xmlns:a16="http://schemas.microsoft.com/office/drawing/2014/main" id="{E88B404A-E3EE-4262-8F37-1538FEDD3BB8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9" name="橢圓 418">
                  <a:extLst>
                    <a:ext uri="{FF2B5EF4-FFF2-40B4-BE49-F238E27FC236}">
                      <a16:creationId xmlns:a16="http://schemas.microsoft.com/office/drawing/2014/main" id="{63BB08A7-47CD-4B48-86F6-F19D62353281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0" name="橢圓 419">
                  <a:extLst>
                    <a:ext uri="{FF2B5EF4-FFF2-40B4-BE49-F238E27FC236}">
                      <a16:creationId xmlns:a16="http://schemas.microsoft.com/office/drawing/2014/main" id="{6ABCADC2-8957-4C8B-8FB8-80702304122E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21" name="直線接點 420">
                  <a:extLst>
                    <a:ext uri="{FF2B5EF4-FFF2-40B4-BE49-F238E27FC236}">
                      <a16:creationId xmlns:a16="http://schemas.microsoft.com/office/drawing/2014/main" id="{0B0E1760-0E29-4239-B36E-4A0D1213DEB2}"/>
                    </a:ext>
                  </a:extLst>
                </p:cNvPr>
                <p:cNvCxnSpPr>
                  <a:cxnSpLocks/>
                  <a:stCxn id="414" idx="5"/>
                  <a:endCxn id="419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直線接點 421">
                  <a:extLst>
                    <a:ext uri="{FF2B5EF4-FFF2-40B4-BE49-F238E27FC236}">
                      <a16:creationId xmlns:a16="http://schemas.microsoft.com/office/drawing/2014/main" id="{255B28BA-26FC-48C2-8295-8E26EB68DE42}"/>
                    </a:ext>
                  </a:extLst>
                </p:cNvPr>
                <p:cNvCxnSpPr>
                  <a:cxnSpLocks/>
                  <a:stCxn id="415" idx="3"/>
                  <a:endCxn id="418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線接點 422">
                  <a:extLst>
                    <a:ext uri="{FF2B5EF4-FFF2-40B4-BE49-F238E27FC236}">
                      <a16:creationId xmlns:a16="http://schemas.microsoft.com/office/drawing/2014/main" id="{153E69DC-DF0F-4B4A-B9E4-E49EC8C14EEE}"/>
                    </a:ext>
                  </a:extLst>
                </p:cNvPr>
                <p:cNvCxnSpPr>
                  <a:cxnSpLocks/>
                  <a:stCxn id="416" idx="3"/>
                  <a:endCxn id="419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直線接點 423">
                  <a:extLst>
                    <a:ext uri="{FF2B5EF4-FFF2-40B4-BE49-F238E27FC236}">
                      <a16:creationId xmlns:a16="http://schemas.microsoft.com/office/drawing/2014/main" id="{B1369198-1DD9-4718-8857-18B0A264C51D}"/>
                    </a:ext>
                  </a:extLst>
                </p:cNvPr>
                <p:cNvCxnSpPr>
                  <a:cxnSpLocks/>
                  <a:stCxn id="415" idx="5"/>
                  <a:endCxn id="420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25" name="群組 424">
              <a:extLst>
                <a:ext uri="{FF2B5EF4-FFF2-40B4-BE49-F238E27FC236}">
                  <a16:creationId xmlns:a16="http://schemas.microsoft.com/office/drawing/2014/main" id="{61AB898E-8879-4E1F-BEE2-F8C86386BB8B}"/>
                </a:ext>
              </a:extLst>
            </p:cNvPr>
            <p:cNvGrpSpPr/>
            <p:nvPr/>
          </p:nvGrpSpPr>
          <p:grpSpPr>
            <a:xfrm>
              <a:off x="4070489" y="2908736"/>
              <a:ext cx="633006" cy="328126"/>
              <a:chOff x="4079612" y="2820646"/>
              <a:chExt cx="1039982" cy="539087"/>
            </a:xfrm>
          </p:grpSpPr>
          <p:sp>
            <p:nvSpPr>
              <p:cNvPr id="426" name="矩形: 圓角 425">
                <a:extLst>
                  <a:ext uri="{FF2B5EF4-FFF2-40B4-BE49-F238E27FC236}">
                    <a16:creationId xmlns:a16="http://schemas.microsoft.com/office/drawing/2014/main" id="{A2B5E735-2516-4440-91D9-3281995A6815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27" name="群組 426">
                <a:extLst>
                  <a:ext uri="{FF2B5EF4-FFF2-40B4-BE49-F238E27FC236}">
                    <a16:creationId xmlns:a16="http://schemas.microsoft.com/office/drawing/2014/main" id="{AEF0C360-C0B9-4A38-9BB6-685ABC80486B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28" name="直線接點 427">
                  <a:extLst>
                    <a:ext uri="{FF2B5EF4-FFF2-40B4-BE49-F238E27FC236}">
                      <a16:creationId xmlns:a16="http://schemas.microsoft.com/office/drawing/2014/main" id="{AD0C81ED-A5D0-4DAE-84F6-FD30A0490E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9" name="橢圓 428">
                  <a:extLst>
                    <a:ext uri="{FF2B5EF4-FFF2-40B4-BE49-F238E27FC236}">
                      <a16:creationId xmlns:a16="http://schemas.microsoft.com/office/drawing/2014/main" id="{ED44FCD4-4821-4571-A90F-D483681A7653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0" name="橢圓 429">
                  <a:extLst>
                    <a:ext uri="{FF2B5EF4-FFF2-40B4-BE49-F238E27FC236}">
                      <a16:creationId xmlns:a16="http://schemas.microsoft.com/office/drawing/2014/main" id="{9D896B57-3749-40F3-8674-DD7A0EDDFEC7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1" name="橢圓 430">
                  <a:extLst>
                    <a:ext uri="{FF2B5EF4-FFF2-40B4-BE49-F238E27FC236}">
                      <a16:creationId xmlns:a16="http://schemas.microsoft.com/office/drawing/2014/main" id="{90B931DF-FA0E-4E24-9E8D-75BED7276629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32" name="直線接點 431">
                  <a:extLst>
                    <a:ext uri="{FF2B5EF4-FFF2-40B4-BE49-F238E27FC236}">
                      <a16:creationId xmlns:a16="http://schemas.microsoft.com/office/drawing/2014/main" id="{77279547-16C5-46B6-9D21-9C9EBD4D48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3" name="橢圓 432">
                  <a:extLst>
                    <a:ext uri="{FF2B5EF4-FFF2-40B4-BE49-F238E27FC236}">
                      <a16:creationId xmlns:a16="http://schemas.microsoft.com/office/drawing/2014/main" id="{03A86ABF-C161-42BD-A818-28DF19A60969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4" name="橢圓 433">
                  <a:extLst>
                    <a:ext uri="{FF2B5EF4-FFF2-40B4-BE49-F238E27FC236}">
                      <a16:creationId xmlns:a16="http://schemas.microsoft.com/office/drawing/2014/main" id="{A5C623F0-F370-4BFC-873A-6D1660252359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5" name="橢圓 434">
                  <a:extLst>
                    <a:ext uri="{FF2B5EF4-FFF2-40B4-BE49-F238E27FC236}">
                      <a16:creationId xmlns:a16="http://schemas.microsoft.com/office/drawing/2014/main" id="{17D48851-6E47-4ADD-8FC7-AD90B1753C87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36" name="直線接點 435">
                  <a:extLst>
                    <a:ext uri="{FF2B5EF4-FFF2-40B4-BE49-F238E27FC236}">
                      <a16:creationId xmlns:a16="http://schemas.microsoft.com/office/drawing/2014/main" id="{DD307F3F-1F2B-4224-85E6-CC46AEE33170}"/>
                    </a:ext>
                  </a:extLst>
                </p:cNvPr>
                <p:cNvCxnSpPr>
                  <a:cxnSpLocks/>
                  <a:stCxn id="429" idx="5"/>
                  <a:endCxn id="43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線接點 436">
                  <a:extLst>
                    <a:ext uri="{FF2B5EF4-FFF2-40B4-BE49-F238E27FC236}">
                      <a16:creationId xmlns:a16="http://schemas.microsoft.com/office/drawing/2014/main" id="{BA1100F7-AAB8-4F88-BD09-62B7550E93FB}"/>
                    </a:ext>
                  </a:extLst>
                </p:cNvPr>
                <p:cNvCxnSpPr>
                  <a:cxnSpLocks/>
                  <a:stCxn id="430" idx="3"/>
                  <a:endCxn id="43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線接點 437">
                  <a:extLst>
                    <a:ext uri="{FF2B5EF4-FFF2-40B4-BE49-F238E27FC236}">
                      <a16:creationId xmlns:a16="http://schemas.microsoft.com/office/drawing/2014/main" id="{75EFD72C-3404-44B1-A6E6-1489E081BD55}"/>
                    </a:ext>
                  </a:extLst>
                </p:cNvPr>
                <p:cNvCxnSpPr>
                  <a:cxnSpLocks/>
                  <a:stCxn id="431" idx="3"/>
                  <a:endCxn id="43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線接點 438">
                  <a:extLst>
                    <a:ext uri="{FF2B5EF4-FFF2-40B4-BE49-F238E27FC236}">
                      <a16:creationId xmlns:a16="http://schemas.microsoft.com/office/drawing/2014/main" id="{E1395CB6-1725-4AE7-92F5-19DD6506045E}"/>
                    </a:ext>
                  </a:extLst>
                </p:cNvPr>
                <p:cNvCxnSpPr>
                  <a:cxnSpLocks/>
                  <a:stCxn id="430" idx="5"/>
                  <a:endCxn id="43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40" name="群組 439">
              <a:extLst>
                <a:ext uri="{FF2B5EF4-FFF2-40B4-BE49-F238E27FC236}">
                  <a16:creationId xmlns:a16="http://schemas.microsoft.com/office/drawing/2014/main" id="{31A0AF23-C766-433D-888E-E57E24E1F681}"/>
                </a:ext>
              </a:extLst>
            </p:cNvPr>
            <p:cNvGrpSpPr/>
            <p:nvPr/>
          </p:nvGrpSpPr>
          <p:grpSpPr>
            <a:xfrm>
              <a:off x="4202391" y="2928211"/>
              <a:ext cx="633006" cy="328126"/>
              <a:chOff x="4079612" y="2820646"/>
              <a:chExt cx="1039982" cy="539087"/>
            </a:xfrm>
          </p:grpSpPr>
          <p:sp>
            <p:nvSpPr>
              <p:cNvPr id="441" name="矩形: 圓角 440">
                <a:extLst>
                  <a:ext uri="{FF2B5EF4-FFF2-40B4-BE49-F238E27FC236}">
                    <a16:creationId xmlns:a16="http://schemas.microsoft.com/office/drawing/2014/main" id="{B9BEA500-DBC0-4FA8-9430-D851CFC7BFD0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42" name="群組 441">
                <a:extLst>
                  <a:ext uri="{FF2B5EF4-FFF2-40B4-BE49-F238E27FC236}">
                    <a16:creationId xmlns:a16="http://schemas.microsoft.com/office/drawing/2014/main" id="{3043BCB9-7288-4097-8A21-97EB539C5202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43" name="直線接點 442">
                  <a:extLst>
                    <a:ext uri="{FF2B5EF4-FFF2-40B4-BE49-F238E27FC236}">
                      <a16:creationId xmlns:a16="http://schemas.microsoft.com/office/drawing/2014/main" id="{330590FC-E313-4971-9999-09E90AA4C5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44" name="橢圓 443">
                  <a:extLst>
                    <a:ext uri="{FF2B5EF4-FFF2-40B4-BE49-F238E27FC236}">
                      <a16:creationId xmlns:a16="http://schemas.microsoft.com/office/drawing/2014/main" id="{2D641689-BC78-428D-8A01-22CE56620FA7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5" name="橢圓 444">
                  <a:extLst>
                    <a:ext uri="{FF2B5EF4-FFF2-40B4-BE49-F238E27FC236}">
                      <a16:creationId xmlns:a16="http://schemas.microsoft.com/office/drawing/2014/main" id="{444ABD6C-E2C0-49C2-9ED2-A57303C226E1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6" name="橢圓 445">
                  <a:extLst>
                    <a:ext uri="{FF2B5EF4-FFF2-40B4-BE49-F238E27FC236}">
                      <a16:creationId xmlns:a16="http://schemas.microsoft.com/office/drawing/2014/main" id="{6D93C426-1A54-44C8-8F59-E2815262CB01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47" name="直線接點 446">
                  <a:extLst>
                    <a:ext uri="{FF2B5EF4-FFF2-40B4-BE49-F238E27FC236}">
                      <a16:creationId xmlns:a16="http://schemas.microsoft.com/office/drawing/2014/main" id="{E8C2CA24-DB0A-4CC7-9614-63F0F135AA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48" name="橢圓 447">
                  <a:extLst>
                    <a:ext uri="{FF2B5EF4-FFF2-40B4-BE49-F238E27FC236}">
                      <a16:creationId xmlns:a16="http://schemas.microsoft.com/office/drawing/2014/main" id="{21574E45-AA6D-4D98-BEC5-57997DB2813C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9" name="橢圓 448">
                  <a:extLst>
                    <a:ext uri="{FF2B5EF4-FFF2-40B4-BE49-F238E27FC236}">
                      <a16:creationId xmlns:a16="http://schemas.microsoft.com/office/drawing/2014/main" id="{4511E4F2-CF69-411D-8493-2E2AC6F1ED25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0" name="橢圓 449">
                  <a:extLst>
                    <a:ext uri="{FF2B5EF4-FFF2-40B4-BE49-F238E27FC236}">
                      <a16:creationId xmlns:a16="http://schemas.microsoft.com/office/drawing/2014/main" id="{22B10E55-6D74-4276-966D-492F21A85E9D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51" name="直線接點 450">
                  <a:extLst>
                    <a:ext uri="{FF2B5EF4-FFF2-40B4-BE49-F238E27FC236}">
                      <a16:creationId xmlns:a16="http://schemas.microsoft.com/office/drawing/2014/main" id="{BE4AECA3-7935-4129-8D2D-A10EC2F1E945}"/>
                    </a:ext>
                  </a:extLst>
                </p:cNvPr>
                <p:cNvCxnSpPr>
                  <a:cxnSpLocks/>
                  <a:stCxn id="444" idx="5"/>
                  <a:endCxn id="449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直線接點 451">
                  <a:extLst>
                    <a:ext uri="{FF2B5EF4-FFF2-40B4-BE49-F238E27FC236}">
                      <a16:creationId xmlns:a16="http://schemas.microsoft.com/office/drawing/2014/main" id="{F877C7FA-BC50-4E21-9A2F-14BA151DEFFB}"/>
                    </a:ext>
                  </a:extLst>
                </p:cNvPr>
                <p:cNvCxnSpPr>
                  <a:cxnSpLocks/>
                  <a:stCxn id="445" idx="3"/>
                  <a:endCxn id="448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直線接點 452">
                  <a:extLst>
                    <a:ext uri="{FF2B5EF4-FFF2-40B4-BE49-F238E27FC236}">
                      <a16:creationId xmlns:a16="http://schemas.microsoft.com/office/drawing/2014/main" id="{11C8BB2D-CCE4-4730-8FF0-C47F29F16483}"/>
                    </a:ext>
                  </a:extLst>
                </p:cNvPr>
                <p:cNvCxnSpPr>
                  <a:cxnSpLocks/>
                  <a:stCxn id="446" idx="3"/>
                  <a:endCxn id="449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直線接點 453">
                  <a:extLst>
                    <a:ext uri="{FF2B5EF4-FFF2-40B4-BE49-F238E27FC236}">
                      <a16:creationId xmlns:a16="http://schemas.microsoft.com/office/drawing/2014/main" id="{C84E5741-3F06-46AB-8DCE-6B20BEFF0BF0}"/>
                    </a:ext>
                  </a:extLst>
                </p:cNvPr>
                <p:cNvCxnSpPr>
                  <a:cxnSpLocks/>
                  <a:stCxn id="445" idx="5"/>
                  <a:endCxn id="450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55" name="群組 454">
              <a:extLst>
                <a:ext uri="{FF2B5EF4-FFF2-40B4-BE49-F238E27FC236}">
                  <a16:creationId xmlns:a16="http://schemas.microsoft.com/office/drawing/2014/main" id="{63A8AF2B-3003-465A-8044-4389FB290A46}"/>
                </a:ext>
              </a:extLst>
            </p:cNvPr>
            <p:cNvGrpSpPr/>
            <p:nvPr/>
          </p:nvGrpSpPr>
          <p:grpSpPr>
            <a:xfrm>
              <a:off x="4334293" y="2947686"/>
              <a:ext cx="633006" cy="328126"/>
              <a:chOff x="4079612" y="2820646"/>
              <a:chExt cx="1039982" cy="539087"/>
            </a:xfrm>
          </p:grpSpPr>
          <p:sp>
            <p:nvSpPr>
              <p:cNvPr id="456" name="矩形: 圓角 455">
                <a:extLst>
                  <a:ext uri="{FF2B5EF4-FFF2-40B4-BE49-F238E27FC236}">
                    <a16:creationId xmlns:a16="http://schemas.microsoft.com/office/drawing/2014/main" id="{6EBBF787-301F-4D2D-A803-F3FB6027AABD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57" name="群組 456">
                <a:extLst>
                  <a:ext uri="{FF2B5EF4-FFF2-40B4-BE49-F238E27FC236}">
                    <a16:creationId xmlns:a16="http://schemas.microsoft.com/office/drawing/2014/main" id="{C5E59AA6-E7B0-4BA9-A062-F14BF3B98220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58" name="直線接點 457">
                  <a:extLst>
                    <a:ext uri="{FF2B5EF4-FFF2-40B4-BE49-F238E27FC236}">
                      <a16:creationId xmlns:a16="http://schemas.microsoft.com/office/drawing/2014/main" id="{B7B71446-13D9-4C73-974C-EAFCB59B38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9" name="橢圓 458">
                  <a:extLst>
                    <a:ext uri="{FF2B5EF4-FFF2-40B4-BE49-F238E27FC236}">
                      <a16:creationId xmlns:a16="http://schemas.microsoft.com/office/drawing/2014/main" id="{29A1300E-088F-4A19-9C5C-A3A9329B4C82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0" name="橢圓 459">
                  <a:extLst>
                    <a:ext uri="{FF2B5EF4-FFF2-40B4-BE49-F238E27FC236}">
                      <a16:creationId xmlns:a16="http://schemas.microsoft.com/office/drawing/2014/main" id="{A92C1282-A307-4E70-A7A0-A9DDA8D66A97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1" name="橢圓 460">
                  <a:extLst>
                    <a:ext uri="{FF2B5EF4-FFF2-40B4-BE49-F238E27FC236}">
                      <a16:creationId xmlns:a16="http://schemas.microsoft.com/office/drawing/2014/main" id="{20831DA2-4C4B-406A-8F9F-D8E4A7911DED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62" name="直線接點 461">
                  <a:extLst>
                    <a:ext uri="{FF2B5EF4-FFF2-40B4-BE49-F238E27FC236}">
                      <a16:creationId xmlns:a16="http://schemas.microsoft.com/office/drawing/2014/main" id="{CEC201FE-EC48-457B-AB2B-2BC6087D9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3" name="橢圓 462">
                  <a:extLst>
                    <a:ext uri="{FF2B5EF4-FFF2-40B4-BE49-F238E27FC236}">
                      <a16:creationId xmlns:a16="http://schemas.microsoft.com/office/drawing/2014/main" id="{857687C1-2C27-4E01-86B6-C1C43D33DBF9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4" name="橢圓 463">
                  <a:extLst>
                    <a:ext uri="{FF2B5EF4-FFF2-40B4-BE49-F238E27FC236}">
                      <a16:creationId xmlns:a16="http://schemas.microsoft.com/office/drawing/2014/main" id="{BB260F86-3104-4835-B64F-BCE322661A06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5" name="橢圓 464">
                  <a:extLst>
                    <a:ext uri="{FF2B5EF4-FFF2-40B4-BE49-F238E27FC236}">
                      <a16:creationId xmlns:a16="http://schemas.microsoft.com/office/drawing/2014/main" id="{CAB5D291-5CE0-421E-8175-9D02EDB6DED8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66" name="直線接點 465">
                  <a:extLst>
                    <a:ext uri="{FF2B5EF4-FFF2-40B4-BE49-F238E27FC236}">
                      <a16:creationId xmlns:a16="http://schemas.microsoft.com/office/drawing/2014/main" id="{FA4BAC17-A853-4A43-BD8E-990E21FBF9AC}"/>
                    </a:ext>
                  </a:extLst>
                </p:cNvPr>
                <p:cNvCxnSpPr>
                  <a:cxnSpLocks/>
                  <a:stCxn id="459" idx="5"/>
                  <a:endCxn id="46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直線接點 466">
                  <a:extLst>
                    <a:ext uri="{FF2B5EF4-FFF2-40B4-BE49-F238E27FC236}">
                      <a16:creationId xmlns:a16="http://schemas.microsoft.com/office/drawing/2014/main" id="{4699379A-D15E-4FF1-8086-CD57190215E2}"/>
                    </a:ext>
                  </a:extLst>
                </p:cNvPr>
                <p:cNvCxnSpPr>
                  <a:cxnSpLocks/>
                  <a:stCxn id="460" idx="3"/>
                  <a:endCxn id="46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直線接點 467">
                  <a:extLst>
                    <a:ext uri="{FF2B5EF4-FFF2-40B4-BE49-F238E27FC236}">
                      <a16:creationId xmlns:a16="http://schemas.microsoft.com/office/drawing/2014/main" id="{BB593FE1-631E-4837-8EE0-C8F9D69D757C}"/>
                    </a:ext>
                  </a:extLst>
                </p:cNvPr>
                <p:cNvCxnSpPr>
                  <a:cxnSpLocks/>
                  <a:stCxn id="461" idx="3"/>
                  <a:endCxn id="46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直線接點 468">
                  <a:extLst>
                    <a:ext uri="{FF2B5EF4-FFF2-40B4-BE49-F238E27FC236}">
                      <a16:creationId xmlns:a16="http://schemas.microsoft.com/office/drawing/2014/main" id="{815C3307-97E4-49E4-ADDF-ED9F30852FCD}"/>
                    </a:ext>
                  </a:extLst>
                </p:cNvPr>
                <p:cNvCxnSpPr>
                  <a:cxnSpLocks/>
                  <a:stCxn id="460" idx="5"/>
                  <a:endCxn id="46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0" name="群組 469">
              <a:extLst>
                <a:ext uri="{FF2B5EF4-FFF2-40B4-BE49-F238E27FC236}">
                  <a16:creationId xmlns:a16="http://schemas.microsoft.com/office/drawing/2014/main" id="{779E6206-B4E9-4343-BB92-A12B51998892}"/>
                </a:ext>
              </a:extLst>
            </p:cNvPr>
            <p:cNvGrpSpPr/>
            <p:nvPr/>
          </p:nvGrpSpPr>
          <p:grpSpPr>
            <a:xfrm>
              <a:off x="4466195" y="2967161"/>
              <a:ext cx="633006" cy="328126"/>
              <a:chOff x="4079612" y="2820646"/>
              <a:chExt cx="1039982" cy="539087"/>
            </a:xfrm>
          </p:grpSpPr>
          <p:sp>
            <p:nvSpPr>
              <p:cNvPr id="471" name="矩形: 圓角 470">
                <a:extLst>
                  <a:ext uri="{FF2B5EF4-FFF2-40B4-BE49-F238E27FC236}">
                    <a16:creationId xmlns:a16="http://schemas.microsoft.com/office/drawing/2014/main" id="{5B0B3756-1BB6-43DC-BFCF-8755F4BF4B1B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72" name="群組 471">
                <a:extLst>
                  <a:ext uri="{FF2B5EF4-FFF2-40B4-BE49-F238E27FC236}">
                    <a16:creationId xmlns:a16="http://schemas.microsoft.com/office/drawing/2014/main" id="{EB38A58F-9408-4FC5-BE3E-9F730A181E41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73" name="直線接點 472">
                  <a:extLst>
                    <a:ext uri="{FF2B5EF4-FFF2-40B4-BE49-F238E27FC236}">
                      <a16:creationId xmlns:a16="http://schemas.microsoft.com/office/drawing/2014/main" id="{B711E2B7-0DF1-41AF-AED0-3BD5FD917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74" name="橢圓 473">
                  <a:extLst>
                    <a:ext uri="{FF2B5EF4-FFF2-40B4-BE49-F238E27FC236}">
                      <a16:creationId xmlns:a16="http://schemas.microsoft.com/office/drawing/2014/main" id="{02E43AE7-299A-4B4B-8541-9E94E90F74CF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5" name="橢圓 474">
                  <a:extLst>
                    <a:ext uri="{FF2B5EF4-FFF2-40B4-BE49-F238E27FC236}">
                      <a16:creationId xmlns:a16="http://schemas.microsoft.com/office/drawing/2014/main" id="{87AD36ED-52DA-4200-A6C7-F51AE5ED0D54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6" name="橢圓 475">
                  <a:extLst>
                    <a:ext uri="{FF2B5EF4-FFF2-40B4-BE49-F238E27FC236}">
                      <a16:creationId xmlns:a16="http://schemas.microsoft.com/office/drawing/2014/main" id="{8A63ECBC-FCBD-4A36-86DF-59C40A7BA79F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77" name="直線接點 476">
                  <a:extLst>
                    <a:ext uri="{FF2B5EF4-FFF2-40B4-BE49-F238E27FC236}">
                      <a16:creationId xmlns:a16="http://schemas.microsoft.com/office/drawing/2014/main" id="{616AD924-4FAF-46A3-B006-DD9C2ADBF8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78" name="橢圓 477">
                  <a:extLst>
                    <a:ext uri="{FF2B5EF4-FFF2-40B4-BE49-F238E27FC236}">
                      <a16:creationId xmlns:a16="http://schemas.microsoft.com/office/drawing/2014/main" id="{C1B12336-03BD-45B2-BE20-712A537AB46F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9" name="橢圓 478">
                  <a:extLst>
                    <a:ext uri="{FF2B5EF4-FFF2-40B4-BE49-F238E27FC236}">
                      <a16:creationId xmlns:a16="http://schemas.microsoft.com/office/drawing/2014/main" id="{C2021417-C234-43BE-9C84-6FD9AA2BE8B7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0" name="橢圓 479">
                  <a:extLst>
                    <a:ext uri="{FF2B5EF4-FFF2-40B4-BE49-F238E27FC236}">
                      <a16:creationId xmlns:a16="http://schemas.microsoft.com/office/drawing/2014/main" id="{5F1CBEB7-51CF-4110-BE5C-31DC73CB7551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81" name="直線接點 480">
                  <a:extLst>
                    <a:ext uri="{FF2B5EF4-FFF2-40B4-BE49-F238E27FC236}">
                      <a16:creationId xmlns:a16="http://schemas.microsoft.com/office/drawing/2014/main" id="{7789F69A-0337-4D9F-8540-C8FCF1CF454D}"/>
                    </a:ext>
                  </a:extLst>
                </p:cNvPr>
                <p:cNvCxnSpPr>
                  <a:cxnSpLocks/>
                  <a:stCxn id="474" idx="5"/>
                  <a:endCxn id="479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直線接點 481">
                  <a:extLst>
                    <a:ext uri="{FF2B5EF4-FFF2-40B4-BE49-F238E27FC236}">
                      <a16:creationId xmlns:a16="http://schemas.microsoft.com/office/drawing/2014/main" id="{08BD7E28-A76A-457A-B07D-BD9F7278901A}"/>
                    </a:ext>
                  </a:extLst>
                </p:cNvPr>
                <p:cNvCxnSpPr>
                  <a:cxnSpLocks/>
                  <a:stCxn id="475" idx="3"/>
                  <a:endCxn id="478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直線接點 482">
                  <a:extLst>
                    <a:ext uri="{FF2B5EF4-FFF2-40B4-BE49-F238E27FC236}">
                      <a16:creationId xmlns:a16="http://schemas.microsoft.com/office/drawing/2014/main" id="{A39B5C48-19DB-40B5-9362-D86E91551F12}"/>
                    </a:ext>
                  </a:extLst>
                </p:cNvPr>
                <p:cNvCxnSpPr>
                  <a:cxnSpLocks/>
                  <a:stCxn id="476" idx="3"/>
                  <a:endCxn id="479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直線接點 483">
                  <a:extLst>
                    <a:ext uri="{FF2B5EF4-FFF2-40B4-BE49-F238E27FC236}">
                      <a16:creationId xmlns:a16="http://schemas.microsoft.com/office/drawing/2014/main" id="{CCC3522B-6091-48AA-B718-C19219C3D3F1}"/>
                    </a:ext>
                  </a:extLst>
                </p:cNvPr>
                <p:cNvCxnSpPr>
                  <a:cxnSpLocks/>
                  <a:stCxn id="475" idx="5"/>
                  <a:endCxn id="480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85" name="群組 484">
              <a:extLst>
                <a:ext uri="{FF2B5EF4-FFF2-40B4-BE49-F238E27FC236}">
                  <a16:creationId xmlns:a16="http://schemas.microsoft.com/office/drawing/2014/main" id="{FE806334-F620-4796-B957-84C52B46068F}"/>
                </a:ext>
              </a:extLst>
            </p:cNvPr>
            <p:cNvGrpSpPr/>
            <p:nvPr/>
          </p:nvGrpSpPr>
          <p:grpSpPr>
            <a:xfrm>
              <a:off x="4598093" y="2986632"/>
              <a:ext cx="633006" cy="328126"/>
              <a:chOff x="4079612" y="2820646"/>
              <a:chExt cx="1039982" cy="539087"/>
            </a:xfrm>
          </p:grpSpPr>
          <p:sp>
            <p:nvSpPr>
              <p:cNvPr id="486" name="矩形: 圓角 485">
                <a:extLst>
                  <a:ext uri="{FF2B5EF4-FFF2-40B4-BE49-F238E27FC236}">
                    <a16:creationId xmlns:a16="http://schemas.microsoft.com/office/drawing/2014/main" id="{E09B09FE-4D2C-4408-9391-0EEBFC10B8B3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87" name="群組 486">
                <a:extLst>
                  <a:ext uri="{FF2B5EF4-FFF2-40B4-BE49-F238E27FC236}">
                    <a16:creationId xmlns:a16="http://schemas.microsoft.com/office/drawing/2014/main" id="{704D6C05-4DFE-41C4-BB54-E21731E7879E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88" name="直線接點 487">
                  <a:extLst>
                    <a:ext uri="{FF2B5EF4-FFF2-40B4-BE49-F238E27FC236}">
                      <a16:creationId xmlns:a16="http://schemas.microsoft.com/office/drawing/2014/main" id="{C3B1B52D-C6A4-4A41-BFD2-A6BB58B00E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9" name="橢圓 488">
                  <a:extLst>
                    <a:ext uri="{FF2B5EF4-FFF2-40B4-BE49-F238E27FC236}">
                      <a16:creationId xmlns:a16="http://schemas.microsoft.com/office/drawing/2014/main" id="{F2C3D3E7-1C97-47F1-BFD1-0F38F0119EFC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0" name="橢圓 489">
                  <a:extLst>
                    <a:ext uri="{FF2B5EF4-FFF2-40B4-BE49-F238E27FC236}">
                      <a16:creationId xmlns:a16="http://schemas.microsoft.com/office/drawing/2014/main" id="{AF4CEE9E-8A5B-4275-B8D5-D8940DF5A3E1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1" name="橢圓 490">
                  <a:extLst>
                    <a:ext uri="{FF2B5EF4-FFF2-40B4-BE49-F238E27FC236}">
                      <a16:creationId xmlns:a16="http://schemas.microsoft.com/office/drawing/2014/main" id="{C592C507-EA7C-440D-81D9-ADBC81C034BB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92" name="直線接點 491">
                  <a:extLst>
                    <a:ext uri="{FF2B5EF4-FFF2-40B4-BE49-F238E27FC236}">
                      <a16:creationId xmlns:a16="http://schemas.microsoft.com/office/drawing/2014/main" id="{1E71B105-4971-41ED-96B8-CE3904F04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3" name="橢圓 492">
                  <a:extLst>
                    <a:ext uri="{FF2B5EF4-FFF2-40B4-BE49-F238E27FC236}">
                      <a16:creationId xmlns:a16="http://schemas.microsoft.com/office/drawing/2014/main" id="{67F41DA1-E3CD-466B-AF2F-3AD6150D2370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4" name="橢圓 493">
                  <a:extLst>
                    <a:ext uri="{FF2B5EF4-FFF2-40B4-BE49-F238E27FC236}">
                      <a16:creationId xmlns:a16="http://schemas.microsoft.com/office/drawing/2014/main" id="{A4E5CBF8-80A0-41A7-AABA-01F6BDA81BC3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5" name="橢圓 494">
                  <a:extLst>
                    <a:ext uri="{FF2B5EF4-FFF2-40B4-BE49-F238E27FC236}">
                      <a16:creationId xmlns:a16="http://schemas.microsoft.com/office/drawing/2014/main" id="{8E270FB5-7DBF-4F10-BEAB-276BD22CC4E6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96" name="直線接點 495">
                  <a:extLst>
                    <a:ext uri="{FF2B5EF4-FFF2-40B4-BE49-F238E27FC236}">
                      <a16:creationId xmlns:a16="http://schemas.microsoft.com/office/drawing/2014/main" id="{31E0D1F1-3317-4FD2-AD5E-B3C7D37D05E1}"/>
                    </a:ext>
                  </a:extLst>
                </p:cNvPr>
                <p:cNvCxnSpPr>
                  <a:cxnSpLocks/>
                  <a:stCxn id="489" idx="5"/>
                  <a:endCxn id="49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直線接點 496">
                  <a:extLst>
                    <a:ext uri="{FF2B5EF4-FFF2-40B4-BE49-F238E27FC236}">
                      <a16:creationId xmlns:a16="http://schemas.microsoft.com/office/drawing/2014/main" id="{CD09C1FC-F80F-4395-B9FD-B285DD0A1FF9}"/>
                    </a:ext>
                  </a:extLst>
                </p:cNvPr>
                <p:cNvCxnSpPr>
                  <a:cxnSpLocks/>
                  <a:stCxn id="490" idx="3"/>
                  <a:endCxn id="49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直線接點 497">
                  <a:extLst>
                    <a:ext uri="{FF2B5EF4-FFF2-40B4-BE49-F238E27FC236}">
                      <a16:creationId xmlns:a16="http://schemas.microsoft.com/office/drawing/2014/main" id="{7D980AD7-A28E-454C-82F9-0274EFE90635}"/>
                    </a:ext>
                  </a:extLst>
                </p:cNvPr>
                <p:cNvCxnSpPr>
                  <a:cxnSpLocks/>
                  <a:stCxn id="491" idx="3"/>
                  <a:endCxn id="49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直線接點 498">
                  <a:extLst>
                    <a:ext uri="{FF2B5EF4-FFF2-40B4-BE49-F238E27FC236}">
                      <a16:creationId xmlns:a16="http://schemas.microsoft.com/office/drawing/2014/main" id="{79B41ED9-DEE0-4772-899D-D11A1D3D2313}"/>
                    </a:ext>
                  </a:extLst>
                </p:cNvPr>
                <p:cNvCxnSpPr>
                  <a:cxnSpLocks/>
                  <a:stCxn id="490" idx="5"/>
                  <a:endCxn id="49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1" name="左中括弧 30">
            <a:extLst>
              <a:ext uri="{FF2B5EF4-FFF2-40B4-BE49-F238E27FC236}">
                <a16:creationId xmlns:a16="http://schemas.microsoft.com/office/drawing/2014/main" id="{A73E2DE6-5172-479D-9F8A-9FF970CFF357}"/>
              </a:ext>
            </a:extLst>
          </p:cNvPr>
          <p:cNvSpPr/>
          <p:nvPr/>
        </p:nvSpPr>
        <p:spPr>
          <a:xfrm rot="16200000">
            <a:off x="4377867" y="2334226"/>
            <a:ext cx="94909" cy="1874506"/>
          </a:xfrm>
          <a:prstGeom prst="leftBracke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dk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7C2B8AF-6476-4632-B367-3FFD837DBA0E}"/>
                  </a:ext>
                </a:extLst>
              </p:cNvPr>
              <p:cNvSpPr txBox="1"/>
              <p:nvPr/>
            </p:nvSpPr>
            <p:spPr>
              <a:xfrm>
                <a:off x="4102780" y="3284808"/>
                <a:ext cx="6110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b="0" i="1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altLang="zh-TW" sz="180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800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1800" b="0" i="1" dirty="0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7C2B8AF-6476-4632-B367-3FFD837DB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780" y="3284808"/>
                <a:ext cx="6110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5" name="文字方塊 504">
                <a:extLst>
                  <a:ext uri="{FF2B5EF4-FFF2-40B4-BE49-F238E27FC236}">
                    <a16:creationId xmlns:a16="http://schemas.microsoft.com/office/drawing/2014/main" id="{81CDA09E-B734-4F72-AFDA-DF45B3AC41AD}"/>
                  </a:ext>
                </a:extLst>
              </p:cNvPr>
              <p:cNvSpPr txBox="1"/>
              <p:nvPr/>
            </p:nvSpPr>
            <p:spPr>
              <a:xfrm>
                <a:off x="9093689" y="1625611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5" name="文字方塊 504">
                <a:extLst>
                  <a:ext uri="{FF2B5EF4-FFF2-40B4-BE49-F238E27FC236}">
                    <a16:creationId xmlns:a16="http://schemas.microsoft.com/office/drawing/2014/main" id="{81CDA09E-B734-4F72-AFDA-DF45B3AC4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689" y="1625611"/>
                <a:ext cx="533736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文字方塊 505">
                <a:extLst>
                  <a:ext uri="{FF2B5EF4-FFF2-40B4-BE49-F238E27FC236}">
                    <a16:creationId xmlns:a16="http://schemas.microsoft.com/office/drawing/2014/main" id="{AC26105D-BBFB-4800-A740-60B9535D264D}"/>
                  </a:ext>
                </a:extLst>
              </p:cNvPr>
              <p:cNvSpPr txBox="1"/>
              <p:nvPr/>
            </p:nvSpPr>
            <p:spPr>
              <a:xfrm>
                <a:off x="9093689" y="2155469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6" name="文字方塊 505">
                <a:extLst>
                  <a:ext uri="{FF2B5EF4-FFF2-40B4-BE49-F238E27FC236}">
                    <a16:creationId xmlns:a16="http://schemas.microsoft.com/office/drawing/2014/main" id="{AC26105D-BBFB-4800-A740-60B9535D26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689" y="2155469"/>
                <a:ext cx="53373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CE38FD55-39C2-4D38-9E83-284979BB5B43}"/>
                  </a:ext>
                </a:extLst>
              </p:cNvPr>
              <p:cNvSpPr txBox="1"/>
              <p:nvPr/>
            </p:nvSpPr>
            <p:spPr>
              <a:xfrm>
                <a:off x="9093689" y="2685327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07" name="文字方塊 506">
                <a:extLst>
                  <a:ext uri="{FF2B5EF4-FFF2-40B4-BE49-F238E27FC236}">
                    <a16:creationId xmlns:a16="http://schemas.microsoft.com/office/drawing/2014/main" id="{CE38FD55-39C2-4D38-9E83-284979BB5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689" y="2685327"/>
                <a:ext cx="533736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0" name="文字方塊 509">
                <a:extLst>
                  <a:ext uri="{FF2B5EF4-FFF2-40B4-BE49-F238E27FC236}">
                    <a16:creationId xmlns:a16="http://schemas.microsoft.com/office/drawing/2014/main" id="{C1EC5C84-A9DD-43A1-9E19-7E42368FB84A}"/>
                  </a:ext>
                </a:extLst>
              </p:cNvPr>
              <p:cNvSpPr txBox="1"/>
              <p:nvPr/>
            </p:nvSpPr>
            <p:spPr>
              <a:xfrm>
                <a:off x="9093689" y="3222332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10" name="文字方塊 509">
                <a:extLst>
                  <a:ext uri="{FF2B5EF4-FFF2-40B4-BE49-F238E27FC236}">
                    <a16:creationId xmlns:a16="http://schemas.microsoft.com/office/drawing/2014/main" id="{C1EC5C84-A9DD-43A1-9E19-7E42368FB8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689" y="3222332"/>
                <a:ext cx="53373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1" name="文字方塊 510">
                <a:extLst>
                  <a:ext uri="{FF2B5EF4-FFF2-40B4-BE49-F238E27FC236}">
                    <a16:creationId xmlns:a16="http://schemas.microsoft.com/office/drawing/2014/main" id="{CB9A0ED3-EEF7-4C5C-9A1E-EE7BD6408E63}"/>
                  </a:ext>
                </a:extLst>
              </p:cNvPr>
              <p:cNvSpPr txBox="1"/>
              <p:nvPr/>
            </p:nvSpPr>
            <p:spPr>
              <a:xfrm>
                <a:off x="9093689" y="3752190"/>
                <a:ext cx="5337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dirty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zh-TW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11" name="文字方塊 510">
                <a:extLst>
                  <a:ext uri="{FF2B5EF4-FFF2-40B4-BE49-F238E27FC236}">
                    <a16:creationId xmlns:a16="http://schemas.microsoft.com/office/drawing/2014/main" id="{CB9A0ED3-EEF7-4C5C-9A1E-EE7BD6408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3689" y="3752190"/>
                <a:ext cx="533736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040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箭號: 五邊形 859">
            <a:extLst>
              <a:ext uri="{FF2B5EF4-FFF2-40B4-BE49-F238E27FC236}">
                <a16:creationId xmlns:a16="http://schemas.microsoft.com/office/drawing/2014/main" id="{7F094BCF-C432-4558-8188-A94872B4CD99}"/>
              </a:ext>
            </a:extLst>
          </p:cNvPr>
          <p:cNvSpPr/>
          <p:nvPr/>
        </p:nvSpPr>
        <p:spPr>
          <a:xfrm>
            <a:off x="2784983" y="1954554"/>
            <a:ext cx="487111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61" name="箭號: 五邊形 860">
            <a:extLst>
              <a:ext uri="{FF2B5EF4-FFF2-40B4-BE49-F238E27FC236}">
                <a16:creationId xmlns:a16="http://schemas.microsoft.com/office/drawing/2014/main" id="{54CDB6AB-D7F2-4108-96C3-3444CE0ACF35}"/>
              </a:ext>
            </a:extLst>
          </p:cNvPr>
          <p:cNvSpPr/>
          <p:nvPr/>
        </p:nvSpPr>
        <p:spPr>
          <a:xfrm>
            <a:off x="2825147" y="2303823"/>
            <a:ext cx="446947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862" name="箭號: 五邊形 861">
            <a:extLst>
              <a:ext uri="{FF2B5EF4-FFF2-40B4-BE49-F238E27FC236}">
                <a16:creationId xmlns:a16="http://schemas.microsoft.com/office/drawing/2014/main" id="{7652E629-4B52-4FB3-A1CF-5E906A4F7CE7}"/>
              </a:ext>
            </a:extLst>
          </p:cNvPr>
          <p:cNvSpPr/>
          <p:nvPr/>
        </p:nvSpPr>
        <p:spPr>
          <a:xfrm>
            <a:off x="2873163" y="2125488"/>
            <a:ext cx="398931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DE328F72-A878-4493-805C-2798D4C8D8C7}"/>
              </a:ext>
            </a:extLst>
          </p:cNvPr>
          <p:cNvGrpSpPr/>
          <p:nvPr/>
        </p:nvGrpSpPr>
        <p:grpSpPr>
          <a:xfrm>
            <a:off x="1713943" y="1448671"/>
            <a:ext cx="1456497" cy="464729"/>
            <a:chOff x="2472051" y="1448671"/>
            <a:chExt cx="995383" cy="464729"/>
          </a:xfrm>
        </p:grpSpPr>
        <p:sp>
          <p:nvSpPr>
            <p:cNvPr id="670" name="箭號: 五邊形 669">
              <a:extLst>
                <a:ext uri="{FF2B5EF4-FFF2-40B4-BE49-F238E27FC236}">
                  <a16:creationId xmlns:a16="http://schemas.microsoft.com/office/drawing/2014/main" id="{315A7D1C-4B52-4ACF-B257-A89075569B5C}"/>
                </a:ext>
              </a:extLst>
            </p:cNvPr>
            <p:cNvSpPr/>
            <p:nvPr/>
          </p:nvSpPr>
          <p:spPr>
            <a:xfrm>
              <a:off x="2472051" y="1448671"/>
              <a:ext cx="995382" cy="1296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73" name="箭號: 五邊形 672">
              <a:extLst>
                <a:ext uri="{FF2B5EF4-FFF2-40B4-BE49-F238E27FC236}">
                  <a16:creationId xmlns:a16="http://schemas.microsoft.com/office/drawing/2014/main" id="{B8CD1B36-E84F-43AC-BE69-3F496D17EC39}"/>
                </a:ext>
              </a:extLst>
            </p:cNvPr>
            <p:cNvSpPr/>
            <p:nvPr/>
          </p:nvSpPr>
          <p:spPr>
            <a:xfrm>
              <a:off x="2472052" y="1616378"/>
              <a:ext cx="995382" cy="1296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76" name="箭號: 五邊形 675">
              <a:extLst>
                <a:ext uri="{FF2B5EF4-FFF2-40B4-BE49-F238E27FC236}">
                  <a16:creationId xmlns:a16="http://schemas.microsoft.com/office/drawing/2014/main" id="{7FC83898-8355-45A5-9E2A-31981184A5AB}"/>
                </a:ext>
              </a:extLst>
            </p:cNvPr>
            <p:cNvSpPr/>
            <p:nvPr/>
          </p:nvSpPr>
          <p:spPr>
            <a:xfrm>
              <a:off x="2472051" y="1783800"/>
              <a:ext cx="995382" cy="1296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sp>
        <p:nvSpPr>
          <p:cNvPr id="598" name="箭號: 五邊形 597">
            <a:extLst>
              <a:ext uri="{FF2B5EF4-FFF2-40B4-BE49-F238E27FC236}">
                <a16:creationId xmlns:a16="http://schemas.microsoft.com/office/drawing/2014/main" id="{49503122-D82E-4242-A9A9-FDF10A16E546}"/>
              </a:ext>
            </a:extLst>
          </p:cNvPr>
          <p:cNvSpPr/>
          <p:nvPr/>
        </p:nvSpPr>
        <p:spPr>
          <a:xfrm>
            <a:off x="728267" y="1954554"/>
            <a:ext cx="2018044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99" name="箭號: 五邊形 598">
            <a:extLst>
              <a:ext uri="{FF2B5EF4-FFF2-40B4-BE49-F238E27FC236}">
                <a16:creationId xmlns:a16="http://schemas.microsoft.com/office/drawing/2014/main" id="{60279216-AB2C-4844-92B7-76499DB69877}"/>
              </a:ext>
            </a:extLst>
          </p:cNvPr>
          <p:cNvSpPr/>
          <p:nvPr/>
        </p:nvSpPr>
        <p:spPr>
          <a:xfrm>
            <a:off x="728267" y="2303823"/>
            <a:ext cx="2056716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615" name="箭號: 五邊形 614">
            <a:extLst>
              <a:ext uri="{FF2B5EF4-FFF2-40B4-BE49-F238E27FC236}">
                <a16:creationId xmlns:a16="http://schemas.microsoft.com/office/drawing/2014/main" id="{77F56873-BE00-4119-8B39-FC2BCA3525E7}"/>
              </a:ext>
            </a:extLst>
          </p:cNvPr>
          <p:cNvSpPr/>
          <p:nvPr/>
        </p:nvSpPr>
        <p:spPr>
          <a:xfrm>
            <a:off x="728267" y="2125488"/>
            <a:ext cx="2117090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3868EB8E-73CF-4E5A-A014-09C37E77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Phasing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2F9ED2-1602-441E-B0E3-059638B3A715}"/>
                  </a:ext>
                </a:extLst>
              </p:cNvPr>
              <p:cNvSpPr txBox="1"/>
              <p:nvPr/>
            </p:nvSpPr>
            <p:spPr>
              <a:xfrm>
                <a:off x="4248827" y="697142"/>
                <a:ext cx="331421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/>
                  <a:t>- variant Graph </a:t>
                </a:r>
              </a:p>
              <a:p>
                <a:r>
                  <a:rPr lang="en-US" altLang="zh-TW" sz="1200" dirty="0"/>
                  <a:t>(i.e. k =2)</a:t>
                </a:r>
                <a:endParaRPr lang="zh-TW" altLang="en-US" sz="1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E2F9ED2-1602-441E-B0E3-059638B3A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827" y="697142"/>
                <a:ext cx="3314216" cy="553998"/>
              </a:xfrm>
              <a:prstGeom prst="rect">
                <a:avLst/>
              </a:prstGeom>
              <a:blipFill>
                <a:blip r:embed="rId3"/>
                <a:stretch>
                  <a:fillRect l="-184" t="-5495"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2" name="橢圓 731">
            <a:extLst>
              <a:ext uri="{FF2B5EF4-FFF2-40B4-BE49-F238E27FC236}">
                <a16:creationId xmlns:a16="http://schemas.microsoft.com/office/drawing/2014/main" id="{2B01D117-8D74-41F9-B831-A21D274837E6}"/>
              </a:ext>
            </a:extLst>
          </p:cNvPr>
          <p:cNvSpPr/>
          <p:nvPr/>
        </p:nvSpPr>
        <p:spPr>
          <a:xfrm>
            <a:off x="4761285" y="156727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733" name="橢圓 732">
            <a:extLst>
              <a:ext uri="{FF2B5EF4-FFF2-40B4-BE49-F238E27FC236}">
                <a16:creationId xmlns:a16="http://schemas.microsoft.com/office/drawing/2014/main" id="{B5C37318-37CC-481D-88DB-BC68FF69C581}"/>
              </a:ext>
            </a:extLst>
          </p:cNvPr>
          <p:cNvSpPr/>
          <p:nvPr/>
        </p:nvSpPr>
        <p:spPr>
          <a:xfrm>
            <a:off x="4761285" y="2024231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34" name="橢圓 733">
            <a:extLst>
              <a:ext uri="{FF2B5EF4-FFF2-40B4-BE49-F238E27FC236}">
                <a16:creationId xmlns:a16="http://schemas.microsoft.com/office/drawing/2014/main" id="{BDA9082B-CFD7-47A7-9C5E-6140EC6BC74F}"/>
              </a:ext>
            </a:extLst>
          </p:cNvPr>
          <p:cNvSpPr/>
          <p:nvPr/>
        </p:nvSpPr>
        <p:spPr>
          <a:xfrm>
            <a:off x="6130313" y="156491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735" name="橢圓 734">
            <a:extLst>
              <a:ext uri="{FF2B5EF4-FFF2-40B4-BE49-F238E27FC236}">
                <a16:creationId xmlns:a16="http://schemas.microsoft.com/office/drawing/2014/main" id="{4015DCCD-BB52-494D-8DA7-C28E5B4E8389}"/>
              </a:ext>
            </a:extLst>
          </p:cNvPr>
          <p:cNvSpPr/>
          <p:nvPr/>
        </p:nvSpPr>
        <p:spPr>
          <a:xfrm>
            <a:off x="6130313" y="2021871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36" name="橢圓 735">
            <a:extLst>
              <a:ext uri="{FF2B5EF4-FFF2-40B4-BE49-F238E27FC236}">
                <a16:creationId xmlns:a16="http://schemas.microsoft.com/office/drawing/2014/main" id="{46FC618E-5463-44C6-ADEE-F4BA377DCBCA}"/>
              </a:ext>
            </a:extLst>
          </p:cNvPr>
          <p:cNvSpPr/>
          <p:nvPr/>
        </p:nvSpPr>
        <p:spPr>
          <a:xfrm>
            <a:off x="5218241" y="156727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737" name="橢圓 736">
            <a:extLst>
              <a:ext uri="{FF2B5EF4-FFF2-40B4-BE49-F238E27FC236}">
                <a16:creationId xmlns:a16="http://schemas.microsoft.com/office/drawing/2014/main" id="{E6A3FE3A-8A6A-41CE-8F26-BCA558238564}"/>
              </a:ext>
            </a:extLst>
          </p:cNvPr>
          <p:cNvSpPr/>
          <p:nvPr/>
        </p:nvSpPr>
        <p:spPr>
          <a:xfrm>
            <a:off x="5218241" y="2024231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38" name="橢圓 737">
            <a:extLst>
              <a:ext uri="{FF2B5EF4-FFF2-40B4-BE49-F238E27FC236}">
                <a16:creationId xmlns:a16="http://schemas.microsoft.com/office/drawing/2014/main" id="{8DBE5BF9-1E7A-4F49-8D40-41D91F6BC966}"/>
              </a:ext>
            </a:extLst>
          </p:cNvPr>
          <p:cNvSpPr/>
          <p:nvPr/>
        </p:nvSpPr>
        <p:spPr>
          <a:xfrm>
            <a:off x="5676055" y="156491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</a:t>
            </a:r>
            <a:endParaRPr lang="zh-TW" altLang="en-US" dirty="0"/>
          </a:p>
        </p:txBody>
      </p:sp>
      <p:sp>
        <p:nvSpPr>
          <p:cNvPr id="739" name="橢圓 738">
            <a:extLst>
              <a:ext uri="{FF2B5EF4-FFF2-40B4-BE49-F238E27FC236}">
                <a16:creationId xmlns:a16="http://schemas.microsoft.com/office/drawing/2014/main" id="{CA3AF264-8EB2-4729-8B84-48F4E52263D2}"/>
              </a:ext>
            </a:extLst>
          </p:cNvPr>
          <p:cNvSpPr/>
          <p:nvPr/>
        </p:nvSpPr>
        <p:spPr>
          <a:xfrm>
            <a:off x="5676055" y="2021871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740" name="直線單箭頭接點 739">
            <a:extLst>
              <a:ext uri="{FF2B5EF4-FFF2-40B4-BE49-F238E27FC236}">
                <a16:creationId xmlns:a16="http://schemas.microsoft.com/office/drawing/2014/main" id="{97034622-1DAE-406A-AB8E-30F3E0234AAF}"/>
              </a:ext>
            </a:extLst>
          </p:cNvPr>
          <p:cNvCxnSpPr>
            <a:stCxn id="732" idx="6"/>
            <a:endCxn id="736" idx="2"/>
          </p:cNvCxnSpPr>
          <p:nvPr/>
        </p:nvCxnSpPr>
        <p:spPr>
          <a:xfrm>
            <a:off x="5024875" y="1699070"/>
            <a:ext cx="193366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1" name="直線單箭頭接點 740">
            <a:extLst>
              <a:ext uri="{FF2B5EF4-FFF2-40B4-BE49-F238E27FC236}">
                <a16:creationId xmlns:a16="http://schemas.microsoft.com/office/drawing/2014/main" id="{4EBF6E5B-5F1D-468D-A814-C07F97C7B1DD}"/>
              </a:ext>
            </a:extLst>
          </p:cNvPr>
          <p:cNvCxnSpPr>
            <a:cxnSpLocks/>
            <a:stCxn id="736" idx="6"/>
            <a:endCxn id="738" idx="2"/>
          </p:cNvCxnSpPr>
          <p:nvPr/>
        </p:nvCxnSpPr>
        <p:spPr>
          <a:xfrm flipV="1">
            <a:off x="5481831" y="1696710"/>
            <a:ext cx="194224" cy="236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2" name="直線單箭頭接點 741">
            <a:extLst>
              <a:ext uri="{FF2B5EF4-FFF2-40B4-BE49-F238E27FC236}">
                <a16:creationId xmlns:a16="http://schemas.microsoft.com/office/drawing/2014/main" id="{8FC8375D-AECF-426C-90DD-DD2EE61CFC2F}"/>
              </a:ext>
            </a:extLst>
          </p:cNvPr>
          <p:cNvCxnSpPr>
            <a:cxnSpLocks/>
            <a:stCxn id="738" idx="6"/>
            <a:endCxn id="734" idx="2"/>
          </p:cNvCxnSpPr>
          <p:nvPr/>
        </p:nvCxnSpPr>
        <p:spPr>
          <a:xfrm>
            <a:off x="5939645" y="1696710"/>
            <a:ext cx="190668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3" name="直線單箭頭接點 742">
            <a:extLst>
              <a:ext uri="{FF2B5EF4-FFF2-40B4-BE49-F238E27FC236}">
                <a16:creationId xmlns:a16="http://schemas.microsoft.com/office/drawing/2014/main" id="{2A5201F5-2623-44A9-82E3-1C6E62E38AB3}"/>
              </a:ext>
            </a:extLst>
          </p:cNvPr>
          <p:cNvCxnSpPr>
            <a:cxnSpLocks/>
            <a:stCxn id="733" idx="6"/>
            <a:endCxn id="737" idx="2"/>
          </p:cNvCxnSpPr>
          <p:nvPr/>
        </p:nvCxnSpPr>
        <p:spPr>
          <a:xfrm>
            <a:off x="5024875" y="2156026"/>
            <a:ext cx="193366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4" name="直線單箭頭接點 743">
            <a:extLst>
              <a:ext uri="{FF2B5EF4-FFF2-40B4-BE49-F238E27FC236}">
                <a16:creationId xmlns:a16="http://schemas.microsoft.com/office/drawing/2014/main" id="{22FA53F1-FFAF-43E8-8EB5-5416A20C7E7C}"/>
              </a:ext>
            </a:extLst>
          </p:cNvPr>
          <p:cNvCxnSpPr>
            <a:cxnSpLocks/>
            <a:stCxn id="737" idx="6"/>
            <a:endCxn id="739" idx="2"/>
          </p:cNvCxnSpPr>
          <p:nvPr/>
        </p:nvCxnSpPr>
        <p:spPr>
          <a:xfrm flipV="1">
            <a:off x="5481831" y="2153666"/>
            <a:ext cx="194224" cy="236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5" name="直線單箭頭接點 744">
            <a:extLst>
              <a:ext uri="{FF2B5EF4-FFF2-40B4-BE49-F238E27FC236}">
                <a16:creationId xmlns:a16="http://schemas.microsoft.com/office/drawing/2014/main" id="{19FB52C7-4E16-442A-875A-60BCA2E7284B}"/>
              </a:ext>
            </a:extLst>
          </p:cNvPr>
          <p:cNvCxnSpPr>
            <a:cxnSpLocks/>
            <a:stCxn id="739" idx="6"/>
            <a:endCxn id="735" idx="2"/>
          </p:cNvCxnSpPr>
          <p:nvPr/>
        </p:nvCxnSpPr>
        <p:spPr>
          <a:xfrm>
            <a:off x="5939645" y="2153666"/>
            <a:ext cx="190668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6" name="直線單箭頭接點 745">
            <a:extLst>
              <a:ext uri="{FF2B5EF4-FFF2-40B4-BE49-F238E27FC236}">
                <a16:creationId xmlns:a16="http://schemas.microsoft.com/office/drawing/2014/main" id="{A74D2E1D-AA7E-43EE-BB02-CB854772901E}"/>
              </a:ext>
            </a:extLst>
          </p:cNvPr>
          <p:cNvCxnSpPr>
            <a:cxnSpLocks/>
            <a:stCxn id="737" idx="7"/>
            <a:endCxn id="738" idx="3"/>
          </p:cNvCxnSpPr>
          <p:nvPr/>
        </p:nvCxnSpPr>
        <p:spPr>
          <a:xfrm flipV="1">
            <a:off x="5443229" y="1789903"/>
            <a:ext cx="271428" cy="27293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7" name="接點: 弧形 746">
            <a:extLst>
              <a:ext uri="{FF2B5EF4-FFF2-40B4-BE49-F238E27FC236}">
                <a16:creationId xmlns:a16="http://schemas.microsoft.com/office/drawing/2014/main" id="{62442DA3-2F41-4347-A938-D4636E1E66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349285" y="1108710"/>
            <a:ext cx="2360" cy="914770"/>
          </a:xfrm>
          <a:prstGeom prst="curvedConnector3">
            <a:avLst>
              <a:gd name="adj1" fmla="val 4405085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8" name="接點: 弧形 747">
            <a:extLst>
              <a:ext uri="{FF2B5EF4-FFF2-40B4-BE49-F238E27FC236}">
                <a16:creationId xmlns:a16="http://schemas.microsoft.com/office/drawing/2014/main" id="{2B4B241C-E6CA-45B0-9E8D-0043B65F8E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804892" y="1110059"/>
            <a:ext cx="2360" cy="912072"/>
          </a:xfrm>
          <a:prstGeom prst="curvedConnector3">
            <a:avLst>
              <a:gd name="adj1" fmla="val 4001483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9" name="接點: 弧形 748">
            <a:extLst>
              <a:ext uri="{FF2B5EF4-FFF2-40B4-BE49-F238E27FC236}">
                <a16:creationId xmlns:a16="http://schemas.microsoft.com/office/drawing/2014/main" id="{371DD999-EE88-432A-8AAB-041675073F17}"/>
              </a:ext>
            </a:extLst>
          </p:cNvPr>
          <p:cNvCxnSpPr>
            <a:cxnSpLocks/>
            <a:stCxn id="733" idx="4"/>
            <a:endCxn id="739" idx="4"/>
          </p:cNvCxnSpPr>
          <p:nvPr/>
        </p:nvCxnSpPr>
        <p:spPr>
          <a:xfrm rot="5400000" flipH="1" flipV="1">
            <a:off x="5349285" y="1829256"/>
            <a:ext cx="2360" cy="914770"/>
          </a:xfrm>
          <a:prstGeom prst="curvedConnector3">
            <a:avLst>
              <a:gd name="adj1" fmla="val -4708686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0" name="接點: 弧形 749">
            <a:extLst>
              <a:ext uri="{FF2B5EF4-FFF2-40B4-BE49-F238E27FC236}">
                <a16:creationId xmlns:a16="http://schemas.microsoft.com/office/drawing/2014/main" id="{D48E3373-D33E-4A6C-AEE7-866BAB4DBB72}"/>
              </a:ext>
            </a:extLst>
          </p:cNvPr>
          <p:cNvCxnSpPr>
            <a:cxnSpLocks/>
            <a:stCxn id="737" idx="4"/>
            <a:endCxn id="735" idx="4"/>
          </p:cNvCxnSpPr>
          <p:nvPr/>
        </p:nvCxnSpPr>
        <p:spPr>
          <a:xfrm rot="5400000" flipH="1" flipV="1">
            <a:off x="5804892" y="1830605"/>
            <a:ext cx="2360" cy="912072"/>
          </a:xfrm>
          <a:prstGeom prst="curvedConnector3">
            <a:avLst>
              <a:gd name="adj1" fmla="val -5381356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1" name="直線單箭頭接點 750">
            <a:extLst>
              <a:ext uri="{FF2B5EF4-FFF2-40B4-BE49-F238E27FC236}">
                <a16:creationId xmlns:a16="http://schemas.microsoft.com/office/drawing/2014/main" id="{4DDAC27C-F0FA-484B-A706-83461E771F74}"/>
              </a:ext>
            </a:extLst>
          </p:cNvPr>
          <p:cNvCxnSpPr>
            <a:cxnSpLocks/>
            <a:stCxn id="738" idx="5"/>
            <a:endCxn id="735" idx="1"/>
          </p:cNvCxnSpPr>
          <p:nvPr/>
        </p:nvCxnSpPr>
        <p:spPr>
          <a:xfrm>
            <a:off x="5901043" y="1789903"/>
            <a:ext cx="267872" cy="27057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2" name="橢圓 751">
            <a:extLst>
              <a:ext uri="{FF2B5EF4-FFF2-40B4-BE49-F238E27FC236}">
                <a16:creationId xmlns:a16="http://schemas.microsoft.com/office/drawing/2014/main" id="{2A74F904-57CA-4FA7-B44D-F588A3F1C975}"/>
              </a:ext>
            </a:extLst>
          </p:cNvPr>
          <p:cNvSpPr/>
          <p:nvPr/>
        </p:nvSpPr>
        <p:spPr>
          <a:xfrm>
            <a:off x="6570999" y="1562887"/>
            <a:ext cx="263590" cy="26359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>
                    <a:lumMod val="75000"/>
                  </a:schemeClr>
                </a:solidFill>
              </a:rPr>
              <a:t>A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53" name="橢圓 752">
            <a:extLst>
              <a:ext uri="{FF2B5EF4-FFF2-40B4-BE49-F238E27FC236}">
                <a16:creationId xmlns:a16="http://schemas.microsoft.com/office/drawing/2014/main" id="{E29ED1AC-3FB4-4AD8-937D-6F8E5C71E9FC}"/>
              </a:ext>
            </a:extLst>
          </p:cNvPr>
          <p:cNvSpPr/>
          <p:nvPr/>
        </p:nvSpPr>
        <p:spPr>
          <a:xfrm>
            <a:off x="6570999" y="201984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754" name="直線單箭頭接點 753">
            <a:extLst>
              <a:ext uri="{FF2B5EF4-FFF2-40B4-BE49-F238E27FC236}">
                <a16:creationId xmlns:a16="http://schemas.microsoft.com/office/drawing/2014/main" id="{D9AE95FE-A635-4031-83BA-EF020226FAE9}"/>
              </a:ext>
            </a:extLst>
          </p:cNvPr>
          <p:cNvCxnSpPr>
            <a:cxnSpLocks/>
            <a:stCxn id="735" idx="6"/>
            <a:endCxn id="753" idx="2"/>
          </p:cNvCxnSpPr>
          <p:nvPr/>
        </p:nvCxnSpPr>
        <p:spPr>
          <a:xfrm flipV="1">
            <a:off x="6393903" y="2151638"/>
            <a:ext cx="177096" cy="2028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5" name="文字方塊 754">
            <a:extLst>
              <a:ext uri="{FF2B5EF4-FFF2-40B4-BE49-F238E27FC236}">
                <a16:creationId xmlns:a16="http://schemas.microsoft.com/office/drawing/2014/main" id="{358DD17B-D2BF-4721-8AFB-EABDE307313B}"/>
              </a:ext>
            </a:extLst>
          </p:cNvPr>
          <p:cNvSpPr txBox="1"/>
          <p:nvPr/>
        </p:nvSpPr>
        <p:spPr>
          <a:xfrm>
            <a:off x="5212446" y="12264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56" name="文字方塊 755">
            <a:extLst>
              <a:ext uri="{FF2B5EF4-FFF2-40B4-BE49-F238E27FC236}">
                <a16:creationId xmlns:a16="http://schemas.microsoft.com/office/drawing/2014/main" id="{6ABCB022-FDE9-40FE-AA16-B767EF5F0291}"/>
              </a:ext>
            </a:extLst>
          </p:cNvPr>
          <p:cNvSpPr txBox="1"/>
          <p:nvPr/>
        </p:nvSpPr>
        <p:spPr>
          <a:xfrm>
            <a:off x="5212446" y="2344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757" name="文字方塊 756">
            <a:extLst>
              <a:ext uri="{FF2B5EF4-FFF2-40B4-BE49-F238E27FC236}">
                <a16:creationId xmlns:a16="http://schemas.microsoft.com/office/drawing/2014/main" id="{E8E70B01-B369-4DAD-BF41-AC0A1E791162}"/>
              </a:ext>
            </a:extLst>
          </p:cNvPr>
          <p:cNvSpPr txBox="1"/>
          <p:nvPr/>
        </p:nvSpPr>
        <p:spPr>
          <a:xfrm>
            <a:off x="4950297" y="14744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58" name="文字方塊 757">
            <a:extLst>
              <a:ext uri="{FF2B5EF4-FFF2-40B4-BE49-F238E27FC236}">
                <a16:creationId xmlns:a16="http://schemas.microsoft.com/office/drawing/2014/main" id="{EBE28C02-D238-4B72-844F-5D63BD1B36C0}"/>
              </a:ext>
            </a:extLst>
          </p:cNvPr>
          <p:cNvSpPr txBox="1"/>
          <p:nvPr/>
        </p:nvSpPr>
        <p:spPr>
          <a:xfrm>
            <a:off x="4950297" y="19295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759" name="文字方塊 758">
            <a:extLst>
              <a:ext uri="{FF2B5EF4-FFF2-40B4-BE49-F238E27FC236}">
                <a16:creationId xmlns:a16="http://schemas.microsoft.com/office/drawing/2014/main" id="{8CCC8705-DB99-4FF8-9412-549A34E4B457}"/>
              </a:ext>
            </a:extLst>
          </p:cNvPr>
          <p:cNvSpPr txBox="1"/>
          <p:nvPr/>
        </p:nvSpPr>
        <p:spPr>
          <a:xfrm>
            <a:off x="5668053" y="122641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60" name="文字方塊 759">
            <a:extLst>
              <a:ext uri="{FF2B5EF4-FFF2-40B4-BE49-F238E27FC236}">
                <a16:creationId xmlns:a16="http://schemas.microsoft.com/office/drawing/2014/main" id="{43302B8F-01F5-43DF-99D6-64B3B4533D7D}"/>
              </a:ext>
            </a:extLst>
          </p:cNvPr>
          <p:cNvSpPr txBox="1"/>
          <p:nvPr/>
        </p:nvSpPr>
        <p:spPr>
          <a:xfrm>
            <a:off x="5401256" y="14744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61" name="文字方塊 760">
            <a:extLst>
              <a:ext uri="{FF2B5EF4-FFF2-40B4-BE49-F238E27FC236}">
                <a16:creationId xmlns:a16="http://schemas.microsoft.com/office/drawing/2014/main" id="{B93D4429-F9F2-40F0-ADF9-53DB830506E2}"/>
              </a:ext>
            </a:extLst>
          </p:cNvPr>
          <p:cNvSpPr txBox="1"/>
          <p:nvPr/>
        </p:nvSpPr>
        <p:spPr>
          <a:xfrm>
            <a:off x="5861265" y="14744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62" name="文字方塊 761">
            <a:extLst>
              <a:ext uri="{FF2B5EF4-FFF2-40B4-BE49-F238E27FC236}">
                <a16:creationId xmlns:a16="http://schemas.microsoft.com/office/drawing/2014/main" id="{2E017EFC-E367-4E9B-80D2-8A263E7DC609}"/>
              </a:ext>
            </a:extLst>
          </p:cNvPr>
          <p:cNvSpPr txBox="1"/>
          <p:nvPr/>
        </p:nvSpPr>
        <p:spPr>
          <a:xfrm>
            <a:off x="5861265" y="19295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763" name="文字方塊 762">
            <a:extLst>
              <a:ext uri="{FF2B5EF4-FFF2-40B4-BE49-F238E27FC236}">
                <a16:creationId xmlns:a16="http://schemas.microsoft.com/office/drawing/2014/main" id="{C7A675FA-C7B0-4E26-ABD7-63E97461673E}"/>
              </a:ext>
            </a:extLst>
          </p:cNvPr>
          <p:cNvSpPr txBox="1"/>
          <p:nvPr/>
        </p:nvSpPr>
        <p:spPr>
          <a:xfrm>
            <a:off x="5401256" y="19295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764" name="文字方塊 763">
            <a:extLst>
              <a:ext uri="{FF2B5EF4-FFF2-40B4-BE49-F238E27FC236}">
                <a16:creationId xmlns:a16="http://schemas.microsoft.com/office/drawing/2014/main" id="{76417BD8-7EA2-489D-B906-C2C93866AD9C}"/>
              </a:ext>
            </a:extLst>
          </p:cNvPr>
          <p:cNvSpPr txBox="1"/>
          <p:nvPr/>
        </p:nvSpPr>
        <p:spPr>
          <a:xfrm>
            <a:off x="5294899" y="180731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65" name="文字方塊 764">
            <a:extLst>
              <a:ext uri="{FF2B5EF4-FFF2-40B4-BE49-F238E27FC236}">
                <a16:creationId xmlns:a16="http://schemas.microsoft.com/office/drawing/2014/main" id="{4F6742FD-C28C-4710-B2EC-2E08E17CBCBF}"/>
              </a:ext>
            </a:extLst>
          </p:cNvPr>
          <p:cNvSpPr txBox="1"/>
          <p:nvPr/>
        </p:nvSpPr>
        <p:spPr>
          <a:xfrm>
            <a:off x="5872315" y="163601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766" name="文字方塊 765">
            <a:extLst>
              <a:ext uri="{FF2B5EF4-FFF2-40B4-BE49-F238E27FC236}">
                <a16:creationId xmlns:a16="http://schemas.microsoft.com/office/drawing/2014/main" id="{2D178D8A-582C-4C33-B5A5-090B922E413B}"/>
              </a:ext>
            </a:extLst>
          </p:cNvPr>
          <p:cNvSpPr txBox="1"/>
          <p:nvPr/>
        </p:nvSpPr>
        <p:spPr>
          <a:xfrm>
            <a:off x="6315705" y="1929522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767" name="文字方塊 766">
            <a:extLst>
              <a:ext uri="{FF2B5EF4-FFF2-40B4-BE49-F238E27FC236}">
                <a16:creationId xmlns:a16="http://schemas.microsoft.com/office/drawing/2014/main" id="{B2519C94-EE90-4723-ACC5-53F365E10FF0}"/>
              </a:ext>
            </a:extLst>
          </p:cNvPr>
          <p:cNvSpPr txBox="1"/>
          <p:nvPr/>
        </p:nvSpPr>
        <p:spPr>
          <a:xfrm>
            <a:off x="5668053" y="234464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3</a:t>
            </a:r>
            <a:endParaRPr lang="zh-TW" altLang="en-US" dirty="0"/>
          </a:p>
        </p:txBody>
      </p:sp>
      <p:cxnSp>
        <p:nvCxnSpPr>
          <p:cNvPr id="456" name="直線單箭頭接點 455">
            <a:extLst>
              <a:ext uri="{FF2B5EF4-FFF2-40B4-BE49-F238E27FC236}">
                <a16:creationId xmlns:a16="http://schemas.microsoft.com/office/drawing/2014/main" id="{A5D0B1C7-58DF-40E4-9F3E-D5F5DE788870}"/>
              </a:ext>
            </a:extLst>
          </p:cNvPr>
          <p:cNvCxnSpPr>
            <a:cxnSpLocks/>
            <a:stCxn id="733" idx="7"/>
            <a:endCxn id="738" idx="3"/>
          </p:cNvCxnSpPr>
          <p:nvPr/>
        </p:nvCxnSpPr>
        <p:spPr>
          <a:xfrm flipV="1">
            <a:off x="4986273" y="1789903"/>
            <a:ext cx="728384" cy="27293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7" name="文字方塊 456">
            <a:extLst>
              <a:ext uri="{FF2B5EF4-FFF2-40B4-BE49-F238E27FC236}">
                <a16:creationId xmlns:a16="http://schemas.microsoft.com/office/drawing/2014/main" id="{8863DEA6-CB0A-47B8-BAF6-FE295525DA27}"/>
              </a:ext>
            </a:extLst>
          </p:cNvPr>
          <p:cNvSpPr txBox="1"/>
          <p:nvPr/>
        </p:nvSpPr>
        <p:spPr>
          <a:xfrm>
            <a:off x="4895445" y="181098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47" name="箭號: 向右 146">
            <a:extLst>
              <a:ext uri="{FF2B5EF4-FFF2-40B4-BE49-F238E27FC236}">
                <a16:creationId xmlns:a16="http://schemas.microsoft.com/office/drawing/2014/main" id="{F08AF05D-EF72-480C-B019-95BAAFF6D4BE}"/>
              </a:ext>
            </a:extLst>
          </p:cNvPr>
          <p:cNvSpPr/>
          <p:nvPr/>
        </p:nvSpPr>
        <p:spPr>
          <a:xfrm>
            <a:off x="3716351" y="1682685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726" name="箭號: 向右 725">
            <a:extLst>
              <a:ext uri="{FF2B5EF4-FFF2-40B4-BE49-F238E27FC236}">
                <a16:creationId xmlns:a16="http://schemas.microsoft.com/office/drawing/2014/main" id="{B931A2AC-22B8-4A6F-AFFC-CB7ADE5FBD14}"/>
              </a:ext>
            </a:extLst>
          </p:cNvPr>
          <p:cNvSpPr/>
          <p:nvPr/>
        </p:nvSpPr>
        <p:spPr>
          <a:xfrm>
            <a:off x="7746180" y="1682685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542" name="箭號: 五邊形 541">
            <a:extLst>
              <a:ext uri="{FF2B5EF4-FFF2-40B4-BE49-F238E27FC236}">
                <a16:creationId xmlns:a16="http://schemas.microsoft.com/office/drawing/2014/main" id="{8A30D537-3EE1-40A5-8E11-80E3DA29EB1E}"/>
              </a:ext>
            </a:extLst>
          </p:cNvPr>
          <p:cNvSpPr/>
          <p:nvPr/>
        </p:nvSpPr>
        <p:spPr>
          <a:xfrm>
            <a:off x="728266" y="1449832"/>
            <a:ext cx="1590844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47" name="箭號: 五邊形 546">
            <a:extLst>
              <a:ext uri="{FF2B5EF4-FFF2-40B4-BE49-F238E27FC236}">
                <a16:creationId xmlns:a16="http://schemas.microsoft.com/office/drawing/2014/main" id="{692A5D19-BCEE-48E8-98EC-C240555EAD0B}"/>
              </a:ext>
            </a:extLst>
          </p:cNvPr>
          <p:cNvSpPr/>
          <p:nvPr/>
        </p:nvSpPr>
        <p:spPr>
          <a:xfrm>
            <a:off x="728266" y="1617070"/>
            <a:ext cx="1590844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48" name="箭號: 五邊形 547">
            <a:extLst>
              <a:ext uri="{FF2B5EF4-FFF2-40B4-BE49-F238E27FC236}">
                <a16:creationId xmlns:a16="http://schemas.microsoft.com/office/drawing/2014/main" id="{949FC70A-06E5-4F06-9D07-842D4F4A41D0}"/>
              </a:ext>
            </a:extLst>
          </p:cNvPr>
          <p:cNvSpPr/>
          <p:nvPr/>
        </p:nvSpPr>
        <p:spPr>
          <a:xfrm>
            <a:off x="728266" y="1784308"/>
            <a:ext cx="1590844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551" name="矩形 178">
            <a:extLst>
              <a:ext uri="{FF2B5EF4-FFF2-40B4-BE49-F238E27FC236}">
                <a16:creationId xmlns:a16="http://schemas.microsoft.com/office/drawing/2014/main" id="{1BB19E74-4785-42E0-8E4F-AA8DE6A84BB9}"/>
              </a:ext>
            </a:extLst>
          </p:cNvPr>
          <p:cNvSpPr>
            <a:spLocks noChangeAspect="1"/>
          </p:cNvSpPr>
          <p:nvPr/>
        </p:nvSpPr>
        <p:spPr>
          <a:xfrm>
            <a:off x="928365" y="1445887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6" name="矩形 178">
            <a:extLst>
              <a:ext uri="{FF2B5EF4-FFF2-40B4-BE49-F238E27FC236}">
                <a16:creationId xmlns:a16="http://schemas.microsoft.com/office/drawing/2014/main" id="{0EB8FFC1-8001-48F8-9D24-B51BAAAAA9F8}"/>
              </a:ext>
            </a:extLst>
          </p:cNvPr>
          <p:cNvSpPr>
            <a:spLocks noChangeAspect="1"/>
          </p:cNvSpPr>
          <p:nvPr/>
        </p:nvSpPr>
        <p:spPr>
          <a:xfrm>
            <a:off x="1328563" y="1445887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7" name="矩形 178">
            <a:extLst>
              <a:ext uri="{FF2B5EF4-FFF2-40B4-BE49-F238E27FC236}">
                <a16:creationId xmlns:a16="http://schemas.microsoft.com/office/drawing/2014/main" id="{50B0ADE8-5FA0-43E3-B517-3E502895E85D}"/>
              </a:ext>
            </a:extLst>
          </p:cNvPr>
          <p:cNvSpPr>
            <a:spLocks noChangeAspect="1"/>
          </p:cNvSpPr>
          <p:nvPr/>
        </p:nvSpPr>
        <p:spPr>
          <a:xfrm>
            <a:off x="1728742" y="1445886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0" name="矩形 178">
            <a:extLst>
              <a:ext uri="{FF2B5EF4-FFF2-40B4-BE49-F238E27FC236}">
                <a16:creationId xmlns:a16="http://schemas.microsoft.com/office/drawing/2014/main" id="{DD911AE0-3E20-4F69-B47D-FB670CEF5D86}"/>
              </a:ext>
            </a:extLst>
          </p:cNvPr>
          <p:cNvSpPr>
            <a:spLocks noChangeAspect="1"/>
          </p:cNvSpPr>
          <p:nvPr/>
        </p:nvSpPr>
        <p:spPr>
          <a:xfrm>
            <a:off x="928365" y="1613125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5" name="矩形 178">
            <a:extLst>
              <a:ext uri="{FF2B5EF4-FFF2-40B4-BE49-F238E27FC236}">
                <a16:creationId xmlns:a16="http://schemas.microsoft.com/office/drawing/2014/main" id="{C5611676-E930-4879-AC22-4B1054562B89}"/>
              </a:ext>
            </a:extLst>
          </p:cNvPr>
          <p:cNvSpPr>
            <a:spLocks noChangeAspect="1"/>
          </p:cNvSpPr>
          <p:nvPr/>
        </p:nvSpPr>
        <p:spPr>
          <a:xfrm>
            <a:off x="1328563" y="1613125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6" name="矩形 178">
            <a:extLst>
              <a:ext uri="{FF2B5EF4-FFF2-40B4-BE49-F238E27FC236}">
                <a16:creationId xmlns:a16="http://schemas.microsoft.com/office/drawing/2014/main" id="{C748DB0A-AA7D-4663-840C-91E0CFB5AF4B}"/>
              </a:ext>
            </a:extLst>
          </p:cNvPr>
          <p:cNvSpPr>
            <a:spLocks noChangeAspect="1"/>
          </p:cNvSpPr>
          <p:nvPr/>
        </p:nvSpPr>
        <p:spPr>
          <a:xfrm>
            <a:off x="1728742" y="1613124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8" name="矩形 178">
            <a:extLst>
              <a:ext uri="{FF2B5EF4-FFF2-40B4-BE49-F238E27FC236}">
                <a16:creationId xmlns:a16="http://schemas.microsoft.com/office/drawing/2014/main" id="{10A5ECD7-EE5D-4E31-9F6A-0A866DCEEB1C}"/>
              </a:ext>
            </a:extLst>
          </p:cNvPr>
          <p:cNvSpPr>
            <a:spLocks noChangeAspect="1"/>
          </p:cNvSpPr>
          <p:nvPr/>
        </p:nvSpPr>
        <p:spPr>
          <a:xfrm>
            <a:off x="928365" y="1780363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9" name="矩形 178">
            <a:extLst>
              <a:ext uri="{FF2B5EF4-FFF2-40B4-BE49-F238E27FC236}">
                <a16:creationId xmlns:a16="http://schemas.microsoft.com/office/drawing/2014/main" id="{0E5CF2C0-BA2A-46F9-847B-EEAD2F4CE341}"/>
              </a:ext>
            </a:extLst>
          </p:cNvPr>
          <p:cNvSpPr>
            <a:spLocks noChangeAspect="1"/>
          </p:cNvSpPr>
          <p:nvPr/>
        </p:nvSpPr>
        <p:spPr>
          <a:xfrm>
            <a:off x="1328563" y="1780363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0" name="矩形 178">
            <a:extLst>
              <a:ext uri="{FF2B5EF4-FFF2-40B4-BE49-F238E27FC236}">
                <a16:creationId xmlns:a16="http://schemas.microsoft.com/office/drawing/2014/main" id="{BD237451-9D7C-4018-968F-7BEAA4FA5775}"/>
              </a:ext>
            </a:extLst>
          </p:cNvPr>
          <p:cNvSpPr>
            <a:spLocks noChangeAspect="1"/>
          </p:cNvSpPr>
          <p:nvPr/>
        </p:nvSpPr>
        <p:spPr>
          <a:xfrm>
            <a:off x="1728742" y="1780362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0" name="矩形 178">
            <a:extLst>
              <a:ext uri="{FF2B5EF4-FFF2-40B4-BE49-F238E27FC236}">
                <a16:creationId xmlns:a16="http://schemas.microsoft.com/office/drawing/2014/main" id="{8CD99E67-825B-4B7D-9D5E-92DC52E292C8}"/>
              </a:ext>
            </a:extLst>
          </p:cNvPr>
          <p:cNvSpPr>
            <a:spLocks noChangeAspect="1"/>
          </p:cNvSpPr>
          <p:nvPr/>
        </p:nvSpPr>
        <p:spPr>
          <a:xfrm>
            <a:off x="928365" y="1950609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01" name="矩形 178">
            <a:extLst>
              <a:ext uri="{FF2B5EF4-FFF2-40B4-BE49-F238E27FC236}">
                <a16:creationId xmlns:a16="http://schemas.microsoft.com/office/drawing/2014/main" id="{AB7C1643-9C44-48A1-9B5D-B71296EE1CF6}"/>
              </a:ext>
            </a:extLst>
          </p:cNvPr>
          <p:cNvSpPr>
            <a:spLocks noChangeAspect="1"/>
          </p:cNvSpPr>
          <p:nvPr/>
        </p:nvSpPr>
        <p:spPr>
          <a:xfrm>
            <a:off x="1328563" y="1950609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C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02" name="矩形 178">
            <a:extLst>
              <a:ext uri="{FF2B5EF4-FFF2-40B4-BE49-F238E27FC236}">
                <a16:creationId xmlns:a16="http://schemas.microsoft.com/office/drawing/2014/main" id="{4E0FD928-5585-4E09-BF87-D7FC221F49AC}"/>
              </a:ext>
            </a:extLst>
          </p:cNvPr>
          <p:cNvSpPr>
            <a:spLocks noChangeAspect="1"/>
          </p:cNvSpPr>
          <p:nvPr/>
        </p:nvSpPr>
        <p:spPr>
          <a:xfrm>
            <a:off x="1728742" y="1950608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5" name="矩形 178">
            <a:extLst>
              <a:ext uri="{FF2B5EF4-FFF2-40B4-BE49-F238E27FC236}">
                <a16:creationId xmlns:a16="http://schemas.microsoft.com/office/drawing/2014/main" id="{E1B8FC84-5810-4F28-8143-13C3FED713BA}"/>
              </a:ext>
            </a:extLst>
          </p:cNvPr>
          <p:cNvSpPr>
            <a:spLocks noChangeAspect="1"/>
          </p:cNvSpPr>
          <p:nvPr/>
        </p:nvSpPr>
        <p:spPr>
          <a:xfrm>
            <a:off x="928365" y="2299878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06" name="矩形 178">
            <a:extLst>
              <a:ext uri="{FF2B5EF4-FFF2-40B4-BE49-F238E27FC236}">
                <a16:creationId xmlns:a16="http://schemas.microsoft.com/office/drawing/2014/main" id="{49F53427-15D1-418A-B59D-6C3A5BC63497}"/>
              </a:ext>
            </a:extLst>
          </p:cNvPr>
          <p:cNvSpPr>
            <a:spLocks noChangeAspect="1"/>
          </p:cNvSpPr>
          <p:nvPr/>
        </p:nvSpPr>
        <p:spPr>
          <a:xfrm>
            <a:off x="1328563" y="2299878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C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09" name="矩形 178">
            <a:extLst>
              <a:ext uri="{FF2B5EF4-FFF2-40B4-BE49-F238E27FC236}">
                <a16:creationId xmlns:a16="http://schemas.microsoft.com/office/drawing/2014/main" id="{F3934046-24A7-436C-857E-C77D965EC643}"/>
              </a:ext>
            </a:extLst>
          </p:cNvPr>
          <p:cNvSpPr>
            <a:spLocks noChangeAspect="1"/>
          </p:cNvSpPr>
          <p:nvPr/>
        </p:nvSpPr>
        <p:spPr>
          <a:xfrm>
            <a:off x="1728742" y="2299877"/>
            <a:ext cx="148916" cy="1368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T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6" name="矩形 178">
            <a:extLst>
              <a:ext uri="{FF2B5EF4-FFF2-40B4-BE49-F238E27FC236}">
                <a16:creationId xmlns:a16="http://schemas.microsoft.com/office/drawing/2014/main" id="{FA7B6A73-6440-4A69-AB3F-D71C90CE3B0E}"/>
              </a:ext>
            </a:extLst>
          </p:cNvPr>
          <p:cNvSpPr>
            <a:spLocks noChangeAspect="1"/>
          </p:cNvSpPr>
          <p:nvPr/>
        </p:nvSpPr>
        <p:spPr>
          <a:xfrm>
            <a:off x="928365" y="2121543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7" name="矩形 178">
            <a:extLst>
              <a:ext uri="{FF2B5EF4-FFF2-40B4-BE49-F238E27FC236}">
                <a16:creationId xmlns:a16="http://schemas.microsoft.com/office/drawing/2014/main" id="{B8BCEAD4-B452-48F8-8AFD-783FB9090647}"/>
              </a:ext>
            </a:extLst>
          </p:cNvPr>
          <p:cNvSpPr>
            <a:spLocks noChangeAspect="1"/>
          </p:cNvSpPr>
          <p:nvPr/>
        </p:nvSpPr>
        <p:spPr>
          <a:xfrm>
            <a:off x="1328563" y="2121543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C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8" name="矩形 178">
            <a:extLst>
              <a:ext uri="{FF2B5EF4-FFF2-40B4-BE49-F238E27FC236}">
                <a16:creationId xmlns:a16="http://schemas.microsoft.com/office/drawing/2014/main" id="{FB3B64E2-AD67-44E8-8FDE-562D8CA5B0D7}"/>
              </a:ext>
            </a:extLst>
          </p:cNvPr>
          <p:cNvSpPr>
            <a:spLocks noChangeAspect="1"/>
          </p:cNvSpPr>
          <p:nvPr/>
        </p:nvSpPr>
        <p:spPr>
          <a:xfrm>
            <a:off x="1728742" y="2121542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1" name="矩形 178">
            <a:extLst>
              <a:ext uri="{FF2B5EF4-FFF2-40B4-BE49-F238E27FC236}">
                <a16:creationId xmlns:a16="http://schemas.microsoft.com/office/drawing/2014/main" id="{35EF0BB5-7DBC-4309-928C-9F4A7365895D}"/>
              </a:ext>
            </a:extLst>
          </p:cNvPr>
          <p:cNvSpPr>
            <a:spLocks noChangeAspect="1"/>
          </p:cNvSpPr>
          <p:nvPr/>
        </p:nvSpPr>
        <p:spPr>
          <a:xfrm>
            <a:off x="2519211" y="1448436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4" name="矩形 178">
            <a:extLst>
              <a:ext uri="{FF2B5EF4-FFF2-40B4-BE49-F238E27FC236}">
                <a16:creationId xmlns:a16="http://schemas.microsoft.com/office/drawing/2014/main" id="{6B6392E1-ADBA-45ED-8362-CBFA10335554}"/>
              </a:ext>
            </a:extLst>
          </p:cNvPr>
          <p:cNvSpPr>
            <a:spLocks noChangeAspect="1"/>
          </p:cNvSpPr>
          <p:nvPr/>
        </p:nvSpPr>
        <p:spPr>
          <a:xfrm>
            <a:off x="2519211" y="1616143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8" name="矩形 178">
            <a:extLst>
              <a:ext uri="{FF2B5EF4-FFF2-40B4-BE49-F238E27FC236}">
                <a16:creationId xmlns:a16="http://schemas.microsoft.com/office/drawing/2014/main" id="{6EE50B7F-CD00-44D5-BC77-A30A4A56AA56}"/>
              </a:ext>
            </a:extLst>
          </p:cNvPr>
          <p:cNvSpPr>
            <a:spLocks noChangeAspect="1"/>
          </p:cNvSpPr>
          <p:nvPr/>
        </p:nvSpPr>
        <p:spPr>
          <a:xfrm>
            <a:off x="2124501" y="1444961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7" name="矩形 178">
            <a:extLst>
              <a:ext uri="{FF2B5EF4-FFF2-40B4-BE49-F238E27FC236}">
                <a16:creationId xmlns:a16="http://schemas.microsoft.com/office/drawing/2014/main" id="{EF9A4DAE-8D54-49D8-8A00-1954A7510311}"/>
              </a:ext>
            </a:extLst>
          </p:cNvPr>
          <p:cNvSpPr>
            <a:spLocks noChangeAspect="1"/>
          </p:cNvSpPr>
          <p:nvPr/>
        </p:nvSpPr>
        <p:spPr>
          <a:xfrm>
            <a:off x="2124501" y="1612199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1" name="矩形 178">
            <a:extLst>
              <a:ext uri="{FF2B5EF4-FFF2-40B4-BE49-F238E27FC236}">
                <a16:creationId xmlns:a16="http://schemas.microsoft.com/office/drawing/2014/main" id="{9A8C7A80-1D2B-4541-BD09-40FF7BE36EC1}"/>
              </a:ext>
            </a:extLst>
          </p:cNvPr>
          <p:cNvSpPr>
            <a:spLocks noChangeAspect="1"/>
          </p:cNvSpPr>
          <p:nvPr/>
        </p:nvSpPr>
        <p:spPr>
          <a:xfrm>
            <a:off x="2124501" y="1779437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3" name="矩形 178">
            <a:extLst>
              <a:ext uri="{FF2B5EF4-FFF2-40B4-BE49-F238E27FC236}">
                <a16:creationId xmlns:a16="http://schemas.microsoft.com/office/drawing/2014/main" id="{491C2970-302A-4DE8-BFCF-BDB83FC09A85}"/>
              </a:ext>
            </a:extLst>
          </p:cNvPr>
          <p:cNvSpPr>
            <a:spLocks noChangeAspect="1"/>
          </p:cNvSpPr>
          <p:nvPr/>
        </p:nvSpPr>
        <p:spPr>
          <a:xfrm>
            <a:off x="2124501" y="1949683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>
                <a:solidFill>
                  <a:schemeClr val="bg1"/>
                </a:solidFill>
              </a:rPr>
              <a:t>A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04" name="矩形 178">
            <a:extLst>
              <a:ext uri="{FF2B5EF4-FFF2-40B4-BE49-F238E27FC236}">
                <a16:creationId xmlns:a16="http://schemas.microsoft.com/office/drawing/2014/main" id="{0723CF0B-DBE2-4900-866C-38127A650D12}"/>
              </a:ext>
            </a:extLst>
          </p:cNvPr>
          <p:cNvSpPr>
            <a:spLocks noChangeAspect="1"/>
          </p:cNvSpPr>
          <p:nvPr/>
        </p:nvSpPr>
        <p:spPr>
          <a:xfrm>
            <a:off x="2519211" y="1950609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0" name="矩形 178">
            <a:extLst>
              <a:ext uri="{FF2B5EF4-FFF2-40B4-BE49-F238E27FC236}">
                <a16:creationId xmlns:a16="http://schemas.microsoft.com/office/drawing/2014/main" id="{B3BB004D-F502-4EA3-9940-841E28884AD4}"/>
              </a:ext>
            </a:extLst>
          </p:cNvPr>
          <p:cNvSpPr>
            <a:spLocks noChangeAspect="1"/>
          </p:cNvSpPr>
          <p:nvPr/>
        </p:nvSpPr>
        <p:spPr>
          <a:xfrm>
            <a:off x="2124501" y="2298952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>
                <a:solidFill>
                  <a:schemeClr val="bg1"/>
                </a:solidFill>
              </a:rPr>
              <a:t>A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3" name="矩形 178">
            <a:extLst>
              <a:ext uri="{FF2B5EF4-FFF2-40B4-BE49-F238E27FC236}">
                <a16:creationId xmlns:a16="http://schemas.microsoft.com/office/drawing/2014/main" id="{33FEA479-9EAC-406F-96A4-3C8ECDE5CE49}"/>
              </a:ext>
            </a:extLst>
          </p:cNvPr>
          <p:cNvSpPr>
            <a:spLocks noChangeAspect="1"/>
          </p:cNvSpPr>
          <p:nvPr/>
        </p:nvSpPr>
        <p:spPr>
          <a:xfrm>
            <a:off x="2519211" y="2299878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19" name="矩形 178">
            <a:extLst>
              <a:ext uri="{FF2B5EF4-FFF2-40B4-BE49-F238E27FC236}">
                <a16:creationId xmlns:a16="http://schemas.microsoft.com/office/drawing/2014/main" id="{9335FAD7-AAD1-4A90-B9D7-377865449E69}"/>
              </a:ext>
            </a:extLst>
          </p:cNvPr>
          <p:cNvSpPr>
            <a:spLocks noChangeAspect="1"/>
          </p:cNvSpPr>
          <p:nvPr/>
        </p:nvSpPr>
        <p:spPr>
          <a:xfrm>
            <a:off x="2124501" y="2120617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>
                <a:solidFill>
                  <a:schemeClr val="bg1"/>
                </a:solidFill>
              </a:rPr>
              <a:t>A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620" name="矩形 178">
            <a:extLst>
              <a:ext uri="{FF2B5EF4-FFF2-40B4-BE49-F238E27FC236}">
                <a16:creationId xmlns:a16="http://schemas.microsoft.com/office/drawing/2014/main" id="{9FB9A4F9-64A8-476E-81A7-BA57FF99FAFF}"/>
              </a:ext>
            </a:extLst>
          </p:cNvPr>
          <p:cNvSpPr>
            <a:spLocks noChangeAspect="1"/>
          </p:cNvSpPr>
          <p:nvPr/>
        </p:nvSpPr>
        <p:spPr>
          <a:xfrm>
            <a:off x="2519211" y="2121543"/>
            <a:ext cx="148917" cy="1368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G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cxnSp>
        <p:nvCxnSpPr>
          <p:cNvPr id="678" name="直線接點 677">
            <a:extLst>
              <a:ext uri="{FF2B5EF4-FFF2-40B4-BE49-F238E27FC236}">
                <a16:creationId xmlns:a16="http://schemas.microsoft.com/office/drawing/2014/main" id="{E9958E74-FBD4-4D5C-B032-7803FB6F1890}"/>
              </a:ext>
            </a:extLst>
          </p:cNvPr>
          <p:cNvCxnSpPr>
            <a:cxnSpLocks/>
          </p:cNvCxnSpPr>
          <p:nvPr/>
        </p:nvCxnSpPr>
        <p:spPr>
          <a:xfrm>
            <a:off x="728266" y="1305290"/>
            <a:ext cx="2417365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9" name="直線接點 678">
            <a:extLst>
              <a:ext uri="{FF2B5EF4-FFF2-40B4-BE49-F238E27FC236}">
                <a16:creationId xmlns:a16="http://schemas.microsoft.com/office/drawing/2014/main" id="{75220DA8-120F-44A4-A260-A170C5D465E6}"/>
              </a:ext>
            </a:extLst>
          </p:cNvPr>
          <p:cNvCxnSpPr>
            <a:cxnSpLocks/>
          </p:cNvCxnSpPr>
          <p:nvPr/>
        </p:nvCxnSpPr>
        <p:spPr>
          <a:xfrm>
            <a:off x="2319110" y="1240490"/>
            <a:ext cx="0" cy="1296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0" name="文字方塊 679">
            <a:extLst>
              <a:ext uri="{FF2B5EF4-FFF2-40B4-BE49-F238E27FC236}">
                <a16:creationId xmlns:a16="http://schemas.microsoft.com/office/drawing/2014/main" id="{AD97E6F6-04A6-4A7C-A2B0-4F798CA8F276}"/>
              </a:ext>
            </a:extLst>
          </p:cNvPr>
          <p:cNvSpPr txBox="1"/>
          <p:nvPr/>
        </p:nvSpPr>
        <p:spPr>
          <a:xfrm>
            <a:off x="2498680" y="1108471"/>
            <a:ext cx="444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LOH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1" name="文字方塊 680">
            <a:extLst>
              <a:ext uri="{FF2B5EF4-FFF2-40B4-BE49-F238E27FC236}">
                <a16:creationId xmlns:a16="http://schemas.microsoft.com/office/drawing/2014/main" id="{B9C3C6C9-8217-46AF-8FA4-DC0042835C76}"/>
              </a:ext>
            </a:extLst>
          </p:cNvPr>
          <p:cNvSpPr txBox="1"/>
          <p:nvPr/>
        </p:nvSpPr>
        <p:spPr>
          <a:xfrm>
            <a:off x="1144827" y="1108471"/>
            <a:ext cx="751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Non-LOH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5" name="文字方塊 314">
            <a:extLst>
              <a:ext uri="{FF2B5EF4-FFF2-40B4-BE49-F238E27FC236}">
                <a16:creationId xmlns:a16="http://schemas.microsoft.com/office/drawing/2014/main" id="{DA3A7587-DE63-4ACD-8BE9-E0085220593B}"/>
              </a:ext>
            </a:extLst>
          </p:cNvPr>
          <p:cNvSpPr txBox="1"/>
          <p:nvPr/>
        </p:nvSpPr>
        <p:spPr>
          <a:xfrm>
            <a:off x="122723" y="697142"/>
            <a:ext cx="127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Parsing </a:t>
            </a:r>
            <a:r>
              <a:rPr lang="en-US" altLang="zh-TW" sz="1800" dirty="0">
                <a:solidFill>
                  <a:schemeClr val="tx1"/>
                </a:solidFill>
              </a:rPr>
              <a:t>Info</a:t>
            </a:r>
          </a:p>
        </p:txBody>
      </p:sp>
      <p:sp>
        <p:nvSpPr>
          <p:cNvPr id="312" name="文字方塊 311">
            <a:extLst>
              <a:ext uri="{FF2B5EF4-FFF2-40B4-BE49-F238E27FC236}">
                <a16:creationId xmlns:a16="http://schemas.microsoft.com/office/drawing/2014/main" id="{F8D07E20-00F6-4B21-A3B8-0839CAB1F853}"/>
              </a:ext>
            </a:extLst>
          </p:cNvPr>
          <p:cNvSpPr txBox="1"/>
          <p:nvPr/>
        </p:nvSpPr>
        <p:spPr>
          <a:xfrm>
            <a:off x="8193987" y="697142"/>
            <a:ext cx="1539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Phasing </a:t>
            </a:r>
            <a:r>
              <a:rPr lang="en-US" altLang="zh-TW" sz="1800" dirty="0">
                <a:solidFill>
                  <a:schemeClr val="tx1"/>
                </a:solidFill>
              </a:rPr>
              <a:t>Result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cxnSp>
        <p:nvCxnSpPr>
          <p:cNvPr id="660" name="直線接點 659">
            <a:extLst>
              <a:ext uri="{FF2B5EF4-FFF2-40B4-BE49-F238E27FC236}">
                <a16:creationId xmlns:a16="http://schemas.microsoft.com/office/drawing/2014/main" id="{3C438D55-C84E-40E0-9C26-FD1BB87F4C0D}"/>
              </a:ext>
            </a:extLst>
          </p:cNvPr>
          <p:cNvCxnSpPr>
            <a:cxnSpLocks/>
          </p:cNvCxnSpPr>
          <p:nvPr/>
        </p:nvCxnSpPr>
        <p:spPr>
          <a:xfrm>
            <a:off x="9195729" y="1397875"/>
            <a:ext cx="217786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直線接點 660">
            <a:extLst>
              <a:ext uri="{FF2B5EF4-FFF2-40B4-BE49-F238E27FC236}">
                <a16:creationId xmlns:a16="http://schemas.microsoft.com/office/drawing/2014/main" id="{5BDB8F60-0246-4DEE-A80F-2DC5D957C2AE}"/>
              </a:ext>
            </a:extLst>
          </p:cNvPr>
          <p:cNvCxnSpPr>
            <a:cxnSpLocks/>
          </p:cNvCxnSpPr>
          <p:nvPr/>
        </p:nvCxnSpPr>
        <p:spPr>
          <a:xfrm>
            <a:off x="10686770" y="1333075"/>
            <a:ext cx="0" cy="1296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2" name="文字方塊 661">
            <a:extLst>
              <a:ext uri="{FF2B5EF4-FFF2-40B4-BE49-F238E27FC236}">
                <a16:creationId xmlns:a16="http://schemas.microsoft.com/office/drawing/2014/main" id="{317D6145-F81D-4F32-B9E5-0BB798043185}"/>
              </a:ext>
            </a:extLst>
          </p:cNvPr>
          <p:cNvSpPr txBox="1"/>
          <p:nvPr/>
        </p:nvSpPr>
        <p:spPr>
          <a:xfrm>
            <a:off x="10846454" y="1201056"/>
            <a:ext cx="444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LOH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3" name="文字方塊 662">
            <a:extLst>
              <a:ext uri="{FF2B5EF4-FFF2-40B4-BE49-F238E27FC236}">
                <a16:creationId xmlns:a16="http://schemas.microsoft.com/office/drawing/2014/main" id="{BEBAF19E-95F2-474E-B3FC-FA725348BF87}"/>
              </a:ext>
            </a:extLst>
          </p:cNvPr>
          <p:cNvSpPr txBox="1"/>
          <p:nvPr/>
        </p:nvSpPr>
        <p:spPr>
          <a:xfrm>
            <a:off x="9526926" y="1201056"/>
            <a:ext cx="751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Non-LOH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6" name="橢圓 425">
            <a:extLst>
              <a:ext uri="{FF2B5EF4-FFF2-40B4-BE49-F238E27FC236}">
                <a16:creationId xmlns:a16="http://schemas.microsoft.com/office/drawing/2014/main" id="{EB178B88-258B-455B-B605-1B4FA3D32E86}"/>
              </a:ext>
            </a:extLst>
          </p:cNvPr>
          <p:cNvSpPr/>
          <p:nvPr/>
        </p:nvSpPr>
        <p:spPr>
          <a:xfrm>
            <a:off x="9195729" y="2047375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28" name="橢圓 427">
            <a:extLst>
              <a:ext uri="{FF2B5EF4-FFF2-40B4-BE49-F238E27FC236}">
                <a16:creationId xmlns:a16="http://schemas.microsoft.com/office/drawing/2014/main" id="{ABD570A2-F451-4742-BB84-E4E68109854D}"/>
              </a:ext>
            </a:extLst>
          </p:cNvPr>
          <p:cNvSpPr/>
          <p:nvPr/>
        </p:nvSpPr>
        <p:spPr>
          <a:xfrm>
            <a:off x="10381714" y="2045331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29" name="橢圓 428">
            <a:extLst>
              <a:ext uri="{FF2B5EF4-FFF2-40B4-BE49-F238E27FC236}">
                <a16:creationId xmlns:a16="http://schemas.microsoft.com/office/drawing/2014/main" id="{C58D3B2F-0B50-4BBE-828D-3669510257DA}"/>
              </a:ext>
            </a:extLst>
          </p:cNvPr>
          <p:cNvSpPr/>
          <p:nvPr/>
        </p:nvSpPr>
        <p:spPr>
          <a:xfrm>
            <a:off x="9591588" y="2047375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30" name="橢圓 429">
            <a:extLst>
              <a:ext uri="{FF2B5EF4-FFF2-40B4-BE49-F238E27FC236}">
                <a16:creationId xmlns:a16="http://schemas.microsoft.com/office/drawing/2014/main" id="{F3966FC2-00E9-4765-8BDD-A08D448033EA}"/>
              </a:ext>
            </a:extLst>
          </p:cNvPr>
          <p:cNvSpPr/>
          <p:nvPr/>
        </p:nvSpPr>
        <p:spPr>
          <a:xfrm>
            <a:off x="9988192" y="2045331"/>
            <a:ext cx="228347" cy="228347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31" name="橢圓 430">
            <a:extLst>
              <a:ext uri="{FF2B5EF4-FFF2-40B4-BE49-F238E27FC236}">
                <a16:creationId xmlns:a16="http://schemas.microsoft.com/office/drawing/2014/main" id="{52B4E219-350F-43CD-95E3-5E274A1EF972}"/>
              </a:ext>
            </a:extLst>
          </p:cNvPr>
          <p:cNvSpPr/>
          <p:nvPr/>
        </p:nvSpPr>
        <p:spPr>
          <a:xfrm>
            <a:off x="10763479" y="2043574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432" name="直線單箭頭接點 431">
            <a:extLst>
              <a:ext uri="{FF2B5EF4-FFF2-40B4-BE49-F238E27FC236}">
                <a16:creationId xmlns:a16="http://schemas.microsoft.com/office/drawing/2014/main" id="{44A63C57-E6DF-4F4A-8660-5D0E4DCC1016}"/>
              </a:ext>
            </a:extLst>
          </p:cNvPr>
          <p:cNvCxnSpPr>
            <a:cxnSpLocks/>
            <a:stCxn id="426" idx="6"/>
            <a:endCxn id="429" idx="2"/>
          </p:cNvCxnSpPr>
          <p:nvPr/>
        </p:nvCxnSpPr>
        <p:spPr>
          <a:xfrm>
            <a:off x="9424076" y="2161549"/>
            <a:ext cx="167512" cy="0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直線單箭頭接點 432">
            <a:extLst>
              <a:ext uri="{FF2B5EF4-FFF2-40B4-BE49-F238E27FC236}">
                <a16:creationId xmlns:a16="http://schemas.microsoft.com/office/drawing/2014/main" id="{040024C6-8DF8-42E2-AE6A-B93459E98A5D}"/>
              </a:ext>
            </a:extLst>
          </p:cNvPr>
          <p:cNvCxnSpPr>
            <a:cxnSpLocks/>
            <a:stCxn id="429" idx="6"/>
            <a:endCxn id="430" idx="2"/>
          </p:cNvCxnSpPr>
          <p:nvPr/>
        </p:nvCxnSpPr>
        <p:spPr>
          <a:xfrm flipV="1">
            <a:off x="9819935" y="2159505"/>
            <a:ext cx="168257" cy="2044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線單箭頭接點 433">
            <a:extLst>
              <a:ext uri="{FF2B5EF4-FFF2-40B4-BE49-F238E27FC236}">
                <a16:creationId xmlns:a16="http://schemas.microsoft.com/office/drawing/2014/main" id="{C601DAD1-607A-4EE7-92D8-AB8EAC307D67}"/>
              </a:ext>
            </a:extLst>
          </p:cNvPr>
          <p:cNvCxnSpPr>
            <a:cxnSpLocks/>
            <a:stCxn id="430" idx="6"/>
            <a:endCxn id="428" idx="2"/>
          </p:cNvCxnSpPr>
          <p:nvPr/>
        </p:nvCxnSpPr>
        <p:spPr>
          <a:xfrm>
            <a:off x="10216539" y="2159505"/>
            <a:ext cx="165175" cy="0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直線單箭頭接點 434">
            <a:extLst>
              <a:ext uri="{FF2B5EF4-FFF2-40B4-BE49-F238E27FC236}">
                <a16:creationId xmlns:a16="http://schemas.microsoft.com/office/drawing/2014/main" id="{73AB713E-D8CD-4B12-9D69-62C99F4DBC60}"/>
              </a:ext>
            </a:extLst>
          </p:cNvPr>
          <p:cNvCxnSpPr>
            <a:cxnSpLocks/>
            <a:stCxn id="428" idx="6"/>
            <a:endCxn id="431" idx="2"/>
          </p:cNvCxnSpPr>
          <p:nvPr/>
        </p:nvCxnSpPr>
        <p:spPr>
          <a:xfrm flipV="1">
            <a:off x="10610061" y="2157748"/>
            <a:ext cx="153418" cy="1757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文字方塊 435">
            <a:extLst>
              <a:ext uri="{FF2B5EF4-FFF2-40B4-BE49-F238E27FC236}">
                <a16:creationId xmlns:a16="http://schemas.microsoft.com/office/drawing/2014/main" id="{22DBF775-4297-4F56-9DC6-89BA23EBADA2}"/>
              </a:ext>
            </a:extLst>
          </p:cNvPr>
          <p:cNvSpPr txBox="1"/>
          <p:nvPr/>
        </p:nvSpPr>
        <p:spPr>
          <a:xfrm>
            <a:off x="8453908" y="197498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C55A11"/>
                </a:solidFill>
              </a:defRPr>
            </a:lvl1pPr>
          </a:lstStyle>
          <a:p>
            <a:pPr algn="r"/>
            <a:r>
              <a:rPr lang="en-US" altLang="zh-TW" dirty="0"/>
              <a:t>HP2-1</a:t>
            </a:r>
            <a:endParaRPr lang="zh-TW" altLang="en-US" dirty="0"/>
          </a:p>
        </p:txBody>
      </p:sp>
      <p:sp>
        <p:nvSpPr>
          <p:cNvPr id="372" name="橢圓 371">
            <a:extLst>
              <a:ext uri="{FF2B5EF4-FFF2-40B4-BE49-F238E27FC236}">
                <a16:creationId xmlns:a16="http://schemas.microsoft.com/office/drawing/2014/main" id="{FFE2EB10-CB38-4988-99FF-9E09DBA48FE6}"/>
              </a:ext>
            </a:extLst>
          </p:cNvPr>
          <p:cNvSpPr/>
          <p:nvPr/>
        </p:nvSpPr>
        <p:spPr>
          <a:xfrm>
            <a:off x="9195729" y="1523162"/>
            <a:ext cx="228347" cy="22834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374" name="橢圓 373">
            <a:extLst>
              <a:ext uri="{FF2B5EF4-FFF2-40B4-BE49-F238E27FC236}">
                <a16:creationId xmlns:a16="http://schemas.microsoft.com/office/drawing/2014/main" id="{79DEC3A6-0785-45AD-8070-236C7C013131}"/>
              </a:ext>
            </a:extLst>
          </p:cNvPr>
          <p:cNvSpPr/>
          <p:nvPr/>
        </p:nvSpPr>
        <p:spPr>
          <a:xfrm>
            <a:off x="10381714" y="1521117"/>
            <a:ext cx="228347" cy="22834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376" name="橢圓 375">
            <a:extLst>
              <a:ext uri="{FF2B5EF4-FFF2-40B4-BE49-F238E27FC236}">
                <a16:creationId xmlns:a16="http://schemas.microsoft.com/office/drawing/2014/main" id="{CDAF0518-B18C-4D31-91AD-0E83F1DBE1CD}"/>
              </a:ext>
            </a:extLst>
          </p:cNvPr>
          <p:cNvSpPr/>
          <p:nvPr/>
        </p:nvSpPr>
        <p:spPr>
          <a:xfrm>
            <a:off x="9591588" y="1523162"/>
            <a:ext cx="228347" cy="22834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 dirty="0"/>
          </a:p>
        </p:txBody>
      </p:sp>
      <p:sp>
        <p:nvSpPr>
          <p:cNvPr id="378" name="橢圓 377">
            <a:extLst>
              <a:ext uri="{FF2B5EF4-FFF2-40B4-BE49-F238E27FC236}">
                <a16:creationId xmlns:a16="http://schemas.microsoft.com/office/drawing/2014/main" id="{14931517-FCD6-4FC6-AD4B-C205352692F4}"/>
              </a:ext>
            </a:extLst>
          </p:cNvPr>
          <p:cNvSpPr/>
          <p:nvPr/>
        </p:nvSpPr>
        <p:spPr>
          <a:xfrm>
            <a:off x="9988192" y="1521117"/>
            <a:ext cx="228347" cy="22834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</a:t>
            </a:r>
            <a:endParaRPr lang="zh-TW" altLang="en-US" dirty="0"/>
          </a:p>
        </p:txBody>
      </p:sp>
      <p:sp>
        <p:nvSpPr>
          <p:cNvPr id="380" name="橢圓 379">
            <a:extLst>
              <a:ext uri="{FF2B5EF4-FFF2-40B4-BE49-F238E27FC236}">
                <a16:creationId xmlns:a16="http://schemas.microsoft.com/office/drawing/2014/main" id="{344FFD73-65ED-43B7-9752-3A0C6C4578BE}"/>
              </a:ext>
            </a:extLst>
          </p:cNvPr>
          <p:cNvSpPr/>
          <p:nvPr/>
        </p:nvSpPr>
        <p:spPr>
          <a:xfrm>
            <a:off x="10763479" y="1519360"/>
            <a:ext cx="228347" cy="228347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>
                    <a:lumMod val="75000"/>
                  </a:schemeClr>
                </a:solidFill>
              </a:rPr>
              <a:t>A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08" name="直線單箭頭接點 407">
            <a:extLst>
              <a:ext uri="{FF2B5EF4-FFF2-40B4-BE49-F238E27FC236}">
                <a16:creationId xmlns:a16="http://schemas.microsoft.com/office/drawing/2014/main" id="{1F578C4E-7884-4E8F-AD92-3EDD864B94D1}"/>
              </a:ext>
            </a:extLst>
          </p:cNvPr>
          <p:cNvCxnSpPr>
            <a:cxnSpLocks/>
            <a:stCxn id="372" idx="6"/>
            <a:endCxn id="376" idx="2"/>
          </p:cNvCxnSpPr>
          <p:nvPr/>
        </p:nvCxnSpPr>
        <p:spPr>
          <a:xfrm>
            <a:off x="9424076" y="1637336"/>
            <a:ext cx="167512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直線單箭頭接點 410">
            <a:extLst>
              <a:ext uri="{FF2B5EF4-FFF2-40B4-BE49-F238E27FC236}">
                <a16:creationId xmlns:a16="http://schemas.microsoft.com/office/drawing/2014/main" id="{087D9A52-FD87-472C-AB4C-3CD2BE96BD20}"/>
              </a:ext>
            </a:extLst>
          </p:cNvPr>
          <p:cNvCxnSpPr>
            <a:cxnSpLocks/>
            <a:stCxn id="376" idx="6"/>
            <a:endCxn id="378" idx="2"/>
          </p:cNvCxnSpPr>
          <p:nvPr/>
        </p:nvCxnSpPr>
        <p:spPr>
          <a:xfrm flipV="1">
            <a:off x="9819935" y="1635291"/>
            <a:ext cx="168257" cy="2045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直線單箭頭接點 411">
            <a:extLst>
              <a:ext uri="{FF2B5EF4-FFF2-40B4-BE49-F238E27FC236}">
                <a16:creationId xmlns:a16="http://schemas.microsoft.com/office/drawing/2014/main" id="{B90BC227-6692-4DF5-8FDB-80045985B9D4}"/>
              </a:ext>
            </a:extLst>
          </p:cNvPr>
          <p:cNvCxnSpPr>
            <a:cxnSpLocks/>
            <a:stCxn id="378" idx="6"/>
            <a:endCxn id="374" idx="2"/>
          </p:cNvCxnSpPr>
          <p:nvPr/>
        </p:nvCxnSpPr>
        <p:spPr>
          <a:xfrm>
            <a:off x="10216539" y="1635291"/>
            <a:ext cx="165175" cy="0"/>
          </a:xfrm>
          <a:prstGeom prst="straightConnector1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文字方塊 436">
            <a:extLst>
              <a:ext uri="{FF2B5EF4-FFF2-40B4-BE49-F238E27FC236}">
                <a16:creationId xmlns:a16="http://schemas.microsoft.com/office/drawing/2014/main" id="{37F152F3-61E5-43B5-B830-8073AD02053B}"/>
              </a:ext>
            </a:extLst>
          </p:cNvPr>
          <p:cNvSpPr txBox="1"/>
          <p:nvPr/>
        </p:nvSpPr>
        <p:spPr>
          <a:xfrm>
            <a:off x="8641459" y="14507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8FAADC"/>
                </a:solidFill>
              </a:defRPr>
            </a:lvl1pPr>
          </a:lstStyle>
          <a:p>
            <a:pPr algn="r"/>
            <a:r>
              <a:rPr lang="en-US" altLang="zh-TW" dirty="0"/>
              <a:t>HP1</a:t>
            </a:r>
            <a:endParaRPr lang="zh-TW" altLang="en-US" dirty="0"/>
          </a:p>
        </p:txBody>
      </p:sp>
      <p:sp>
        <p:nvSpPr>
          <p:cNvPr id="373" name="橢圓 372">
            <a:extLst>
              <a:ext uri="{FF2B5EF4-FFF2-40B4-BE49-F238E27FC236}">
                <a16:creationId xmlns:a16="http://schemas.microsoft.com/office/drawing/2014/main" id="{26246EAB-8AF2-43E9-BC95-21C1F2F0524D}"/>
              </a:ext>
            </a:extLst>
          </p:cNvPr>
          <p:cNvSpPr/>
          <p:nvPr/>
        </p:nvSpPr>
        <p:spPr>
          <a:xfrm>
            <a:off x="9195729" y="1785268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75" name="橢圓 374">
            <a:extLst>
              <a:ext uri="{FF2B5EF4-FFF2-40B4-BE49-F238E27FC236}">
                <a16:creationId xmlns:a16="http://schemas.microsoft.com/office/drawing/2014/main" id="{AD3F835F-C111-49C0-AF68-67E1A3C5CB54}"/>
              </a:ext>
            </a:extLst>
          </p:cNvPr>
          <p:cNvSpPr/>
          <p:nvPr/>
        </p:nvSpPr>
        <p:spPr>
          <a:xfrm>
            <a:off x="10381714" y="1783224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77" name="橢圓 376">
            <a:extLst>
              <a:ext uri="{FF2B5EF4-FFF2-40B4-BE49-F238E27FC236}">
                <a16:creationId xmlns:a16="http://schemas.microsoft.com/office/drawing/2014/main" id="{D4D6E44D-A6A2-4E9F-8336-2F9EEEAD2ABC}"/>
              </a:ext>
            </a:extLst>
          </p:cNvPr>
          <p:cNvSpPr/>
          <p:nvPr/>
        </p:nvSpPr>
        <p:spPr>
          <a:xfrm>
            <a:off x="9591588" y="1785268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79" name="橢圓 378">
            <a:extLst>
              <a:ext uri="{FF2B5EF4-FFF2-40B4-BE49-F238E27FC236}">
                <a16:creationId xmlns:a16="http://schemas.microsoft.com/office/drawing/2014/main" id="{3FAD083B-0A5C-4A9C-8320-85159FE9E465}"/>
              </a:ext>
            </a:extLst>
          </p:cNvPr>
          <p:cNvSpPr/>
          <p:nvPr/>
        </p:nvSpPr>
        <p:spPr>
          <a:xfrm>
            <a:off x="9988192" y="1783224"/>
            <a:ext cx="228347" cy="228347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G</a:t>
            </a:r>
            <a:endParaRPr lang="zh-TW" altLang="en-US" dirty="0"/>
          </a:p>
        </p:txBody>
      </p:sp>
      <p:sp>
        <p:nvSpPr>
          <p:cNvPr id="381" name="橢圓 380">
            <a:extLst>
              <a:ext uri="{FF2B5EF4-FFF2-40B4-BE49-F238E27FC236}">
                <a16:creationId xmlns:a16="http://schemas.microsoft.com/office/drawing/2014/main" id="{F08F6514-72D7-458C-B55A-618A7155D0C2}"/>
              </a:ext>
            </a:extLst>
          </p:cNvPr>
          <p:cNvSpPr/>
          <p:nvPr/>
        </p:nvSpPr>
        <p:spPr>
          <a:xfrm>
            <a:off x="10763479" y="1781467"/>
            <a:ext cx="228347" cy="228347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394" name="直線單箭頭接點 393">
            <a:extLst>
              <a:ext uri="{FF2B5EF4-FFF2-40B4-BE49-F238E27FC236}">
                <a16:creationId xmlns:a16="http://schemas.microsoft.com/office/drawing/2014/main" id="{97AED7E7-372D-48CF-BFDF-025B8C923057}"/>
              </a:ext>
            </a:extLst>
          </p:cNvPr>
          <p:cNvCxnSpPr>
            <a:cxnSpLocks/>
            <a:stCxn id="373" idx="6"/>
            <a:endCxn id="377" idx="2"/>
          </p:cNvCxnSpPr>
          <p:nvPr/>
        </p:nvCxnSpPr>
        <p:spPr>
          <a:xfrm>
            <a:off x="9424076" y="1899442"/>
            <a:ext cx="167512" cy="0"/>
          </a:xfrm>
          <a:prstGeom prst="straightConnector1">
            <a:avLst/>
          </a:prstGeom>
          <a:ln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線單箭頭接點 404">
            <a:extLst>
              <a:ext uri="{FF2B5EF4-FFF2-40B4-BE49-F238E27FC236}">
                <a16:creationId xmlns:a16="http://schemas.microsoft.com/office/drawing/2014/main" id="{14F3B2FE-45B2-4BE0-ACC9-22B80D075C9D}"/>
              </a:ext>
            </a:extLst>
          </p:cNvPr>
          <p:cNvCxnSpPr>
            <a:cxnSpLocks/>
            <a:stCxn id="377" idx="6"/>
            <a:endCxn id="379" idx="2"/>
          </p:cNvCxnSpPr>
          <p:nvPr/>
        </p:nvCxnSpPr>
        <p:spPr>
          <a:xfrm flipV="1">
            <a:off x="9819935" y="1897398"/>
            <a:ext cx="168257" cy="2044"/>
          </a:xfrm>
          <a:prstGeom prst="straightConnector1">
            <a:avLst/>
          </a:prstGeom>
          <a:ln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線單箭頭接點 405">
            <a:extLst>
              <a:ext uri="{FF2B5EF4-FFF2-40B4-BE49-F238E27FC236}">
                <a16:creationId xmlns:a16="http://schemas.microsoft.com/office/drawing/2014/main" id="{B6D47726-0A78-43FD-9183-1D2EEDD755F0}"/>
              </a:ext>
            </a:extLst>
          </p:cNvPr>
          <p:cNvCxnSpPr>
            <a:cxnSpLocks/>
            <a:stCxn id="379" idx="6"/>
            <a:endCxn id="375" idx="2"/>
          </p:cNvCxnSpPr>
          <p:nvPr/>
        </p:nvCxnSpPr>
        <p:spPr>
          <a:xfrm>
            <a:off x="10216539" y="1897398"/>
            <a:ext cx="165175" cy="0"/>
          </a:xfrm>
          <a:prstGeom prst="straightConnector1">
            <a:avLst/>
          </a:prstGeom>
          <a:ln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直線單箭頭接點 406">
            <a:extLst>
              <a:ext uri="{FF2B5EF4-FFF2-40B4-BE49-F238E27FC236}">
                <a16:creationId xmlns:a16="http://schemas.microsoft.com/office/drawing/2014/main" id="{D6CB028C-DCB4-474D-BB84-769FB0DAE093}"/>
              </a:ext>
            </a:extLst>
          </p:cNvPr>
          <p:cNvCxnSpPr>
            <a:cxnSpLocks/>
            <a:stCxn id="375" idx="6"/>
            <a:endCxn id="381" idx="2"/>
          </p:cNvCxnSpPr>
          <p:nvPr/>
        </p:nvCxnSpPr>
        <p:spPr>
          <a:xfrm flipV="1">
            <a:off x="10610061" y="1895641"/>
            <a:ext cx="153418" cy="1757"/>
          </a:xfrm>
          <a:prstGeom prst="straightConnector1">
            <a:avLst/>
          </a:prstGeom>
          <a:ln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文字方塊 437">
            <a:extLst>
              <a:ext uri="{FF2B5EF4-FFF2-40B4-BE49-F238E27FC236}">
                <a16:creationId xmlns:a16="http://schemas.microsoft.com/office/drawing/2014/main" id="{D2765C0B-A57E-4031-8FEB-1232AC044DAF}"/>
              </a:ext>
            </a:extLst>
          </p:cNvPr>
          <p:cNvSpPr txBox="1"/>
          <p:nvPr/>
        </p:nvSpPr>
        <p:spPr>
          <a:xfrm>
            <a:off x="8641459" y="17128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2F5597"/>
                </a:solidFill>
              </a:defRPr>
            </a:lvl1pPr>
          </a:lstStyle>
          <a:p>
            <a:pPr algn="r"/>
            <a:r>
              <a:rPr lang="en-US" altLang="zh-TW" dirty="0"/>
              <a:t>HP2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5A43F20B-44B0-42D8-BDD6-7F931CB36653}"/>
              </a:ext>
            </a:extLst>
          </p:cNvPr>
          <p:cNvSpPr txBox="1"/>
          <p:nvPr/>
        </p:nvSpPr>
        <p:spPr>
          <a:xfrm>
            <a:off x="122723" y="5232093"/>
            <a:ext cx="762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449" name="文字方塊 448">
            <a:extLst>
              <a:ext uri="{FF2B5EF4-FFF2-40B4-BE49-F238E27FC236}">
                <a16:creationId xmlns:a16="http://schemas.microsoft.com/office/drawing/2014/main" id="{D69B0E5A-CB13-4AB3-B050-8A2A90308F47}"/>
              </a:ext>
            </a:extLst>
          </p:cNvPr>
          <p:cNvSpPr txBox="1"/>
          <p:nvPr/>
        </p:nvSpPr>
        <p:spPr>
          <a:xfrm>
            <a:off x="122723" y="2702140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>
                <a:solidFill>
                  <a:schemeClr val="tx1"/>
                </a:solidFill>
              </a:rPr>
              <a:t>Phasing</a:t>
            </a:r>
            <a:endParaRPr lang="zh-TW" altLang="en-US" dirty="0"/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D4FDD5B2-6E5D-4C57-B92D-7853AD8527C3}"/>
              </a:ext>
            </a:extLst>
          </p:cNvPr>
          <p:cNvGrpSpPr/>
          <p:nvPr/>
        </p:nvGrpSpPr>
        <p:grpSpPr>
          <a:xfrm>
            <a:off x="414115" y="3175683"/>
            <a:ext cx="1025949" cy="3112700"/>
            <a:chOff x="414115" y="3175683"/>
            <a:chExt cx="1025949" cy="3112700"/>
          </a:xfrm>
        </p:grpSpPr>
        <p:grpSp>
          <p:nvGrpSpPr>
            <p:cNvPr id="167" name="群組 166">
              <a:extLst>
                <a:ext uri="{FF2B5EF4-FFF2-40B4-BE49-F238E27FC236}">
                  <a16:creationId xmlns:a16="http://schemas.microsoft.com/office/drawing/2014/main" id="{B67EF505-B0D3-4BBD-A10A-46D623FBE214}"/>
                </a:ext>
              </a:extLst>
            </p:cNvPr>
            <p:cNvGrpSpPr/>
            <p:nvPr/>
          </p:nvGrpSpPr>
          <p:grpSpPr>
            <a:xfrm>
              <a:off x="414115" y="3175683"/>
              <a:ext cx="1025949" cy="826288"/>
              <a:chOff x="676583" y="3175683"/>
              <a:chExt cx="1025949" cy="826288"/>
            </a:xfrm>
          </p:grpSpPr>
          <p:sp>
            <p:nvSpPr>
              <p:cNvPr id="313" name="橢圓 312">
                <a:extLst>
                  <a:ext uri="{FF2B5EF4-FFF2-40B4-BE49-F238E27FC236}">
                    <a16:creationId xmlns:a16="http://schemas.microsoft.com/office/drawing/2014/main" id="{C94DA085-D49F-4BFE-BD55-315125309DBA}"/>
                  </a:ext>
                </a:extLst>
              </p:cNvPr>
              <p:cNvSpPr/>
              <p:nvPr/>
            </p:nvSpPr>
            <p:spPr>
              <a:xfrm>
                <a:off x="1438942" y="3228554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314" name="橢圓 313">
                <a:extLst>
                  <a:ext uri="{FF2B5EF4-FFF2-40B4-BE49-F238E27FC236}">
                    <a16:creationId xmlns:a16="http://schemas.microsoft.com/office/drawing/2014/main" id="{A07B6B85-FB8A-40F6-B51D-A49B8A3C41EB}"/>
                  </a:ext>
                </a:extLst>
              </p:cNvPr>
              <p:cNvSpPr/>
              <p:nvPr/>
            </p:nvSpPr>
            <p:spPr>
              <a:xfrm>
                <a:off x="1438942" y="3685510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98" name="直線單箭頭接點 697">
                <a:extLst>
                  <a:ext uri="{FF2B5EF4-FFF2-40B4-BE49-F238E27FC236}">
                    <a16:creationId xmlns:a16="http://schemas.microsoft.com/office/drawing/2014/main" id="{2C8BB581-E3A6-4E1C-8561-9D688FADDA74}"/>
                  </a:ext>
                </a:extLst>
              </p:cNvPr>
              <p:cNvCxnSpPr>
                <a:cxnSpLocks/>
                <a:stCxn id="700" idx="3"/>
                <a:endCxn id="313" idx="2"/>
              </p:cNvCxnSpPr>
              <p:nvPr/>
            </p:nvCxnSpPr>
            <p:spPr>
              <a:xfrm>
                <a:off x="1241161" y="3360349"/>
                <a:ext cx="197781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0" name="文字方塊 699">
                <a:extLst>
                  <a:ext uri="{FF2B5EF4-FFF2-40B4-BE49-F238E27FC236}">
                    <a16:creationId xmlns:a16="http://schemas.microsoft.com/office/drawing/2014/main" id="{391BE026-44C5-454B-A3E1-82EDC05FF5EE}"/>
                  </a:ext>
                </a:extLst>
              </p:cNvPr>
              <p:cNvSpPr txBox="1"/>
              <p:nvPr/>
            </p:nvSpPr>
            <p:spPr>
              <a:xfrm>
                <a:off x="676583" y="3175683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702" name="文字方塊 701">
                <a:extLst>
                  <a:ext uri="{FF2B5EF4-FFF2-40B4-BE49-F238E27FC236}">
                    <a16:creationId xmlns:a16="http://schemas.microsoft.com/office/drawing/2014/main" id="{E0EDA9DF-5C80-44F6-B819-5D389CFF3112}"/>
                  </a:ext>
                </a:extLst>
              </p:cNvPr>
              <p:cNvSpPr txBox="1"/>
              <p:nvPr/>
            </p:nvSpPr>
            <p:spPr>
              <a:xfrm>
                <a:off x="676583" y="363263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cxnSp>
            <p:nvCxnSpPr>
              <p:cNvPr id="704" name="直線單箭頭接點 703">
                <a:extLst>
                  <a:ext uri="{FF2B5EF4-FFF2-40B4-BE49-F238E27FC236}">
                    <a16:creationId xmlns:a16="http://schemas.microsoft.com/office/drawing/2014/main" id="{70E580B1-7907-4B15-9FE7-80DA329CD01F}"/>
                  </a:ext>
                </a:extLst>
              </p:cNvPr>
              <p:cNvCxnSpPr>
                <a:cxnSpLocks/>
                <a:stCxn id="702" idx="3"/>
                <a:endCxn id="314" idx="2"/>
              </p:cNvCxnSpPr>
              <p:nvPr/>
            </p:nvCxnSpPr>
            <p:spPr>
              <a:xfrm>
                <a:off x="1241161" y="3817305"/>
                <a:ext cx="197781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33717019-B5C6-4F57-8A6E-81294726DEAB}"/>
                </a:ext>
              </a:extLst>
            </p:cNvPr>
            <p:cNvGrpSpPr/>
            <p:nvPr/>
          </p:nvGrpSpPr>
          <p:grpSpPr>
            <a:xfrm>
              <a:off x="467201" y="5656944"/>
              <a:ext cx="851197" cy="631439"/>
              <a:chOff x="467201" y="5656944"/>
              <a:chExt cx="851197" cy="631439"/>
            </a:xfrm>
          </p:grpSpPr>
          <p:sp>
            <p:nvSpPr>
              <p:cNvPr id="795" name="橢圓 794">
                <a:extLst>
                  <a:ext uri="{FF2B5EF4-FFF2-40B4-BE49-F238E27FC236}">
                    <a16:creationId xmlns:a16="http://schemas.microsoft.com/office/drawing/2014/main" id="{DCDF14C5-32A7-405E-8582-AEB410652DB8}"/>
                  </a:ext>
                </a:extLst>
              </p:cNvPr>
              <p:cNvSpPr/>
              <p:nvPr/>
            </p:nvSpPr>
            <p:spPr>
              <a:xfrm>
                <a:off x="1090051" y="5729338"/>
                <a:ext cx="228347" cy="228347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798" name="文字方塊 797">
                <a:extLst>
                  <a:ext uri="{FF2B5EF4-FFF2-40B4-BE49-F238E27FC236}">
                    <a16:creationId xmlns:a16="http://schemas.microsoft.com/office/drawing/2014/main" id="{CF08A317-0713-4284-8A09-1E653B2855FE}"/>
                  </a:ext>
                </a:extLst>
              </p:cNvPr>
              <p:cNvSpPr txBox="1"/>
              <p:nvPr/>
            </p:nvSpPr>
            <p:spPr>
              <a:xfrm>
                <a:off x="467201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799" name="橢圓 798">
                <a:extLst>
                  <a:ext uri="{FF2B5EF4-FFF2-40B4-BE49-F238E27FC236}">
                    <a16:creationId xmlns:a16="http://schemas.microsoft.com/office/drawing/2014/main" id="{2B5A2E65-F320-4038-ABD0-629F2E3F1B37}"/>
                  </a:ext>
                </a:extLst>
              </p:cNvPr>
              <p:cNvSpPr/>
              <p:nvPr/>
            </p:nvSpPr>
            <p:spPr>
              <a:xfrm>
                <a:off x="1090051" y="5991444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02" name="文字方塊 801">
                <a:extLst>
                  <a:ext uri="{FF2B5EF4-FFF2-40B4-BE49-F238E27FC236}">
                    <a16:creationId xmlns:a16="http://schemas.microsoft.com/office/drawing/2014/main" id="{570636FF-6B72-4D04-A3E4-C60904B4E81A}"/>
                  </a:ext>
                </a:extLst>
              </p:cNvPr>
              <p:cNvSpPr txBox="1"/>
              <p:nvPr/>
            </p:nvSpPr>
            <p:spPr>
              <a:xfrm>
                <a:off x="467201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</p:grpSp>
      <p:cxnSp>
        <p:nvCxnSpPr>
          <p:cNvPr id="131" name="直線單箭頭接點 130">
            <a:extLst>
              <a:ext uri="{FF2B5EF4-FFF2-40B4-BE49-F238E27FC236}">
                <a16:creationId xmlns:a16="http://schemas.microsoft.com/office/drawing/2014/main" id="{7EB2FEFA-E92D-45A9-BC54-AB9E55B8AF70}"/>
              </a:ext>
            </a:extLst>
          </p:cNvPr>
          <p:cNvCxnSpPr>
            <a:cxnSpLocks/>
          </p:cNvCxnSpPr>
          <p:nvPr/>
        </p:nvCxnSpPr>
        <p:spPr>
          <a:xfrm flipH="1">
            <a:off x="1455415" y="2317964"/>
            <a:ext cx="3250358" cy="8577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3" name="直線單箭頭接點 802">
            <a:extLst>
              <a:ext uri="{FF2B5EF4-FFF2-40B4-BE49-F238E27FC236}">
                <a16:creationId xmlns:a16="http://schemas.microsoft.com/office/drawing/2014/main" id="{CE3C04A3-CE15-42EA-9461-75A4925B1645}"/>
              </a:ext>
            </a:extLst>
          </p:cNvPr>
          <p:cNvCxnSpPr>
            <a:cxnSpLocks/>
            <a:stCxn id="756" idx="1"/>
          </p:cNvCxnSpPr>
          <p:nvPr/>
        </p:nvCxnSpPr>
        <p:spPr>
          <a:xfrm flipH="1">
            <a:off x="2651551" y="2498529"/>
            <a:ext cx="2560895" cy="72683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4" name="直線單箭頭接點 803">
            <a:extLst>
              <a:ext uri="{FF2B5EF4-FFF2-40B4-BE49-F238E27FC236}">
                <a16:creationId xmlns:a16="http://schemas.microsoft.com/office/drawing/2014/main" id="{0704FD74-E6DF-4A81-BD4D-B1F3867CD64C}"/>
              </a:ext>
            </a:extLst>
          </p:cNvPr>
          <p:cNvCxnSpPr>
            <a:cxnSpLocks/>
          </p:cNvCxnSpPr>
          <p:nvPr/>
        </p:nvCxnSpPr>
        <p:spPr>
          <a:xfrm flipH="1">
            <a:off x="4783951" y="2631195"/>
            <a:ext cx="862677" cy="5916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5" name="直線單箭頭接點 804">
            <a:extLst>
              <a:ext uri="{FF2B5EF4-FFF2-40B4-BE49-F238E27FC236}">
                <a16:creationId xmlns:a16="http://schemas.microsoft.com/office/drawing/2014/main" id="{12AB7016-8666-4C61-853D-D22BC115117C}"/>
              </a:ext>
            </a:extLst>
          </p:cNvPr>
          <p:cNvCxnSpPr>
            <a:cxnSpLocks/>
          </p:cNvCxnSpPr>
          <p:nvPr/>
        </p:nvCxnSpPr>
        <p:spPr>
          <a:xfrm>
            <a:off x="6322248" y="2457217"/>
            <a:ext cx="428999" cy="72510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直線單箭頭接點 805">
            <a:extLst>
              <a:ext uri="{FF2B5EF4-FFF2-40B4-BE49-F238E27FC236}">
                <a16:creationId xmlns:a16="http://schemas.microsoft.com/office/drawing/2014/main" id="{EBD42A7E-20C0-4D81-80B4-977196000CF3}"/>
              </a:ext>
            </a:extLst>
          </p:cNvPr>
          <p:cNvCxnSpPr>
            <a:cxnSpLocks/>
          </p:cNvCxnSpPr>
          <p:nvPr/>
        </p:nvCxnSpPr>
        <p:spPr>
          <a:xfrm>
            <a:off x="6834589" y="2379379"/>
            <a:ext cx="2014136" cy="5352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161FFBEC-54FE-43AE-AF9D-E324127209F8}"/>
              </a:ext>
            </a:extLst>
          </p:cNvPr>
          <p:cNvGrpSpPr/>
          <p:nvPr/>
        </p:nvGrpSpPr>
        <p:grpSpPr>
          <a:xfrm>
            <a:off x="1736990" y="3138263"/>
            <a:ext cx="1573516" cy="3150120"/>
            <a:chOff x="1719478" y="3138263"/>
            <a:chExt cx="1573516" cy="3150120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0C6A0354-5954-401B-B534-D9C67335A62E}"/>
                </a:ext>
              </a:extLst>
            </p:cNvPr>
            <p:cNvGrpSpPr/>
            <p:nvPr/>
          </p:nvGrpSpPr>
          <p:grpSpPr>
            <a:xfrm>
              <a:off x="1719478" y="5656944"/>
              <a:ext cx="878745" cy="631439"/>
              <a:chOff x="1719478" y="5656944"/>
              <a:chExt cx="878745" cy="631439"/>
            </a:xfrm>
          </p:grpSpPr>
          <p:sp>
            <p:nvSpPr>
              <p:cNvPr id="783" name="橢圓 782">
                <a:extLst>
                  <a:ext uri="{FF2B5EF4-FFF2-40B4-BE49-F238E27FC236}">
                    <a16:creationId xmlns:a16="http://schemas.microsoft.com/office/drawing/2014/main" id="{F9B514E8-0E68-47C0-87F7-0BC4F97BE599}"/>
                  </a:ext>
                </a:extLst>
              </p:cNvPr>
              <p:cNvSpPr/>
              <p:nvPr/>
            </p:nvSpPr>
            <p:spPr>
              <a:xfrm>
                <a:off x="2369876" y="5729338"/>
                <a:ext cx="228347" cy="228347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787" name="文字方塊 786">
                <a:extLst>
                  <a:ext uri="{FF2B5EF4-FFF2-40B4-BE49-F238E27FC236}">
                    <a16:creationId xmlns:a16="http://schemas.microsoft.com/office/drawing/2014/main" id="{CBECD76F-B32C-4548-AD2D-0F2EFD2781E5}"/>
                  </a:ext>
                </a:extLst>
              </p:cNvPr>
              <p:cNvSpPr txBox="1"/>
              <p:nvPr/>
            </p:nvSpPr>
            <p:spPr>
              <a:xfrm>
                <a:off x="1719478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789" name="橢圓 788">
                <a:extLst>
                  <a:ext uri="{FF2B5EF4-FFF2-40B4-BE49-F238E27FC236}">
                    <a16:creationId xmlns:a16="http://schemas.microsoft.com/office/drawing/2014/main" id="{88636A11-5EF4-4EBA-BDA5-7B7ABDFC24F6}"/>
                  </a:ext>
                </a:extLst>
              </p:cNvPr>
              <p:cNvSpPr/>
              <p:nvPr/>
            </p:nvSpPr>
            <p:spPr>
              <a:xfrm>
                <a:off x="2369876" y="5991444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C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93" name="文字方塊 792">
                <a:extLst>
                  <a:ext uri="{FF2B5EF4-FFF2-40B4-BE49-F238E27FC236}">
                    <a16:creationId xmlns:a16="http://schemas.microsoft.com/office/drawing/2014/main" id="{1BB9366E-220B-4246-99EB-583E4F8FD269}"/>
                  </a:ext>
                </a:extLst>
              </p:cNvPr>
              <p:cNvSpPr txBox="1"/>
              <p:nvPr/>
            </p:nvSpPr>
            <p:spPr>
              <a:xfrm>
                <a:off x="1719478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  <p:grpSp>
          <p:nvGrpSpPr>
            <p:cNvPr id="159" name="群組 158">
              <a:extLst>
                <a:ext uri="{FF2B5EF4-FFF2-40B4-BE49-F238E27FC236}">
                  <a16:creationId xmlns:a16="http://schemas.microsoft.com/office/drawing/2014/main" id="{93B8AC39-8224-4C84-90DF-0BD6BBC20391}"/>
                </a:ext>
              </a:extLst>
            </p:cNvPr>
            <p:cNvGrpSpPr/>
            <p:nvPr/>
          </p:nvGrpSpPr>
          <p:grpSpPr>
            <a:xfrm>
              <a:off x="1912920" y="3138263"/>
              <a:ext cx="1380074" cy="1858304"/>
              <a:chOff x="2841742" y="3138263"/>
              <a:chExt cx="1380074" cy="1858304"/>
            </a:xfrm>
          </p:grpSpPr>
          <p:sp>
            <p:nvSpPr>
              <p:cNvPr id="384" name="文字方塊 383">
                <a:extLst>
                  <a:ext uri="{FF2B5EF4-FFF2-40B4-BE49-F238E27FC236}">
                    <a16:creationId xmlns:a16="http://schemas.microsoft.com/office/drawing/2014/main" id="{EDC05C9E-899D-406D-B234-4765DC1F85C3}"/>
                  </a:ext>
                </a:extLst>
              </p:cNvPr>
              <p:cNvSpPr txBox="1"/>
              <p:nvPr/>
            </p:nvSpPr>
            <p:spPr>
              <a:xfrm>
                <a:off x="3030754" y="313826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385" name="文字方塊 384">
                <a:extLst>
                  <a:ext uri="{FF2B5EF4-FFF2-40B4-BE49-F238E27FC236}">
                    <a16:creationId xmlns:a16="http://schemas.microsoft.com/office/drawing/2014/main" id="{008B0230-42A6-426D-B91D-61AEEC631D72}"/>
                  </a:ext>
                </a:extLst>
              </p:cNvPr>
              <p:cNvSpPr txBox="1"/>
              <p:nvPr/>
            </p:nvSpPr>
            <p:spPr>
              <a:xfrm>
                <a:off x="3030754" y="3593368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3</a:t>
                </a:r>
                <a:endParaRPr lang="zh-TW" altLang="en-US" dirty="0"/>
              </a:p>
            </p:txBody>
          </p:sp>
          <p:sp>
            <p:nvSpPr>
              <p:cNvPr id="359" name="橢圓 358">
                <a:extLst>
                  <a:ext uri="{FF2B5EF4-FFF2-40B4-BE49-F238E27FC236}">
                    <a16:creationId xmlns:a16="http://schemas.microsoft.com/office/drawing/2014/main" id="{D1EF539F-6D75-44B3-B9A4-24F41458EF05}"/>
                  </a:ext>
                </a:extLst>
              </p:cNvPr>
              <p:cNvSpPr/>
              <p:nvPr/>
            </p:nvSpPr>
            <p:spPr>
              <a:xfrm>
                <a:off x="2841742" y="323112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360" name="橢圓 359">
                <a:extLst>
                  <a:ext uri="{FF2B5EF4-FFF2-40B4-BE49-F238E27FC236}">
                    <a16:creationId xmlns:a16="http://schemas.microsoft.com/office/drawing/2014/main" id="{DDC6B3FC-93EF-435A-9039-A6176B493EB6}"/>
                  </a:ext>
                </a:extLst>
              </p:cNvPr>
              <p:cNvSpPr/>
              <p:nvPr/>
            </p:nvSpPr>
            <p:spPr>
              <a:xfrm>
                <a:off x="2841742" y="368807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8B04C911-6732-4385-BB85-19933928AA1A}"/>
                  </a:ext>
                </a:extLst>
              </p:cNvPr>
              <p:cNvSpPr/>
              <p:nvPr/>
            </p:nvSpPr>
            <p:spPr>
              <a:xfrm>
                <a:off x="3298698" y="323112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364" name="橢圓 363">
                <a:extLst>
                  <a:ext uri="{FF2B5EF4-FFF2-40B4-BE49-F238E27FC236}">
                    <a16:creationId xmlns:a16="http://schemas.microsoft.com/office/drawing/2014/main" id="{87A49453-C843-4472-96CA-B3F164DFE21B}"/>
                  </a:ext>
                </a:extLst>
              </p:cNvPr>
              <p:cNvSpPr/>
              <p:nvPr/>
            </p:nvSpPr>
            <p:spPr>
              <a:xfrm>
                <a:off x="3298698" y="368807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C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67" name="直線單箭頭接點 366">
                <a:extLst>
                  <a:ext uri="{FF2B5EF4-FFF2-40B4-BE49-F238E27FC236}">
                    <a16:creationId xmlns:a16="http://schemas.microsoft.com/office/drawing/2014/main" id="{E82B4DEC-C4A6-4781-82D9-C7A62ED5DF77}"/>
                  </a:ext>
                </a:extLst>
              </p:cNvPr>
              <p:cNvCxnSpPr>
                <a:stCxn id="359" idx="6"/>
                <a:endCxn id="363" idx="2"/>
              </p:cNvCxnSpPr>
              <p:nvPr/>
            </p:nvCxnSpPr>
            <p:spPr>
              <a:xfrm>
                <a:off x="3105332" y="3362916"/>
                <a:ext cx="193366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線單箭頭接點 369">
                <a:extLst>
                  <a:ext uri="{FF2B5EF4-FFF2-40B4-BE49-F238E27FC236}">
                    <a16:creationId xmlns:a16="http://schemas.microsoft.com/office/drawing/2014/main" id="{0F67D40B-A590-4EE8-8287-821843D6CBCE}"/>
                  </a:ext>
                </a:extLst>
              </p:cNvPr>
              <p:cNvCxnSpPr>
                <a:cxnSpLocks/>
                <a:stCxn id="360" idx="6"/>
                <a:endCxn id="364" idx="2"/>
              </p:cNvCxnSpPr>
              <p:nvPr/>
            </p:nvCxnSpPr>
            <p:spPr>
              <a:xfrm>
                <a:off x="3105332" y="3819872"/>
                <a:ext cx="193366" cy="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2" name="文字方塊 401">
                <a:extLst>
                  <a:ext uri="{FF2B5EF4-FFF2-40B4-BE49-F238E27FC236}">
                    <a16:creationId xmlns:a16="http://schemas.microsoft.com/office/drawing/2014/main" id="{67CE85BA-6DB1-413E-AC95-D50DDFAF2A34}"/>
                  </a:ext>
                </a:extLst>
              </p:cNvPr>
              <p:cNvSpPr txBox="1"/>
              <p:nvPr/>
            </p:nvSpPr>
            <p:spPr>
              <a:xfrm>
                <a:off x="3030754" y="458451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401" name="文字方塊 400">
                <a:extLst>
                  <a:ext uri="{FF2B5EF4-FFF2-40B4-BE49-F238E27FC236}">
                    <a16:creationId xmlns:a16="http://schemas.microsoft.com/office/drawing/2014/main" id="{F5A2762D-43CA-4F38-AF57-5B9823B5BFE1}"/>
                  </a:ext>
                </a:extLst>
              </p:cNvPr>
              <p:cNvSpPr txBox="1"/>
              <p:nvPr/>
            </p:nvSpPr>
            <p:spPr>
              <a:xfrm>
                <a:off x="3030754" y="424904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395" name="橢圓 394">
                <a:extLst>
                  <a:ext uri="{FF2B5EF4-FFF2-40B4-BE49-F238E27FC236}">
                    <a16:creationId xmlns:a16="http://schemas.microsoft.com/office/drawing/2014/main" id="{473DBC0E-5689-4AF3-83E8-C7060BF026AE}"/>
                  </a:ext>
                </a:extLst>
              </p:cNvPr>
              <p:cNvSpPr/>
              <p:nvPr/>
            </p:nvSpPr>
            <p:spPr>
              <a:xfrm>
                <a:off x="2841742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396" name="橢圓 395">
                <a:extLst>
                  <a:ext uri="{FF2B5EF4-FFF2-40B4-BE49-F238E27FC236}">
                    <a16:creationId xmlns:a16="http://schemas.microsoft.com/office/drawing/2014/main" id="{0F978629-853C-4329-AA8E-5301F2348D62}"/>
                  </a:ext>
                </a:extLst>
              </p:cNvPr>
              <p:cNvSpPr/>
              <p:nvPr/>
            </p:nvSpPr>
            <p:spPr>
              <a:xfrm>
                <a:off x="2841742" y="467921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7" name="橢圓 396">
                <a:extLst>
                  <a:ext uri="{FF2B5EF4-FFF2-40B4-BE49-F238E27FC236}">
                    <a16:creationId xmlns:a16="http://schemas.microsoft.com/office/drawing/2014/main" id="{2B4052B1-D110-439A-B2A5-59B0E07E3885}"/>
                  </a:ext>
                </a:extLst>
              </p:cNvPr>
              <p:cNvSpPr/>
              <p:nvPr/>
            </p:nvSpPr>
            <p:spPr>
              <a:xfrm>
                <a:off x="3298698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398" name="橢圓 397">
                <a:extLst>
                  <a:ext uri="{FF2B5EF4-FFF2-40B4-BE49-F238E27FC236}">
                    <a16:creationId xmlns:a16="http://schemas.microsoft.com/office/drawing/2014/main" id="{B1E0670A-F5C1-4BDB-836B-176EE2246744}"/>
                  </a:ext>
                </a:extLst>
              </p:cNvPr>
              <p:cNvSpPr/>
              <p:nvPr/>
            </p:nvSpPr>
            <p:spPr>
              <a:xfrm>
                <a:off x="3298698" y="467921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C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99" name="直線單箭頭接點 398">
                <a:extLst>
                  <a:ext uri="{FF2B5EF4-FFF2-40B4-BE49-F238E27FC236}">
                    <a16:creationId xmlns:a16="http://schemas.microsoft.com/office/drawing/2014/main" id="{16953AD5-1148-417F-A3BF-129B27659BC7}"/>
                  </a:ext>
                </a:extLst>
              </p:cNvPr>
              <p:cNvCxnSpPr>
                <a:cxnSpLocks/>
                <a:stCxn id="395" idx="5"/>
                <a:endCxn id="398" idx="1"/>
              </p:cNvCxnSpPr>
              <p:nvPr/>
            </p:nvCxnSpPr>
            <p:spPr>
              <a:xfrm>
                <a:off x="3066730" y="4447251"/>
                <a:ext cx="270570" cy="27057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線單箭頭接點 399">
                <a:extLst>
                  <a:ext uri="{FF2B5EF4-FFF2-40B4-BE49-F238E27FC236}">
                    <a16:creationId xmlns:a16="http://schemas.microsoft.com/office/drawing/2014/main" id="{D39E4E8A-CAEB-44C6-B150-12E8616667BA}"/>
                  </a:ext>
                </a:extLst>
              </p:cNvPr>
              <p:cNvCxnSpPr>
                <a:cxnSpLocks/>
                <a:stCxn id="396" idx="7"/>
                <a:endCxn id="397" idx="3"/>
              </p:cNvCxnSpPr>
              <p:nvPr/>
            </p:nvCxnSpPr>
            <p:spPr>
              <a:xfrm flipV="1">
                <a:off x="3066730" y="4447251"/>
                <a:ext cx="270570" cy="27057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7" name="文字方塊 806">
                <a:extLst>
                  <a:ext uri="{FF2B5EF4-FFF2-40B4-BE49-F238E27FC236}">
                    <a16:creationId xmlns:a16="http://schemas.microsoft.com/office/drawing/2014/main" id="{A7345645-2ED7-4C2D-BA2F-3B2B191D5439}"/>
                  </a:ext>
                </a:extLst>
              </p:cNvPr>
              <p:cNvSpPr txBox="1"/>
              <p:nvPr/>
            </p:nvSpPr>
            <p:spPr>
              <a:xfrm>
                <a:off x="3657238" y="3175683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808" name="文字方塊 807">
                <a:extLst>
                  <a:ext uri="{FF2B5EF4-FFF2-40B4-BE49-F238E27FC236}">
                    <a16:creationId xmlns:a16="http://schemas.microsoft.com/office/drawing/2014/main" id="{D9B0D91A-3B98-4AC3-B5CC-4BCA96BBB878}"/>
                  </a:ext>
                </a:extLst>
              </p:cNvPr>
              <p:cNvSpPr txBox="1"/>
              <p:nvPr/>
            </p:nvSpPr>
            <p:spPr>
              <a:xfrm>
                <a:off x="3657238" y="363263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sp>
            <p:nvSpPr>
              <p:cNvPr id="815" name="文字方塊 814">
                <a:extLst>
                  <a:ext uri="{FF2B5EF4-FFF2-40B4-BE49-F238E27FC236}">
                    <a16:creationId xmlns:a16="http://schemas.microsoft.com/office/drawing/2014/main" id="{8EE5D7E4-9BB0-4DF7-82E3-74C85CF774F4}"/>
                  </a:ext>
                </a:extLst>
              </p:cNvPr>
              <p:cNvSpPr txBox="1"/>
              <p:nvPr/>
            </p:nvSpPr>
            <p:spPr>
              <a:xfrm>
                <a:off x="3657238" y="417027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 algn="r">
                  <a:defRPr>
                    <a:solidFill>
                      <a:srgbClr val="2F5597"/>
                    </a:solidFill>
                  </a:defRPr>
                </a:lvl1pPr>
              </a:lstStyle>
              <a:p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sp>
            <p:nvSpPr>
              <p:cNvPr id="816" name="文字方塊 815">
                <a:extLst>
                  <a:ext uri="{FF2B5EF4-FFF2-40B4-BE49-F238E27FC236}">
                    <a16:creationId xmlns:a16="http://schemas.microsoft.com/office/drawing/2014/main" id="{88AAEEA4-634F-4153-8DA4-9E6C81667B78}"/>
                  </a:ext>
                </a:extLst>
              </p:cNvPr>
              <p:cNvSpPr txBox="1"/>
              <p:nvPr/>
            </p:nvSpPr>
            <p:spPr>
              <a:xfrm>
                <a:off x="3657238" y="4627235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 algn="r">
                  <a:defRPr>
                    <a:solidFill>
                      <a:srgbClr val="8FAADC"/>
                    </a:solidFill>
                  </a:defRPr>
                </a:lvl1pPr>
              </a:lstStyle>
              <a:p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</p:grp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E9503507-7E06-4B62-9767-16FF9E7F7620}"/>
              </a:ext>
            </a:extLst>
          </p:cNvPr>
          <p:cNvGrpSpPr/>
          <p:nvPr/>
        </p:nvGrpSpPr>
        <p:grpSpPr>
          <a:xfrm>
            <a:off x="3607432" y="3228761"/>
            <a:ext cx="1896215" cy="3321729"/>
            <a:chOff x="3520316" y="3228761"/>
            <a:chExt cx="1896215" cy="3321729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5AE079F1-E62F-456C-995F-397BC527F759}"/>
                </a:ext>
              </a:extLst>
            </p:cNvPr>
            <p:cNvGrpSpPr/>
            <p:nvPr/>
          </p:nvGrpSpPr>
          <p:grpSpPr>
            <a:xfrm>
              <a:off x="3587108" y="5656944"/>
              <a:ext cx="1109727" cy="893546"/>
              <a:chOff x="3587108" y="5656944"/>
              <a:chExt cx="1109727" cy="893546"/>
            </a:xfrm>
          </p:grpSpPr>
          <p:sp>
            <p:nvSpPr>
              <p:cNvPr id="691" name="橢圓 690">
                <a:extLst>
                  <a:ext uri="{FF2B5EF4-FFF2-40B4-BE49-F238E27FC236}">
                    <a16:creationId xmlns:a16="http://schemas.microsoft.com/office/drawing/2014/main" id="{70C1352E-5E4B-4D28-B541-A10901BA5DA3}"/>
                  </a:ext>
                </a:extLst>
              </p:cNvPr>
              <p:cNvSpPr/>
              <p:nvPr/>
            </p:nvSpPr>
            <p:spPr>
              <a:xfrm>
                <a:off x="4468488" y="6251507"/>
                <a:ext cx="228347" cy="228347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97" name="文字方塊 696">
                <a:extLst>
                  <a:ext uri="{FF2B5EF4-FFF2-40B4-BE49-F238E27FC236}">
                    <a16:creationId xmlns:a16="http://schemas.microsoft.com/office/drawing/2014/main" id="{1DBF70D9-4414-451A-8E2A-BD28322AB6EA}"/>
                  </a:ext>
                </a:extLst>
              </p:cNvPr>
              <p:cNvSpPr txBox="1"/>
              <p:nvPr/>
            </p:nvSpPr>
            <p:spPr>
              <a:xfrm>
                <a:off x="3587108" y="6181158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HP2-1</a:t>
                </a:r>
                <a:endParaRPr lang="zh-TW" altLang="en-US" dirty="0"/>
              </a:p>
            </p:txBody>
          </p:sp>
          <p:sp>
            <p:nvSpPr>
              <p:cNvPr id="707" name="橢圓 706">
                <a:extLst>
                  <a:ext uri="{FF2B5EF4-FFF2-40B4-BE49-F238E27FC236}">
                    <a16:creationId xmlns:a16="http://schemas.microsoft.com/office/drawing/2014/main" id="{BC469975-6CE7-43AA-9C03-A97E3A9E5B41}"/>
                  </a:ext>
                </a:extLst>
              </p:cNvPr>
              <p:cNvSpPr/>
              <p:nvPr/>
            </p:nvSpPr>
            <p:spPr>
              <a:xfrm>
                <a:off x="4468488" y="5727293"/>
                <a:ext cx="228347" cy="228347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G</a:t>
                </a:r>
                <a:endParaRPr lang="zh-TW" altLang="en-US" dirty="0"/>
              </a:p>
            </p:txBody>
          </p:sp>
          <p:sp>
            <p:nvSpPr>
              <p:cNvPr id="728" name="文字方塊 727">
                <a:extLst>
                  <a:ext uri="{FF2B5EF4-FFF2-40B4-BE49-F238E27FC236}">
                    <a16:creationId xmlns:a16="http://schemas.microsoft.com/office/drawing/2014/main" id="{814F8275-A185-4950-A583-6790FD5F8ABD}"/>
                  </a:ext>
                </a:extLst>
              </p:cNvPr>
              <p:cNvSpPr txBox="1"/>
              <p:nvPr/>
            </p:nvSpPr>
            <p:spPr>
              <a:xfrm>
                <a:off x="3774659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768" name="橢圓 767">
                <a:extLst>
                  <a:ext uri="{FF2B5EF4-FFF2-40B4-BE49-F238E27FC236}">
                    <a16:creationId xmlns:a16="http://schemas.microsoft.com/office/drawing/2014/main" id="{4A5C1BED-72C8-4FF4-A3D8-603C3E0AAC70}"/>
                  </a:ext>
                </a:extLst>
              </p:cNvPr>
              <p:cNvSpPr/>
              <p:nvPr/>
            </p:nvSpPr>
            <p:spPr>
              <a:xfrm>
                <a:off x="4468488" y="5989400"/>
                <a:ext cx="228347" cy="228347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G</a:t>
                </a:r>
                <a:endParaRPr lang="zh-TW" altLang="en-US" dirty="0"/>
              </a:p>
            </p:txBody>
          </p:sp>
          <p:sp>
            <p:nvSpPr>
              <p:cNvPr id="774" name="文字方塊 773">
                <a:extLst>
                  <a:ext uri="{FF2B5EF4-FFF2-40B4-BE49-F238E27FC236}">
                    <a16:creationId xmlns:a16="http://schemas.microsoft.com/office/drawing/2014/main" id="{B9F8A02A-B6B0-474E-BB8F-16CB524D6087}"/>
                  </a:ext>
                </a:extLst>
              </p:cNvPr>
              <p:cNvSpPr txBox="1"/>
              <p:nvPr/>
            </p:nvSpPr>
            <p:spPr>
              <a:xfrm>
                <a:off x="3774659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  <p:grpSp>
          <p:nvGrpSpPr>
            <p:cNvPr id="158" name="群組 157">
              <a:extLst>
                <a:ext uri="{FF2B5EF4-FFF2-40B4-BE49-F238E27FC236}">
                  <a16:creationId xmlns:a16="http://schemas.microsoft.com/office/drawing/2014/main" id="{9A66DB0D-8353-46DE-B82D-AE2D4699BCAE}"/>
                </a:ext>
              </a:extLst>
            </p:cNvPr>
            <p:cNvGrpSpPr/>
            <p:nvPr/>
          </p:nvGrpSpPr>
          <p:grpSpPr>
            <a:xfrm>
              <a:off x="3520316" y="3228761"/>
              <a:ext cx="1896215" cy="1767806"/>
              <a:chOff x="4578618" y="3228761"/>
              <a:chExt cx="1896215" cy="1767806"/>
            </a:xfrm>
          </p:grpSpPr>
          <p:sp>
            <p:nvSpPr>
              <p:cNvPr id="454" name="文字方塊 453">
                <a:extLst>
                  <a:ext uri="{FF2B5EF4-FFF2-40B4-BE49-F238E27FC236}">
                    <a16:creationId xmlns:a16="http://schemas.microsoft.com/office/drawing/2014/main" id="{A8C0013D-29B1-405A-98FC-F26646536C31}"/>
                  </a:ext>
                </a:extLst>
              </p:cNvPr>
              <p:cNvSpPr txBox="1"/>
              <p:nvPr/>
            </p:nvSpPr>
            <p:spPr>
              <a:xfrm>
                <a:off x="5218589" y="458451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441" name="橢圓 440">
                <a:extLst>
                  <a:ext uri="{FF2B5EF4-FFF2-40B4-BE49-F238E27FC236}">
                    <a16:creationId xmlns:a16="http://schemas.microsoft.com/office/drawing/2014/main" id="{32B29D90-8123-4F1F-BEB9-CCB16DB80A63}"/>
                  </a:ext>
                </a:extLst>
              </p:cNvPr>
              <p:cNvSpPr/>
              <p:nvPr/>
            </p:nvSpPr>
            <p:spPr>
              <a:xfrm>
                <a:off x="5035574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442" name="橢圓 441">
                <a:extLst>
                  <a:ext uri="{FF2B5EF4-FFF2-40B4-BE49-F238E27FC236}">
                    <a16:creationId xmlns:a16="http://schemas.microsoft.com/office/drawing/2014/main" id="{A5B444A7-DCFB-410F-88E9-6BAA2E68071F}"/>
                  </a:ext>
                </a:extLst>
              </p:cNvPr>
              <p:cNvSpPr/>
              <p:nvPr/>
            </p:nvSpPr>
            <p:spPr>
              <a:xfrm>
                <a:off x="5035574" y="467921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C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3" name="橢圓 442">
                <a:extLst>
                  <a:ext uri="{FF2B5EF4-FFF2-40B4-BE49-F238E27FC236}">
                    <a16:creationId xmlns:a16="http://schemas.microsoft.com/office/drawing/2014/main" id="{A20D120D-A935-4B57-AFE7-6406EF0F3F1C}"/>
                  </a:ext>
                </a:extLst>
              </p:cNvPr>
              <p:cNvSpPr/>
              <p:nvPr/>
            </p:nvSpPr>
            <p:spPr>
              <a:xfrm>
                <a:off x="5493388" y="421990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G</a:t>
                </a:r>
                <a:endParaRPr lang="zh-TW" altLang="en-US" dirty="0"/>
              </a:p>
            </p:txBody>
          </p:sp>
          <p:sp>
            <p:nvSpPr>
              <p:cNvPr id="444" name="橢圓 443">
                <a:extLst>
                  <a:ext uri="{FF2B5EF4-FFF2-40B4-BE49-F238E27FC236}">
                    <a16:creationId xmlns:a16="http://schemas.microsoft.com/office/drawing/2014/main" id="{CCECEC36-EA7F-429C-8D55-63F8AA2A5BDE}"/>
                  </a:ext>
                </a:extLst>
              </p:cNvPr>
              <p:cNvSpPr/>
              <p:nvPr/>
            </p:nvSpPr>
            <p:spPr>
              <a:xfrm>
                <a:off x="5493388" y="4676859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445" name="直線單箭頭接點 444">
                <a:extLst>
                  <a:ext uri="{FF2B5EF4-FFF2-40B4-BE49-F238E27FC236}">
                    <a16:creationId xmlns:a16="http://schemas.microsoft.com/office/drawing/2014/main" id="{00A93362-A96A-45C7-AB92-C945D34033FA}"/>
                  </a:ext>
                </a:extLst>
              </p:cNvPr>
              <p:cNvCxnSpPr>
                <a:cxnSpLocks/>
                <a:stCxn id="441" idx="6"/>
                <a:endCxn id="443" idx="2"/>
              </p:cNvCxnSpPr>
              <p:nvPr/>
            </p:nvCxnSpPr>
            <p:spPr>
              <a:xfrm flipV="1">
                <a:off x="5299164" y="4351698"/>
                <a:ext cx="194224" cy="236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線單箭頭接點 445">
                <a:extLst>
                  <a:ext uri="{FF2B5EF4-FFF2-40B4-BE49-F238E27FC236}">
                    <a16:creationId xmlns:a16="http://schemas.microsoft.com/office/drawing/2014/main" id="{D339540B-2BFF-45F7-A2FA-901FE3375B18}"/>
                  </a:ext>
                </a:extLst>
              </p:cNvPr>
              <p:cNvCxnSpPr>
                <a:cxnSpLocks/>
                <a:stCxn id="442" idx="6"/>
                <a:endCxn id="444" idx="2"/>
              </p:cNvCxnSpPr>
              <p:nvPr/>
            </p:nvCxnSpPr>
            <p:spPr>
              <a:xfrm flipV="1">
                <a:off x="5299164" y="4808654"/>
                <a:ext cx="194224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線單箭頭接點 446">
                <a:extLst>
                  <a:ext uri="{FF2B5EF4-FFF2-40B4-BE49-F238E27FC236}">
                    <a16:creationId xmlns:a16="http://schemas.microsoft.com/office/drawing/2014/main" id="{11D8798D-15A3-4408-84D5-1268C56C11F7}"/>
                  </a:ext>
                </a:extLst>
              </p:cNvPr>
              <p:cNvCxnSpPr>
                <a:cxnSpLocks/>
                <a:stCxn id="442" idx="7"/>
                <a:endCxn id="443" idx="3"/>
              </p:cNvCxnSpPr>
              <p:nvPr/>
            </p:nvCxnSpPr>
            <p:spPr>
              <a:xfrm flipV="1">
                <a:off x="5260562" y="4444891"/>
                <a:ext cx="271428" cy="27293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0" name="直線單箭頭接點 689">
                <a:extLst>
                  <a:ext uri="{FF2B5EF4-FFF2-40B4-BE49-F238E27FC236}">
                    <a16:creationId xmlns:a16="http://schemas.microsoft.com/office/drawing/2014/main" id="{9AD3BCDC-A81C-4ACF-81F8-9981AC9B18A6}"/>
                  </a:ext>
                </a:extLst>
              </p:cNvPr>
              <p:cNvCxnSpPr>
                <a:cxnSpLocks/>
                <a:stCxn id="441" idx="5"/>
                <a:endCxn id="444" idx="1"/>
              </p:cNvCxnSpPr>
              <p:nvPr/>
            </p:nvCxnSpPr>
            <p:spPr>
              <a:xfrm>
                <a:off x="5260562" y="4447251"/>
                <a:ext cx="271428" cy="26821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3" name="橢圓 402">
                <a:extLst>
                  <a:ext uri="{FF2B5EF4-FFF2-40B4-BE49-F238E27FC236}">
                    <a16:creationId xmlns:a16="http://schemas.microsoft.com/office/drawing/2014/main" id="{161CA33C-385B-4256-8930-F96217013B33}"/>
                  </a:ext>
                </a:extLst>
              </p:cNvPr>
              <p:cNvSpPr/>
              <p:nvPr/>
            </p:nvSpPr>
            <p:spPr>
              <a:xfrm>
                <a:off x="4578618" y="323112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404" name="橢圓 403">
                <a:extLst>
                  <a:ext uri="{FF2B5EF4-FFF2-40B4-BE49-F238E27FC236}">
                    <a16:creationId xmlns:a16="http://schemas.microsoft.com/office/drawing/2014/main" id="{EF5FB133-CE33-491D-82F1-EB0AD70A118F}"/>
                  </a:ext>
                </a:extLst>
              </p:cNvPr>
              <p:cNvSpPr/>
              <p:nvPr/>
            </p:nvSpPr>
            <p:spPr>
              <a:xfrm>
                <a:off x="4578618" y="368807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9" name="橢圓 408">
                <a:extLst>
                  <a:ext uri="{FF2B5EF4-FFF2-40B4-BE49-F238E27FC236}">
                    <a16:creationId xmlns:a16="http://schemas.microsoft.com/office/drawing/2014/main" id="{5ADAAE45-B18E-4639-B55D-AA719568B631}"/>
                  </a:ext>
                </a:extLst>
              </p:cNvPr>
              <p:cNvSpPr/>
              <p:nvPr/>
            </p:nvSpPr>
            <p:spPr>
              <a:xfrm>
                <a:off x="5493388" y="322876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G</a:t>
                </a:r>
                <a:endParaRPr lang="zh-TW" altLang="en-US" dirty="0"/>
              </a:p>
            </p:txBody>
          </p:sp>
          <p:sp>
            <p:nvSpPr>
              <p:cNvPr id="410" name="橢圓 409">
                <a:extLst>
                  <a:ext uri="{FF2B5EF4-FFF2-40B4-BE49-F238E27FC236}">
                    <a16:creationId xmlns:a16="http://schemas.microsoft.com/office/drawing/2014/main" id="{FC878BBE-4136-4C68-9DA2-CAAC12E713B4}"/>
                  </a:ext>
                </a:extLst>
              </p:cNvPr>
              <p:cNvSpPr/>
              <p:nvPr/>
            </p:nvSpPr>
            <p:spPr>
              <a:xfrm>
                <a:off x="5493388" y="3685717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7" name="文字方塊 426">
                <a:extLst>
                  <a:ext uri="{FF2B5EF4-FFF2-40B4-BE49-F238E27FC236}">
                    <a16:creationId xmlns:a16="http://schemas.microsoft.com/office/drawing/2014/main" id="{72B08E03-6BC8-4A93-AF83-7123DE06738D}"/>
                  </a:ext>
                </a:extLst>
              </p:cNvPr>
              <p:cNvSpPr txBox="1"/>
              <p:nvPr/>
            </p:nvSpPr>
            <p:spPr>
              <a:xfrm>
                <a:off x="5029779" y="3566927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cxnSp>
            <p:nvCxnSpPr>
              <p:cNvPr id="686" name="直線單箭頭接點 685">
                <a:extLst>
                  <a:ext uri="{FF2B5EF4-FFF2-40B4-BE49-F238E27FC236}">
                    <a16:creationId xmlns:a16="http://schemas.microsoft.com/office/drawing/2014/main" id="{C9298FE6-BFA7-4105-95E2-B86C5666E5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42208" y="3817512"/>
                <a:ext cx="651180" cy="236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直線單箭頭接點 686">
                <a:extLst>
                  <a:ext uri="{FF2B5EF4-FFF2-40B4-BE49-F238E27FC236}">
                    <a16:creationId xmlns:a16="http://schemas.microsoft.com/office/drawing/2014/main" id="{400CD401-BF69-4143-9568-10D66D1A8C0A}"/>
                  </a:ext>
                </a:extLst>
              </p:cNvPr>
              <p:cNvCxnSpPr>
                <a:cxnSpLocks/>
                <a:stCxn id="403" idx="6"/>
                <a:endCxn id="409" idx="2"/>
              </p:cNvCxnSpPr>
              <p:nvPr/>
            </p:nvCxnSpPr>
            <p:spPr>
              <a:xfrm flipV="1">
                <a:off x="4842208" y="3360556"/>
                <a:ext cx="651180" cy="236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直線單箭頭接點 687">
                <a:extLst>
                  <a:ext uri="{FF2B5EF4-FFF2-40B4-BE49-F238E27FC236}">
                    <a16:creationId xmlns:a16="http://schemas.microsoft.com/office/drawing/2014/main" id="{4B47101A-40C3-4E47-9492-1C0DDCDB0D23}"/>
                  </a:ext>
                </a:extLst>
              </p:cNvPr>
              <p:cNvCxnSpPr>
                <a:cxnSpLocks/>
                <a:stCxn id="403" idx="5"/>
                <a:endCxn id="410" idx="1"/>
              </p:cNvCxnSpPr>
              <p:nvPr/>
            </p:nvCxnSpPr>
            <p:spPr>
              <a:xfrm>
                <a:off x="4803606" y="3456109"/>
                <a:ext cx="728384" cy="26821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8" name="直線單箭頭接點 457">
                <a:extLst>
                  <a:ext uri="{FF2B5EF4-FFF2-40B4-BE49-F238E27FC236}">
                    <a16:creationId xmlns:a16="http://schemas.microsoft.com/office/drawing/2014/main" id="{BB9DD42C-B5FE-4227-AC7A-4B9212D957DB}"/>
                  </a:ext>
                </a:extLst>
              </p:cNvPr>
              <p:cNvCxnSpPr>
                <a:cxnSpLocks/>
                <a:stCxn id="404" idx="7"/>
                <a:endCxn id="409" idx="3"/>
              </p:cNvCxnSpPr>
              <p:nvPr/>
            </p:nvCxnSpPr>
            <p:spPr>
              <a:xfrm flipV="1">
                <a:off x="4803606" y="3453749"/>
                <a:ext cx="728384" cy="27293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0" name="文字方塊 809">
                <a:extLst>
                  <a:ext uri="{FF2B5EF4-FFF2-40B4-BE49-F238E27FC236}">
                    <a16:creationId xmlns:a16="http://schemas.microsoft.com/office/drawing/2014/main" id="{F2542D3F-02B6-4764-8C40-0BC2C3E0B045}"/>
                  </a:ext>
                </a:extLst>
              </p:cNvPr>
              <p:cNvSpPr txBox="1"/>
              <p:nvPr/>
            </p:nvSpPr>
            <p:spPr>
              <a:xfrm>
                <a:off x="5891900" y="363263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sp>
            <p:nvSpPr>
              <p:cNvPr id="818" name="文字方塊 817">
                <a:extLst>
                  <a:ext uri="{FF2B5EF4-FFF2-40B4-BE49-F238E27FC236}">
                    <a16:creationId xmlns:a16="http://schemas.microsoft.com/office/drawing/2014/main" id="{3A903E25-18E5-493E-835E-DBBDBE687421}"/>
                  </a:ext>
                </a:extLst>
              </p:cNvPr>
              <p:cNvSpPr txBox="1"/>
              <p:nvPr/>
            </p:nvSpPr>
            <p:spPr>
              <a:xfrm>
                <a:off x="5910255" y="4627235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 algn="r">
                  <a:defRPr>
                    <a:solidFill>
                      <a:srgbClr val="2F5597"/>
                    </a:solidFill>
                  </a:defRPr>
                </a:lvl1pPr>
              </a:lstStyle>
              <a:p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0B6DE324-E68B-4F9C-8407-12B5C37FCBC8}"/>
              </a:ext>
            </a:extLst>
          </p:cNvPr>
          <p:cNvGrpSpPr/>
          <p:nvPr/>
        </p:nvGrpSpPr>
        <p:grpSpPr>
          <a:xfrm>
            <a:off x="5800573" y="3118899"/>
            <a:ext cx="1873089" cy="3431591"/>
            <a:chOff x="5878519" y="3118899"/>
            <a:chExt cx="1873089" cy="3431591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3F938153-0B58-4B6E-A692-499ADD4A2457}"/>
                </a:ext>
              </a:extLst>
            </p:cNvPr>
            <p:cNvGrpSpPr/>
            <p:nvPr/>
          </p:nvGrpSpPr>
          <p:grpSpPr>
            <a:xfrm>
              <a:off x="5942727" y="5656944"/>
              <a:ext cx="1112539" cy="893546"/>
              <a:chOff x="5942727" y="5656944"/>
              <a:chExt cx="1112539" cy="893546"/>
            </a:xfrm>
          </p:grpSpPr>
          <p:sp>
            <p:nvSpPr>
              <p:cNvPr id="535" name="橢圓 534">
                <a:extLst>
                  <a:ext uri="{FF2B5EF4-FFF2-40B4-BE49-F238E27FC236}">
                    <a16:creationId xmlns:a16="http://schemas.microsoft.com/office/drawing/2014/main" id="{EEEB2C0A-C91C-406D-BBE4-3E845BDD4E5A}"/>
                  </a:ext>
                </a:extLst>
              </p:cNvPr>
              <p:cNvSpPr/>
              <p:nvPr/>
            </p:nvSpPr>
            <p:spPr>
              <a:xfrm>
                <a:off x="6826919" y="6251507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0" name="文字方塊 589">
                <a:extLst>
                  <a:ext uri="{FF2B5EF4-FFF2-40B4-BE49-F238E27FC236}">
                    <a16:creationId xmlns:a16="http://schemas.microsoft.com/office/drawing/2014/main" id="{4F2D28E5-BAB2-4A0C-9951-104B156191CC}"/>
                  </a:ext>
                </a:extLst>
              </p:cNvPr>
              <p:cNvSpPr txBox="1"/>
              <p:nvPr/>
            </p:nvSpPr>
            <p:spPr>
              <a:xfrm>
                <a:off x="5942727" y="6181158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HP2-1</a:t>
                </a:r>
                <a:endParaRPr lang="zh-TW" altLang="en-US" dirty="0"/>
              </a:p>
            </p:txBody>
          </p:sp>
          <p:sp>
            <p:nvSpPr>
              <p:cNvPr id="592" name="橢圓 591">
                <a:extLst>
                  <a:ext uri="{FF2B5EF4-FFF2-40B4-BE49-F238E27FC236}">
                    <a16:creationId xmlns:a16="http://schemas.microsoft.com/office/drawing/2014/main" id="{6FCBA450-2B5F-4AC6-A695-B81A7667115C}"/>
                  </a:ext>
                </a:extLst>
              </p:cNvPr>
              <p:cNvSpPr/>
              <p:nvPr/>
            </p:nvSpPr>
            <p:spPr>
              <a:xfrm>
                <a:off x="6826919" y="5727293"/>
                <a:ext cx="228347" cy="228347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622" name="文字方塊 621">
                <a:extLst>
                  <a:ext uri="{FF2B5EF4-FFF2-40B4-BE49-F238E27FC236}">
                    <a16:creationId xmlns:a16="http://schemas.microsoft.com/office/drawing/2014/main" id="{1BC583A0-2A70-4C0D-8626-7E3A4BEB3A46}"/>
                  </a:ext>
                </a:extLst>
              </p:cNvPr>
              <p:cNvSpPr txBox="1"/>
              <p:nvPr/>
            </p:nvSpPr>
            <p:spPr>
              <a:xfrm>
                <a:off x="6130278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624" name="橢圓 623">
                <a:extLst>
                  <a:ext uri="{FF2B5EF4-FFF2-40B4-BE49-F238E27FC236}">
                    <a16:creationId xmlns:a16="http://schemas.microsoft.com/office/drawing/2014/main" id="{C1056E62-ADF0-4325-B49E-45769238FF97}"/>
                  </a:ext>
                </a:extLst>
              </p:cNvPr>
              <p:cNvSpPr/>
              <p:nvPr/>
            </p:nvSpPr>
            <p:spPr>
              <a:xfrm>
                <a:off x="6826919" y="5989400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65" name="文字方塊 664">
                <a:extLst>
                  <a:ext uri="{FF2B5EF4-FFF2-40B4-BE49-F238E27FC236}">
                    <a16:creationId xmlns:a16="http://schemas.microsoft.com/office/drawing/2014/main" id="{3F28E05B-F2DA-4154-AAF5-37616DCF28D0}"/>
                  </a:ext>
                </a:extLst>
              </p:cNvPr>
              <p:cNvSpPr txBox="1"/>
              <p:nvPr/>
            </p:nvSpPr>
            <p:spPr>
              <a:xfrm>
                <a:off x="6130278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D7AB02D2-3899-4682-AE9E-A87A35967541}"/>
                </a:ext>
              </a:extLst>
            </p:cNvPr>
            <p:cNvGrpSpPr/>
            <p:nvPr/>
          </p:nvGrpSpPr>
          <p:grpSpPr>
            <a:xfrm>
              <a:off x="5878519" y="3118899"/>
              <a:ext cx="1873089" cy="1877668"/>
              <a:chOff x="7034589" y="3118899"/>
              <a:chExt cx="1873089" cy="1877668"/>
            </a:xfrm>
          </p:grpSpPr>
          <p:sp>
            <p:nvSpPr>
              <p:cNvPr id="468" name="橢圓 467">
                <a:extLst>
                  <a:ext uri="{FF2B5EF4-FFF2-40B4-BE49-F238E27FC236}">
                    <a16:creationId xmlns:a16="http://schemas.microsoft.com/office/drawing/2014/main" id="{9951C12D-0C49-44BE-8A39-C69A358CD45D}"/>
                  </a:ext>
                </a:extLst>
              </p:cNvPr>
              <p:cNvSpPr/>
              <p:nvPr/>
            </p:nvSpPr>
            <p:spPr>
              <a:xfrm>
                <a:off x="7946661" y="322876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469" name="橢圓 468">
                <a:extLst>
                  <a:ext uri="{FF2B5EF4-FFF2-40B4-BE49-F238E27FC236}">
                    <a16:creationId xmlns:a16="http://schemas.microsoft.com/office/drawing/2014/main" id="{0B4FDDAD-67B7-4A30-9BB3-07651B342348}"/>
                  </a:ext>
                </a:extLst>
              </p:cNvPr>
              <p:cNvSpPr/>
              <p:nvPr/>
            </p:nvSpPr>
            <p:spPr>
              <a:xfrm>
                <a:off x="7946661" y="368571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70" name="橢圓 469">
                <a:extLst>
                  <a:ext uri="{FF2B5EF4-FFF2-40B4-BE49-F238E27FC236}">
                    <a16:creationId xmlns:a16="http://schemas.microsoft.com/office/drawing/2014/main" id="{A6789861-0A87-4612-A522-EF07115431A3}"/>
                  </a:ext>
                </a:extLst>
              </p:cNvPr>
              <p:cNvSpPr/>
              <p:nvPr/>
            </p:nvSpPr>
            <p:spPr>
              <a:xfrm>
                <a:off x="7034589" y="323112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471" name="橢圓 470">
                <a:extLst>
                  <a:ext uri="{FF2B5EF4-FFF2-40B4-BE49-F238E27FC236}">
                    <a16:creationId xmlns:a16="http://schemas.microsoft.com/office/drawing/2014/main" id="{1615EFF8-75D5-4D4A-A43E-CBC8B3A60AB9}"/>
                  </a:ext>
                </a:extLst>
              </p:cNvPr>
              <p:cNvSpPr/>
              <p:nvPr/>
            </p:nvSpPr>
            <p:spPr>
              <a:xfrm>
                <a:off x="7034589" y="368807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C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97" name="文字方塊 496">
                <a:extLst>
                  <a:ext uri="{FF2B5EF4-FFF2-40B4-BE49-F238E27FC236}">
                    <a16:creationId xmlns:a16="http://schemas.microsoft.com/office/drawing/2014/main" id="{2203EFEE-E527-4CC8-A998-47EAEF50C4F8}"/>
                  </a:ext>
                </a:extLst>
              </p:cNvPr>
              <p:cNvSpPr txBox="1"/>
              <p:nvPr/>
            </p:nvSpPr>
            <p:spPr>
              <a:xfrm>
                <a:off x="7484401" y="3118899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2</a:t>
                </a:r>
                <a:endParaRPr lang="zh-TW" altLang="en-US" dirty="0"/>
              </a:p>
            </p:txBody>
          </p:sp>
          <p:sp>
            <p:nvSpPr>
              <p:cNvPr id="524" name="文字方塊 523">
                <a:extLst>
                  <a:ext uri="{FF2B5EF4-FFF2-40B4-BE49-F238E27FC236}">
                    <a16:creationId xmlns:a16="http://schemas.microsoft.com/office/drawing/2014/main" id="{FC3638B6-124A-4B57-AB78-C2A5C682030A}"/>
                  </a:ext>
                </a:extLst>
              </p:cNvPr>
              <p:cNvSpPr txBox="1"/>
              <p:nvPr/>
            </p:nvSpPr>
            <p:spPr>
              <a:xfrm>
                <a:off x="7484401" y="3584715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3</a:t>
                </a:r>
                <a:endParaRPr lang="zh-TW" altLang="en-US" dirty="0"/>
              </a:p>
            </p:txBody>
          </p:sp>
          <p:cxnSp>
            <p:nvCxnSpPr>
              <p:cNvPr id="705" name="直線單箭頭接點 704">
                <a:extLst>
                  <a:ext uri="{FF2B5EF4-FFF2-40B4-BE49-F238E27FC236}">
                    <a16:creationId xmlns:a16="http://schemas.microsoft.com/office/drawing/2014/main" id="{D497BE0B-2DB4-483E-9195-82660A854D64}"/>
                  </a:ext>
                </a:extLst>
              </p:cNvPr>
              <p:cNvCxnSpPr>
                <a:cxnSpLocks/>
                <a:stCxn id="470" idx="6"/>
                <a:endCxn id="468" idx="2"/>
              </p:cNvCxnSpPr>
              <p:nvPr/>
            </p:nvCxnSpPr>
            <p:spPr>
              <a:xfrm flipV="1">
                <a:off x="7298179" y="3360556"/>
                <a:ext cx="648482" cy="236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直線單箭頭接點 705">
                <a:extLst>
                  <a:ext uri="{FF2B5EF4-FFF2-40B4-BE49-F238E27FC236}">
                    <a16:creationId xmlns:a16="http://schemas.microsoft.com/office/drawing/2014/main" id="{9AB1C0BF-90C8-4583-9EAE-07FEF3A5EDBB}"/>
                  </a:ext>
                </a:extLst>
              </p:cNvPr>
              <p:cNvCxnSpPr>
                <a:cxnSpLocks/>
                <a:stCxn id="471" idx="6"/>
                <a:endCxn id="469" idx="2"/>
              </p:cNvCxnSpPr>
              <p:nvPr/>
            </p:nvCxnSpPr>
            <p:spPr>
              <a:xfrm flipV="1">
                <a:off x="7298179" y="3817512"/>
                <a:ext cx="648482" cy="236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8" name="直線單箭頭接點 707">
                <a:extLst>
                  <a:ext uri="{FF2B5EF4-FFF2-40B4-BE49-F238E27FC236}">
                    <a16:creationId xmlns:a16="http://schemas.microsoft.com/office/drawing/2014/main" id="{0ABC666C-F34A-4EAB-ACA6-E51CF5082849}"/>
                  </a:ext>
                </a:extLst>
              </p:cNvPr>
              <p:cNvCxnSpPr>
                <a:cxnSpLocks/>
                <a:stCxn id="471" idx="7"/>
                <a:endCxn id="468" idx="3"/>
              </p:cNvCxnSpPr>
              <p:nvPr/>
            </p:nvCxnSpPr>
            <p:spPr>
              <a:xfrm flipV="1">
                <a:off x="7259577" y="3453749"/>
                <a:ext cx="725686" cy="27293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9" name="直線單箭頭接點 708">
                <a:extLst>
                  <a:ext uri="{FF2B5EF4-FFF2-40B4-BE49-F238E27FC236}">
                    <a16:creationId xmlns:a16="http://schemas.microsoft.com/office/drawing/2014/main" id="{15181104-5C21-48C9-968F-6DE324A9E37B}"/>
                  </a:ext>
                </a:extLst>
              </p:cNvPr>
              <p:cNvCxnSpPr>
                <a:cxnSpLocks/>
                <a:stCxn id="470" idx="5"/>
                <a:endCxn id="469" idx="1"/>
              </p:cNvCxnSpPr>
              <p:nvPr/>
            </p:nvCxnSpPr>
            <p:spPr>
              <a:xfrm>
                <a:off x="7259577" y="3456109"/>
                <a:ext cx="725686" cy="26821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66" name="文字方塊 665">
                <a:extLst>
                  <a:ext uri="{FF2B5EF4-FFF2-40B4-BE49-F238E27FC236}">
                    <a16:creationId xmlns:a16="http://schemas.microsoft.com/office/drawing/2014/main" id="{0929E7BF-F603-4FF9-9D1D-223BA229BF13}"/>
                  </a:ext>
                </a:extLst>
              </p:cNvPr>
              <p:cNvSpPr txBox="1"/>
              <p:nvPr/>
            </p:nvSpPr>
            <p:spPr>
              <a:xfrm>
                <a:off x="7677613" y="4586870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1</a:t>
                </a:r>
                <a:endParaRPr lang="zh-TW" altLang="en-US" dirty="0"/>
              </a:p>
            </p:txBody>
          </p:sp>
          <p:sp>
            <p:nvSpPr>
              <p:cNvPr id="536" name="橢圓 535">
                <a:extLst>
                  <a:ext uri="{FF2B5EF4-FFF2-40B4-BE49-F238E27FC236}">
                    <a16:creationId xmlns:a16="http://schemas.microsoft.com/office/drawing/2014/main" id="{945EE0CC-B7A9-4A27-A373-91FF2BC675CD}"/>
                  </a:ext>
                </a:extLst>
              </p:cNvPr>
              <p:cNvSpPr/>
              <p:nvPr/>
            </p:nvSpPr>
            <p:spPr>
              <a:xfrm>
                <a:off x="7946661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537" name="橢圓 536">
                <a:extLst>
                  <a:ext uri="{FF2B5EF4-FFF2-40B4-BE49-F238E27FC236}">
                    <a16:creationId xmlns:a16="http://schemas.microsoft.com/office/drawing/2014/main" id="{267E90A7-FC5B-47B7-96B5-A5262509E168}"/>
                  </a:ext>
                </a:extLst>
              </p:cNvPr>
              <p:cNvSpPr/>
              <p:nvPr/>
            </p:nvSpPr>
            <p:spPr>
              <a:xfrm>
                <a:off x="7946661" y="467921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3" name="橢圓 572">
                <a:extLst>
                  <a:ext uri="{FF2B5EF4-FFF2-40B4-BE49-F238E27FC236}">
                    <a16:creationId xmlns:a16="http://schemas.microsoft.com/office/drawing/2014/main" id="{6B754456-1415-486D-853F-1055B8FB0E70}"/>
                  </a:ext>
                </a:extLst>
              </p:cNvPr>
              <p:cNvSpPr/>
              <p:nvPr/>
            </p:nvSpPr>
            <p:spPr>
              <a:xfrm>
                <a:off x="7492403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G</a:t>
                </a:r>
                <a:endParaRPr lang="zh-TW" altLang="en-US" dirty="0"/>
              </a:p>
            </p:txBody>
          </p:sp>
          <p:sp>
            <p:nvSpPr>
              <p:cNvPr id="576" name="橢圓 575">
                <a:extLst>
                  <a:ext uri="{FF2B5EF4-FFF2-40B4-BE49-F238E27FC236}">
                    <a16:creationId xmlns:a16="http://schemas.microsoft.com/office/drawing/2014/main" id="{BE9AE911-5AF6-4BF7-B4CE-6849B01A8FB5}"/>
                  </a:ext>
                </a:extLst>
              </p:cNvPr>
              <p:cNvSpPr/>
              <p:nvPr/>
            </p:nvSpPr>
            <p:spPr>
              <a:xfrm>
                <a:off x="7492403" y="4679219"/>
                <a:ext cx="263590" cy="263590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81" name="直線單箭頭接點 580">
                <a:extLst>
                  <a:ext uri="{FF2B5EF4-FFF2-40B4-BE49-F238E27FC236}">
                    <a16:creationId xmlns:a16="http://schemas.microsoft.com/office/drawing/2014/main" id="{DEDB03F0-CB13-48DE-BB46-D59FC86546E5}"/>
                  </a:ext>
                </a:extLst>
              </p:cNvPr>
              <p:cNvCxnSpPr>
                <a:cxnSpLocks/>
                <a:stCxn id="573" idx="6"/>
                <a:endCxn id="536" idx="2"/>
              </p:cNvCxnSpPr>
              <p:nvPr/>
            </p:nvCxnSpPr>
            <p:spPr>
              <a:xfrm>
                <a:off x="7755993" y="4354058"/>
                <a:ext cx="190668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線單箭頭接點 586">
                <a:extLst>
                  <a:ext uri="{FF2B5EF4-FFF2-40B4-BE49-F238E27FC236}">
                    <a16:creationId xmlns:a16="http://schemas.microsoft.com/office/drawing/2014/main" id="{FAC63650-6A7A-431B-9D1D-5A7C2C73A262}"/>
                  </a:ext>
                </a:extLst>
              </p:cNvPr>
              <p:cNvCxnSpPr>
                <a:cxnSpLocks/>
                <a:stCxn id="576" idx="6"/>
                <a:endCxn id="537" idx="2"/>
              </p:cNvCxnSpPr>
              <p:nvPr/>
            </p:nvCxnSpPr>
            <p:spPr>
              <a:xfrm>
                <a:off x="7755993" y="4811014"/>
                <a:ext cx="190668" cy="0"/>
              </a:xfrm>
              <a:prstGeom prst="straightConnector1">
                <a:avLst/>
              </a:prstGeom>
              <a:ln w="28575">
                <a:solidFill>
                  <a:srgbClr val="C55A1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直線單箭頭接點 593">
                <a:extLst>
                  <a:ext uri="{FF2B5EF4-FFF2-40B4-BE49-F238E27FC236}">
                    <a16:creationId xmlns:a16="http://schemas.microsoft.com/office/drawing/2014/main" id="{6D04FEDD-6315-49E2-A650-1F8E3465019D}"/>
                  </a:ext>
                </a:extLst>
              </p:cNvPr>
              <p:cNvCxnSpPr>
                <a:cxnSpLocks/>
                <a:stCxn id="573" idx="5"/>
                <a:endCxn id="537" idx="1"/>
              </p:cNvCxnSpPr>
              <p:nvPr/>
            </p:nvCxnSpPr>
            <p:spPr>
              <a:xfrm>
                <a:off x="7717391" y="4447251"/>
                <a:ext cx="267872" cy="270570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直線單箭頭接點 709">
                <a:extLst>
                  <a:ext uri="{FF2B5EF4-FFF2-40B4-BE49-F238E27FC236}">
                    <a16:creationId xmlns:a16="http://schemas.microsoft.com/office/drawing/2014/main" id="{DC8F2E20-2647-4E8C-A973-4CFD2314B567}"/>
                  </a:ext>
                </a:extLst>
              </p:cNvPr>
              <p:cNvCxnSpPr>
                <a:cxnSpLocks/>
                <a:stCxn id="576" idx="7"/>
                <a:endCxn id="536" idx="3"/>
              </p:cNvCxnSpPr>
              <p:nvPr/>
            </p:nvCxnSpPr>
            <p:spPr>
              <a:xfrm flipV="1">
                <a:off x="7717391" y="4447251"/>
                <a:ext cx="267872" cy="270570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1" name="文字方塊 810">
                <a:extLst>
                  <a:ext uri="{FF2B5EF4-FFF2-40B4-BE49-F238E27FC236}">
                    <a16:creationId xmlns:a16="http://schemas.microsoft.com/office/drawing/2014/main" id="{BF90706D-8B45-442D-A577-A9D93797EEEF}"/>
                  </a:ext>
                </a:extLst>
              </p:cNvPr>
              <p:cNvSpPr txBox="1"/>
              <p:nvPr/>
            </p:nvSpPr>
            <p:spPr>
              <a:xfrm>
                <a:off x="8338862" y="3175683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812" name="文字方塊 811">
                <a:extLst>
                  <a:ext uri="{FF2B5EF4-FFF2-40B4-BE49-F238E27FC236}">
                    <a16:creationId xmlns:a16="http://schemas.microsoft.com/office/drawing/2014/main" id="{9B1851EA-6CAA-4C2D-8D13-2BEE2FC4BC35}"/>
                  </a:ext>
                </a:extLst>
              </p:cNvPr>
              <p:cNvSpPr txBox="1"/>
              <p:nvPr/>
            </p:nvSpPr>
            <p:spPr>
              <a:xfrm>
                <a:off x="8338862" y="363263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sp>
            <p:nvSpPr>
              <p:cNvPr id="820" name="文字方塊 819">
                <a:extLst>
                  <a:ext uri="{FF2B5EF4-FFF2-40B4-BE49-F238E27FC236}">
                    <a16:creationId xmlns:a16="http://schemas.microsoft.com/office/drawing/2014/main" id="{221519F0-CE1E-466C-932F-4C1327ECE8AF}"/>
                  </a:ext>
                </a:extLst>
              </p:cNvPr>
              <p:cNvSpPr txBox="1"/>
              <p:nvPr/>
            </p:nvSpPr>
            <p:spPr>
              <a:xfrm>
                <a:off x="8343100" y="4627235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 algn="r">
                  <a:defRPr>
                    <a:solidFill>
                      <a:srgbClr val="2F5597"/>
                    </a:solidFill>
                  </a:defRPr>
                </a:lvl1pPr>
              </a:lstStyle>
              <a:p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CB37AC6-69CC-47C8-9584-1945C0E76AEE}"/>
              </a:ext>
            </a:extLst>
          </p:cNvPr>
          <p:cNvGrpSpPr/>
          <p:nvPr/>
        </p:nvGrpSpPr>
        <p:grpSpPr>
          <a:xfrm>
            <a:off x="7970588" y="2874653"/>
            <a:ext cx="1944785" cy="3675837"/>
            <a:chOff x="8271754" y="2874653"/>
            <a:chExt cx="1944785" cy="3675837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9FE2D002-79AD-4B8B-BF8A-F459EBFDAF0F}"/>
                </a:ext>
              </a:extLst>
            </p:cNvPr>
            <p:cNvGrpSpPr/>
            <p:nvPr/>
          </p:nvGrpSpPr>
          <p:grpSpPr>
            <a:xfrm>
              <a:off x="8271754" y="5407232"/>
              <a:ext cx="1322602" cy="1143258"/>
              <a:chOff x="8271754" y="5407232"/>
              <a:chExt cx="1322602" cy="1143258"/>
            </a:xfrm>
          </p:grpSpPr>
          <p:sp>
            <p:nvSpPr>
              <p:cNvPr id="455" name="文字方塊 454">
                <a:extLst>
                  <a:ext uri="{FF2B5EF4-FFF2-40B4-BE49-F238E27FC236}">
                    <a16:creationId xmlns:a16="http://schemas.microsoft.com/office/drawing/2014/main" id="{8297BEC4-7F8B-4A04-B9D4-8F16159EB581}"/>
                  </a:ext>
                </a:extLst>
              </p:cNvPr>
              <p:cNvSpPr txBox="1"/>
              <p:nvPr/>
            </p:nvSpPr>
            <p:spPr>
              <a:xfrm>
                <a:off x="9150195" y="5407232"/>
                <a:ext cx="4441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>
                        <a:lumMod val="50000"/>
                      </a:schemeClr>
                    </a:solidFill>
                  </a:rPr>
                  <a:t>LOH</a:t>
                </a:r>
                <a:endParaRPr lang="zh-TW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51" name="直線接點 450">
                <a:extLst>
                  <a:ext uri="{FF2B5EF4-FFF2-40B4-BE49-F238E27FC236}">
                    <a16:creationId xmlns:a16="http://schemas.microsoft.com/office/drawing/2014/main" id="{71387615-8324-4EB3-8574-375C992D0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39581" y="5604051"/>
                <a:ext cx="286529" cy="0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2" name="橢圓 471">
                <a:extLst>
                  <a:ext uri="{FF2B5EF4-FFF2-40B4-BE49-F238E27FC236}">
                    <a16:creationId xmlns:a16="http://schemas.microsoft.com/office/drawing/2014/main" id="{1BD64EA4-B7BC-4955-9D44-C506DBBCB552}"/>
                  </a:ext>
                </a:extLst>
              </p:cNvPr>
              <p:cNvSpPr/>
              <p:nvPr/>
            </p:nvSpPr>
            <p:spPr>
              <a:xfrm>
                <a:off x="9252679" y="6249750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1" name="文字方塊 480">
                <a:extLst>
                  <a:ext uri="{FF2B5EF4-FFF2-40B4-BE49-F238E27FC236}">
                    <a16:creationId xmlns:a16="http://schemas.microsoft.com/office/drawing/2014/main" id="{1472478B-14C1-45BB-B06E-BFDEB7A916F3}"/>
                  </a:ext>
                </a:extLst>
              </p:cNvPr>
              <p:cNvSpPr txBox="1"/>
              <p:nvPr/>
            </p:nvSpPr>
            <p:spPr>
              <a:xfrm>
                <a:off x="8271754" y="6181158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HP2-1</a:t>
                </a:r>
                <a:endParaRPr lang="zh-TW" altLang="en-US" dirty="0"/>
              </a:p>
            </p:txBody>
          </p:sp>
          <p:sp>
            <p:nvSpPr>
              <p:cNvPr id="486" name="橢圓 485">
                <a:extLst>
                  <a:ext uri="{FF2B5EF4-FFF2-40B4-BE49-F238E27FC236}">
                    <a16:creationId xmlns:a16="http://schemas.microsoft.com/office/drawing/2014/main" id="{BED6DA0C-67A9-40F2-B85C-69CDAF63DF99}"/>
                  </a:ext>
                </a:extLst>
              </p:cNvPr>
              <p:cNvSpPr/>
              <p:nvPr/>
            </p:nvSpPr>
            <p:spPr>
              <a:xfrm>
                <a:off x="9252679" y="5725536"/>
                <a:ext cx="228347" cy="228347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>
                        <a:lumMod val="75000"/>
                      </a:schemeClr>
                    </a:solidFill>
                  </a:rPr>
                  <a:t>A</a:t>
                </a:r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90" name="文字方塊 489">
                <a:extLst>
                  <a:ext uri="{FF2B5EF4-FFF2-40B4-BE49-F238E27FC236}">
                    <a16:creationId xmlns:a16="http://schemas.microsoft.com/office/drawing/2014/main" id="{79FF2623-68A0-44EA-B281-78D1E5A46A46}"/>
                  </a:ext>
                </a:extLst>
              </p:cNvPr>
              <p:cNvSpPr txBox="1"/>
              <p:nvPr/>
            </p:nvSpPr>
            <p:spPr>
              <a:xfrm>
                <a:off x="8459305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495" name="橢圓 494">
                <a:extLst>
                  <a:ext uri="{FF2B5EF4-FFF2-40B4-BE49-F238E27FC236}">
                    <a16:creationId xmlns:a16="http://schemas.microsoft.com/office/drawing/2014/main" id="{75A1A050-1C91-4D70-9672-0B95BA4AF781}"/>
                  </a:ext>
                </a:extLst>
              </p:cNvPr>
              <p:cNvSpPr/>
              <p:nvPr/>
            </p:nvSpPr>
            <p:spPr>
              <a:xfrm>
                <a:off x="9252679" y="5987643"/>
                <a:ext cx="228347" cy="228347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03" name="文字方塊 502">
                <a:extLst>
                  <a:ext uri="{FF2B5EF4-FFF2-40B4-BE49-F238E27FC236}">
                    <a16:creationId xmlns:a16="http://schemas.microsoft.com/office/drawing/2014/main" id="{E7EC43FE-E2FB-47BF-861B-8591F44CF463}"/>
                  </a:ext>
                </a:extLst>
              </p:cNvPr>
              <p:cNvSpPr txBox="1"/>
              <p:nvPr/>
            </p:nvSpPr>
            <p:spPr>
              <a:xfrm>
                <a:off x="8459305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  <p:grpSp>
          <p:nvGrpSpPr>
            <p:cNvPr id="161" name="群組 160">
              <a:extLst>
                <a:ext uri="{FF2B5EF4-FFF2-40B4-BE49-F238E27FC236}">
                  <a16:creationId xmlns:a16="http://schemas.microsoft.com/office/drawing/2014/main" id="{1EE23B82-64A7-42F0-9D0D-54288AFD93D4}"/>
                </a:ext>
              </a:extLst>
            </p:cNvPr>
            <p:cNvGrpSpPr/>
            <p:nvPr/>
          </p:nvGrpSpPr>
          <p:grpSpPr>
            <a:xfrm>
              <a:off x="8436362" y="2874653"/>
              <a:ext cx="1780177" cy="2121914"/>
              <a:chOff x="9853994" y="2874653"/>
              <a:chExt cx="1780177" cy="2121914"/>
            </a:xfrm>
          </p:grpSpPr>
          <p:sp>
            <p:nvSpPr>
              <p:cNvPr id="716" name="文字方塊 715">
                <a:extLst>
                  <a:ext uri="{FF2B5EF4-FFF2-40B4-BE49-F238E27FC236}">
                    <a16:creationId xmlns:a16="http://schemas.microsoft.com/office/drawing/2014/main" id="{2C5F9ED4-4F66-4421-BEF4-B906FEA0CC38}"/>
                  </a:ext>
                </a:extLst>
              </p:cNvPr>
              <p:cNvSpPr txBox="1"/>
              <p:nvPr/>
            </p:nvSpPr>
            <p:spPr>
              <a:xfrm>
                <a:off x="10401919" y="3595728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3</a:t>
                </a:r>
                <a:endParaRPr lang="zh-TW" altLang="en-US" dirty="0"/>
              </a:p>
            </p:txBody>
          </p:sp>
          <p:grpSp>
            <p:nvGrpSpPr>
              <p:cNvPr id="151" name="群組 150">
                <a:extLst>
                  <a:ext uri="{FF2B5EF4-FFF2-40B4-BE49-F238E27FC236}">
                    <a16:creationId xmlns:a16="http://schemas.microsoft.com/office/drawing/2014/main" id="{6A8B190F-E771-4F22-BA1A-4F3023A16C52}"/>
                  </a:ext>
                </a:extLst>
              </p:cNvPr>
              <p:cNvGrpSpPr/>
              <p:nvPr/>
            </p:nvGrpSpPr>
            <p:grpSpPr>
              <a:xfrm>
                <a:off x="9853994" y="2874653"/>
                <a:ext cx="1334719" cy="276999"/>
                <a:chOff x="9853994" y="2874653"/>
                <a:chExt cx="1334719" cy="276999"/>
              </a:xfrm>
            </p:grpSpPr>
            <p:cxnSp>
              <p:nvCxnSpPr>
                <p:cNvPr id="462" name="直線接點 461">
                  <a:extLst>
                    <a:ext uri="{FF2B5EF4-FFF2-40B4-BE49-F238E27FC236}">
                      <a16:creationId xmlns:a16="http://schemas.microsoft.com/office/drawing/2014/main" id="{69E9DFBF-6E8A-4A9C-98DE-1A58A90F5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00392" y="3071472"/>
                  <a:ext cx="1288321" cy="0"/>
                </a:xfrm>
                <a:prstGeom prst="line">
                  <a:avLst/>
                </a:prstGeom>
                <a:ln w="952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直線接點 462">
                  <a:extLst>
                    <a:ext uri="{FF2B5EF4-FFF2-40B4-BE49-F238E27FC236}">
                      <a16:creationId xmlns:a16="http://schemas.microsoft.com/office/drawing/2014/main" id="{9A08953D-3F14-44B6-B98B-CDBD660C83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86328" y="3006672"/>
                  <a:ext cx="0" cy="129600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4" name="文字方塊 463">
                  <a:extLst>
                    <a:ext uri="{FF2B5EF4-FFF2-40B4-BE49-F238E27FC236}">
                      <a16:creationId xmlns:a16="http://schemas.microsoft.com/office/drawing/2014/main" id="{B5860685-D9E2-4747-AEE1-3A7EC7D4E779}"/>
                    </a:ext>
                  </a:extLst>
                </p:cNvPr>
                <p:cNvSpPr txBox="1"/>
                <p:nvPr/>
              </p:nvSpPr>
              <p:spPr>
                <a:xfrm>
                  <a:off x="10672539" y="2874653"/>
                  <a:ext cx="44416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LOH</a:t>
                  </a:r>
                  <a:endParaRPr lang="zh-TW" alt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65" name="文字方塊 464">
                  <a:extLst>
                    <a:ext uri="{FF2B5EF4-FFF2-40B4-BE49-F238E27FC236}">
                      <a16:creationId xmlns:a16="http://schemas.microsoft.com/office/drawing/2014/main" id="{4E37F264-DE66-4171-8E62-7850B2A8FAF5}"/>
                    </a:ext>
                  </a:extLst>
                </p:cNvPr>
                <p:cNvSpPr txBox="1"/>
                <p:nvPr/>
              </p:nvSpPr>
              <p:spPr>
                <a:xfrm>
                  <a:off x="9853994" y="2874653"/>
                  <a:ext cx="75193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200" dirty="0">
                      <a:solidFill>
                        <a:schemeClr val="bg1">
                          <a:lumMod val="50000"/>
                        </a:schemeClr>
                      </a:solidFill>
                    </a:rPr>
                    <a:t>Non-LOH</a:t>
                  </a:r>
                  <a:endParaRPr lang="zh-TW" altLang="en-US" sz="12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711" name="橢圓 710">
                <a:extLst>
                  <a:ext uri="{FF2B5EF4-FFF2-40B4-BE49-F238E27FC236}">
                    <a16:creationId xmlns:a16="http://schemas.microsoft.com/office/drawing/2014/main" id="{2C2ED302-3C40-4E0B-939D-87DC45103997}"/>
                  </a:ext>
                </a:extLst>
              </p:cNvPr>
              <p:cNvSpPr/>
              <p:nvPr/>
            </p:nvSpPr>
            <p:spPr>
              <a:xfrm>
                <a:off x="10216527" y="3231121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712" name="橢圓 711">
                <a:extLst>
                  <a:ext uri="{FF2B5EF4-FFF2-40B4-BE49-F238E27FC236}">
                    <a16:creationId xmlns:a16="http://schemas.microsoft.com/office/drawing/2014/main" id="{B00A8372-723B-4D4A-AC4D-459F19EED4B4}"/>
                  </a:ext>
                </a:extLst>
              </p:cNvPr>
              <p:cNvSpPr/>
              <p:nvPr/>
            </p:nvSpPr>
            <p:spPr>
              <a:xfrm>
                <a:off x="10216527" y="3688077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13" name="橢圓 712">
                <a:extLst>
                  <a:ext uri="{FF2B5EF4-FFF2-40B4-BE49-F238E27FC236}">
                    <a16:creationId xmlns:a16="http://schemas.microsoft.com/office/drawing/2014/main" id="{1779265C-C437-4D06-AEC3-42C1FC009F88}"/>
                  </a:ext>
                </a:extLst>
              </p:cNvPr>
              <p:cNvSpPr/>
              <p:nvPr/>
            </p:nvSpPr>
            <p:spPr>
              <a:xfrm>
                <a:off x="10657213" y="3229093"/>
                <a:ext cx="263590" cy="26359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>
                        <a:lumMod val="75000"/>
                      </a:schemeClr>
                    </a:solidFill>
                  </a:rPr>
                  <a:t>A</a:t>
                </a:r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14" name="橢圓 713">
                <a:extLst>
                  <a:ext uri="{FF2B5EF4-FFF2-40B4-BE49-F238E27FC236}">
                    <a16:creationId xmlns:a16="http://schemas.microsoft.com/office/drawing/2014/main" id="{5CF5F9B9-E412-4C97-A192-2FBF18A1EDD5}"/>
                  </a:ext>
                </a:extLst>
              </p:cNvPr>
              <p:cNvSpPr/>
              <p:nvPr/>
            </p:nvSpPr>
            <p:spPr>
              <a:xfrm>
                <a:off x="10657213" y="368604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15" name="直線單箭頭接點 714">
                <a:extLst>
                  <a:ext uri="{FF2B5EF4-FFF2-40B4-BE49-F238E27FC236}">
                    <a16:creationId xmlns:a16="http://schemas.microsoft.com/office/drawing/2014/main" id="{4BFA5B76-F110-494C-9A9A-2BA7599AD4C0}"/>
                  </a:ext>
                </a:extLst>
              </p:cNvPr>
              <p:cNvCxnSpPr>
                <a:cxnSpLocks/>
                <a:stCxn id="712" idx="6"/>
                <a:endCxn id="714" idx="2"/>
              </p:cNvCxnSpPr>
              <p:nvPr/>
            </p:nvCxnSpPr>
            <p:spPr>
              <a:xfrm flipV="1">
                <a:off x="10480117" y="3817844"/>
                <a:ext cx="177096" cy="2028"/>
              </a:xfrm>
              <a:prstGeom prst="straightConnector1">
                <a:avLst/>
              </a:prstGeom>
              <a:ln w="28575">
                <a:solidFill>
                  <a:srgbClr val="2F559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7" name="橢圓 716">
                <a:extLst>
                  <a:ext uri="{FF2B5EF4-FFF2-40B4-BE49-F238E27FC236}">
                    <a16:creationId xmlns:a16="http://schemas.microsoft.com/office/drawing/2014/main" id="{00007C13-83D8-4382-A87D-097FA9E66361}"/>
                  </a:ext>
                </a:extLst>
              </p:cNvPr>
              <p:cNvSpPr/>
              <p:nvPr/>
            </p:nvSpPr>
            <p:spPr>
              <a:xfrm>
                <a:off x="10216527" y="4222263"/>
                <a:ext cx="263590" cy="26359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T</a:t>
                </a:r>
                <a:endParaRPr lang="zh-TW" altLang="en-US" dirty="0"/>
              </a:p>
            </p:txBody>
          </p:sp>
          <p:sp>
            <p:nvSpPr>
              <p:cNvPr id="718" name="橢圓 717">
                <a:extLst>
                  <a:ext uri="{FF2B5EF4-FFF2-40B4-BE49-F238E27FC236}">
                    <a16:creationId xmlns:a16="http://schemas.microsoft.com/office/drawing/2014/main" id="{582820BF-D6E2-4566-819E-32586A76A209}"/>
                  </a:ext>
                </a:extLst>
              </p:cNvPr>
              <p:cNvSpPr/>
              <p:nvPr/>
            </p:nvSpPr>
            <p:spPr>
              <a:xfrm>
                <a:off x="10216527" y="4679219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/>
                    </a:solidFill>
                  </a:rPr>
                  <a:t>A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19" name="橢圓 718">
                <a:extLst>
                  <a:ext uri="{FF2B5EF4-FFF2-40B4-BE49-F238E27FC236}">
                    <a16:creationId xmlns:a16="http://schemas.microsoft.com/office/drawing/2014/main" id="{25001A26-15A8-410E-A595-E3FE579DA166}"/>
                  </a:ext>
                </a:extLst>
              </p:cNvPr>
              <p:cNvSpPr/>
              <p:nvPr/>
            </p:nvSpPr>
            <p:spPr>
              <a:xfrm>
                <a:off x="10657213" y="4220235"/>
                <a:ext cx="263590" cy="26359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>
                        <a:lumMod val="75000"/>
                      </a:schemeClr>
                    </a:solidFill>
                  </a:rPr>
                  <a:t>A</a:t>
                </a:r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720" name="橢圓 719">
                <a:extLst>
                  <a:ext uri="{FF2B5EF4-FFF2-40B4-BE49-F238E27FC236}">
                    <a16:creationId xmlns:a16="http://schemas.microsoft.com/office/drawing/2014/main" id="{3EF4B90F-62DA-4EF2-A620-0D4DED1455D2}"/>
                  </a:ext>
                </a:extLst>
              </p:cNvPr>
              <p:cNvSpPr/>
              <p:nvPr/>
            </p:nvSpPr>
            <p:spPr>
              <a:xfrm>
                <a:off x="10657213" y="4677191"/>
                <a:ext cx="263590" cy="26359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G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22" name="文字方塊 721">
                <a:extLst>
                  <a:ext uri="{FF2B5EF4-FFF2-40B4-BE49-F238E27FC236}">
                    <a16:creationId xmlns:a16="http://schemas.microsoft.com/office/drawing/2014/main" id="{059D33D2-C74E-4A03-B864-6850C4BDC653}"/>
                  </a:ext>
                </a:extLst>
              </p:cNvPr>
              <p:cNvSpPr txBox="1"/>
              <p:nvPr/>
            </p:nvSpPr>
            <p:spPr>
              <a:xfrm>
                <a:off x="10401919" y="4279354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 sz="1400"/>
                </a:lvl1pPr>
              </a:lstStyle>
              <a:p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cxnSp>
            <p:nvCxnSpPr>
              <p:cNvPr id="721" name="直線單箭頭接點 720">
                <a:extLst>
                  <a:ext uri="{FF2B5EF4-FFF2-40B4-BE49-F238E27FC236}">
                    <a16:creationId xmlns:a16="http://schemas.microsoft.com/office/drawing/2014/main" id="{91B3435B-6918-4C98-9445-3279F197BDBA}"/>
                  </a:ext>
                </a:extLst>
              </p:cNvPr>
              <p:cNvCxnSpPr>
                <a:cxnSpLocks/>
                <a:stCxn id="717" idx="5"/>
                <a:endCxn id="720" idx="1"/>
              </p:cNvCxnSpPr>
              <p:nvPr/>
            </p:nvCxnSpPr>
            <p:spPr>
              <a:xfrm>
                <a:off x="10441515" y="4447251"/>
                <a:ext cx="254300" cy="268542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4" name="文字方塊 813">
                <a:extLst>
                  <a:ext uri="{FF2B5EF4-FFF2-40B4-BE49-F238E27FC236}">
                    <a16:creationId xmlns:a16="http://schemas.microsoft.com/office/drawing/2014/main" id="{D24BAA03-AAE4-4F93-8BA7-C2460E00214A}"/>
                  </a:ext>
                </a:extLst>
              </p:cNvPr>
              <p:cNvSpPr txBox="1"/>
              <p:nvPr/>
            </p:nvSpPr>
            <p:spPr>
              <a:xfrm>
                <a:off x="11069593" y="3632639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  <p:sp>
            <p:nvSpPr>
              <p:cNvPr id="822" name="文字方塊 821">
                <a:extLst>
                  <a:ext uri="{FF2B5EF4-FFF2-40B4-BE49-F238E27FC236}">
                    <a16:creationId xmlns:a16="http://schemas.microsoft.com/office/drawing/2014/main" id="{60DB2776-3A15-419D-A046-CBC82D9E4EA9}"/>
                  </a:ext>
                </a:extLst>
              </p:cNvPr>
              <p:cNvSpPr txBox="1"/>
              <p:nvPr/>
            </p:nvSpPr>
            <p:spPr>
              <a:xfrm>
                <a:off x="11069593" y="4627235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 algn="r">
                  <a:defRPr>
                    <a:solidFill>
                      <a:srgbClr val="8FAADC"/>
                    </a:solidFill>
                  </a:defRPr>
                </a:lvl1pPr>
              </a:lstStyle>
              <a:p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</p:grpSp>
      </p:grpSp>
      <p:sp>
        <p:nvSpPr>
          <p:cNvPr id="836" name="矩形 178">
            <a:extLst>
              <a:ext uri="{FF2B5EF4-FFF2-40B4-BE49-F238E27FC236}">
                <a16:creationId xmlns:a16="http://schemas.microsoft.com/office/drawing/2014/main" id="{69D0AAD8-ED1B-4B04-BF0F-946459FD4744}"/>
              </a:ext>
            </a:extLst>
          </p:cNvPr>
          <p:cNvSpPr>
            <a:spLocks noChangeAspect="1"/>
          </p:cNvSpPr>
          <p:nvPr/>
        </p:nvSpPr>
        <p:spPr>
          <a:xfrm>
            <a:off x="2913921" y="1448436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7" name="矩形 178">
            <a:extLst>
              <a:ext uri="{FF2B5EF4-FFF2-40B4-BE49-F238E27FC236}">
                <a16:creationId xmlns:a16="http://schemas.microsoft.com/office/drawing/2014/main" id="{61A943DC-63EB-491A-82AA-5A4489BB0997}"/>
              </a:ext>
            </a:extLst>
          </p:cNvPr>
          <p:cNvSpPr>
            <a:spLocks noChangeAspect="1"/>
          </p:cNvSpPr>
          <p:nvPr/>
        </p:nvSpPr>
        <p:spPr>
          <a:xfrm>
            <a:off x="2913921" y="1616143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8" name="矩形 178">
            <a:extLst>
              <a:ext uri="{FF2B5EF4-FFF2-40B4-BE49-F238E27FC236}">
                <a16:creationId xmlns:a16="http://schemas.microsoft.com/office/drawing/2014/main" id="{ED65E4F1-F383-40C2-9B80-DCB24907F81C}"/>
              </a:ext>
            </a:extLst>
          </p:cNvPr>
          <p:cNvSpPr>
            <a:spLocks noChangeAspect="1"/>
          </p:cNvSpPr>
          <p:nvPr/>
        </p:nvSpPr>
        <p:spPr>
          <a:xfrm>
            <a:off x="2913921" y="1783565"/>
            <a:ext cx="148916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1" name="矩形 178">
            <a:extLst>
              <a:ext uri="{FF2B5EF4-FFF2-40B4-BE49-F238E27FC236}">
                <a16:creationId xmlns:a16="http://schemas.microsoft.com/office/drawing/2014/main" id="{040E54BF-2C61-4E23-AFB4-09F0506CB0E8}"/>
              </a:ext>
            </a:extLst>
          </p:cNvPr>
          <p:cNvSpPr>
            <a:spLocks noChangeAspect="1"/>
          </p:cNvSpPr>
          <p:nvPr/>
        </p:nvSpPr>
        <p:spPr>
          <a:xfrm>
            <a:off x="2519211" y="1779437"/>
            <a:ext cx="148917" cy="136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矩形 178">
            <a:extLst>
              <a:ext uri="{FF2B5EF4-FFF2-40B4-BE49-F238E27FC236}">
                <a16:creationId xmlns:a16="http://schemas.microsoft.com/office/drawing/2014/main" id="{7000251B-8BAB-4748-9130-1BA261B125BF}"/>
              </a:ext>
            </a:extLst>
          </p:cNvPr>
          <p:cNvSpPr>
            <a:spLocks noChangeAspect="1"/>
          </p:cNvSpPr>
          <p:nvPr/>
        </p:nvSpPr>
        <p:spPr>
          <a:xfrm>
            <a:off x="2913921" y="1950609"/>
            <a:ext cx="148917" cy="1368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T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845" name="矩形 178">
            <a:extLst>
              <a:ext uri="{FF2B5EF4-FFF2-40B4-BE49-F238E27FC236}">
                <a16:creationId xmlns:a16="http://schemas.microsoft.com/office/drawing/2014/main" id="{40F9A439-BFA8-4D17-9867-E4481D4A1A57}"/>
              </a:ext>
            </a:extLst>
          </p:cNvPr>
          <p:cNvSpPr>
            <a:spLocks noChangeAspect="1"/>
          </p:cNvSpPr>
          <p:nvPr/>
        </p:nvSpPr>
        <p:spPr>
          <a:xfrm>
            <a:off x="2913921" y="2299878"/>
            <a:ext cx="148917" cy="1368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T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847" name="矩形 178">
            <a:extLst>
              <a:ext uri="{FF2B5EF4-FFF2-40B4-BE49-F238E27FC236}">
                <a16:creationId xmlns:a16="http://schemas.microsoft.com/office/drawing/2014/main" id="{EC93FEB2-185C-42EA-AB08-769665BB78DF}"/>
              </a:ext>
            </a:extLst>
          </p:cNvPr>
          <p:cNvSpPr>
            <a:spLocks noChangeAspect="1"/>
          </p:cNvSpPr>
          <p:nvPr/>
        </p:nvSpPr>
        <p:spPr>
          <a:xfrm>
            <a:off x="2913921" y="2121543"/>
            <a:ext cx="148917" cy="136800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" dirty="0">
                <a:solidFill>
                  <a:schemeClr val="bg1"/>
                </a:solidFill>
              </a:rPr>
              <a:t>T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  <p:sp>
        <p:nvSpPr>
          <p:cNvPr id="850" name="橢圓 849">
            <a:extLst>
              <a:ext uri="{FF2B5EF4-FFF2-40B4-BE49-F238E27FC236}">
                <a16:creationId xmlns:a16="http://schemas.microsoft.com/office/drawing/2014/main" id="{1660469B-9BAA-4E62-87A3-A63C885C831E}"/>
              </a:ext>
            </a:extLst>
          </p:cNvPr>
          <p:cNvSpPr/>
          <p:nvPr/>
        </p:nvSpPr>
        <p:spPr>
          <a:xfrm>
            <a:off x="7011685" y="1560859"/>
            <a:ext cx="263590" cy="26359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>
                    <a:lumMod val="75000"/>
                  </a:schemeClr>
                </a:solidFill>
              </a:rPr>
              <a:t>A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51" name="橢圓 850">
            <a:extLst>
              <a:ext uri="{FF2B5EF4-FFF2-40B4-BE49-F238E27FC236}">
                <a16:creationId xmlns:a16="http://schemas.microsoft.com/office/drawing/2014/main" id="{76F08221-B6E7-45A2-8C67-1A0AAD81C8EB}"/>
              </a:ext>
            </a:extLst>
          </p:cNvPr>
          <p:cNvSpPr/>
          <p:nvPr/>
        </p:nvSpPr>
        <p:spPr>
          <a:xfrm>
            <a:off x="7011685" y="2017815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25" name="橢圓 324">
            <a:extLst>
              <a:ext uri="{FF2B5EF4-FFF2-40B4-BE49-F238E27FC236}">
                <a16:creationId xmlns:a16="http://schemas.microsoft.com/office/drawing/2014/main" id="{8271D714-61BC-4F1D-8FA6-064470B74BC2}"/>
              </a:ext>
            </a:extLst>
          </p:cNvPr>
          <p:cNvSpPr/>
          <p:nvPr/>
        </p:nvSpPr>
        <p:spPr>
          <a:xfrm>
            <a:off x="11145244" y="2041817"/>
            <a:ext cx="228347" cy="228347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26" name="橢圓 325">
            <a:extLst>
              <a:ext uri="{FF2B5EF4-FFF2-40B4-BE49-F238E27FC236}">
                <a16:creationId xmlns:a16="http://schemas.microsoft.com/office/drawing/2014/main" id="{E81B4ECF-81C5-4F87-92DF-144F12A5A24C}"/>
              </a:ext>
            </a:extLst>
          </p:cNvPr>
          <p:cNvSpPr/>
          <p:nvPr/>
        </p:nvSpPr>
        <p:spPr>
          <a:xfrm>
            <a:off x="11145244" y="1517603"/>
            <a:ext cx="228347" cy="228347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>
                    <a:lumMod val="75000"/>
                  </a:schemeClr>
                </a:solidFill>
              </a:rPr>
              <a:t>A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27" name="橢圓 326">
            <a:extLst>
              <a:ext uri="{FF2B5EF4-FFF2-40B4-BE49-F238E27FC236}">
                <a16:creationId xmlns:a16="http://schemas.microsoft.com/office/drawing/2014/main" id="{2B9E5E83-4DB1-4A37-B6FE-B44021D4C587}"/>
              </a:ext>
            </a:extLst>
          </p:cNvPr>
          <p:cNvSpPr/>
          <p:nvPr/>
        </p:nvSpPr>
        <p:spPr>
          <a:xfrm>
            <a:off x="11145244" y="1779710"/>
            <a:ext cx="228347" cy="228347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>
                    <a:lumMod val="75000"/>
                  </a:schemeClr>
                </a:solidFill>
              </a:rPr>
              <a:t>A</a:t>
            </a:r>
            <a:endParaRPr lang="zh-TW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29" name="直線單箭頭接點 328">
            <a:extLst>
              <a:ext uri="{FF2B5EF4-FFF2-40B4-BE49-F238E27FC236}">
                <a16:creationId xmlns:a16="http://schemas.microsoft.com/office/drawing/2014/main" id="{41485D91-E0F4-4449-90FB-8FEF63E50DAF}"/>
              </a:ext>
            </a:extLst>
          </p:cNvPr>
          <p:cNvCxnSpPr>
            <a:cxnSpLocks/>
            <a:stCxn id="431" idx="6"/>
            <a:endCxn id="325" idx="2"/>
          </p:cNvCxnSpPr>
          <p:nvPr/>
        </p:nvCxnSpPr>
        <p:spPr>
          <a:xfrm flipV="1">
            <a:off x="10991826" y="2155991"/>
            <a:ext cx="153418" cy="1757"/>
          </a:xfrm>
          <a:prstGeom prst="straightConnector1">
            <a:avLst/>
          </a:prstGeom>
          <a:ln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30CD6B24-F3FB-48AE-A1D9-153FFAC555E8}"/>
              </a:ext>
            </a:extLst>
          </p:cNvPr>
          <p:cNvGrpSpPr/>
          <p:nvPr/>
        </p:nvGrpSpPr>
        <p:grpSpPr>
          <a:xfrm>
            <a:off x="9955122" y="3232081"/>
            <a:ext cx="1955241" cy="3318409"/>
            <a:chOff x="10212297" y="3232081"/>
            <a:chExt cx="1955241" cy="3318409"/>
          </a:xfrm>
        </p:grpSpPr>
        <p:sp>
          <p:nvSpPr>
            <p:cNvPr id="337" name="橢圓 336">
              <a:extLst>
                <a:ext uri="{FF2B5EF4-FFF2-40B4-BE49-F238E27FC236}">
                  <a16:creationId xmlns:a16="http://schemas.microsoft.com/office/drawing/2014/main" id="{637B870A-2177-43C8-AEF9-05D84B9A0357}"/>
                </a:ext>
              </a:extLst>
            </p:cNvPr>
            <p:cNvSpPr/>
            <p:nvPr/>
          </p:nvSpPr>
          <p:spPr>
            <a:xfrm>
              <a:off x="10752536" y="3234109"/>
              <a:ext cx="263590" cy="263590"/>
            </a:xfrm>
            <a:prstGeom prst="ellipse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>
                      <a:lumMod val="75000"/>
                    </a:schemeClr>
                  </a:solidFill>
                </a:rPr>
                <a:t>A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38" name="橢圓 337">
              <a:extLst>
                <a:ext uri="{FF2B5EF4-FFF2-40B4-BE49-F238E27FC236}">
                  <a16:creationId xmlns:a16="http://schemas.microsoft.com/office/drawing/2014/main" id="{3E0AA9EA-DD2F-4817-9B11-C465B26E7057}"/>
                </a:ext>
              </a:extLst>
            </p:cNvPr>
            <p:cNvSpPr/>
            <p:nvPr/>
          </p:nvSpPr>
          <p:spPr>
            <a:xfrm>
              <a:off x="10752536" y="3691065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G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39" name="橢圓 338">
              <a:extLst>
                <a:ext uri="{FF2B5EF4-FFF2-40B4-BE49-F238E27FC236}">
                  <a16:creationId xmlns:a16="http://schemas.microsoft.com/office/drawing/2014/main" id="{8060078B-16D7-4F38-98B7-3A8FADEAD3FF}"/>
                </a:ext>
              </a:extLst>
            </p:cNvPr>
            <p:cNvSpPr/>
            <p:nvPr/>
          </p:nvSpPr>
          <p:spPr>
            <a:xfrm>
              <a:off x="11193222" y="3232081"/>
              <a:ext cx="263590" cy="263590"/>
            </a:xfrm>
            <a:prstGeom prst="ellipse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>
                      <a:lumMod val="75000"/>
                    </a:schemeClr>
                  </a:solidFill>
                </a:rPr>
                <a:t>A</a:t>
              </a:r>
              <a:endParaRPr lang="zh-TW" altLang="en-US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340" name="橢圓 339">
              <a:extLst>
                <a:ext uri="{FF2B5EF4-FFF2-40B4-BE49-F238E27FC236}">
                  <a16:creationId xmlns:a16="http://schemas.microsoft.com/office/drawing/2014/main" id="{B1A3A7CC-99FC-4B7B-B816-B80B64D216A3}"/>
                </a:ext>
              </a:extLst>
            </p:cNvPr>
            <p:cNvSpPr/>
            <p:nvPr/>
          </p:nvSpPr>
          <p:spPr>
            <a:xfrm>
              <a:off x="11193222" y="3689037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342" name="直線單箭頭接點 341">
              <a:extLst>
                <a:ext uri="{FF2B5EF4-FFF2-40B4-BE49-F238E27FC236}">
                  <a16:creationId xmlns:a16="http://schemas.microsoft.com/office/drawing/2014/main" id="{24CAD166-9889-454A-9921-09EBCA1C775F}"/>
                </a:ext>
              </a:extLst>
            </p:cNvPr>
            <p:cNvCxnSpPr>
              <a:cxnSpLocks/>
              <a:stCxn id="338" idx="6"/>
              <a:endCxn id="340" idx="2"/>
            </p:cNvCxnSpPr>
            <p:nvPr/>
          </p:nvCxnSpPr>
          <p:spPr>
            <a:xfrm flipV="1">
              <a:off x="11016126" y="3820832"/>
              <a:ext cx="177096" cy="2028"/>
            </a:xfrm>
            <a:prstGeom prst="straightConnector1">
              <a:avLst/>
            </a:prstGeom>
            <a:ln w="28575">
              <a:solidFill>
                <a:srgbClr val="2F559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文字方塊 346">
              <a:extLst>
                <a:ext uri="{FF2B5EF4-FFF2-40B4-BE49-F238E27FC236}">
                  <a16:creationId xmlns:a16="http://schemas.microsoft.com/office/drawing/2014/main" id="{7C934238-D4F0-4066-9415-C853B1C6699A}"/>
                </a:ext>
              </a:extLst>
            </p:cNvPr>
            <p:cNvSpPr txBox="1"/>
            <p:nvPr/>
          </p:nvSpPr>
          <p:spPr>
            <a:xfrm>
              <a:off x="11602960" y="3632639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rgbClr val="2F5597"/>
                  </a:solidFill>
                </a:defRPr>
              </a:lvl1pPr>
            </a:lstStyle>
            <a:p>
              <a:pPr algn="r"/>
              <a:r>
                <a:rPr lang="en-US" altLang="zh-TW" dirty="0"/>
                <a:t>HP2</a:t>
              </a:r>
              <a:endParaRPr lang="zh-TW" altLang="en-US" dirty="0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76756D22-D5EA-4BEB-9164-8C05A1D23658}"/>
                </a:ext>
              </a:extLst>
            </p:cNvPr>
            <p:cNvGrpSpPr/>
            <p:nvPr/>
          </p:nvGrpSpPr>
          <p:grpSpPr>
            <a:xfrm>
              <a:off x="10212297" y="5407232"/>
              <a:ext cx="1322602" cy="1143258"/>
              <a:chOff x="10212297" y="5407232"/>
              <a:chExt cx="1322602" cy="1143258"/>
            </a:xfrm>
          </p:grpSpPr>
          <p:sp>
            <p:nvSpPr>
              <p:cNvPr id="422" name="文字方塊 421">
                <a:extLst>
                  <a:ext uri="{FF2B5EF4-FFF2-40B4-BE49-F238E27FC236}">
                    <a16:creationId xmlns:a16="http://schemas.microsoft.com/office/drawing/2014/main" id="{3864C0F3-ED8C-41A7-84B1-263A0A949A5B}"/>
                  </a:ext>
                </a:extLst>
              </p:cNvPr>
              <p:cNvSpPr txBox="1"/>
              <p:nvPr/>
            </p:nvSpPr>
            <p:spPr>
              <a:xfrm>
                <a:off x="11090738" y="5407232"/>
                <a:ext cx="44416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>
                        <a:lumMod val="50000"/>
                      </a:schemeClr>
                    </a:solidFill>
                  </a:rPr>
                  <a:t>LOH</a:t>
                </a:r>
                <a:endParaRPr lang="zh-TW" altLang="en-US" sz="12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423" name="直線接點 422">
                <a:extLst>
                  <a:ext uri="{FF2B5EF4-FFF2-40B4-BE49-F238E27FC236}">
                    <a16:creationId xmlns:a16="http://schemas.microsoft.com/office/drawing/2014/main" id="{F36946BD-F8B6-49BD-B9DF-4BA0005E15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80124" y="5604051"/>
                <a:ext cx="286529" cy="0"/>
              </a:xfrm>
              <a:prstGeom prst="line">
                <a:avLst/>
              </a:prstGeom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4" name="橢圓 423">
                <a:extLst>
                  <a:ext uri="{FF2B5EF4-FFF2-40B4-BE49-F238E27FC236}">
                    <a16:creationId xmlns:a16="http://schemas.microsoft.com/office/drawing/2014/main" id="{10BA8CE0-A1F8-4A2F-BD10-AF97E5C706F7}"/>
                  </a:ext>
                </a:extLst>
              </p:cNvPr>
              <p:cNvSpPr/>
              <p:nvPr/>
            </p:nvSpPr>
            <p:spPr>
              <a:xfrm>
                <a:off x="11193222" y="6249750"/>
                <a:ext cx="228347" cy="228347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5" name="文字方塊 424">
                <a:extLst>
                  <a:ext uri="{FF2B5EF4-FFF2-40B4-BE49-F238E27FC236}">
                    <a16:creationId xmlns:a16="http://schemas.microsoft.com/office/drawing/2014/main" id="{1AD7D27B-D5D8-42CA-A3B9-24193B84D127}"/>
                  </a:ext>
                </a:extLst>
              </p:cNvPr>
              <p:cNvSpPr txBox="1"/>
              <p:nvPr/>
            </p:nvSpPr>
            <p:spPr>
              <a:xfrm>
                <a:off x="10212297" y="6181158"/>
                <a:ext cx="752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HP2-1</a:t>
                </a:r>
                <a:endParaRPr lang="zh-TW" altLang="en-US" dirty="0"/>
              </a:p>
            </p:txBody>
          </p:sp>
          <p:sp>
            <p:nvSpPr>
              <p:cNvPr id="439" name="橢圓 438">
                <a:extLst>
                  <a:ext uri="{FF2B5EF4-FFF2-40B4-BE49-F238E27FC236}">
                    <a16:creationId xmlns:a16="http://schemas.microsoft.com/office/drawing/2014/main" id="{5F40FEEA-2868-4AA4-BA98-5843AFFE3F78}"/>
                  </a:ext>
                </a:extLst>
              </p:cNvPr>
              <p:cNvSpPr/>
              <p:nvPr/>
            </p:nvSpPr>
            <p:spPr>
              <a:xfrm>
                <a:off x="11193222" y="5725536"/>
                <a:ext cx="228347" cy="228347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>
                    <a:solidFill>
                      <a:schemeClr val="bg1">
                        <a:lumMod val="75000"/>
                      </a:schemeClr>
                    </a:solidFill>
                  </a:rPr>
                  <a:t>A</a:t>
                </a:r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40" name="文字方塊 439">
                <a:extLst>
                  <a:ext uri="{FF2B5EF4-FFF2-40B4-BE49-F238E27FC236}">
                    <a16:creationId xmlns:a16="http://schemas.microsoft.com/office/drawing/2014/main" id="{E4ED7949-932D-4599-880B-35065B1F802F}"/>
                  </a:ext>
                </a:extLst>
              </p:cNvPr>
              <p:cNvSpPr txBox="1"/>
              <p:nvPr/>
            </p:nvSpPr>
            <p:spPr>
              <a:xfrm>
                <a:off x="10399848" y="5656944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8FAADC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HP1</a:t>
                </a:r>
                <a:endParaRPr lang="zh-TW" altLang="en-US" dirty="0"/>
              </a:p>
            </p:txBody>
          </p:sp>
          <p:sp>
            <p:nvSpPr>
              <p:cNvPr id="448" name="橢圓 447">
                <a:extLst>
                  <a:ext uri="{FF2B5EF4-FFF2-40B4-BE49-F238E27FC236}">
                    <a16:creationId xmlns:a16="http://schemas.microsoft.com/office/drawing/2014/main" id="{C4E5275B-AEEB-4830-A516-47BCD44A6EFA}"/>
                  </a:ext>
                </a:extLst>
              </p:cNvPr>
              <p:cNvSpPr/>
              <p:nvPr/>
            </p:nvSpPr>
            <p:spPr>
              <a:xfrm>
                <a:off x="11193222" y="5987643"/>
                <a:ext cx="228347" cy="228347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>
                        <a:lumMod val="75000"/>
                      </a:schemeClr>
                    </a:solidFill>
                  </a:rPr>
                  <a:t>A</a:t>
                </a:r>
                <a:endParaRPr lang="zh-TW" alt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0" name="文字方塊 449">
                <a:extLst>
                  <a:ext uri="{FF2B5EF4-FFF2-40B4-BE49-F238E27FC236}">
                    <a16:creationId xmlns:a16="http://schemas.microsoft.com/office/drawing/2014/main" id="{38A7EB71-AE43-4276-8590-186D8281EDA6}"/>
                  </a:ext>
                </a:extLst>
              </p:cNvPr>
              <p:cNvSpPr txBox="1"/>
              <p:nvPr/>
            </p:nvSpPr>
            <p:spPr>
              <a:xfrm>
                <a:off x="10399848" y="5919051"/>
                <a:ext cx="564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2F5597"/>
                    </a:solidFill>
                  </a:defRPr>
                </a:lvl1pPr>
              </a:lstStyle>
              <a:p>
                <a:pPr algn="r"/>
                <a:r>
                  <a:rPr lang="en-US" altLang="zh-TW" dirty="0"/>
                  <a:t>HP2</a:t>
                </a:r>
                <a:endParaRPr lang="zh-TW" altLang="en-US" dirty="0"/>
              </a:p>
            </p:txBody>
          </p:sp>
        </p:grpSp>
      </p:grpSp>
      <p:cxnSp>
        <p:nvCxnSpPr>
          <p:cNvPr id="453" name="直線單箭頭接點 452">
            <a:extLst>
              <a:ext uri="{FF2B5EF4-FFF2-40B4-BE49-F238E27FC236}">
                <a16:creationId xmlns:a16="http://schemas.microsoft.com/office/drawing/2014/main" id="{4BE0D114-3A62-4225-813A-551622D6C1E8}"/>
              </a:ext>
            </a:extLst>
          </p:cNvPr>
          <p:cNvCxnSpPr>
            <a:cxnSpLocks/>
          </p:cNvCxnSpPr>
          <p:nvPr/>
        </p:nvCxnSpPr>
        <p:spPr>
          <a:xfrm>
            <a:off x="7387135" y="2349012"/>
            <a:ext cx="3476302" cy="8026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000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427CA8C-CF0D-42BC-8B38-6B81A960F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Tumor Purity Prediction Equation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B4AFC9D-78E2-479B-83AC-D51B0D7B53F5}"/>
              </a:ext>
            </a:extLst>
          </p:cNvPr>
          <p:cNvSpPr txBox="1"/>
          <p:nvPr/>
        </p:nvSpPr>
        <p:spPr>
          <a:xfrm>
            <a:off x="3028959" y="1556207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purity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49D4A32E-6050-4140-8F08-526CA1636E78}"/>
              </a:ext>
            </a:extLst>
          </p:cNvPr>
          <p:cNvGrpSpPr/>
          <p:nvPr/>
        </p:nvGrpSpPr>
        <p:grpSpPr>
          <a:xfrm>
            <a:off x="3835017" y="1576420"/>
            <a:ext cx="412292" cy="533837"/>
            <a:chOff x="4328553" y="3392474"/>
            <a:chExt cx="412292" cy="533837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BBE371BD-7CE6-4301-950B-2E64566D58F9}"/>
                </a:ext>
              </a:extLst>
            </p:cNvPr>
            <p:cNvSpPr txBox="1"/>
            <p:nvPr/>
          </p:nvSpPr>
          <p:spPr>
            <a:xfrm>
              <a:off x="4328553" y="3392474"/>
              <a:ext cx="41229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1400"/>
                <a:t>0.2</a:t>
              </a:r>
              <a:endParaRPr lang="zh-TW" altLang="en-US" sz="1400" dirty="0"/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BF935215-4481-4978-A2BB-932FD0DFA5BA}"/>
                </a:ext>
              </a:extLst>
            </p:cNvPr>
            <p:cNvGrpSpPr/>
            <p:nvPr/>
          </p:nvGrpSpPr>
          <p:grpSpPr>
            <a:xfrm>
              <a:off x="4346063" y="3665004"/>
              <a:ext cx="377272" cy="261307"/>
              <a:chOff x="9019484" y="4709765"/>
              <a:chExt cx="306383" cy="212209"/>
            </a:xfrm>
          </p:grpSpPr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A44BC9F6-7A50-40A3-86C2-D7ACB124F1D9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D62EB929-9E2F-4508-9162-F5CC1E433E35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7D23AC99-C7BD-4815-A9EC-4F10A8E5AF03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F7522A58-75C6-4462-A119-98C9DBCF848F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>
                <a:extLst>
                  <a:ext uri="{FF2B5EF4-FFF2-40B4-BE49-F238E27FC236}">
                    <a16:creationId xmlns:a16="http://schemas.microsoft.com/office/drawing/2014/main" id="{62BEAA56-E229-4DEB-A62F-0F796CD481F4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193C58B-79C5-4251-9806-9601F9E96AD5}"/>
              </a:ext>
            </a:extLst>
          </p:cNvPr>
          <p:cNvGrpSpPr/>
          <p:nvPr/>
        </p:nvGrpSpPr>
        <p:grpSpPr>
          <a:xfrm>
            <a:off x="5367944" y="1576420"/>
            <a:ext cx="412292" cy="533837"/>
            <a:chOff x="4781650" y="3392474"/>
            <a:chExt cx="412292" cy="533837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D400A808-8E0E-4FD2-B8D5-8263AD67EFCE}"/>
                </a:ext>
              </a:extLst>
            </p:cNvPr>
            <p:cNvSpPr txBox="1"/>
            <p:nvPr/>
          </p:nvSpPr>
          <p:spPr>
            <a:xfrm>
              <a:off x="4781650" y="3392474"/>
              <a:ext cx="41229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/>
                <a:t>0.4</a:t>
              </a:r>
              <a:endParaRPr lang="zh-TW" altLang="en-US" sz="1400" dirty="0"/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5C74DCDE-7ECA-49E2-907A-A5D34E6AEA6A}"/>
                </a:ext>
              </a:extLst>
            </p:cNvPr>
            <p:cNvGrpSpPr/>
            <p:nvPr/>
          </p:nvGrpSpPr>
          <p:grpSpPr>
            <a:xfrm>
              <a:off x="4799160" y="3665004"/>
              <a:ext cx="377272" cy="261307"/>
              <a:chOff x="9019484" y="4709765"/>
              <a:chExt cx="306383" cy="212209"/>
            </a:xfrm>
          </p:grpSpPr>
          <p:sp>
            <p:nvSpPr>
              <p:cNvPr id="17" name="橢圓 16">
                <a:extLst>
                  <a:ext uri="{FF2B5EF4-FFF2-40B4-BE49-F238E27FC236}">
                    <a16:creationId xmlns:a16="http://schemas.microsoft.com/office/drawing/2014/main" id="{F9BC38D5-CC97-44E1-9C1D-86D89801AB0C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D667A936-9FDE-4015-B7A5-900611ED7913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C5441FFE-5F02-4DB3-B26C-4EE904A40AC2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5D75435B-D2FE-4076-AADE-2998A4B20BE5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966EE5B9-0589-4E78-BEBA-A0451DEE465B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2C02124-D7F7-4AFF-93BC-9BF0C873ED5D}"/>
              </a:ext>
            </a:extLst>
          </p:cNvPr>
          <p:cNvGrpSpPr/>
          <p:nvPr/>
        </p:nvGrpSpPr>
        <p:grpSpPr>
          <a:xfrm>
            <a:off x="6900871" y="1576420"/>
            <a:ext cx="412292" cy="533837"/>
            <a:chOff x="5235146" y="3392474"/>
            <a:chExt cx="412292" cy="533837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B1F0886-5C4C-4B18-8EA9-4C7F00F6B5F7}"/>
                </a:ext>
              </a:extLst>
            </p:cNvPr>
            <p:cNvSpPr txBox="1"/>
            <p:nvPr/>
          </p:nvSpPr>
          <p:spPr>
            <a:xfrm>
              <a:off x="5235146" y="3392474"/>
              <a:ext cx="41229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/>
                <a:t>0.6</a:t>
              </a:r>
              <a:endParaRPr lang="zh-TW" altLang="en-US" sz="1400" dirty="0"/>
            </a:p>
          </p:txBody>
        </p: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79F627E7-3825-45A0-A047-CEAE0BFE8F4D}"/>
                </a:ext>
              </a:extLst>
            </p:cNvPr>
            <p:cNvGrpSpPr/>
            <p:nvPr/>
          </p:nvGrpSpPr>
          <p:grpSpPr>
            <a:xfrm>
              <a:off x="5252656" y="3665004"/>
              <a:ext cx="377272" cy="261307"/>
              <a:chOff x="9019484" y="4709765"/>
              <a:chExt cx="306383" cy="212209"/>
            </a:xfrm>
          </p:grpSpPr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02378FD1-5F9F-4A76-909C-3066F69AE300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8CD2F7DC-7CF2-4129-8537-7D7363DAA551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D0FE9D12-719C-4A99-B7B4-BB198D0FBFA3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23F1708B-2369-4AA1-A237-916B1ED4B12E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3D68C058-B9C9-4152-9463-BE0790BA5218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A1F071ED-C3C8-4BA5-B20D-026970FAF1A8}"/>
              </a:ext>
            </a:extLst>
          </p:cNvPr>
          <p:cNvGrpSpPr/>
          <p:nvPr/>
        </p:nvGrpSpPr>
        <p:grpSpPr>
          <a:xfrm>
            <a:off x="8433798" y="1576420"/>
            <a:ext cx="412292" cy="533837"/>
            <a:chOff x="5688641" y="3392474"/>
            <a:chExt cx="412292" cy="533837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FCD684C-5DA3-46EA-8A9E-B7A5B5A70440}"/>
                </a:ext>
              </a:extLst>
            </p:cNvPr>
            <p:cNvSpPr txBox="1"/>
            <p:nvPr/>
          </p:nvSpPr>
          <p:spPr>
            <a:xfrm>
              <a:off x="5688641" y="3392474"/>
              <a:ext cx="41229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0.8</a:t>
              </a:r>
              <a:endParaRPr lang="zh-TW" altLang="en-US" sz="1400" dirty="0"/>
            </a:p>
          </p:txBody>
        </p: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5C42BC9B-BBF1-4CDA-8692-DC39F9D466C5}"/>
                </a:ext>
              </a:extLst>
            </p:cNvPr>
            <p:cNvGrpSpPr/>
            <p:nvPr/>
          </p:nvGrpSpPr>
          <p:grpSpPr>
            <a:xfrm>
              <a:off x="5706151" y="3665004"/>
              <a:ext cx="377272" cy="261307"/>
              <a:chOff x="9019484" y="4709765"/>
              <a:chExt cx="306383" cy="212209"/>
            </a:xfrm>
          </p:grpSpPr>
          <p:sp>
            <p:nvSpPr>
              <p:cNvPr id="33" name="橢圓 32">
                <a:extLst>
                  <a:ext uri="{FF2B5EF4-FFF2-40B4-BE49-F238E27FC236}">
                    <a16:creationId xmlns:a16="http://schemas.microsoft.com/office/drawing/2014/main" id="{D0F5847E-CA1D-44B0-87EB-45C4F06F2D9D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2718ABE7-EE69-4C6D-B0F9-7E95F2A67190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875DCCA1-8016-4FA0-840C-E27676A56539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6AC83781-0DAE-44A7-B663-7CE0F81E11B7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0DF3A79F-9CE9-48A6-9D96-EA8869BE5704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91B359BF-BB57-4434-9DA2-246DA3C94366}"/>
              </a:ext>
            </a:extLst>
          </p:cNvPr>
          <p:cNvGrpSpPr/>
          <p:nvPr/>
        </p:nvGrpSpPr>
        <p:grpSpPr>
          <a:xfrm>
            <a:off x="9984235" y="1596238"/>
            <a:ext cx="377272" cy="533837"/>
            <a:chOff x="6153270" y="3392474"/>
            <a:chExt cx="377272" cy="533837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E1682E05-3BC2-4B3C-9A58-4B9A487C9FD6}"/>
                </a:ext>
              </a:extLst>
            </p:cNvPr>
            <p:cNvSpPr txBox="1"/>
            <p:nvPr/>
          </p:nvSpPr>
          <p:spPr>
            <a:xfrm>
              <a:off x="6203887" y="3392474"/>
              <a:ext cx="276038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400"/>
                <a:t>1</a:t>
              </a:r>
              <a:endParaRPr lang="zh-TW" altLang="en-US" sz="1400" dirty="0"/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9973074D-1083-4E8F-A7AD-629F5EEC92C6}"/>
                </a:ext>
              </a:extLst>
            </p:cNvPr>
            <p:cNvGrpSpPr/>
            <p:nvPr/>
          </p:nvGrpSpPr>
          <p:grpSpPr>
            <a:xfrm>
              <a:off x="6153270" y="3665004"/>
              <a:ext cx="377272" cy="261307"/>
              <a:chOff x="9019484" y="4709765"/>
              <a:chExt cx="306383" cy="212209"/>
            </a:xfrm>
          </p:grpSpPr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EB6C4256-E474-400C-A4D6-51EA4C1FCEBC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150E6476-8E29-4438-9D50-9D6266FB38D7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橢圓 42">
                <a:extLst>
                  <a:ext uri="{FF2B5EF4-FFF2-40B4-BE49-F238E27FC236}">
                    <a16:creationId xmlns:a16="http://schemas.microsoft.com/office/drawing/2014/main" id="{437FA824-0E18-4D5F-8F69-41C5495B3582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AEF314F7-8F80-4E17-AEA9-AD0C7148AB7F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2178B342-7C43-43B2-95DF-A5153EDB2DB0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7431FE31-812A-4123-BCDA-92350595B338}"/>
              </a:ext>
            </a:extLst>
          </p:cNvPr>
          <p:cNvGrpSpPr/>
          <p:nvPr/>
        </p:nvGrpSpPr>
        <p:grpSpPr>
          <a:xfrm>
            <a:off x="699740" y="1545213"/>
            <a:ext cx="424444" cy="424444"/>
            <a:chOff x="114655" y="3347955"/>
            <a:chExt cx="950122" cy="950122"/>
          </a:xfrm>
        </p:grpSpPr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2A3FE1FE-649B-4F06-9CFD-24DF770D1E39}"/>
                </a:ext>
              </a:extLst>
            </p:cNvPr>
            <p:cNvSpPr/>
            <p:nvPr/>
          </p:nvSpPr>
          <p:spPr>
            <a:xfrm>
              <a:off x="114655" y="3347955"/>
              <a:ext cx="950122" cy="950122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3BEEE157-C042-48EA-916E-8FBFD59C395D}"/>
                </a:ext>
              </a:extLst>
            </p:cNvPr>
            <p:cNvSpPr/>
            <p:nvPr/>
          </p:nvSpPr>
          <p:spPr>
            <a:xfrm>
              <a:off x="549540" y="3868935"/>
              <a:ext cx="459581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8032E9DC-7487-4F89-BFC8-B1E1B8B96AF1}"/>
                </a:ext>
              </a:extLst>
            </p:cNvPr>
            <p:cNvSpPr/>
            <p:nvPr/>
          </p:nvSpPr>
          <p:spPr>
            <a:xfrm>
              <a:off x="170546" y="3654587"/>
              <a:ext cx="380294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0FF0D09A-B761-4C57-8B27-DA4574ED04E9}"/>
                </a:ext>
              </a:extLst>
            </p:cNvPr>
            <p:cNvSpPr/>
            <p:nvPr/>
          </p:nvSpPr>
          <p:spPr>
            <a:xfrm>
              <a:off x="752080" y="3654587"/>
              <a:ext cx="103512" cy="155910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69B670CE-E2EF-46BF-A384-F2EE71124139}"/>
                </a:ext>
              </a:extLst>
            </p:cNvPr>
            <p:cNvSpPr/>
            <p:nvPr/>
          </p:nvSpPr>
          <p:spPr>
            <a:xfrm>
              <a:off x="549538" y="3730145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2C3C35FC-6738-45D8-AB8C-6AB9FBDE113D}"/>
                </a:ext>
              </a:extLst>
            </p:cNvPr>
            <p:cNvSpPr/>
            <p:nvPr/>
          </p:nvSpPr>
          <p:spPr>
            <a:xfrm>
              <a:off x="550250" y="3656454"/>
              <a:ext cx="201830" cy="15217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BB47DE70-0E07-4ECA-86B4-1AC0D4AA542F}"/>
                </a:ext>
              </a:extLst>
            </p:cNvPr>
            <p:cNvSpPr/>
            <p:nvPr/>
          </p:nvSpPr>
          <p:spPr>
            <a:xfrm>
              <a:off x="855592" y="3659810"/>
              <a:ext cx="153528" cy="145464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C5C663F8-2B18-427F-B4EF-265A7B1950F6}"/>
                </a:ext>
              </a:extLst>
            </p:cNvPr>
            <p:cNvSpPr/>
            <p:nvPr/>
          </p:nvSpPr>
          <p:spPr>
            <a:xfrm>
              <a:off x="310194" y="3868935"/>
              <a:ext cx="100999" cy="155910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F608D80E-C6B1-4877-A3F4-A5A88DA6C878}"/>
                </a:ext>
              </a:extLst>
            </p:cNvPr>
            <p:cNvSpPr/>
            <p:nvPr/>
          </p:nvSpPr>
          <p:spPr>
            <a:xfrm>
              <a:off x="549538" y="3944494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CF24A846-08CB-4990-9869-866E2A806A89}"/>
                </a:ext>
              </a:extLst>
            </p:cNvPr>
            <p:cNvSpPr/>
            <p:nvPr/>
          </p:nvSpPr>
          <p:spPr>
            <a:xfrm>
              <a:off x="411192" y="3873116"/>
              <a:ext cx="139058" cy="147551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手繪多邊形: 圖案 56">
              <a:extLst>
                <a:ext uri="{FF2B5EF4-FFF2-40B4-BE49-F238E27FC236}">
                  <a16:creationId xmlns:a16="http://schemas.microsoft.com/office/drawing/2014/main" id="{8B3683AE-4844-497F-BE56-C2D6798DB53C}"/>
                </a:ext>
              </a:extLst>
            </p:cNvPr>
            <p:cNvSpPr/>
            <p:nvPr/>
          </p:nvSpPr>
          <p:spPr>
            <a:xfrm>
              <a:off x="170546" y="3873115"/>
              <a:ext cx="139647" cy="147550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71698B9A-F9CD-4125-9D84-C744ED9A9746}"/>
                </a:ext>
              </a:extLst>
            </p:cNvPr>
            <p:cNvSpPr/>
            <p:nvPr/>
          </p:nvSpPr>
          <p:spPr>
            <a:xfrm>
              <a:off x="549539" y="3654587"/>
              <a:ext cx="459581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8AD81DB1-D2D1-46F8-857A-57FDD126099E}"/>
                </a:ext>
              </a:extLst>
            </p:cNvPr>
            <p:cNvSpPr/>
            <p:nvPr/>
          </p:nvSpPr>
          <p:spPr>
            <a:xfrm>
              <a:off x="517380" y="3664120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BC888A0B-A73A-4974-907D-828643D09964}"/>
                </a:ext>
              </a:extLst>
            </p:cNvPr>
            <p:cNvSpPr/>
            <p:nvPr/>
          </p:nvSpPr>
          <p:spPr>
            <a:xfrm>
              <a:off x="170546" y="3868935"/>
              <a:ext cx="380294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>
              <a:extLst>
                <a:ext uri="{FF2B5EF4-FFF2-40B4-BE49-F238E27FC236}">
                  <a16:creationId xmlns:a16="http://schemas.microsoft.com/office/drawing/2014/main" id="{E8F77BD2-2284-4605-9991-F580B55030F7}"/>
                </a:ext>
              </a:extLst>
            </p:cNvPr>
            <p:cNvSpPr/>
            <p:nvPr/>
          </p:nvSpPr>
          <p:spPr>
            <a:xfrm>
              <a:off x="517380" y="3878468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1FB4BC73-04BF-40C8-BF57-5D268B332C2B}"/>
              </a:ext>
            </a:extLst>
          </p:cNvPr>
          <p:cNvGrpSpPr>
            <a:grpSpLocks noChangeAspect="1"/>
          </p:cNvGrpSpPr>
          <p:nvPr/>
        </p:nvGrpSpPr>
        <p:grpSpPr>
          <a:xfrm>
            <a:off x="699740" y="2365138"/>
            <a:ext cx="424445" cy="424444"/>
            <a:chOff x="-1123212" y="3002191"/>
            <a:chExt cx="950810" cy="950810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2D948029-A9DE-4287-867A-D5727BD4A035}"/>
                </a:ext>
              </a:extLst>
            </p:cNvPr>
            <p:cNvSpPr/>
            <p:nvPr/>
          </p:nvSpPr>
          <p:spPr>
            <a:xfrm>
              <a:off x="-1123212" y="3002191"/>
              <a:ext cx="950810" cy="95081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186C370C-78ED-489F-9193-3B3D99E7ADC5}"/>
                </a:ext>
              </a:extLst>
            </p:cNvPr>
            <p:cNvSpPr/>
            <p:nvPr/>
          </p:nvSpPr>
          <p:spPr>
            <a:xfrm>
              <a:off x="-688012" y="3525245"/>
              <a:ext cx="459914" cy="15602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橢圓 64">
              <a:extLst>
                <a:ext uri="{FF2B5EF4-FFF2-40B4-BE49-F238E27FC236}">
                  <a16:creationId xmlns:a16="http://schemas.microsoft.com/office/drawing/2014/main" id="{F700B9BE-9265-46E2-A673-BFBFB757F7AE}"/>
                </a:ext>
              </a:extLst>
            </p:cNvPr>
            <p:cNvSpPr/>
            <p:nvPr/>
          </p:nvSpPr>
          <p:spPr>
            <a:xfrm>
              <a:off x="-1067281" y="3309046"/>
              <a:ext cx="380569" cy="15602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C7C0BFD4-20EC-4AC3-A452-AD119EB37270}"/>
                </a:ext>
              </a:extLst>
            </p:cNvPr>
            <p:cNvSpPr/>
            <p:nvPr/>
          </p:nvSpPr>
          <p:spPr>
            <a:xfrm>
              <a:off x="-485325" y="3309045"/>
              <a:ext cx="103587" cy="15602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AEA59F0A-9BEF-4E53-85D7-C13A8B0AFBF6}"/>
                </a:ext>
              </a:extLst>
            </p:cNvPr>
            <p:cNvSpPr/>
            <p:nvPr/>
          </p:nvSpPr>
          <p:spPr>
            <a:xfrm>
              <a:off x="-688014" y="3384658"/>
              <a:ext cx="1303" cy="4798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DE48DF14-ABEB-4ED9-8231-7CEA6F0A78E4}"/>
                </a:ext>
              </a:extLst>
            </p:cNvPr>
            <p:cNvSpPr/>
            <p:nvPr/>
          </p:nvSpPr>
          <p:spPr>
            <a:xfrm>
              <a:off x="-687302" y="3310913"/>
              <a:ext cx="201976" cy="1522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56EC460B-DD1C-4F42-AA8E-AE5494EE33F3}"/>
                </a:ext>
              </a:extLst>
            </p:cNvPr>
            <p:cNvSpPr/>
            <p:nvPr/>
          </p:nvSpPr>
          <p:spPr>
            <a:xfrm>
              <a:off x="-381738" y="3314272"/>
              <a:ext cx="153639" cy="14556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A448F37C-CB2D-4AD5-9B21-AE4BE7E2BFBC}"/>
                </a:ext>
              </a:extLst>
            </p:cNvPr>
            <p:cNvSpPr/>
            <p:nvPr/>
          </p:nvSpPr>
          <p:spPr>
            <a:xfrm>
              <a:off x="-927531" y="3523548"/>
              <a:ext cx="101072" cy="15602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D502C0D4-2D19-465A-98DF-7B9777EA0010}"/>
                </a:ext>
              </a:extLst>
            </p:cNvPr>
            <p:cNvSpPr/>
            <p:nvPr/>
          </p:nvSpPr>
          <p:spPr>
            <a:xfrm>
              <a:off x="-688014" y="3599162"/>
              <a:ext cx="1303" cy="4798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6240090A-E8BD-4BC5-9DFB-6652E52CCD3D}"/>
                </a:ext>
              </a:extLst>
            </p:cNvPr>
            <p:cNvSpPr/>
            <p:nvPr/>
          </p:nvSpPr>
          <p:spPr>
            <a:xfrm>
              <a:off x="-826460" y="3527732"/>
              <a:ext cx="139159" cy="147658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手繪多邊形: 圖案 72">
              <a:extLst>
                <a:ext uri="{FF2B5EF4-FFF2-40B4-BE49-F238E27FC236}">
                  <a16:creationId xmlns:a16="http://schemas.microsoft.com/office/drawing/2014/main" id="{3AE7B150-F0B9-4B8A-BE7B-37D28CD2D723}"/>
                </a:ext>
              </a:extLst>
            </p:cNvPr>
            <p:cNvSpPr/>
            <p:nvPr/>
          </p:nvSpPr>
          <p:spPr>
            <a:xfrm>
              <a:off x="-1067281" y="3527731"/>
              <a:ext cx="139748" cy="147657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0E644F66-938A-44B0-ABF6-1E9F0A10D544}"/>
                </a:ext>
              </a:extLst>
            </p:cNvPr>
            <p:cNvSpPr/>
            <p:nvPr/>
          </p:nvSpPr>
          <p:spPr>
            <a:xfrm>
              <a:off x="-688013" y="3309045"/>
              <a:ext cx="459914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DD3ED646-7D12-4EA2-A8EE-B763C7E37D6E}"/>
                </a:ext>
              </a:extLst>
            </p:cNvPr>
            <p:cNvSpPr/>
            <p:nvPr/>
          </p:nvSpPr>
          <p:spPr>
            <a:xfrm>
              <a:off x="-720195" y="3318585"/>
              <a:ext cx="65096" cy="13694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C6420F12-BB68-4F31-8DA1-CCDF3B8D023A}"/>
                </a:ext>
              </a:extLst>
            </p:cNvPr>
            <p:cNvSpPr/>
            <p:nvPr/>
          </p:nvSpPr>
          <p:spPr>
            <a:xfrm>
              <a:off x="-1067281" y="3523548"/>
              <a:ext cx="380569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手繪多邊形: 圖案 76">
              <a:extLst>
                <a:ext uri="{FF2B5EF4-FFF2-40B4-BE49-F238E27FC236}">
                  <a16:creationId xmlns:a16="http://schemas.microsoft.com/office/drawing/2014/main" id="{0D015F9D-5BF1-416E-B374-C5D4B0AC1B39}"/>
                </a:ext>
              </a:extLst>
            </p:cNvPr>
            <p:cNvSpPr/>
            <p:nvPr/>
          </p:nvSpPr>
          <p:spPr>
            <a:xfrm>
              <a:off x="-596078" y="3530062"/>
              <a:ext cx="103512" cy="151206"/>
            </a:xfrm>
            <a:custGeom>
              <a:avLst/>
              <a:gdLst>
                <a:gd name="connsiteX0" fmla="*/ 103512 w 103512"/>
                <a:gd name="connsiteY0" fmla="*/ 0 h 151206"/>
                <a:gd name="connsiteX1" fmla="*/ 103512 w 103512"/>
                <a:gd name="connsiteY1" fmla="*/ 151206 h 151206"/>
                <a:gd name="connsiteX2" fmla="*/ 48412 w 103512"/>
                <a:gd name="connsiteY2" fmla="*/ 147432 h 151206"/>
                <a:gd name="connsiteX3" fmla="*/ 0 w 103512"/>
                <a:gd name="connsiteY3" fmla="*/ 136359 h 151206"/>
                <a:gd name="connsiteX4" fmla="*/ 0 w 103512"/>
                <a:gd name="connsiteY4" fmla="*/ 14847 h 151206"/>
                <a:gd name="connsiteX5" fmla="*/ 48412 w 103512"/>
                <a:gd name="connsiteY5" fmla="*/ 3774 h 151206"/>
                <a:gd name="connsiteX6" fmla="*/ 103512 w 103512"/>
                <a:gd name="connsiteY6" fmla="*/ 0 h 151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6">
                  <a:moveTo>
                    <a:pt x="103512" y="0"/>
                  </a:moveTo>
                  <a:lnTo>
                    <a:pt x="103512" y="151206"/>
                  </a:lnTo>
                  <a:lnTo>
                    <a:pt x="48412" y="147432"/>
                  </a:lnTo>
                  <a:lnTo>
                    <a:pt x="0" y="136359"/>
                  </a:lnTo>
                  <a:lnTo>
                    <a:pt x="0" y="14847"/>
                  </a:lnTo>
                  <a:lnTo>
                    <a:pt x="48412" y="3774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00BDAA94-5B9A-4474-9DBA-EC40779AF3E5}"/>
                </a:ext>
              </a:extLst>
            </p:cNvPr>
            <p:cNvSpPr/>
            <p:nvPr/>
          </p:nvSpPr>
          <p:spPr>
            <a:xfrm>
              <a:off x="-688012" y="3523549"/>
              <a:ext cx="459914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79A56B59-7BA8-4B8C-AE5C-F64D18FCBB78}"/>
                </a:ext>
              </a:extLst>
            </p:cNvPr>
            <p:cNvSpPr/>
            <p:nvPr/>
          </p:nvSpPr>
          <p:spPr>
            <a:xfrm>
              <a:off x="-720195" y="3533088"/>
              <a:ext cx="65096" cy="13694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80" name="右中括弧 79">
            <a:extLst>
              <a:ext uri="{FF2B5EF4-FFF2-40B4-BE49-F238E27FC236}">
                <a16:creationId xmlns:a16="http://schemas.microsoft.com/office/drawing/2014/main" id="{ECD685A6-826C-4121-9E02-962DAF1DCD1F}"/>
              </a:ext>
            </a:extLst>
          </p:cNvPr>
          <p:cNvSpPr/>
          <p:nvPr/>
        </p:nvSpPr>
        <p:spPr>
          <a:xfrm>
            <a:off x="1418155" y="1767516"/>
            <a:ext cx="245775" cy="827352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3D026FF0-A954-4981-B104-7478D8520E31}"/>
              </a:ext>
            </a:extLst>
          </p:cNvPr>
          <p:cNvCxnSpPr>
            <a:cxnSpLocks/>
          </p:cNvCxnSpPr>
          <p:nvPr/>
        </p:nvCxnSpPr>
        <p:spPr>
          <a:xfrm>
            <a:off x="1671079" y="2004319"/>
            <a:ext cx="201456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E1667354-4458-4D43-BD0E-137616D417C6}"/>
              </a:ext>
            </a:extLst>
          </p:cNvPr>
          <p:cNvSpPr txBox="1"/>
          <p:nvPr/>
        </p:nvSpPr>
        <p:spPr>
          <a:xfrm>
            <a:off x="239342" y="116200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Normal cells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1BF5ECAC-D9A8-4928-BA4B-C48A6DFB82AC}"/>
              </a:ext>
            </a:extLst>
          </p:cNvPr>
          <p:cNvSpPr txBox="1"/>
          <p:nvPr/>
        </p:nvSpPr>
        <p:spPr>
          <a:xfrm>
            <a:off x="285765" y="2024827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Tumor cells</a:t>
            </a: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C2A9C5ED-DBFF-4F12-912C-AF032DE824F7}"/>
              </a:ext>
            </a:extLst>
          </p:cNvPr>
          <p:cNvSpPr txBox="1"/>
          <p:nvPr/>
        </p:nvSpPr>
        <p:spPr>
          <a:xfrm>
            <a:off x="3359252" y="846058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rgbClr val="C55A11"/>
                </a:solidFill>
              </a:rPr>
              <a:t>HP1-1</a:t>
            </a:r>
            <a:endParaRPr lang="zh-TW" altLang="en-US" sz="1400" dirty="0">
              <a:solidFill>
                <a:srgbClr val="C55A11"/>
              </a:solidFill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315C47DD-9FBC-4EF0-8C70-8811DE0E6D6A}"/>
              </a:ext>
            </a:extLst>
          </p:cNvPr>
          <p:cNvSpPr txBox="1"/>
          <p:nvPr/>
        </p:nvSpPr>
        <p:spPr>
          <a:xfrm>
            <a:off x="2501551" y="1185260"/>
            <a:ext cx="481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2F5597"/>
                </a:solidFill>
              </a:rPr>
              <a:t>HP2</a:t>
            </a:r>
            <a:endParaRPr lang="zh-TW" altLang="en-US" sz="1400" dirty="0">
              <a:solidFill>
                <a:srgbClr val="2F5597"/>
              </a:solidFill>
            </a:endParaRPr>
          </a:p>
        </p:txBody>
      </p: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332F4C1A-43AB-4DA1-87E0-59CBBC7AA8E7}"/>
              </a:ext>
            </a:extLst>
          </p:cNvPr>
          <p:cNvSpPr txBox="1"/>
          <p:nvPr/>
        </p:nvSpPr>
        <p:spPr>
          <a:xfrm>
            <a:off x="2501552" y="956053"/>
            <a:ext cx="481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rgbClr val="8FAADC"/>
                </a:solidFill>
              </a:rPr>
              <a:t>HP1</a:t>
            </a:r>
            <a:endParaRPr lang="zh-TW" altLang="en-US" sz="1400" dirty="0">
              <a:solidFill>
                <a:srgbClr val="8FAADC"/>
              </a:solidFill>
            </a:endParaRPr>
          </a:p>
        </p:txBody>
      </p: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A7944803-4844-4D50-B205-0A15E9BCA8AD}"/>
              </a:ext>
            </a:extLst>
          </p:cNvPr>
          <p:cNvGrpSpPr/>
          <p:nvPr/>
        </p:nvGrpSpPr>
        <p:grpSpPr>
          <a:xfrm>
            <a:off x="10078943" y="1028550"/>
            <a:ext cx="187857" cy="430938"/>
            <a:chOff x="2052548" y="2601314"/>
            <a:chExt cx="187857" cy="1224000"/>
          </a:xfrm>
        </p:grpSpPr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3B4EF69-4855-4890-AD9F-D5D810F5FF0A}"/>
                </a:ext>
              </a:extLst>
            </p:cNvPr>
            <p:cNvSpPr/>
            <p:nvPr/>
          </p:nvSpPr>
          <p:spPr>
            <a:xfrm>
              <a:off x="2052548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6838A16A-65BB-45C2-9C92-803F8241DD26}"/>
                </a:ext>
              </a:extLst>
            </p:cNvPr>
            <p:cNvSpPr/>
            <p:nvPr/>
          </p:nvSpPr>
          <p:spPr>
            <a:xfrm>
              <a:off x="2052548" y="2601314"/>
              <a:ext cx="187857" cy="612000"/>
            </a:xfrm>
            <a:prstGeom prst="rect">
              <a:avLst/>
            </a:prstGeom>
            <a:solidFill>
              <a:srgbClr val="D68B58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32AEE339-4F06-43D0-AF3A-297EDB7FC010}"/>
              </a:ext>
            </a:extLst>
          </p:cNvPr>
          <p:cNvGrpSpPr/>
          <p:nvPr/>
        </p:nvGrpSpPr>
        <p:grpSpPr>
          <a:xfrm>
            <a:off x="3947235" y="1008732"/>
            <a:ext cx="187857" cy="430938"/>
            <a:chOff x="1029135" y="2601314"/>
            <a:chExt cx="187857" cy="1224000"/>
          </a:xfrm>
        </p:grpSpPr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55B504A-6EB8-4DC4-85D6-ED4912566CE2}"/>
                </a:ext>
              </a:extLst>
            </p:cNvPr>
            <p:cNvSpPr/>
            <p:nvPr/>
          </p:nvSpPr>
          <p:spPr>
            <a:xfrm>
              <a:off x="1029135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13" name="群組 112">
              <a:extLst>
                <a:ext uri="{FF2B5EF4-FFF2-40B4-BE49-F238E27FC236}">
                  <a16:creationId xmlns:a16="http://schemas.microsoft.com/office/drawing/2014/main" id="{8D1A8E24-9BF7-4E79-80FD-559837EB94CB}"/>
                </a:ext>
              </a:extLst>
            </p:cNvPr>
            <p:cNvGrpSpPr/>
            <p:nvPr/>
          </p:nvGrpSpPr>
          <p:grpSpPr>
            <a:xfrm>
              <a:off x="1029135" y="2601314"/>
              <a:ext cx="187857" cy="612000"/>
              <a:chOff x="-360538" y="3828585"/>
              <a:chExt cx="187857" cy="612000"/>
            </a:xfrm>
          </p:grpSpPr>
          <p:sp>
            <p:nvSpPr>
              <p:cNvPr id="114" name="矩形 113">
                <a:extLst>
                  <a:ext uri="{FF2B5EF4-FFF2-40B4-BE49-F238E27FC236}">
                    <a16:creationId xmlns:a16="http://schemas.microsoft.com/office/drawing/2014/main" id="{B32B940A-F019-4957-8134-A2C9DD70539E}"/>
                  </a:ext>
                </a:extLst>
              </p:cNvPr>
              <p:cNvSpPr/>
              <p:nvPr/>
            </p:nvSpPr>
            <p:spPr>
              <a:xfrm>
                <a:off x="-360538" y="3828585"/>
                <a:ext cx="187857" cy="122400"/>
              </a:xfrm>
              <a:prstGeom prst="rect">
                <a:avLst/>
              </a:prstGeom>
              <a:solidFill>
                <a:srgbClr val="D68B58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51F7D55-1D62-4DCE-8CD8-7E66CBA18B9F}"/>
                  </a:ext>
                </a:extLst>
              </p:cNvPr>
              <p:cNvSpPr/>
              <p:nvPr/>
            </p:nvSpPr>
            <p:spPr>
              <a:xfrm>
                <a:off x="-360538" y="3950985"/>
                <a:ext cx="187857" cy="489600"/>
              </a:xfrm>
              <a:prstGeom prst="rect">
                <a:avLst/>
              </a:prstGeom>
              <a:solidFill>
                <a:srgbClr val="B0C3E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B3EB2F57-9797-4591-9F67-BA363B2201B3}"/>
              </a:ext>
            </a:extLst>
          </p:cNvPr>
          <p:cNvGrpSpPr/>
          <p:nvPr/>
        </p:nvGrpSpPr>
        <p:grpSpPr>
          <a:xfrm>
            <a:off x="5480162" y="1008732"/>
            <a:ext cx="187857" cy="430938"/>
            <a:chOff x="1315075" y="2601314"/>
            <a:chExt cx="187857" cy="1224000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D9334222-89EA-439A-9408-98CD5F221CD0}"/>
                </a:ext>
              </a:extLst>
            </p:cNvPr>
            <p:cNvSpPr/>
            <p:nvPr/>
          </p:nvSpPr>
          <p:spPr>
            <a:xfrm>
              <a:off x="1315075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9" name="群組 108">
              <a:extLst>
                <a:ext uri="{FF2B5EF4-FFF2-40B4-BE49-F238E27FC236}">
                  <a16:creationId xmlns:a16="http://schemas.microsoft.com/office/drawing/2014/main" id="{CDD5BE43-D78B-430E-97BE-7794EEE031F9}"/>
                </a:ext>
              </a:extLst>
            </p:cNvPr>
            <p:cNvGrpSpPr/>
            <p:nvPr/>
          </p:nvGrpSpPr>
          <p:grpSpPr>
            <a:xfrm>
              <a:off x="1315075" y="2601314"/>
              <a:ext cx="187857" cy="612000"/>
              <a:chOff x="-74598" y="3828585"/>
              <a:chExt cx="187857" cy="612000"/>
            </a:xfrm>
          </p:grpSpPr>
          <p:sp>
            <p:nvSpPr>
              <p:cNvPr id="110" name="矩形 109">
                <a:extLst>
                  <a:ext uri="{FF2B5EF4-FFF2-40B4-BE49-F238E27FC236}">
                    <a16:creationId xmlns:a16="http://schemas.microsoft.com/office/drawing/2014/main" id="{D7E75AAF-0077-4311-8204-841980278893}"/>
                  </a:ext>
                </a:extLst>
              </p:cNvPr>
              <p:cNvSpPr/>
              <p:nvPr/>
            </p:nvSpPr>
            <p:spPr>
              <a:xfrm>
                <a:off x="-74598" y="3828585"/>
                <a:ext cx="187857" cy="244800"/>
              </a:xfrm>
              <a:prstGeom prst="rect">
                <a:avLst/>
              </a:prstGeom>
              <a:solidFill>
                <a:srgbClr val="D68B58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EAACE2F8-8B01-4C44-938D-B3BFBDB665DC}"/>
                  </a:ext>
                </a:extLst>
              </p:cNvPr>
              <p:cNvSpPr/>
              <p:nvPr/>
            </p:nvSpPr>
            <p:spPr>
              <a:xfrm>
                <a:off x="-74598" y="4073385"/>
                <a:ext cx="187857" cy="367200"/>
              </a:xfrm>
              <a:prstGeom prst="rect">
                <a:avLst/>
              </a:prstGeom>
              <a:solidFill>
                <a:srgbClr val="B0C3E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FD6E465F-CFD6-4B32-AC38-154EE6BDBC7D}"/>
              </a:ext>
            </a:extLst>
          </p:cNvPr>
          <p:cNvGrpSpPr/>
          <p:nvPr/>
        </p:nvGrpSpPr>
        <p:grpSpPr>
          <a:xfrm>
            <a:off x="7013089" y="1008732"/>
            <a:ext cx="187857" cy="430938"/>
            <a:chOff x="1535155" y="2601314"/>
            <a:chExt cx="187857" cy="1224000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A20964A0-BA61-4A9A-9684-0B5D758DAA9D}"/>
                </a:ext>
              </a:extLst>
            </p:cNvPr>
            <p:cNvSpPr/>
            <p:nvPr/>
          </p:nvSpPr>
          <p:spPr>
            <a:xfrm>
              <a:off x="1535155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5" name="群組 104">
              <a:extLst>
                <a:ext uri="{FF2B5EF4-FFF2-40B4-BE49-F238E27FC236}">
                  <a16:creationId xmlns:a16="http://schemas.microsoft.com/office/drawing/2014/main" id="{D4F9BE77-6D38-43BF-BE08-6CBF11224376}"/>
                </a:ext>
              </a:extLst>
            </p:cNvPr>
            <p:cNvGrpSpPr/>
            <p:nvPr/>
          </p:nvGrpSpPr>
          <p:grpSpPr>
            <a:xfrm>
              <a:off x="1535155" y="2601314"/>
              <a:ext cx="187857" cy="612000"/>
              <a:chOff x="145482" y="3828585"/>
              <a:chExt cx="187857" cy="612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960A62B5-F409-49D4-AB68-682AF7EAFAAA}"/>
                  </a:ext>
                </a:extLst>
              </p:cNvPr>
              <p:cNvSpPr/>
              <p:nvPr/>
            </p:nvSpPr>
            <p:spPr>
              <a:xfrm>
                <a:off x="145482" y="3828585"/>
                <a:ext cx="187857" cy="367200"/>
              </a:xfrm>
              <a:prstGeom prst="rect">
                <a:avLst/>
              </a:prstGeom>
              <a:solidFill>
                <a:srgbClr val="D68B58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588E6CAA-9788-41B8-A3B1-36C72299863A}"/>
                  </a:ext>
                </a:extLst>
              </p:cNvPr>
              <p:cNvSpPr/>
              <p:nvPr/>
            </p:nvSpPr>
            <p:spPr>
              <a:xfrm>
                <a:off x="145482" y="4195785"/>
                <a:ext cx="187857" cy="244800"/>
              </a:xfrm>
              <a:prstGeom prst="rect">
                <a:avLst/>
              </a:prstGeom>
              <a:solidFill>
                <a:srgbClr val="B0C3E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9F5498F0-7CF9-433B-9375-A9299E7EFA43}"/>
              </a:ext>
            </a:extLst>
          </p:cNvPr>
          <p:cNvGrpSpPr/>
          <p:nvPr/>
        </p:nvGrpSpPr>
        <p:grpSpPr>
          <a:xfrm>
            <a:off x="8546016" y="1008732"/>
            <a:ext cx="187857" cy="430938"/>
            <a:chOff x="1797114" y="2601314"/>
            <a:chExt cx="187857" cy="1224000"/>
          </a:xfrm>
        </p:grpSpPr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83E713C3-9D20-4535-8E7A-DC9D392DA022}"/>
                </a:ext>
              </a:extLst>
            </p:cNvPr>
            <p:cNvSpPr/>
            <p:nvPr/>
          </p:nvSpPr>
          <p:spPr>
            <a:xfrm>
              <a:off x="1797114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20D4CE81-3B93-4CCA-AAFA-B62751F03450}"/>
                </a:ext>
              </a:extLst>
            </p:cNvPr>
            <p:cNvGrpSpPr/>
            <p:nvPr/>
          </p:nvGrpSpPr>
          <p:grpSpPr>
            <a:xfrm>
              <a:off x="1797114" y="2601314"/>
              <a:ext cx="187857" cy="612000"/>
              <a:chOff x="407441" y="3828585"/>
              <a:chExt cx="187857" cy="612000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162C26DF-BA0D-4500-88F7-F16EF90A3712}"/>
                  </a:ext>
                </a:extLst>
              </p:cNvPr>
              <p:cNvSpPr/>
              <p:nvPr/>
            </p:nvSpPr>
            <p:spPr>
              <a:xfrm>
                <a:off x="407441" y="3828585"/>
                <a:ext cx="187857" cy="489600"/>
              </a:xfrm>
              <a:prstGeom prst="rect">
                <a:avLst/>
              </a:prstGeom>
              <a:solidFill>
                <a:srgbClr val="D68B58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CCF4C1E5-1672-40B1-A283-2AB6525061A1}"/>
                  </a:ext>
                </a:extLst>
              </p:cNvPr>
              <p:cNvSpPr/>
              <p:nvPr/>
            </p:nvSpPr>
            <p:spPr>
              <a:xfrm>
                <a:off x="407441" y="4318185"/>
                <a:ext cx="187857" cy="122400"/>
              </a:xfrm>
              <a:prstGeom prst="rect">
                <a:avLst/>
              </a:prstGeom>
              <a:solidFill>
                <a:srgbClr val="B0C3E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ysClr val="windowText" lastClr="000000"/>
                  </a:solidFill>
                </a:endParaRPr>
              </a:p>
            </p:txBody>
          </p:sp>
        </p:grpSp>
      </p:grp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EAA39E16-55AA-4D81-90B4-254532EDD07E}"/>
              </a:ext>
            </a:extLst>
          </p:cNvPr>
          <p:cNvGrpSpPr/>
          <p:nvPr/>
        </p:nvGrpSpPr>
        <p:grpSpPr>
          <a:xfrm>
            <a:off x="2999830" y="1008731"/>
            <a:ext cx="187857" cy="430938"/>
            <a:chOff x="2052548" y="2601314"/>
            <a:chExt cx="187857" cy="1224000"/>
          </a:xfrm>
        </p:grpSpPr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D51118BE-0CDC-458C-83BC-6DBA653BE20B}"/>
                </a:ext>
              </a:extLst>
            </p:cNvPr>
            <p:cNvSpPr/>
            <p:nvPr/>
          </p:nvSpPr>
          <p:spPr>
            <a:xfrm>
              <a:off x="2052548" y="3213314"/>
              <a:ext cx="187857" cy="612000"/>
            </a:xfrm>
            <a:prstGeom prst="rect">
              <a:avLst/>
            </a:prstGeom>
            <a:solidFill>
              <a:srgbClr val="6D87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FCEBABB4-C0AE-4BDE-94EB-F4B8EFD47663}"/>
                </a:ext>
              </a:extLst>
            </p:cNvPr>
            <p:cNvSpPr/>
            <p:nvPr/>
          </p:nvSpPr>
          <p:spPr>
            <a:xfrm>
              <a:off x="2052548" y="2601314"/>
              <a:ext cx="187857" cy="612000"/>
            </a:xfrm>
            <a:prstGeom prst="rect">
              <a:avLst/>
            </a:prstGeom>
            <a:solidFill>
              <a:srgbClr val="B0C3E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9" name="箭號: 向右 118">
            <a:extLst>
              <a:ext uri="{FF2B5EF4-FFF2-40B4-BE49-F238E27FC236}">
                <a16:creationId xmlns:a16="http://schemas.microsoft.com/office/drawing/2014/main" id="{F933120E-B2DF-436F-B655-01DF4C05314C}"/>
              </a:ext>
            </a:extLst>
          </p:cNvPr>
          <p:cNvSpPr/>
          <p:nvPr/>
        </p:nvSpPr>
        <p:spPr>
          <a:xfrm rot="5400000" flipV="1">
            <a:off x="8549944" y="238264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120" name="箭號: 向右 119">
            <a:extLst>
              <a:ext uri="{FF2B5EF4-FFF2-40B4-BE49-F238E27FC236}">
                <a16:creationId xmlns:a16="http://schemas.microsoft.com/office/drawing/2014/main" id="{FB3A4EA1-F9CC-46F5-94A2-9671873E4832}"/>
              </a:ext>
            </a:extLst>
          </p:cNvPr>
          <p:cNvSpPr/>
          <p:nvPr/>
        </p:nvSpPr>
        <p:spPr>
          <a:xfrm rot="5400000" flipV="1">
            <a:off x="10082871" y="2402464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121" name="箭號: 向右 120">
            <a:extLst>
              <a:ext uri="{FF2B5EF4-FFF2-40B4-BE49-F238E27FC236}">
                <a16:creationId xmlns:a16="http://schemas.microsoft.com/office/drawing/2014/main" id="{5AD26905-CC7E-4C50-B500-2B725053ED70}"/>
              </a:ext>
            </a:extLst>
          </p:cNvPr>
          <p:cNvSpPr/>
          <p:nvPr/>
        </p:nvSpPr>
        <p:spPr>
          <a:xfrm rot="5400000" flipV="1">
            <a:off x="7017017" y="238264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122" name="箭號: 向右 121">
            <a:extLst>
              <a:ext uri="{FF2B5EF4-FFF2-40B4-BE49-F238E27FC236}">
                <a16:creationId xmlns:a16="http://schemas.microsoft.com/office/drawing/2014/main" id="{E1B9A9C7-4EB7-4A4B-9F17-CD263D21AAA2}"/>
              </a:ext>
            </a:extLst>
          </p:cNvPr>
          <p:cNvSpPr/>
          <p:nvPr/>
        </p:nvSpPr>
        <p:spPr>
          <a:xfrm rot="5400000" flipV="1">
            <a:off x="5484090" y="238264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123" name="箭號: 向右 122">
            <a:extLst>
              <a:ext uri="{FF2B5EF4-FFF2-40B4-BE49-F238E27FC236}">
                <a16:creationId xmlns:a16="http://schemas.microsoft.com/office/drawing/2014/main" id="{506AAEAC-BABE-4AE9-B272-56AF363AA524}"/>
              </a:ext>
            </a:extLst>
          </p:cNvPr>
          <p:cNvSpPr/>
          <p:nvPr/>
        </p:nvSpPr>
        <p:spPr>
          <a:xfrm rot="5400000" flipV="1">
            <a:off x="3951163" y="238264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453DA799-CC5C-4334-A81C-C08868833F1A}"/>
                  </a:ext>
                </a:extLst>
              </p:cNvPr>
              <p:cNvSpPr txBox="1"/>
              <p:nvPr/>
            </p:nvSpPr>
            <p:spPr>
              <a:xfrm>
                <a:off x="542469" y="2925043"/>
                <a:ext cx="1991379" cy="7217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altLang="zh-TW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rPr>
                  <a:t>Haplotype Imbalance</a:t>
                </a:r>
                <a:r>
                  <a:rPr kumimoji="0" lang="zh-TW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rPr>
                  <a:t> </a:t>
                </a:r>
                <a:r>
                  <a:rPr kumimoji="0" lang="en-US" altLang="zh-TW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rPr>
                  <a:t> </a:t>
                </a:r>
                <a:endPara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400" dirty="0">
                          <a:solidFill>
                            <a:prstClr val="black"/>
                          </a:solidFill>
                        </a:rPr>
                        <m:t>HI</m:t>
                      </m:r>
                      <m:r>
                        <a:rPr kumimoji="0" lang="en-US" altLang="zh-TW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𝑚𝑎𝑥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⁡(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𝐻𝑃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1, 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𝐻𝑃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2)</m:t>
                          </m:r>
                        </m:num>
                        <m:den>
                          <m:r>
                            <a:rPr kumimoji="0" lang="en-US" altLang="zh-TW" sz="1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𝑃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1+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𝐻𝑃</m:t>
                          </m:r>
                          <m:r>
                            <a:rPr kumimoji="0" lang="en-US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US" altLang="zh-TW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軟正黑體"/>
                  <a:cs typeface="+mn-cs"/>
                </a:endParaRPr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453DA799-CC5C-4334-A81C-C08868833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69" y="2925043"/>
                <a:ext cx="1991379" cy="721736"/>
              </a:xfrm>
              <a:prstGeom prst="rect">
                <a:avLst/>
              </a:prstGeom>
              <a:blipFill>
                <a:blip r:embed="rId3"/>
                <a:stretch>
                  <a:fillRect l="-917" t="-847" b="-8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222E11C4-87D7-4DDD-9B72-A67C29BB4913}"/>
              </a:ext>
            </a:extLst>
          </p:cNvPr>
          <p:cNvSpPr txBox="1"/>
          <p:nvPr/>
        </p:nvSpPr>
        <p:spPr>
          <a:xfrm>
            <a:off x="2645630" y="3055079"/>
            <a:ext cx="628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sz="1200" dirty="0"/>
              <a:t>Variant</a:t>
            </a:r>
          </a:p>
          <a:p>
            <a:r>
              <a:rPr lang="en-US" altLang="zh-TW" sz="1200" dirty="0"/>
              <a:t>Count</a:t>
            </a:r>
            <a:endParaRPr lang="zh-TW" altLang="en-US" sz="1200" dirty="0"/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C53E6533-BD10-4A4A-9B17-3143039E883E}"/>
              </a:ext>
            </a:extLst>
          </p:cNvPr>
          <p:cNvSpPr txBox="1"/>
          <p:nvPr/>
        </p:nvSpPr>
        <p:spPr>
          <a:xfrm>
            <a:off x="3870283" y="3739599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355C0468-11A0-4675-83C4-9109DD8E89AC}"/>
              </a:ext>
            </a:extLst>
          </p:cNvPr>
          <p:cNvSpPr txBox="1"/>
          <p:nvPr/>
        </p:nvSpPr>
        <p:spPr>
          <a:xfrm>
            <a:off x="5403210" y="3739599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sp>
        <p:nvSpPr>
          <p:cNvPr id="168" name="文字方塊 167">
            <a:extLst>
              <a:ext uri="{FF2B5EF4-FFF2-40B4-BE49-F238E27FC236}">
                <a16:creationId xmlns:a16="http://schemas.microsoft.com/office/drawing/2014/main" id="{2B42FCD5-CE1E-478A-B362-49F6DB3EDE6B}"/>
              </a:ext>
            </a:extLst>
          </p:cNvPr>
          <p:cNvSpPr txBox="1"/>
          <p:nvPr/>
        </p:nvSpPr>
        <p:spPr>
          <a:xfrm>
            <a:off x="6936137" y="3739599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0C0F9C44-B52C-4880-B48C-92DDE8969251}"/>
              </a:ext>
            </a:extLst>
          </p:cNvPr>
          <p:cNvSpPr txBox="1"/>
          <p:nvPr/>
        </p:nvSpPr>
        <p:spPr>
          <a:xfrm>
            <a:off x="8469064" y="3739599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sp>
        <p:nvSpPr>
          <p:cNvPr id="170" name="文字方塊 169">
            <a:extLst>
              <a:ext uri="{FF2B5EF4-FFF2-40B4-BE49-F238E27FC236}">
                <a16:creationId xmlns:a16="http://schemas.microsoft.com/office/drawing/2014/main" id="{5063DE01-304C-4A3F-A809-C83EFF55CB6D}"/>
              </a:ext>
            </a:extLst>
          </p:cNvPr>
          <p:cNvSpPr txBox="1"/>
          <p:nvPr/>
        </p:nvSpPr>
        <p:spPr>
          <a:xfrm>
            <a:off x="10001991" y="3739599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E80B572C-39C2-4E16-9718-2570BE4DDE70}"/>
              </a:ext>
            </a:extLst>
          </p:cNvPr>
          <p:cNvSpPr txBox="1"/>
          <p:nvPr/>
        </p:nvSpPr>
        <p:spPr>
          <a:xfrm>
            <a:off x="2900436" y="4440151"/>
            <a:ext cx="3417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HI</a:t>
            </a:r>
            <a:endParaRPr lang="zh-TW" altLang="en-US" sz="1400" dirty="0"/>
          </a:p>
        </p:txBody>
      </p:sp>
      <p:grpSp>
        <p:nvGrpSpPr>
          <p:cNvPr id="506" name="群組 505">
            <a:extLst>
              <a:ext uri="{FF2B5EF4-FFF2-40B4-BE49-F238E27FC236}">
                <a16:creationId xmlns:a16="http://schemas.microsoft.com/office/drawing/2014/main" id="{FDAFF0CD-5198-49D5-AD28-086E33F5C7AF}"/>
              </a:ext>
            </a:extLst>
          </p:cNvPr>
          <p:cNvGrpSpPr/>
          <p:nvPr/>
        </p:nvGrpSpPr>
        <p:grpSpPr>
          <a:xfrm>
            <a:off x="4185305" y="5733943"/>
            <a:ext cx="1244644" cy="988046"/>
            <a:chOff x="3714283" y="5733016"/>
            <a:chExt cx="1244644" cy="988046"/>
          </a:xfrm>
        </p:grpSpPr>
        <p:grpSp>
          <p:nvGrpSpPr>
            <p:cNvPr id="481" name="群組 480">
              <a:extLst>
                <a:ext uri="{FF2B5EF4-FFF2-40B4-BE49-F238E27FC236}">
                  <a16:creationId xmlns:a16="http://schemas.microsoft.com/office/drawing/2014/main" id="{4C6F6C35-61EA-4F76-B75A-2D1A602F640E}"/>
                </a:ext>
              </a:extLst>
            </p:cNvPr>
            <p:cNvGrpSpPr/>
            <p:nvPr/>
          </p:nvGrpSpPr>
          <p:grpSpPr>
            <a:xfrm>
              <a:off x="3714283" y="5733016"/>
              <a:ext cx="824270" cy="988046"/>
              <a:chOff x="4501922" y="5893984"/>
              <a:chExt cx="499980" cy="599322"/>
            </a:xfrm>
          </p:grpSpPr>
          <p:sp>
            <p:nvSpPr>
              <p:cNvPr id="242" name="矩形 241">
                <a:extLst>
                  <a:ext uri="{FF2B5EF4-FFF2-40B4-BE49-F238E27FC236}">
                    <a16:creationId xmlns:a16="http://schemas.microsoft.com/office/drawing/2014/main" id="{C88718D0-14A1-4FC6-A7D7-10C9F8BF8336}"/>
                  </a:ext>
                </a:extLst>
              </p:cNvPr>
              <p:cNvSpPr/>
              <p:nvPr/>
            </p:nvSpPr>
            <p:spPr>
              <a:xfrm>
                <a:off x="4501922" y="5893984"/>
                <a:ext cx="464642" cy="59932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FE4258D4-06CE-42F0-A472-314D6684D45F}"/>
                  </a:ext>
                </a:extLst>
              </p:cNvPr>
              <p:cNvSpPr/>
              <p:nvPr/>
            </p:nvSpPr>
            <p:spPr>
              <a:xfrm>
                <a:off x="4685220" y="6077795"/>
                <a:ext cx="98689" cy="2317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244" name="群組 243">
                <a:extLst>
                  <a:ext uri="{FF2B5EF4-FFF2-40B4-BE49-F238E27FC236}">
                    <a16:creationId xmlns:a16="http://schemas.microsoft.com/office/drawing/2014/main" id="{05EAA6A1-B08D-42DA-AF7E-68EC4A8FFAAE}"/>
                  </a:ext>
                </a:extLst>
              </p:cNvPr>
              <p:cNvGrpSpPr/>
              <p:nvPr/>
            </p:nvGrpSpPr>
            <p:grpSpPr>
              <a:xfrm>
                <a:off x="4685864" y="6309496"/>
                <a:ext cx="98046" cy="131586"/>
                <a:chOff x="9710654" y="4157133"/>
                <a:chExt cx="235521" cy="305329"/>
              </a:xfrm>
            </p:grpSpPr>
            <p:cxnSp>
              <p:nvCxnSpPr>
                <p:cNvPr id="248" name="直線接點 247">
                  <a:extLst>
                    <a:ext uri="{FF2B5EF4-FFF2-40B4-BE49-F238E27FC236}">
                      <a16:creationId xmlns:a16="http://schemas.microsoft.com/office/drawing/2014/main" id="{7757A7F6-964E-4929-B963-1DBC02472004}"/>
                    </a:ext>
                  </a:extLst>
                </p:cNvPr>
                <p:cNvCxnSpPr>
                  <a:cxnSpLocks/>
                  <a:stCxn id="243" idx="2"/>
                </p:cNvCxnSpPr>
                <p:nvPr/>
              </p:nvCxnSpPr>
              <p:spPr>
                <a:xfrm>
                  <a:off x="9827642" y="4157133"/>
                  <a:ext cx="0" cy="2910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249" name="直線接點 248">
                  <a:extLst>
                    <a:ext uri="{FF2B5EF4-FFF2-40B4-BE49-F238E27FC236}">
                      <a16:creationId xmlns:a16="http://schemas.microsoft.com/office/drawing/2014/main" id="{775431CC-87B8-48DB-9A9A-6E7E1EAFB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10654" y="4462462"/>
                  <a:ext cx="23552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245" name="群組 244">
                <a:extLst>
                  <a:ext uri="{FF2B5EF4-FFF2-40B4-BE49-F238E27FC236}">
                    <a16:creationId xmlns:a16="http://schemas.microsoft.com/office/drawing/2014/main" id="{09EC7ED0-8CB4-4864-A155-4F022DACF3C4}"/>
                  </a:ext>
                </a:extLst>
              </p:cNvPr>
              <p:cNvGrpSpPr/>
              <p:nvPr/>
            </p:nvGrpSpPr>
            <p:grpSpPr>
              <a:xfrm rot="10800000">
                <a:off x="4685220" y="5943130"/>
                <a:ext cx="98046" cy="131586"/>
                <a:chOff x="9710654" y="4157133"/>
                <a:chExt cx="235521" cy="305329"/>
              </a:xfrm>
            </p:grpSpPr>
            <p:cxnSp>
              <p:nvCxnSpPr>
                <p:cNvPr id="246" name="直線接點 245">
                  <a:extLst>
                    <a:ext uri="{FF2B5EF4-FFF2-40B4-BE49-F238E27FC236}">
                      <a16:creationId xmlns:a16="http://schemas.microsoft.com/office/drawing/2014/main" id="{D19C270A-0D78-4674-A5AA-35AF026273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27642" y="4157133"/>
                  <a:ext cx="0" cy="2910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247" name="直線接點 246">
                  <a:extLst>
                    <a:ext uri="{FF2B5EF4-FFF2-40B4-BE49-F238E27FC236}">
                      <a16:creationId xmlns:a16="http://schemas.microsoft.com/office/drawing/2014/main" id="{DE12F42A-3C36-4F18-A385-6D57BEA283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10654" y="4462462"/>
                  <a:ext cx="23552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cxnSp>
            <p:nvCxnSpPr>
              <p:cNvPr id="240" name="直線單箭頭接點 239">
                <a:extLst>
                  <a:ext uri="{FF2B5EF4-FFF2-40B4-BE49-F238E27FC236}">
                    <a16:creationId xmlns:a16="http://schemas.microsoft.com/office/drawing/2014/main" id="{0978D925-94E8-4445-B93E-476B0139C1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16603" y="6070177"/>
                <a:ext cx="185299" cy="4539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1" name="直線單箭頭接點 240">
                <a:extLst>
                  <a:ext uri="{FF2B5EF4-FFF2-40B4-BE49-F238E27FC236}">
                    <a16:creationId xmlns:a16="http://schemas.microsoft.com/office/drawing/2014/main" id="{F173FDC3-1996-428A-9C0A-0B94C29968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16603" y="6297392"/>
                <a:ext cx="185299" cy="4539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51" name="文字方塊 250">
              <a:extLst>
                <a:ext uri="{FF2B5EF4-FFF2-40B4-BE49-F238E27FC236}">
                  <a16:creationId xmlns:a16="http://schemas.microsoft.com/office/drawing/2014/main" id="{C45BE3A5-B9BB-46C9-8A6F-C95488D2931A}"/>
                </a:ext>
              </a:extLst>
            </p:cNvPr>
            <p:cNvSpPr txBox="1"/>
            <p:nvPr/>
          </p:nvSpPr>
          <p:spPr>
            <a:xfrm>
              <a:off x="4562665" y="5849268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Q1</a:t>
              </a:r>
              <a:endParaRPr lang="zh-TW" altLang="en-US" sz="1400" dirty="0"/>
            </a:p>
          </p:txBody>
        </p:sp>
        <p:sp>
          <p:nvSpPr>
            <p:cNvPr id="252" name="文字方塊 251">
              <a:extLst>
                <a:ext uri="{FF2B5EF4-FFF2-40B4-BE49-F238E27FC236}">
                  <a16:creationId xmlns:a16="http://schemas.microsoft.com/office/drawing/2014/main" id="{2389E23B-CF39-44D2-8A79-7329838A2A9B}"/>
                </a:ext>
              </a:extLst>
            </p:cNvPr>
            <p:cNvSpPr txBox="1"/>
            <p:nvPr/>
          </p:nvSpPr>
          <p:spPr>
            <a:xfrm>
              <a:off x="4555167" y="6275640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Q3</a:t>
              </a:r>
              <a:endParaRPr lang="zh-TW" altLang="en-US" sz="1400" dirty="0"/>
            </a:p>
          </p:txBody>
        </p:sp>
      </p:grpSp>
      <p:pic>
        <p:nvPicPr>
          <p:cNvPr id="278" name="圖片 277">
            <a:extLst>
              <a:ext uri="{FF2B5EF4-FFF2-40B4-BE49-F238E27FC236}">
                <a16:creationId xmlns:a16="http://schemas.microsoft.com/office/drawing/2014/main" id="{FAAF70F2-06C5-4613-A8D5-9A8BE0DF22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49202"/>
          <a:stretch/>
        </p:blipFill>
        <p:spPr>
          <a:xfrm>
            <a:off x="9422605" y="2809523"/>
            <a:ext cx="1500533" cy="952776"/>
          </a:xfrm>
          <a:prstGeom prst="rect">
            <a:avLst/>
          </a:prstGeom>
        </p:spPr>
      </p:pic>
      <p:pic>
        <p:nvPicPr>
          <p:cNvPr id="280" name="圖片 279">
            <a:extLst>
              <a:ext uri="{FF2B5EF4-FFF2-40B4-BE49-F238E27FC236}">
                <a16:creationId xmlns:a16="http://schemas.microsoft.com/office/drawing/2014/main" id="{3B78A1F7-E6ED-4DC5-8631-54CF5EE57EA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9203"/>
          <a:stretch/>
        </p:blipFill>
        <p:spPr>
          <a:xfrm>
            <a:off x="7889678" y="2809522"/>
            <a:ext cx="1500533" cy="952779"/>
          </a:xfrm>
          <a:prstGeom prst="rect">
            <a:avLst/>
          </a:prstGeom>
        </p:spPr>
      </p:pic>
      <p:pic>
        <p:nvPicPr>
          <p:cNvPr id="282" name="圖片 281">
            <a:extLst>
              <a:ext uri="{FF2B5EF4-FFF2-40B4-BE49-F238E27FC236}">
                <a16:creationId xmlns:a16="http://schemas.microsoft.com/office/drawing/2014/main" id="{D5BD1AFC-4B0E-44E8-8D52-457E789DE96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9203"/>
          <a:stretch/>
        </p:blipFill>
        <p:spPr>
          <a:xfrm>
            <a:off x="6356751" y="2809522"/>
            <a:ext cx="1500533" cy="952779"/>
          </a:xfrm>
          <a:prstGeom prst="rect">
            <a:avLst/>
          </a:prstGeom>
        </p:spPr>
      </p:pic>
      <p:pic>
        <p:nvPicPr>
          <p:cNvPr id="284" name="圖片 283">
            <a:extLst>
              <a:ext uri="{FF2B5EF4-FFF2-40B4-BE49-F238E27FC236}">
                <a16:creationId xmlns:a16="http://schemas.microsoft.com/office/drawing/2014/main" id="{94933DA6-BDCA-4C31-879D-620E42D1C53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9203"/>
          <a:stretch/>
        </p:blipFill>
        <p:spPr>
          <a:xfrm>
            <a:off x="4823824" y="2809522"/>
            <a:ext cx="1500533" cy="952779"/>
          </a:xfrm>
          <a:prstGeom prst="rect">
            <a:avLst/>
          </a:prstGeom>
        </p:spPr>
      </p:pic>
      <p:pic>
        <p:nvPicPr>
          <p:cNvPr id="286" name="圖片 285">
            <a:extLst>
              <a:ext uri="{FF2B5EF4-FFF2-40B4-BE49-F238E27FC236}">
                <a16:creationId xmlns:a16="http://schemas.microsoft.com/office/drawing/2014/main" id="{6DF3CD76-C316-4DDA-8BC3-42CC33319C5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9203"/>
          <a:stretch/>
        </p:blipFill>
        <p:spPr>
          <a:xfrm>
            <a:off x="3290897" y="2809523"/>
            <a:ext cx="1500533" cy="952777"/>
          </a:xfrm>
          <a:prstGeom prst="rect">
            <a:avLst/>
          </a:prstGeom>
        </p:spPr>
      </p:pic>
      <p:pic>
        <p:nvPicPr>
          <p:cNvPr id="288" name="圖片 287">
            <a:extLst>
              <a:ext uri="{FF2B5EF4-FFF2-40B4-BE49-F238E27FC236}">
                <a16:creationId xmlns:a16="http://schemas.microsoft.com/office/drawing/2014/main" id="{0FCDDC77-1845-4148-8CBD-FD28C388447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0000"/>
          <a:stretch/>
        </p:blipFill>
        <p:spPr>
          <a:xfrm>
            <a:off x="9422605" y="4152013"/>
            <a:ext cx="1500533" cy="937833"/>
          </a:xfrm>
          <a:prstGeom prst="rect">
            <a:avLst/>
          </a:prstGeom>
        </p:spPr>
      </p:pic>
      <p:pic>
        <p:nvPicPr>
          <p:cNvPr id="289" name="圖片 288">
            <a:extLst>
              <a:ext uri="{FF2B5EF4-FFF2-40B4-BE49-F238E27FC236}">
                <a16:creationId xmlns:a16="http://schemas.microsoft.com/office/drawing/2014/main" id="{798C16AB-9AAC-4E85-96C1-46DB733DEF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000"/>
          <a:stretch/>
        </p:blipFill>
        <p:spPr>
          <a:xfrm>
            <a:off x="7889678" y="4152013"/>
            <a:ext cx="1500533" cy="937834"/>
          </a:xfrm>
          <a:prstGeom prst="rect">
            <a:avLst/>
          </a:prstGeom>
        </p:spPr>
      </p:pic>
      <p:pic>
        <p:nvPicPr>
          <p:cNvPr id="290" name="圖片 289">
            <a:extLst>
              <a:ext uri="{FF2B5EF4-FFF2-40B4-BE49-F238E27FC236}">
                <a16:creationId xmlns:a16="http://schemas.microsoft.com/office/drawing/2014/main" id="{D41FD450-5BA6-4CEA-8554-651D87404D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0000"/>
          <a:stretch/>
        </p:blipFill>
        <p:spPr>
          <a:xfrm>
            <a:off x="6356751" y="4152011"/>
            <a:ext cx="1500533" cy="937835"/>
          </a:xfrm>
          <a:prstGeom prst="rect">
            <a:avLst/>
          </a:prstGeom>
        </p:spPr>
      </p:pic>
      <p:pic>
        <p:nvPicPr>
          <p:cNvPr id="291" name="圖片 290">
            <a:extLst>
              <a:ext uri="{FF2B5EF4-FFF2-40B4-BE49-F238E27FC236}">
                <a16:creationId xmlns:a16="http://schemas.microsoft.com/office/drawing/2014/main" id="{A312E0FB-2B45-405A-A159-917313E18B7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0000"/>
          <a:stretch/>
        </p:blipFill>
        <p:spPr>
          <a:xfrm>
            <a:off x="4823824" y="4152011"/>
            <a:ext cx="1500533" cy="937836"/>
          </a:xfrm>
          <a:prstGeom prst="rect">
            <a:avLst/>
          </a:prstGeom>
        </p:spPr>
      </p:pic>
      <p:pic>
        <p:nvPicPr>
          <p:cNvPr id="292" name="圖片 291">
            <a:extLst>
              <a:ext uri="{FF2B5EF4-FFF2-40B4-BE49-F238E27FC236}">
                <a16:creationId xmlns:a16="http://schemas.microsoft.com/office/drawing/2014/main" id="{EBC69C25-4B74-4BA1-8EDF-670936A815E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0000"/>
          <a:stretch/>
        </p:blipFill>
        <p:spPr>
          <a:xfrm>
            <a:off x="3290897" y="4152011"/>
            <a:ext cx="1500533" cy="937836"/>
          </a:xfrm>
          <a:prstGeom prst="rect">
            <a:avLst/>
          </a:prstGeom>
        </p:spPr>
      </p:pic>
      <p:sp>
        <p:nvSpPr>
          <p:cNvPr id="378" name="文字方塊 377">
            <a:extLst>
              <a:ext uri="{FF2B5EF4-FFF2-40B4-BE49-F238E27FC236}">
                <a16:creationId xmlns:a16="http://schemas.microsoft.com/office/drawing/2014/main" id="{9FCBEB6E-11AC-4C60-8FCC-A8B1CBC438D8}"/>
              </a:ext>
            </a:extLst>
          </p:cNvPr>
          <p:cNvSpPr txBox="1"/>
          <p:nvPr/>
        </p:nvSpPr>
        <p:spPr>
          <a:xfrm>
            <a:off x="3252745" y="3679899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79" name="文字方塊 378">
            <a:extLst>
              <a:ext uri="{FF2B5EF4-FFF2-40B4-BE49-F238E27FC236}">
                <a16:creationId xmlns:a16="http://schemas.microsoft.com/office/drawing/2014/main" id="{45DBF0FA-0082-42F5-AE57-26F22C3D2BBC}"/>
              </a:ext>
            </a:extLst>
          </p:cNvPr>
          <p:cNvSpPr txBox="1"/>
          <p:nvPr/>
        </p:nvSpPr>
        <p:spPr>
          <a:xfrm>
            <a:off x="4547785" y="367989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sp>
        <p:nvSpPr>
          <p:cNvPr id="380" name="文字方塊 379">
            <a:extLst>
              <a:ext uri="{FF2B5EF4-FFF2-40B4-BE49-F238E27FC236}">
                <a16:creationId xmlns:a16="http://schemas.microsoft.com/office/drawing/2014/main" id="{F90D0591-C98F-4452-8FEA-9515B2210770}"/>
              </a:ext>
            </a:extLst>
          </p:cNvPr>
          <p:cNvSpPr txBox="1"/>
          <p:nvPr/>
        </p:nvSpPr>
        <p:spPr>
          <a:xfrm>
            <a:off x="4758509" y="3679899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81" name="文字方塊 380">
            <a:extLst>
              <a:ext uri="{FF2B5EF4-FFF2-40B4-BE49-F238E27FC236}">
                <a16:creationId xmlns:a16="http://schemas.microsoft.com/office/drawing/2014/main" id="{67FCDC11-2791-4DDD-A223-7F53476C9B32}"/>
              </a:ext>
            </a:extLst>
          </p:cNvPr>
          <p:cNvSpPr txBox="1"/>
          <p:nvPr/>
        </p:nvSpPr>
        <p:spPr>
          <a:xfrm>
            <a:off x="6053549" y="367989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sp>
        <p:nvSpPr>
          <p:cNvPr id="382" name="文字方塊 381">
            <a:extLst>
              <a:ext uri="{FF2B5EF4-FFF2-40B4-BE49-F238E27FC236}">
                <a16:creationId xmlns:a16="http://schemas.microsoft.com/office/drawing/2014/main" id="{63E95095-A079-4818-9BA2-2C8C6BBBFCAB}"/>
              </a:ext>
            </a:extLst>
          </p:cNvPr>
          <p:cNvSpPr txBox="1"/>
          <p:nvPr/>
        </p:nvSpPr>
        <p:spPr>
          <a:xfrm>
            <a:off x="6326851" y="3679899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83" name="文字方塊 382">
            <a:extLst>
              <a:ext uri="{FF2B5EF4-FFF2-40B4-BE49-F238E27FC236}">
                <a16:creationId xmlns:a16="http://schemas.microsoft.com/office/drawing/2014/main" id="{57364913-A911-4697-A93F-30670B32A4E8}"/>
              </a:ext>
            </a:extLst>
          </p:cNvPr>
          <p:cNvSpPr txBox="1"/>
          <p:nvPr/>
        </p:nvSpPr>
        <p:spPr>
          <a:xfrm>
            <a:off x="7621891" y="367989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sp>
        <p:nvSpPr>
          <p:cNvPr id="384" name="文字方塊 383">
            <a:extLst>
              <a:ext uri="{FF2B5EF4-FFF2-40B4-BE49-F238E27FC236}">
                <a16:creationId xmlns:a16="http://schemas.microsoft.com/office/drawing/2014/main" id="{6C9B1350-B919-4136-BB1C-BD49F398C017}"/>
              </a:ext>
            </a:extLst>
          </p:cNvPr>
          <p:cNvSpPr txBox="1"/>
          <p:nvPr/>
        </p:nvSpPr>
        <p:spPr>
          <a:xfrm>
            <a:off x="7829134" y="3679899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85" name="文字方塊 384">
            <a:extLst>
              <a:ext uri="{FF2B5EF4-FFF2-40B4-BE49-F238E27FC236}">
                <a16:creationId xmlns:a16="http://schemas.microsoft.com/office/drawing/2014/main" id="{E0ACA235-2C80-415C-97C5-3FFF78F6E882}"/>
              </a:ext>
            </a:extLst>
          </p:cNvPr>
          <p:cNvSpPr txBox="1"/>
          <p:nvPr/>
        </p:nvSpPr>
        <p:spPr>
          <a:xfrm>
            <a:off x="9124174" y="3679899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sp>
        <p:nvSpPr>
          <p:cNvPr id="386" name="文字方塊 385">
            <a:extLst>
              <a:ext uri="{FF2B5EF4-FFF2-40B4-BE49-F238E27FC236}">
                <a16:creationId xmlns:a16="http://schemas.microsoft.com/office/drawing/2014/main" id="{5DCC92CF-4A14-4041-A9BF-0DD839A10C2C}"/>
              </a:ext>
            </a:extLst>
          </p:cNvPr>
          <p:cNvSpPr txBox="1"/>
          <p:nvPr/>
        </p:nvSpPr>
        <p:spPr>
          <a:xfrm>
            <a:off x="9373014" y="3688134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87" name="文字方塊 386">
            <a:extLst>
              <a:ext uri="{FF2B5EF4-FFF2-40B4-BE49-F238E27FC236}">
                <a16:creationId xmlns:a16="http://schemas.microsoft.com/office/drawing/2014/main" id="{E0701DE8-72EE-4E3A-A01D-21B5B7F73A9F}"/>
              </a:ext>
            </a:extLst>
          </p:cNvPr>
          <p:cNvSpPr txBox="1"/>
          <p:nvPr/>
        </p:nvSpPr>
        <p:spPr>
          <a:xfrm>
            <a:off x="10668054" y="3688134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sp>
        <p:nvSpPr>
          <p:cNvPr id="388" name="文字方塊 387">
            <a:extLst>
              <a:ext uri="{FF2B5EF4-FFF2-40B4-BE49-F238E27FC236}">
                <a16:creationId xmlns:a16="http://schemas.microsoft.com/office/drawing/2014/main" id="{81A493B0-221B-4484-A113-A8CC4F3B35B4}"/>
              </a:ext>
            </a:extLst>
          </p:cNvPr>
          <p:cNvSpPr txBox="1"/>
          <p:nvPr/>
        </p:nvSpPr>
        <p:spPr>
          <a:xfrm>
            <a:off x="3051903" y="4911892"/>
            <a:ext cx="3481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0.5</a:t>
            </a:r>
            <a:endParaRPr lang="zh-TW" altLang="en-US" sz="1000" dirty="0"/>
          </a:p>
        </p:txBody>
      </p:sp>
      <p:sp>
        <p:nvSpPr>
          <p:cNvPr id="389" name="文字方塊 388">
            <a:extLst>
              <a:ext uri="{FF2B5EF4-FFF2-40B4-BE49-F238E27FC236}">
                <a16:creationId xmlns:a16="http://schemas.microsoft.com/office/drawing/2014/main" id="{F82C2667-A9DA-446E-BB2A-0C81B067AEBD}"/>
              </a:ext>
            </a:extLst>
          </p:cNvPr>
          <p:cNvSpPr txBox="1"/>
          <p:nvPr/>
        </p:nvSpPr>
        <p:spPr>
          <a:xfrm>
            <a:off x="3118462" y="4079490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/>
              <a:t>1</a:t>
            </a:r>
            <a:endParaRPr lang="zh-TW" altLang="en-US" sz="1000" dirty="0"/>
          </a:p>
        </p:txBody>
      </p:sp>
      <p:grpSp>
        <p:nvGrpSpPr>
          <p:cNvPr id="392" name="群組 391">
            <a:extLst>
              <a:ext uri="{FF2B5EF4-FFF2-40B4-BE49-F238E27FC236}">
                <a16:creationId xmlns:a16="http://schemas.microsoft.com/office/drawing/2014/main" id="{5BB3333A-5FD8-4A74-B1F0-0D523DDDABF1}"/>
              </a:ext>
            </a:extLst>
          </p:cNvPr>
          <p:cNvGrpSpPr/>
          <p:nvPr/>
        </p:nvGrpSpPr>
        <p:grpSpPr>
          <a:xfrm>
            <a:off x="6837054" y="5947967"/>
            <a:ext cx="539926" cy="559998"/>
            <a:chOff x="7886533" y="5352793"/>
            <a:chExt cx="1181108" cy="1225016"/>
          </a:xfrm>
        </p:grpSpPr>
        <p:grpSp>
          <p:nvGrpSpPr>
            <p:cNvPr id="393" name="群組 392">
              <a:extLst>
                <a:ext uri="{FF2B5EF4-FFF2-40B4-BE49-F238E27FC236}">
                  <a16:creationId xmlns:a16="http://schemas.microsoft.com/office/drawing/2014/main" id="{98D324F1-66A9-49C9-84D8-BC611334D3A8}"/>
                </a:ext>
              </a:extLst>
            </p:cNvPr>
            <p:cNvGrpSpPr/>
            <p:nvPr/>
          </p:nvGrpSpPr>
          <p:grpSpPr>
            <a:xfrm>
              <a:off x="8408577" y="5352793"/>
              <a:ext cx="137021" cy="1225016"/>
              <a:chOff x="8482543" y="5352793"/>
              <a:chExt cx="137021" cy="1225016"/>
            </a:xfrm>
          </p:grpSpPr>
          <p:sp>
            <p:nvSpPr>
              <p:cNvPr id="427" name="橢圓 426">
                <a:extLst>
                  <a:ext uri="{FF2B5EF4-FFF2-40B4-BE49-F238E27FC236}">
                    <a16:creationId xmlns:a16="http://schemas.microsoft.com/office/drawing/2014/main" id="{9070513F-6B53-46B5-9CA3-E53E811CB196}"/>
                  </a:ext>
                </a:extLst>
              </p:cNvPr>
              <p:cNvSpPr/>
              <p:nvPr/>
            </p:nvSpPr>
            <p:spPr>
              <a:xfrm>
                <a:off x="8482543" y="535279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8" name="橢圓 427">
                <a:extLst>
                  <a:ext uri="{FF2B5EF4-FFF2-40B4-BE49-F238E27FC236}">
                    <a16:creationId xmlns:a16="http://schemas.microsoft.com/office/drawing/2014/main" id="{25DA7C2B-45B9-493B-B086-EE0E806F92DC}"/>
                  </a:ext>
                </a:extLst>
              </p:cNvPr>
              <p:cNvSpPr/>
              <p:nvPr/>
            </p:nvSpPr>
            <p:spPr>
              <a:xfrm>
                <a:off x="8482543" y="571545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9" name="橢圓 428">
                <a:extLst>
                  <a:ext uri="{FF2B5EF4-FFF2-40B4-BE49-F238E27FC236}">
                    <a16:creationId xmlns:a16="http://schemas.microsoft.com/office/drawing/2014/main" id="{9958F8F7-FCF3-4EA1-9176-365BBFE88870}"/>
                  </a:ext>
                </a:extLst>
              </p:cNvPr>
              <p:cNvSpPr/>
              <p:nvPr/>
            </p:nvSpPr>
            <p:spPr>
              <a:xfrm>
                <a:off x="8482543" y="607812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0" name="橢圓 429">
                <a:extLst>
                  <a:ext uri="{FF2B5EF4-FFF2-40B4-BE49-F238E27FC236}">
                    <a16:creationId xmlns:a16="http://schemas.microsoft.com/office/drawing/2014/main" id="{0D8F8AE1-0A41-41FB-B3D4-6AC46805F9E2}"/>
                  </a:ext>
                </a:extLst>
              </p:cNvPr>
              <p:cNvSpPr/>
              <p:nvPr/>
            </p:nvSpPr>
            <p:spPr>
              <a:xfrm>
                <a:off x="8482543" y="644078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94" name="群組 393">
              <a:extLst>
                <a:ext uri="{FF2B5EF4-FFF2-40B4-BE49-F238E27FC236}">
                  <a16:creationId xmlns:a16="http://schemas.microsoft.com/office/drawing/2014/main" id="{CC14BAEE-BA0F-4D13-9C24-D9C81F3DBADB}"/>
                </a:ext>
              </a:extLst>
            </p:cNvPr>
            <p:cNvGrpSpPr/>
            <p:nvPr/>
          </p:nvGrpSpPr>
          <p:grpSpPr>
            <a:xfrm>
              <a:off x="7886533" y="5534126"/>
              <a:ext cx="1181108" cy="137021"/>
              <a:chOff x="7886533" y="5502287"/>
              <a:chExt cx="1181108" cy="137021"/>
            </a:xfrm>
          </p:grpSpPr>
          <p:sp>
            <p:nvSpPr>
              <p:cNvPr id="425" name="橢圓 424">
                <a:extLst>
                  <a:ext uri="{FF2B5EF4-FFF2-40B4-BE49-F238E27FC236}">
                    <a16:creationId xmlns:a16="http://schemas.microsoft.com/office/drawing/2014/main" id="{1F0812A9-57F3-4DA8-9F8B-19B74396F6A7}"/>
                  </a:ext>
                </a:extLst>
              </p:cNvPr>
              <p:cNvSpPr/>
              <p:nvPr/>
            </p:nvSpPr>
            <p:spPr>
              <a:xfrm>
                <a:off x="7886533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6" name="橢圓 425">
                <a:extLst>
                  <a:ext uri="{FF2B5EF4-FFF2-40B4-BE49-F238E27FC236}">
                    <a16:creationId xmlns:a16="http://schemas.microsoft.com/office/drawing/2014/main" id="{8BBF1D41-9E5B-467D-AC0F-CDF96D115A5B}"/>
                  </a:ext>
                </a:extLst>
              </p:cNvPr>
              <p:cNvSpPr/>
              <p:nvPr/>
            </p:nvSpPr>
            <p:spPr>
              <a:xfrm>
                <a:off x="8930620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95" name="群組 394">
              <a:extLst>
                <a:ext uri="{FF2B5EF4-FFF2-40B4-BE49-F238E27FC236}">
                  <a16:creationId xmlns:a16="http://schemas.microsoft.com/office/drawing/2014/main" id="{9072D2D1-1C75-4395-A4D0-2AB8C0D5C149}"/>
                </a:ext>
              </a:extLst>
            </p:cNvPr>
            <p:cNvGrpSpPr/>
            <p:nvPr/>
          </p:nvGrpSpPr>
          <p:grpSpPr>
            <a:xfrm>
              <a:off x="7886533" y="6259456"/>
              <a:ext cx="1181108" cy="137021"/>
              <a:chOff x="7886533" y="6120529"/>
              <a:chExt cx="1181108" cy="137021"/>
            </a:xfrm>
          </p:grpSpPr>
          <p:sp>
            <p:nvSpPr>
              <p:cNvPr id="423" name="橢圓 422">
                <a:extLst>
                  <a:ext uri="{FF2B5EF4-FFF2-40B4-BE49-F238E27FC236}">
                    <a16:creationId xmlns:a16="http://schemas.microsoft.com/office/drawing/2014/main" id="{2C28CC5F-4A2B-4620-86BF-BF7F2CAAD678}"/>
                  </a:ext>
                </a:extLst>
              </p:cNvPr>
              <p:cNvSpPr/>
              <p:nvPr/>
            </p:nvSpPr>
            <p:spPr>
              <a:xfrm>
                <a:off x="7886533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4" name="橢圓 423">
                <a:extLst>
                  <a:ext uri="{FF2B5EF4-FFF2-40B4-BE49-F238E27FC236}">
                    <a16:creationId xmlns:a16="http://schemas.microsoft.com/office/drawing/2014/main" id="{699F0B70-9DF8-4C05-A11D-CEF33FDC44DE}"/>
                  </a:ext>
                </a:extLst>
              </p:cNvPr>
              <p:cNvSpPr/>
              <p:nvPr/>
            </p:nvSpPr>
            <p:spPr>
              <a:xfrm>
                <a:off x="8930620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96" name="群組 395">
              <a:extLst>
                <a:ext uri="{FF2B5EF4-FFF2-40B4-BE49-F238E27FC236}">
                  <a16:creationId xmlns:a16="http://schemas.microsoft.com/office/drawing/2014/main" id="{AC6F840E-FA05-4DC5-A00D-BAF21DFEF02E}"/>
                </a:ext>
              </a:extLst>
            </p:cNvPr>
            <p:cNvGrpSpPr/>
            <p:nvPr/>
          </p:nvGrpSpPr>
          <p:grpSpPr>
            <a:xfrm>
              <a:off x="7886533" y="5896791"/>
              <a:ext cx="1181108" cy="137021"/>
              <a:chOff x="7886533" y="5820982"/>
              <a:chExt cx="1181108" cy="137021"/>
            </a:xfrm>
          </p:grpSpPr>
          <p:sp>
            <p:nvSpPr>
              <p:cNvPr id="421" name="橢圓 420">
                <a:extLst>
                  <a:ext uri="{FF2B5EF4-FFF2-40B4-BE49-F238E27FC236}">
                    <a16:creationId xmlns:a16="http://schemas.microsoft.com/office/drawing/2014/main" id="{093B2EFE-2BBA-46DC-814A-4994658B6CA9}"/>
                  </a:ext>
                </a:extLst>
              </p:cNvPr>
              <p:cNvSpPr/>
              <p:nvPr/>
            </p:nvSpPr>
            <p:spPr>
              <a:xfrm>
                <a:off x="7886533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2BFFDD95-A668-49A5-91EB-440AB801A8AF}"/>
                  </a:ext>
                </a:extLst>
              </p:cNvPr>
              <p:cNvSpPr/>
              <p:nvPr/>
            </p:nvSpPr>
            <p:spPr>
              <a:xfrm>
                <a:off x="8930620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97" name="直線接點 396">
              <a:extLst>
                <a:ext uri="{FF2B5EF4-FFF2-40B4-BE49-F238E27FC236}">
                  <a16:creationId xmlns:a16="http://schemas.microsoft.com/office/drawing/2014/main" id="{570E0E32-16F8-4D4E-B189-39774124F4A9}"/>
                </a:ext>
              </a:extLst>
            </p:cNvPr>
            <p:cNvCxnSpPr>
              <a:cxnSpLocks/>
              <a:stCxn id="425" idx="7"/>
              <a:endCxn id="427" idx="2"/>
            </p:cNvCxnSpPr>
            <p:nvPr/>
          </p:nvCxnSpPr>
          <p:spPr>
            <a:xfrm flipV="1">
              <a:off x="8003488" y="542130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8" name="直線接點 397">
              <a:extLst>
                <a:ext uri="{FF2B5EF4-FFF2-40B4-BE49-F238E27FC236}">
                  <a16:creationId xmlns:a16="http://schemas.microsoft.com/office/drawing/2014/main" id="{9AF91899-D4F4-473E-A094-7976B72941F6}"/>
                </a:ext>
              </a:extLst>
            </p:cNvPr>
            <p:cNvCxnSpPr>
              <a:cxnSpLocks/>
              <a:stCxn id="425" idx="6"/>
              <a:endCxn id="428" idx="1"/>
            </p:cNvCxnSpPr>
            <p:nvPr/>
          </p:nvCxnSpPr>
          <p:spPr>
            <a:xfrm>
              <a:off x="8023554" y="5602637"/>
              <a:ext cx="405089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9" name="直線接點 398">
              <a:extLst>
                <a:ext uri="{FF2B5EF4-FFF2-40B4-BE49-F238E27FC236}">
                  <a16:creationId xmlns:a16="http://schemas.microsoft.com/office/drawing/2014/main" id="{E7B7525F-D13A-4686-8700-2BE62BE59C35}"/>
                </a:ext>
              </a:extLst>
            </p:cNvPr>
            <p:cNvCxnSpPr>
              <a:cxnSpLocks/>
              <a:stCxn id="425" idx="5"/>
              <a:endCxn id="429" idx="1"/>
            </p:cNvCxnSpPr>
            <p:nvPr/>
          </p:nvCxnSpPr>
          <p:spPr>
            <a:xfrm>
              <a:off x="8003488" y="5651081"/>
              <a:ext cx="425155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0" name="直線接點 399">
              <a:extLst>
                <a:ext uri="{FF2B5EF4-FFF2-40B4-BE49-F238E27FC236}">
                  <a16:creationId xmlns:a16="http://schemas.microsoft.com/office/drawing/2014/main" id="{6F7C3F63-5990-407C-AC65-E1F572714BF3}"/>
                </a:ext>
              </a:extLst>
            </p:cNvPr>
            <p:cNvCxnSpPr>
              <a:cxnSpLocks/>
              <a:stCxn id="425" idx="4"/>
              <a:endCxn id="430" idx="0"/>
            </p:cNvCxnSpPr>
            <p:nvPr/>
          </p:nvCxnSpPr>
          <p:spPr>
            <a:xfrm>
              <a:off x="7955044" y="5671147"/>
              <a:ext cx="522044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1" name="直線接點 400">
              <a:extLst>
                <a:ext uri="{FF2B5EF4-FFF2-40B4-BE49-F238E27FC236}">
                  <a16:creationId xmlns:a16="http://schemas.microsoft.com/office/drawing/2014/main" id="{4A3A37CD-7FE1-479E-B34A-D2A6EEBFB402}"/>
                </a:ext>
              </a:extLst>
            </p:cNvPr>
            <p:cNvCxnSpPr>
              <a:cxnSpLocks/>
              <a:stCxn id="421" idx="0"/>
              <a:endCxn id="427" idx="3"/>
            </p:cNvCxnSpPr>
            <p:nvPr/>
          </p:nvCxnSpPr>
          <p:spPr>
            <a:xfrm flipV="1">
              <a:off x="7955044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2" name="直線接點 401">
              <a:extLst>
                <a:ext uri="{FF2B5EF4-FFF2-40B4-BE49-F238E27FC236}">
                  <a16:creationId xmlns:a16="http://schemas.microsoft.com/office/drawing/2014/main" id="{93EF588E-D346-4AB2-ABC3-5F47DDF8C6A3}"/>
                </a:ext>
              </a:extLst>
            </p:cNvPr>
            <p:cNvCxnSpPr>
              <a:cxnSpLocks/>
              <a:stCxn id="423" idx="0"/>
              <a:endCxn id="427" idx="4"/>
            </p:cNvCxnSpPr>
            <p:nvPr/>
          </p:nvCxnSpPr>
          <p:spPr>
            <a:xfrm flipV="1">
              <a:off x="7955044" y="5489814"/>
              <a:ext cx="522044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3" name="直線接點 402">
              <a:extLst>
                <a:ext uri="{FF2B5EF4-FFF2-40B4-BE49-F238E27FC236}">
                  <a16:creationId xmlns:a16="http://schemas.microsoft.com/office/drawing/2014/main" id="{1D1F65B2-954F-481B-980A-39458F058F8D}"/>
                </a:ext>
              </a:extLst>
            </p:cNvPr>
            <p:cNvCxnSpPr>
              <a:cxnSpLocks/>
              <a:stCxn id="423" idx="7"/>
              <a:endCxn id="428" idx="3"/>
            </p:cNvCxnSpPr>
            <p:nvPr/>
          </p:nvCxnSpPr>
          <p:spPr>
            <a:xfrm flipV="1">
              <a:off x="8003488" y="5832413"/>
              <a:ext cx="425155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4" name="直線接點 403">
              <a:extLst>
                <a:ext uri="{FF2B5EF4-FFF2-40B4-BE49-F238E27FC236}">
                  <a16:creationId xmlns:a16="http://schemas.microsoft.com/office/drawing/2014/main" id="{34E0F192-2535-48C3-BD2F-E849EECAFAD8}"/>
                </a:ext>
              </a:extLst>
            </p:cNvPr>
            <p:cNvCxnSpPr>
              <a:cxnSpLocks/>
              <a:stCxn id="421" idx="7"/>
              <a:endCxn id="428" idx="2"/>
            </p:cNvCxnSpPr>
            <p:nvPr/>
          </p:nvCxnSpPr>
          <p:spPr>
            <a:xfrm flipV="1">
              <a:off x="8003488" y="5783969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5" name="直線接點 404">
              <a:extLst>
                <a:ext uri="{FF2B5EF4-FFF2-40B4-BE49-F238E27FC236}">
                  <a16:creationId xmlns:a16="http://schemas.microsoft.com/office/drawing/2014/main" id="{C1EBD65D-8B83-412F-8A4A-582AC00C073D}"/>
                </a:ext>
              </a:extLst>
            </p:cNvPr>
            <p:cNvCxnSpPr>
              <a:cxnSpLocks/>
              <a:stCxn id="421" idx="5"/>
              <a:endCxn id="429" idx="2"/>
            </p:cNvCxnSpPr>
            <p:nvPr/>
          </p:nvCxnSpPr>
          <p:spPr>
            <a:xfrm>
              <a:off x="8003488" y="6013746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6" name="直線接點 405">
              <a:extLst>
                <a:ext uri="{FF2B5EF4-FFF2-40B4-BE49-F238E27FC236}">
                  <a16:creationId xmlns:a16="http://schemas.microsoft.com/office/drawing/2014/main" id="{B6331F00-E91F-4603-860D-A4E833C9350F}"/>
                </a:ext>
              </a:extLst>
            </p:cNvPr>
            <p:cNvCxnSpPr>
              <a:cxnSpLocks/>
              <a:stCxn id="421" idx="4"/>
              <a:endCxn id="430" idx="1"/>
            </p:cNvCxnSpPr>
            <p:nvPr/>
          </p:nvCxnSpPr>
          <p:spPr>
            <a:xfrm>
              <a:off x="7955044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7" name="直線接點 406">
              <a:extLst>
                <a:ext uri="{FF2B5EF4-FFF2-40B4-BE49-F238E27FC236}">
                  <a16:creationId xmlns:a16="http://schemas.microsoft.com/office/drawing/2014/main" id="{8698C3FA-89BE-46D0-B955-CCFC7A75F8AD}"/>
                </a:ext>
              </a:extLst>
            </p:cNvPr>
            <p:cNvCxnSpPr>
              <a:cxnSpLocks/>
            </p:cNvCxnSpPr>
            <p:nvPr/>
          </p:nvCxnSpPr>
          <p:spPr>
            <a:xfrm>
              <a:off x="7996056" y="637434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8" name="直線接點 407">
              <a:extLst>
                <a:ext uri="{FF2B5EF4-FFF2-40B4-BE49-F238E27FC236}">
                  <a16:creationId xmlns:a16="http://schemas.microsoft.com/office/drawing/2014/main" id="{46604B94-BF8A-4270-BA42-C54B5F024D42}"/>
                </a:ext>
              </a:extLst>
            </p:cNvPr>
            <p:cNvCxnSpPr>
              <a:cxnSpLocks/>
              <a:stCxn id="423" idx="6"/>
              <a:endCxn id="429" idx="3"/>
            </p:cNvCxnSpPr>
            <p:nvPr/>
          </p:nvCxnSpPr>
          <p:spPr>
            <a:xfrm flipV="1">
              <a:off x="8023554" y="6195078"/>
              <a:ext cx="405089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9" name="直線接點 408">
              <a:extLst>
                <a:ext uri="{FF2B5EF4-FFF2-40B4-BE49-F238E27FC236}">
                  <a16:creationId xmlns:a16="http://schemas.microsoft.com/office/drawing/2014/main" id="{CA2548DF-DCBF-4370-8E85-CE020A0311E7}"/>
                </a:ext>
              </a:extLst>
            </p:cNvPr>
            <p:cNvCxnSpPr>
              <a:cxnSpLocks/>
              <a:stCxn id="422" idx="3"/>
              <a:endCxn id="429" idx="6"/>
            </p:cNvCxnSpPr>
            <p:nvPr/>
          </p:nvCxnSpPr>
          <p:spPr>
            <a:xfrm flipH="1">
              <a:off x="8545598" y="6013746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0" name="直線接點 409">
              <a:extLst>
                <a:ext uri="{FF2B5EF4-FFF2-40B4-BE49-F238E27FC236}">
                  <a16:creationId xmlns:a16="http://schemas.microsoft.com/office/drawing/2014/main" id="{9235616D-5613-45AB-BD13-3F8AE73F24B8}"/>
                </a:ext>
              </a:extLst>
            </p:cNvPr>
            <p:cNvCxnSpPr>
              <a:cxnSpLocks/>
              <a:stCxn id="426" idx="4"/>
              <a:endCxn id="430" idx="0"/>
            </p:cNvCxnSpPr>
            <p:nvPr/>
          </p:nvCxnSpPr>
          <p:spPr>
            <a:xfrm flipH="1">
              <a:off x="8477088" y="5671147"/>
              <a:ext cx="522043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1" name="直線接點 410">
              <a:extLst>
                <a:ext uri="{FF2B5EF4-FFF2-40B4-BE49-F238E27FC236}">
                  <a16:creationId xmlns:a16="http://schemas.microsoft.com/office/drawing/2014/main" id="{4E90162E-B235-40C1-973D-9AF61BCAE5E3}"/>
                </a:ext>
              </a:extLst>
            </p:cNvPr>
            <p:cNvCxnSpPr>
              <a:cxnSpLocks/>
              <a:stCxn id="422" idx="4"/>
              <a:endCxn id="430" idx="7"/>
            </p:cNvCxnSpPr>
            <p:nvPr/>
          </p:nvCxnSpPr>
          <p:spPr>
            <a:xfrm flipH="1">
              <a:off x="8525532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2" name="直線接點 411">
              <a:extLst>
                <a:ext uri="{FF2B5EF4-FFF2-40B4-BE49-F238E27FC236}">
                  <a16:creationId xmlns:a16="http://schemas.microsoft.com/office/drawing/2014/main" id="{8041E2BD-056E-46F3-830F-EFA28B97BCB6}"/>
                </a:ext>
              </a:extLst>
            </p:cNvPr>
            <p:cNvCxnSpPr>
              <a:cxnSpLocks/>
              <a:stCxn id="424" idx="3"/>
              <a:endCxn id="430" idx="6"/>
            </p:cNvCxnSpPr>
            <p:nvPr/>
          </p:nvCxnSpPr>
          <p:spPr>
            <a:xfrm flipH="1">
              <a:off x="8545598" y="6376411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3" name="直線接點 412">
              <a:extLst>
                <a:ext uri="{FF2B5EF4-FFF2-40B4-BE49-F238E27FC236}">
                  <a16:creationId xmlns:a16="http://schemas.microsoft.com/office/drawing/2014/main" id="{D72A2D5F-BB8D-4756-BD29-5B5CC58C8B2A}"/>
                </a:ext>
              </a:extLst>
            </p:cNvPr>
            <p:cNvCxnSpPr>
              <a:cxnSpLocks/>
              <a:stCxn id="424" idx="2"/>
              <a:endCxn id="429" idx="5"/>
            </p:cNvCxnSpPr>
            <p:nvPr/>
          </p:nvCxnSpPr>
          <p:spPr>
            <a:xfrm flipH="1" flipV="1">
              <a:off x="8525532" y="6195078"/>
              <a:ext cx="405088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4" name="直線接點 413">
              <a:extLst>
                <a:ext uri="{FF2B5EF4-FFF2-40B4-BE49-F238E27FC236}">
                  <a16:creationId xmlns:a16="http://schemas.microsoft.com/office/drawing/2014/main" id="{40B4F70C-9D94-43A1-97E1-ABF50A06A335}"/>
                </a:ext>
              </a:extLst>
            </p:cNvPr>
            <p:cNvCxnSpPr>
              <a:cxnSpLocks/>
              <a:stCxn id="426" idx="3"/>
              <a:endCxn id="429" idx="7"/>
            </p:cNvCxnSpPr>
            <p:nvPr/>
          </p:nvCxnSpPr>
          <p:spPr>
            <a:xfrm flipH="1">
              <a:off x="8525532" y="5651081"/>
              <a:ext cx="425154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5" name="直線接點 414">
              <a:extLst>
                <a:ext uri="{FF2B5EF4-FFF2-40B4-BE49-F238E27FC236}">
                  <a16:creationId xmlns:a16="http://schemas.microsoft.com/office/drawing/2014/main" id="{6D95CF96-CBD7-4C37-AF9B-152F29CA83DE}"/>
                </a:ext>
              </a:extLst>
            </p:cNvPr>
            <p:cNvCxnSpPr>
              <a:cxnSpLocks/>
              <a:stCxn id="424" idx="1"/>
              <a:endCxn id="428" idx="5"/>
            </p:cNvCxnSpPr>
            <p:nvPr/>
          </p:nvCxnSpPr>
          <p:spPr>
            <a:xfrm flipH="1" flipV="1">
              <a:off x="8525532" y="5832413"/>
              <a:ext cx="425154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6" name="直線接點 415">
              <a:extLst>
                <a:ext uri="{FF2B5EF4-FFF2-40B4-BE49-F238E27FC236}">
                  <a16:creationId xmlns:a16="http://schemas.microsoft.com/office/drawing/2014/main" id="{2CD520D8-8A46-44F0-A76D-95337F6A527E}"/>
                </a:ext>
              </a:extLst>
            </p:cNvPr>
            <p:cNvCxnSpPr>
              <a:cxnSpLocks/>
              <a:stCxn id="424" idx="0"/>
              <a:endCxn id="427" idx="4"/>
            </p:cNvCxnSpPr>
            <p:nvPr/>
          </p:nvCxnSpPr>
          <p:spPr>
            <a:xfrm flipH="1" flipV="1">
              <a:off x="8477088" y="5489814"/>
              <a:ext cx="522043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7" name="直線接點 416">
              <a:extLst>
                <a:ext uri="{FF2B5EF4-FFF2-40B4-BE49-F238E27FC236}">
                  <a16:creationId xmlns:a16="http://schemas.microsoft.com/office/drawing/2014/main" id="{5E6D2F76-90E0-4546-ABAF-1E3929F7CC67}"/>
                </a:ext>
              </a:extLst>
            </p:cNvPr>
            <p:cNvCxnSpPr>
              <a:cxnSpLocks/>
              <a:stCxn id="422" idx="0"/>
              <a:endCxn id="427" idx="5"/>
            </p:cNvCxnSpPr>
            <p:nvPr/>
          </p:nvCxnSpPr>
          <p:spPr>
            <a:xfrm flipH="1" flipV="1">
              <a:off x="8525532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8" name="直線接點 417">
              <a:extLst>
                <a:ext uri="{FF2B5EF4-FFF2-40B4-BE49-F238E27FC236}">
                  <a16:creationId xmlns:a16="http://schemas.microsoft.com/office/drawing/2014/main" id="{1A9C2094-1016-48EC-AEEF-65B5C5AEA6C1}"/>
                </a:ext>
              </a:extLst>
            </p:cNvPr>
            <p:cNvCxnSpPr>
              <a:cxnSpLocks/>
              <a:stCxn id="422" idx="1"/>
              <a:endCxn id="428" idx="6"/>
            </p:cNvCxnSpPr>
            <p:nvPr/>
          </p:nvCxnSpPr>
          <p:spPr>
            <a:xfrm flipH="1" flipV="1">
              <a:off x="8545598" y="5783969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9" name="直線接點 418">
              <a:extLst>
                <a:ext uri="{FF2B5EF4-FFF2-40B4-BE49-F238E27FC236}">
                  <a16:creationId xmlns:a16="http://schemas.microsoft.com/office/drawing/2014/main" id="{04AE1138-5042-4350-B583-F9744BA29857}"/>
                </a:ext>
              </a:extLst>
            </p:cNvPr>
            <p:cNvCxnSpPr>
              <a:cxnSpLocks/>
              <a:stCxn id="426" idx="2"/>
              <a:endCxn id="428" idx="7"/>
            </p:cNvCxnSpPr>
            <p:nvPr/>
          </p:nvCxnSpPr>
          <p:spPr>
            <a:xfrm flipH="1">
              <a:off x="8525532" y="5602637"/>
              <a:ext cx="405088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0" name="直線接點 419">
              <a:extLst>
                <a:ext uri="{FF2B5EF4-FFF2-40B4-BE49-F238E27FC236}">
                  <a16:creationId xmlns:a16="http://schemas.microsoft.com/office/drawing/2014/main" id="{B76C1DB8-FA0A-4D0F-8DE4-21CB798ED51E}"/>
                </a:ext>
              </a:extLst>
            </p:cNvPr>
            <p:cNvCxnSpPr>
              <a:cxnSpLocks/>
              <a:stCxn id="426" idx="1"/>
              <a:endCxn id="427" idx="6"/>
            </p:cNvCxnSpPr>
            <p:nvPr/>
          </p:nvCxnSpPr>
          <p:spPr>
            <a:xfrm flipH="1" flipV="1">
              <a:off x="8545598" y="5421304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8" name="箭號: 向右 477">
            <a:extLst>
              <a:ext uri="{FF2B5EF4-FFF2-40B4-BE49-F238E27FC236}">
                <a16:creationId xmlns:a16="http://schemas.microsoft.com/office/drawing/2014/main" id="{959127CF-1227-4D3B-94E9-72FB56B05C65}"/>
              </a:ext>
            </a:extLst>
          </p:cNvPr>
          <p:cNvSpPr/>
          <p:nvPr/>
        </p:nvSpPr>
        <p:spPr>
          <a:xfrm flipV="1">
            <a:off x="6043501" y="613796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479" name="箭號: 向右 478">
            <a:extLst>
              <a:ext uri="{FF2B5EF4-FFF2-40B4-BE49-F238E27FC236}">
                <a16:creationId xmlns:a16="http://schemas.microsoft.com/office/drawing/2014/main" id="{6DA2BC85-7A93-45F9-8B92-9F84A569AD16}"/>
              </a:ext>
            </a:extLst>
          </p:cNvPr>
          <p:cNvSpPr/>
          <p:nvPr/>
        </p:nvSpPr>
        <p:spPr>
          <a:xfrm flipV="1">
            <a:off x="8068024" y="6137966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grpSp>
        <p:nvGrpSpPr>
          <p:cNvPr id="504" name="群組 503">
            <a:extLst>
              <a:ext uri="{FF2B5EF4-FFF2-40B4-BE49-F238E27FC236}">
                <a16:creationId xmlns:a16="http://schemas.microsoft.com/office/drawing/2014/main" id="{1478ED66-5BF8-4203-8128-827AE668514C}"/>
              </a:ext>
            </a:extLst>
          </p:cNvPr>
          <p:cNvGrpSpPr/>
          <p:nvPr/>
        </p:nvGrpSpPr>
        <p:grpSpPr>
          <a:xfrm>
            <a:off x="8939067" y="5619948"/>
            <a:ext cx="934683" cy="1216037"/>
            <a:chOff x="7744948" y="5619948"/>
            <a:chExt cx="934683" cy="1216037"/>
          </a:xfrm>
        </p:grpSpPr>
        <p:grpSp>
          <p:nvGrpSpPr>
            <p:cNvPr id="472" name="群組 471">
              <a:extLst>
                <a:ext uri="{FF2B5EF4-FFF2-40B4-BE49-F238E27FC236}">
                  <a16:creationId xmlns:a16="http://schemas.microsoft.com/office/drawing/2014/main" id="{D626D63E-CDC4-4CE3-99DC-7102C0205391}"/>
                </a:ext>
              </a:extLst>
            </p:cNvPr>
            <p:cNvGrpSpPr/>
            <p:nvPr/>
          </p:nvGrpSpPr>
          <p:grpSpPr>
            <a:xfrm>
              <a:off x="8302359" y="5643488"/>
              <a:ext cx="377272" cy="261307"/>
              <a:chOff x="9019484" y="4709765"/>
              <a:chExt cx="306383" cy="212209"/>
            </a:xfrm>
          </p:grpSpPr>
          <p:sp>
            <p:nvSpPr>
              <p:cNvPr id="473" name="橢圓 472">
                <a:extLst>
                  <a:ext uri="{FF2B5EF4-FFF2-40B4-BE49-F238E27FC236}">
                    <a16:creationId xmlns:a16="http://schemas.microsoft.com/office/drawing/2014/main" id="{AA454913-EF35-4651-8806-A667DA801C16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4" name="橢圓 473">
                <a:extLst>
                  <a:ext uri="{FF2B5EF4-FFF2-40B4-BE49-F238E27FC236}">
                    <a16:creationId xmlns:a16="http://schemas.microsoft.com/office/drawing/2014/main" id="{22A8873D-BA8B-460C-B4DC-30C8F97F04AD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5" name="橢圓 474">
                <a:extLst>
                  <a:ext uri="{FF2B5EF4-FFF2-40B4-BE49-F238E27FC236}">
                    <a16:creationId xmlns:a16="http://schemas.microsoft.com/office/drawing/2014/main" id="{7BB1C159-212E-4DE6-8747-D27F95FAAF22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6" name="橢圓 475">
                <a:extLst>
                  <a:ext uri="{FF2B5EF4-FFF2-40B4-BE49-F238E27FC236}">
                    <a16:creationId xmlns:a16="http://schemas.microsoft.com/office/drawing/2014/main" id="{CE4A42FA-FC3F-4557-A152-A0BB23348BB5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7" name="橢圓 476">
                <a:extLst>
                  <a:ext uri="{FF2B5EF4-FFF2-40B4-BE49-F238E27FC236}">
                    <a16:creationId xmlns:a16="http://schemas.microsoft.com/office/drawing/2014/main" id="{904E74B5-6CE4-4B60-8A66-5CA86C70D045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0" name="矩形 479">
              <a:extLst>
                <a:ext uri="{FF2B5EF4-FFF2-40B4-BE49-F238E27FC236}">
                  <a16:creationId xmlns:a16="http://schemas.microsoft.com/office/drawing/2014/main" id="{9DA2FC78-3263-4D6C-A046-181EFDD491A2}"/>
                </a:ext>
              </a:extLst>
            </p:cNvPr>
            <p:cNvSpPr/>
            <p:nvPr/>
          </p:nvSpPr>
          <p:spPr>
            <a:xfrm>
              <a:off x="8012791" y="5720778"/>
              <a:ext cx="216499" cy="1051901"/>
            </a:xfrm>
            <a:prstGeom prst="rect">
              <a:avLst/>
            </a:prstGeom>
            <a:gradFill>
              <a:gsLst>
                <a:gs pos="0">
                  <a:srgbClr val="D68B58"/>
                </a:gs>
                <a:gs pos="100000">
                  <a:schemeClr val="bg1"/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6" name="文字方塊 485">
              <a:extLst>
                <a:ext uri="{FF2B5EF4-FFF2-40B4-BE49-F238E27FC236}">
                  <a16:creationId xmlns:a16="http://schemas.microsoft.com/office/drawing/2014/main" id="{B283793D-DD04-4F3D-A3C1-33AF353111B0}"/>
                </a:ext>
              </a:extLst>
            </p:cNvPr>
            <p:cNvSpPr txBox="1"/>
            <p:nvPr/>
          </p:nvSpPr>
          <p:spPr>
            <a:xfrm>
              <a:off x="7744948" y="6589764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0</a:t>
              </a:r>
              <a:endParaRPr lang="zh-TW" altLang="en-US" sz="1000" dirty="0"/>
            </a:p>
          </p:txBody>
        </p:sp>
        <p:sp>
          <p:nvSpPr>
            <p:cNvPr id="487" name="文字方塊 486">
              <a:extLst>
                <a:ext uri="{FF2B5EF4-FFF2-40B4-BE49-F238E27FC236}">
                  <a16:creationId xmlns:a16="http://schemas.microsoft.com/office/drawing/2014/main" id="{26C3B8E3-C26D-4169-B7E8-127B4EB6AA21}"/>
                </a:ext>
              </a:extLst>
            </p:cNvPr>
            <p:cNvSpPr txBox="1"/>
            <p:nvPr/>
          </p:nvSpPr>
          <p:spPr>
            <a:xfrm>
              <a:off x="7759453" y="5619948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1</a:t>
              </a:r>
              <a:endParaRPr lang="zh-TW" altLang="en-US" sz="1000" dirty="0"/>
            </a:p>
          </p:txBody>
        </p:sp>
        <p:grpSp>
          <p:nvGrpSpPr>
            <p:cNvPr id="490" name="群組 489">
              <a:extLst>
                <a:ext uri="{FF2B5EF4-FFF2-40B4-BE49-F238E27FC236}">
                  <a16:creationId xmlns:a16="http://schemas.microsoft.com/office/drawing/2014/main" id="{7A8BA68B-C266-43D5-84A6-9200903742D1}"/>
                </a:ext>
              </a:extLst>
            </p:cNvPr>
            <p:cNvGrpSpPr/>
            <p:nvPr/>
          </p:nvGrpSpPr>
          <p:grpSpPr>
            <a:xfrm>
              <a:off x="8302359" y="6553154"/>
              <a:ext cx="377272" cy="261307"/>
              <a:chOff x="9019484" y="4709765"/>
              <a:chExt cx="306383" cy="212209"/>
            </a:xfrm>
          </p:grpSpPr>
          <p:sp>
            <p:nvSpPr>
              <p:cNvPr id="491" name="橢圓 490">
                <a:extLst>
                  <a:ext uri="{FF2B5EF4-FFF2-40B4-BE49-F238E27FC236}">
                    <a16:creationId xmlns:a16="http://schemas.microsoft.com/office/drawing/2014/main" id="{75195879-6365-44BA-8EE8-17D41363695D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2" name="橢圓 491">
                <a:extLst>
                  <a:ext uri="{FF2B5EF4-FFF2-40B4-BE49-F238E27FC236}">
                    <a16:creationId xmlns:a16="http://schemas.microsoft.com/office/drawing/2014/main" id="{A2DB0A62-7D0B-491D-B61D-9E7EC1930D5B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3" name="橢圓 492">
                <a:extLst>
                  <a:ext uri="{FF2B5EF4-FFF2-40B4-BE49-F238E27FC236}">
                    <a16:creationId xmlns:a16="http://schemas.microsoft.com/office/drawing/2014/main" id="{EBDB0D52-4D91-485E-A53F-FC4788590326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4" name="橢圓 493">
                <a:extLst>
                  <a:ext uri="{FF2B5EF4-FFF2-40B4-BE49-F238E27FC236}">
                    <a16:creationId xmlns:a16="http://schemas.microsoft.com/office/drawing/2014/main" id="{F44F2A81-DE74-4F64-ACBE-B1AF965125D1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5" name="橢圓 494">
                <a:extLst>
                  <a:ext uri="{FF2B5EF4-FFF2-40B4-BE49-F238E27FC236}">
                    <a16:creationId xmlns:a16="http://schemas.microsoft.com/office/drawing/2014/main" id="{87A30B6D-BDE9-4C4F-8382-43F5A6622CC6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98" name="群組 497">
              <a:extLst>
                <a:ext uri="{FF2B5EF4-FFF2-40B4-BE49-F238E27FC236}">
                  <a16:creationId xmlns:a16="http://schemas.microsoft.com/office/drawing/2014/main" id="{33CF8001-40B2-499F-8C48-2A9D7815728E}"/>
                </a:ext>
              </a:extLst>
            </p:cNvPr>
            <p:cNvGrpSpPr/>
            <p:nvPr/>
          </p:nvGrpSpPr>
          <p:grpSpPr>
            <a:xfrm>
              <a:off x="8302359" y="6098321"/>
              <a:ext cx="377272" cy="261307"/>
              <a:chOff x="9019484" y="4709765"/>
              <a:chExt cx="306383" cy="212209"/>
            </a:xfrm>
          </p:grpSpPr>
          <p:sp>
            <p:nvSpPr>
              <p:cNvPr id="499" name="橢圓 498">
                <a:extLst>
                  <a:ext uri="{FF2B5EF4-FFF2-40B4-BE49-F238E27FC236}">
                    <a16:creationId xmlns:a16="http://schemas.microsoft.com/office/drawing/2014/main" id="{565D338B-E2B8-44C2-9562-CFDEBE1F8326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0" name="橢圓 499">
                <a:extLst>
                  <a:ext uri="{FF2B5EF4-FFF2-40B4-BE49-F238E27FC236}">
                    <a16:creationId xmlns:a16="http://schemas.microsoft.com/office/drawing/2014/main" id="{EADD077E-C2ED-4466-9457-D0EADB0A2DE2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1" name="橢圓 500">
                <a:extLst>
                  <a:ext uri="{FF2B5EF4-FFF2-40B4-BE49-F238E27FC236}">
                    <a16:creationId xmlns:a16="http://schemas.microsoft.com/office/drawing/2014/main" id="{A98784FD-28D7-4464-B042-1A8BE2981C2D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2" name="橢圓 501">
                <a:extLst>
                  <a:ext uri="{FF2B5EF4-FFF2-40B4-BE49-F238E27FC236}">
                    <a16:creationId xmlns:a16="http://schemas.microsoft.com/office/drawing/2014/main" id="{68477D7A-52DC-47DA-B923-C8E20419B9C9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3" name="橢圓 502">
                <a:extLst>
                  <a:ext uri="{FF2B5EF4-FFF2-40B4-BE49-F238E27FC236}">
                    <a16:creationId xmlns:a16="http://schemas.microsoft.com/office/drawing/2014/main" id="{760C8AC5-BA8A-4ABC-B81D-B5C684948E26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507" name="右中括弧 506">
            <a:extLst>
              <a:ext uri="{FF2B5EF4-FFF2-40B4-BE49-F238E27FC236}">
                <a16:creationId xmlns:a16="http://schemas.microsoft.com/office/drawing/2014/main" id="{57642BDA-CD75-43A3-83C2-4400FDB731DF}"/>
              </a:ext>
            </a:extLst>
          </p:cNvPr>
          <p:cNvSpPr/>
          <p:nvPr/>
        </p:nvSpPr>
        <p:spPr>
          <a:xfrm rot="5400000">
            <a:off x="6988938" y="2130189"/>
            <a:ext cx="245775" cy="6141327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8" name="右中括弧 507">
            <a:extLst>
              <a:ext uri="{FF2B5EF4-FFF2-40B4-BE49-F238E27FC236}">
                <a16:creationId xmlns:a16="http://schemas.microsoft.com/office/drawing/2014/main" id="{92096BB7-B9AC-4CE9-A99A-6491E68FC9D7}"/>
              </a:ext>
            </a:extLst>
          </p:cNvPr>
          <p:cNvSpPr/>
          <p:nvPr/>
        </p:nvSpPr>
        <p:spPr>
          <a:xfrm rot="5400000">
            <a:off x="6993667" y="3667848"/>
            <a:ext cx="245775" cy="3066012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0" name="直線單箭頭接點 509">
            <a:extLst>
              <a:ext uri="{FF2B5EF4-FFF2-40B4-BE49-F238E27FC236}">
                <a16:creationId xmlns:a16="http://schemas.microsoft.com/office/drawing/2014/main" id="{5ECE5E54-74A1-4F70-A7B1-768198BB4F4E}"/>
              </a:ext>
            </a:extLst>
          </p:cNvPr>
          <p:cNvCxnSpPr>
            <a:cxnSpLocks/>
            <a:stCxn id="290" idx="2"/>
          </p:cNvCxnSpPr>
          <p:nvPr/>
        </p:nvCxnSpPr>
        <p:spPr>
          <a:xfrm flipH="1">
            <a:off x="7107017" y="5089846"/>
            <a:ext cx="1" cy="6301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2" name="文字方塊 511">
            <a:extLst>
              <a:ext uri="{FF2B5EF4-FFF2-40B4-BE49-F238E27FC236}">
                <a16:creationId xmlns:a16="http://schemas.microsoft.com/office/drawing/2014/main" id="{062EA049-BD11-45B5-9CFE-B744D0C41C6B}"/>
              </a:ext>
            </a:extLst>
          </p:cNvPr>
          <p:cNvSpPr txBox="1"/>
          <p:nvPr/>
        </p:nvSpPr>
        <p:spPr>
          <a:xfrm>
            <a:off x="4266177" y="5260531"/>
            <a:ext cx="2288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Polynomial</a:t>
            </a:r>
            <a:r>
              <a:rPr lang="zh-TW" altLang="en-US" dirty="0"/>
              <a:t> </a:t>
            </a:r>
            <a:r>
              <a:rPr lang="en-US" altLang="zh-TW" dirty="0"/>
              <a:t>Regression</a:t>
            </a:r>
            <a:endParaRPr lang="zh-TW" altLang="en-US" dirty="0"/>
          </a:p>
        </p:txBody>
      </p:sp>
      <p:sp>
        <p:nvSpPr>
          <p:cNvPr id="514" name="文字方塊 513">
            <a:extLst>
              <a:ext uri="{FF2B5EF4-FFF2-40B4-BE49-F238E27FC236}">
                <a16:creationId xmlns:a16="http://schemas.microsoft.com/office/drawing/2014/main" id="{327644A1-495B-40C4-AF3C-3B08A9DA339F}"/>
              </a:ext>
            </a:extLst>
          </p:cNvPr>
          <p:cNvSpPr txBox="1"/>
          <p:nvPr/>
        </p:nvSpPr>
        <p:spPr>
          <a:xfrm>
            <a:off x="8604859" y="6055976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purity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28325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標題 87">
            <a:extLst>
              <a:ext uri="{FF2B5EF4-FFF2-40B4-BE49-F238E27FC236}">
                <a16:creationId xmlns:a16="http://schemas.microsoft.com/office/drawing/2014/main" id="{4374CC9B-E3DD-4ADE-A3DE-4F787DEB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Method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Tumor Purity Prediction Equation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(cont.)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812D43-CB10-4D04-B6B7-2D300E7ED2C0}"/>
              </a:ext>
            </a:extLst>
          </p:cNvPr>
          <p:cNvSpPr txBox="1"/>
          <p:nvPr/>
        </p:nvSpPr>
        <p:spPr>
          <a:xfrm>
            <a:off x="1737851" y="1862207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purity</a:t>
            </a:r>
            <a:endParaRPr lang="zh-TW" altLang="en-US" dirty="0"/>
          </a:p>
        </p:txBody>
      </p: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D4BF3427-7BA0-40E7-9CAC-E84E2193CF37}"/>
              </a:ext>
            </a:extLst>
          </p:cNvPr>
          <p:cNvGrpSpPr/>
          <p:nvPr/>
        </p:nvGrpSpPr>
        <p:grpSpPr>
          <a:xfrm>
            <a:off x="617190" y="1851213"/>
            <a:ext cx="424444" cy="424444"/>
            <a:chOff x="114655" y="3347955"/>
            <a:chExt cx="950122" cy="950122"/>
          </a:xfrm>
        </p:grpSpPr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3AAF8809-0454-4864-96CC-8C1F23FE9AD3}"/>
                </a:ext>
              </a:extLst>
            </p:cNvPr>
            <p:cNvSpPr/>
            <p:nvPr/>
          </p:nvSpPr>
          <p:spPr>
            <a:xfrm>
              <a:off x="114655" y="3347955"/>
              <a:ext cx="950122" cy="950122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C1DDF93-1FCA-4369-9498-9F8C82559FB7}"/>
                </a:ext>
              </a:extLst>
            </p:cNvPr>
            <p:cNvSpPr/>
            <p:nvPr/>
          </p:nvSpPr>
          <p:spPr>
            <a:xfrm>
              <a:off x="549540" y="3868935"/>
              <a:ext cx="459581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F05E7E78-A69B-4490-AF06-B15009215279}"/>
                </a:ext>
              </a:extLst>
            </p:cNvPr>
            <p:cNvSpPr/>
            <p:nvPr/>
          </p:nvSpPr>
          <p:spPr>
            <a:xfrm>
              <a:off x="170546" y="3654587"/>
              <a:ext cx="380294" cy="15591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手繪多邊形: 圖案 48">
              <a:extLst>
                <a:ext uri="{FF2B5EF4-FFF2-40B4-BE49-F238E27FC236}">
                  <a16:creationId xmlns:a16="http://schemas.microsoft.com/office/drawing/2014/main" id="{69BE9BF0-7992-41AA-95A6-2A752518674D}"/>
                </a:ext>
              </a:extLst>
            </p:cNvPr>
            <p:cNvSpPr/>
            <p:nvPr/>
          </p:nvSpPr>
          <p:spPr>
            <a:xfrm>
              <a:off x="752080" y="3654587"/>
              <a:ext cx="103512" cy="155910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手繪多邊形: 圖案 49">
              <a:extLst>
                <a:ext uri="{FF2B5EF4-FFF2-40B4-BE49-F238E27FC236}">
                  <a16:creationId xmlns:a16="http://schemas.microsoft.com/office/drawing/2014/main" id="{8D6FB212-B9AD-4B07-9445-AC9F6FFCA0F1}"/>
                </a:ext>
              </a:extLst>
            </p:cNvPr>
            <p:cNvSpPr/>
            <p:nvPr/>
          </p:nvSpPr>
          <p:spPr>
            <a:xfrm>
              <a:off x="549538" y="3730145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1" name="手繪多邊形: 圖案 50">
              <a:extLst>
                <a:ext uri="{FF2B5EF4-FFF2-40B4-BE49-F238E27FC236}">
                  <a16:creationId xmlns:a16="http://schemas.microsoft.com/office/drawing/2014/main" id="{5B1318C8-D668-4B3F-9C80-5800C8DFE04A}"/>
                </a:ext>
              </a:extLst>
            </p:cNvPr>
            <p:cNvSpPr/>
            <p:nvPr/>
          </p:nvSpPr>
          <p:spPr>
            <a:xfrm>
              <a:off x="550250" y="3656454"/>
              <a:ext cx="201830" cy="15217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手繪多邊形: 圖案 51">
              <a:extLst>
                <a:ext uri="{FF2B5EF4-FFF2-40B4-BE49-F238E27FC236}">
                  <a16:creationId xmlns:a16="http://schemas.microsoft.com/office/drawing/2014/main" id="{E2F96F66-85B7-416A-A8BF-467D40656921}"/>
                </a:ext>
              </a:extLst>
            </p:cNvPr>
            <p:cNvSpPr/>
            <p:nvPr/>
          </p:nvSpPr>
          <p:spPr>
            <a:xfrm>
              <a:off x="855592" y="3659810"/>
              <a:ext cx="153528" cy="145464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手繪多邊形: 圖案 52">
              <a:extLst>
                <a:ext uri="{FF2B5EF4-FFF2-40B4-BE49-F238E27FC236}">
                  <a16:creationId xmlns:a16="http://schemas.microsoft.com/office/drawing/2014/main" id="{E301086E-11A4-41ED-B949-5E9194650DC7}"/>
                </a:ext>
              </a:extLst>
            </p:cNvPr>
            <p:cNvSpPr/>
            <p:nvPr/>
          </p:nvSpPr>
          <p:spPr>
            <a:xfrm>
              <a:off x="310194" y="3868935"/>
              <a:ext cx="100999" cy="155910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4" name="手繪多邊形: 圖案 53">
              <a:extLst>
                <a:ext uri="{FF2B5EF4-FFF2-40B4-BE49-F238E27FC236}">
                  <a16:creationId xmlns:a16="http://schemas.microsoft.com/office/drawing/2014/main" id="{3B8A9BB5-273B-4009-B54F-2182F9408643}"/>
                </a:ext>
              </a:extLst>
            </p:cNvPr>
            <p:cNvSpPr/>
            <p:nvPr/>
          </p:nvSpPr>
          <p:spPr>
            <a:xfrm>
              <a:off x="549538" y="3944494"/>
              <a:ext cx="1302" cy="4795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5" name="手繪多邊形: 圖案 54">
              <a:extLst>
                <a:ext uri="{FF2B5EF4-FFF2-40B4-BE49-F238E27FC236}">
                  <a16:creationId xmlns:a16="http://schemas.microsoft.com/office/drawing/2014/main" id="{50108422-89BB-4972-99AB-EE9D70958F0F}"/>
                </a:ext>
              </a:extLst>
            </p:cNvPr>
            <p:cNvSpPr/>
            <p:nvPr/>
          </p:nvSpPr>
          <p:spPr>
            <a:xfrm>
              <a:off x="411192" y="3873116"/>
              <a:ext cx="139058" cy="147551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6" name="手繪多邊形: 圖案 55">
              <a:extLst>
                <a:ext uri="{FF2B5EF4-FFF2-40B4-BE49-F238E27FC236}">
                  <a16:creationId xmlns:a16="http://schemas.microsoft.com/office/drawing/2014/main" id="{7373B41D-1BB0-4598-A964-9C9278EB2F28}"/>
                </a:ext>
              </a:extLst>
            </p:cNvPr>
            <p:cNvSpPr/>
            <p:nvPr/>
          </p:nvSpPr>
          <p:spPr>
            <a:xfrm>
              <a:off x="170546" y="3873115"/>
              <a:ext cx="139647" cy="147550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5D2B0F83-0CF4-460E-8E46-D64ACE584E4C}"/>
                </a:ext>
              </a:extLst>
            </p:cNvPr>
            <p:cNvSpPr/>
            <p:nvPr/>
          </p:nvSpPr>
          <p:spPr>
            <a:xfrm>
              <a:off x="549539" y="3654587"/>
              <a:ext cx="459581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橢圓 57">
              <a:extLst>
                <a:ext uri="{FF2B5EF4-FFF2-40B4-BE49-F238E27FC236}">
                  <a16:creationId xmlns:a16="http://schemas.microsoft.com/office/drawing/2014/main" id="{9806ECEE-E4F0-4E9B-A1AB-8790E045B4E6}"/>
                </a:ext>
              </a:extLst>
            </p:cNvPr>
            <p:cNvSpPr/>
            <p:nvPr/>
          </p:nvSpPr>
          <p:spPr>
            <a:xfrm>
              <a:off x="517380" y="3664120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8A3916F4-1A8F-4067-8430-D01400050342}"/>
                </a:ext>
              </a:extLst>
            </p:cNvPr>
            <p:cNvSpPr/>
            <p:nvPr/>
          </p:nvSpPr>
          <p:spPr>
            <a:xfrm>
              <a:off x="170546" y="3868935"/>
              <a:ext cx="380294" cy="155910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8EB99723-CED7-45A9-B96C-DB409DB01075}"/>
                </a:ext>
              </a:extLst>
            </p:cNvPr>
            <p:cNvSpPr/>
            <p:nvPr/>
          </p:nvSpPr>
          <p:spPr>
            <a:xfrm>
              <a:off x="517380" y="3878468"/>
              <a:ext cx="65049" cy="136844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90D66088-D1D2-495F-B6BC-47C2F915759B}"/>
              </a:ext>
            </a:extLst>
          </p:cNvPr>
          <p:cNvGrpSpPr>
            <a:grpSpLocks noChangeAspect="1"/>
          </p:cNvGrpSpPr>
          <p:nvPr/>
        </p:nvGrpSpPr>
        <p:grpSpPr>
          <a:xfrm>
            <a:off x="617190" y="2671138"/>
            <a:ext cx="424445" cy="424444"/>
            <a:chOff x="-1123212" y="3002191"/>
            <a:chExt cx="950810" cy="950810"/>
          </a:xfrm>
        </p:grpSpPr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B2292655-4A2A-4304-A718-F5DB9A4750A1}"/>
                </a:ext>
              </a:extLst>
            </p:cNvPr>
            <p:cNvSpPr/>
            <p:nvPr/>
          </p:nvSpPr>
          <p:spPr>
            <a:xfrm>
              <a:off x="-1123212" y="3002191"/>
              <a:ext cx="950810" cy="95081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D20484C8-D373-4B4C-AC9C-B46B188A5682}"/>
                </a:ext>
              </a:extLst>
            </p:cNvPr>
            <p:cNvSpPr/>
            <p:nvPr/>
          </p:nvSpPr>
          <p:spPr>
            <a:xfrm>
              <a:off x="-688012" y="3525245"/>
              <a:ext cx="459914" cy="15602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3F17F6CC-C4A0-4589-8488-1D1422C50FF3}"/>
                </a:ext>
              </a:extLst>
            </p:cNvPr>
            <p:cNvSpPr/>
            <p:nvPr/>
          </p:nvSpPr>
          <p:spPr>
            <a:xfrm>
              <a:off x="-1067281" y="3309046"/>
              <a:ext cx="380569" cy="15602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手繪多邊形: 圖案 64">
              <a:extLst>
                <a:ext uri="{FF2B5EF4-FFF2-40B4-BE49-F238E27FC236}">
                  <a16:creationId xmlns:a16="http://schemas.microsoft.com/office/drawing/2014/main" id="{813280CD-334F-4746-B45D-8B4C47EAB7DD}"/>
                </a:ext>
              </a:extLst>
            </p:cNvPr>
            <p:cNvSpPr/>
            <p:nvPr/>
          </p:nvSpPr>
          <p:spPr>
            <a:xfrm>
              <a:off x="-485325" y="3309045"/>
              <a:ext cx="103587" cy="156023"/>
            </a:xfrm>
            <a:custGeom>
              <a:avLst/>
              <a:gdLst>
                <a:gd name="connsiteX0" fmla="*/ 27249 w 103512"/>
                <a:gd name="connsiteY0" fmla="*/ 0 h 155910"/>
                <a:gd name="connsiteX1" fmla="*/ 103512 w 103512"/>
                <a:gd name="connsiteY1" fmla="*/ 5223 h 155910"/>
                <a:gd name="connsiteX2" fmla="*/ 103512 w 103512"/>
                <a:gd name="connsiteY2" fmla="*/ 150687 h 155910"/>
                <a:gd name="connsiteX3" fmla="*/ 27249 w 103512"/>
                <a:gd name="connsiteY3" fmla="*/ 155910 h 155910"/>
                <a:gd name="connsiteX4" fmla="*/ 0 w 103512"/>
                <a:gd name="connsiteY4" fmla="*/ 154043 h 155910"/>
                <a:gd name="connsiteX5" fmla="*/ 0 w 103512"/>
                <a:gd name="connsiteY5" fmla="*/ 1866 h 155910"/>
                <a:gd name="connsiteX6" fmla="*/ 27249 w 103512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5910">
                  <a:moveTo>
                    <a:pt x="27249" y="0"/>
                  </a:moveTo>
                  <a:lnTo>
                    <a:pt x="103512" y="5223"/>
                  </a:lnTo>
                  <a:lnTo>
                    <a:pt x="103512" y="150687"/>
                  </a:lnTo>
                  <a:lnTo>
                    <a:pt x="27249" y="155910"/>
                  </a:lnTo>
                  <a:lnTo>
                    <a:pt x="0" y="154043"/>
                  </a:lnTo>
                  <a:lnTo>
                    <a:pt x="0" y="1866"/>
                  </a:lnTo>
                  <a:lnTo>
                    <a:pt x="27249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手繪多邊形: 圖案 65">
              <a:extLst>
                <a:ext uri="{FF2B5EF4-FFF2-40B4-BE49-F238E27FC236}">
                  <a16:creationId xmlns:a16="http://schemas.microsoft.com/office/drawing/2014/main" id="{A5D6C03B-F9E1-4924-8960-DA757E58E921}"/>
                </a:ext>
              </a:extLst>
            </p:cNvPr>
            <p:cNvSpPr/>
            <p:nvPr/>
          </p:nvSpPr>
          <p:spPr>
            <a:xfrm>
              <a:off x="-688014" y="3384658"/>
              <a:ext cx="1303" cy="4798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8 h 4795"/>
                <a:gd name="connsiteX2" fmla="*/ 712 w 1302"/>
                <a:gd name="connsiteY2" fmla="*/ 4795 h 4795"/>
                <a:gd name="connsiteX3" fmla="*/ 0 w 1302"/>
                <a:gd name="connsiteY3" fmla="*/ 2398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8"/>
                  </a:lnTo>
                  <a:lnTo>
                    <a:pt x="712" y="4795"/>
                  </a:lnTo>
                  <a:lnTo>
                    <a:pt x="0" y="2398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67" name="手繪多邊形: 圖案 66">
              <a:extLst>
                <a:ext uri="{FF2B5EF4-FFF2-40B4-BE49-F238E27FC236}">
                  <a16:creationId xmlns:a16="http://schemas.microsoft.com/office/drawing/2014/main" id="{1FC009DF-8CB7-48AE-A4C6-62E3EDA80884}"/>
                </a:ext>
              </a:extLst>
            </p:cNvPr>
            <p:cNvSpPr/>
            <p:nvPr/>
          </p:nvSpPr>
          <p:spPr>
            <a:xfrm>
              <a:off x="-687302" y="3310913"/>
              <a:ext cx="201976" cy="152287"/>
            </a:xfrm>
            <a:custGeom>
              <a:avLst/>
              <a:gdLst>
                <a:gd name="connsiteX0" fmla="*/ 201830 w 201830"/>
                <a:gd name="connsiteY0" fmla="*/ 0 h 152177"/>
                <a:gd name="connsiteX1" fmla="*/ 201830 w 201830"/>
                <a:gd name="connsiteY1" fmla="*/ 152177 h 152177"/>
                <a:gd name="connsiteX2" fmla="*/ 139634 w 201830"/>
                <a:gd name="connsiteY2" fmla="*/ 147918 h 152177"/>
                <a:gd name="connsiteX3" fmla="*/ 3957 w 201830"/>
                <a:gd name="connsiteY3" fmla="*/ 91800 h 152177"/>
                <a:gd name="connsiteX4" fmla="*/ 0 w 201830"/>
                <a:gd name="connsiteY4" fmla="*/ 78486 h 152177"/>
                <a:gd name="connsiteX5" fmla="*/ 590 w 201830"/>
                <a:gd name="connsiteY5" fmla="*/ 76089 h 152177"/>
                <a:gd name="connsiteX6" fmla="*/ 0 w 201830"/>
                <a:gd name="connsiteY6" fmla="*/ 73691 h 152177"/>
                <a:gd name="connsiteX7" fmla="*/ 3957 w 201830"/>
                <a:gd name="connsiteY7" fmla="*/ 60378 h 152177"/>
                <a:gd name="connsiteX8" fmla="*/ 139634 w 201830"/>
                <a:gd name="connsiteY8" fmla="*/ 4260 h 152177"/>
                <a:gd name="connsiteX9" fmla="*/ 201830 w 201830"/>
                <a:gd name="connsiteY9" fmla="*/ 0 h 15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1830" h="152177">
                  <a:moveTo>
                    <a:pt x="201830" y="0"/>
                  </a:moveTo>
                  <a:lnTo>
                    <a:pt x="201830" y="152177"/>
                  </a:lnTo>
                  <a:lnTo>
                    <a:pt x="139634" y="147918"/>
                  </a:lnTo>
                  <a:cubicBezTo>
                    <a:pt x="70904" y="138056"/>
                    <a:pt x="19262" y="117173"/>
                    <a:pt x="3957" y="91800"/>
                  </a:cubicBezTo>
                  <a:lnTo>
                    <a:pt x="0" y="78486"/>
                  </a:lnTo>
                  <a:lnTo>
                    <a:pt x="590" y="76089"/>
                  </a:lnTo>
                  <a:lnTo>
                    <a:pt x="0" y="73691"/>
                  </a:lnTo>
                  <a:lnTo>
                    <a:pt x="3957" y="60378"/>
                  </a:lnTo>
                  <a:cubicBezTo>
                    <a:pt x="19262" y="35005"/>
                    <a:pt x="70904" y="14122"/>
                    <a:pt x="139634" y="4260"/>
                  </a:cubicBezTo>
                  <a:lnTo>
                    <a:pt x="20183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手繪多邊形: 圖案 67">
              <a:extLst>
                <a:ext uri="{FF2B5EF4-FFF2-40B4-BE49-F238E27FC236}">
                  <a16:creationId xmlns:a16="http://schemas.microsoft.com/office/drawing/2014/main" id="{799BABAC-E165-45E7-8C0E-1D79835E0B7D}"/>
                </a:ext>
              </a:extLst>
            </p:cNvPr>
            <p:cNvSpPr/>
            <p:nvPr/>
          </p:nvSpPr>
          <p:spPr>
            <a:xfrm>
              <a:off x="-381738" y="3314272"/>
              <a:ext cx="153639" cy="145569"/>
            </a:xfrm>
            <a:custGeom>
              <a:avLst/>
              <a:gdLst>
                <a:gd name="connsiteX0" fmla="*/ 0 w 153528"/>
                <a:gd name="connsiteY0" fmla="*/ 0 h 145464"/>
                <a:gd name="connsiteX1" fmla="*/ 13182 w 153528"/>
                <a:gd name="connsiteY1" fmla="*/ 903 h 145464"/>
                <a:gd name="connsiteX2" fmla="*/ 153528 w 153528"/>
                <a:gd name="connsiteY2" fmla="*/ 72732 h 145464"/>
                <a:gd name="connsiteX3" fmla="*/ 13182 w 153528"/>
                <a:gd name="connsiteY3" fmla="*/ 144561 h 145464"/>
                <a:gd name="connsiteX4" fmla="*/ 0 w 153528"/>
                <a:gd name="connsiteY4" fmla="*/ 145464 h 145464"/>
                <a:gd name="connsiteX5" fmla="*/ 0 w 153528"/>
                <a:gd name="connsiteY5" fmla="*/ 0 h 145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528" h="145464">
                  <a:moveTo>
                    <a:pt x="0" y="0"/>
                  </a:moveTo>
                  <a:lnTo>
                    <a:pt x="13182" y="903"/>
                  </a:lnTo>
                  <a:cubicBezTo>
                    <a:pt x="95658" y="12737"/>
                    <a:pt x="153528" y="40442"/>
                    <a:pt x="153528" y="72732"/>
                  </a:cubicBezTo>
                  <a:cubicBezTo>
                    <a:pt x="153528" y="105022"/>
                    <a:pt x="95658" y="132726"/>
                    <a:pt x="13182" y="144561"/>
                  </a:cubicBezTo>
                  <a:lnTo>
                    <a:pt x="0" y="145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手繪多邊形: 圖案 68">
              <a:extLst>
                <a:ext uri="{FF2B5EF4-FFF2-40B4-BE49-F238E27FC236}">
                  <a16:creationId xmlns:a16="http://schemas.microsoft.com/office/drawing/2014/main" id="{DD26D81A-6CBF-4CC2-9571-49DF502467E0}"/>
                </a:ext>
              </a:extLst>
            </p:cNvPr>
            <p:cNvSpPr/>
            <p:nvPr/>
          </p:nvSpPr>
          <p:spPr>
            <a:xfrm>
              <a:off x="-927531" y="3523548"/>
              <a:ext cx="101072" cy="15602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0" name="手繪多邊形: 圖案 69">
              <a:extLst>
                <a:ext uri="{FF2B5EF4-FFF2-40B4-BE49-F238E27FC236}">
                  <a16:creationId xmlns:a16="http://schemas.microsoft.com/office/drawing/2014/main" id="{0D18C4A6-AC8E-429D-9099-01E70A733138}"/>
                </a:ext>
              </a:extLst>
            </p:cNvPr>
            <p:cNvSpPr/>
            <p:nvPr/>
          </p:nvSpPr>
          <p:spPr>
            <a:xfrm>
              <a:off x="-688014" y="3599162"/>
              <a:ext cx="1303" cy="4798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1" name="手繪多邊形: 圖案 70">
              <a:extLst>
                <a:ext uri="{FF2B5EF4-FFF2-40B4-BE49-F238E27FC236}">
                  <a16:creationId xmlns:a16="http://schemas.microsoft.com/office/drawing/2014/main" id="{3A472D5A-CC05-4E22-A8B3-19DAF292810A}"/>
                </a:ext>
              </a:extLst>
            </p:cNvPr>
            <p:cNvSpPr/>
            <p:nvPr/>
          </p:nvSpPr>
          <p:spPr>
            <a:xfrm>
              <a:off x="-826460" y="3527732"/>
              <a:ext cx="139159" cy="147658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手繪多邊形: 圖案 71">
              <a:extLst>
                <a:ext uri="{FF2B5EF4-FFF2-40B4-BE49-F238E27FC236}">
                  <a16:creationId xmlns:a16="http://schemas.microsoft.com/office/drawing/2014/main" id="{D0C6F00E-6244-4EDD-8918-3B3D8DAC9CF7}"/>
                </a:ext>
              </a:extLst>
            </p:cNvPr>
            <p:cNvSpPr/>
            <p:nvPr/>
          </p:nvSpPr>
          <p:spPr>
            <a:xfrm>
              <a:off x="-1067281" y="3527731"/>
              <a:ext cx="139748" cy="147657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AC570930-BA0A-4F41-AAE1-F6A57AFF2127}"/>
                </a:ext>
              </a:extLst>
            </p:cNvPr>
            <p:cNvSpPr/>
            <p:nvPr/>
          </p:nvSpPr>
          <p:spPr>
            <a:xfrm>
              <a:off x="-688013" y="3309045"/>
              <a:ext cx="459914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BF7AA172-CB7B-4A67-8C84-3AADAA5094CA}"/>
                </a:ext>
              </a:extLst>
            </p:cNvPr>
            <p:cNvSpPr/>
            <p:nvPr/>
          </p:nvSpPr>
          <p:spPr>
            <a:xfrm>
              <a:off x="-720195" y="3318585"/>
              <a:ext cx="65096" cy="13694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178F016F-A2B0-457E-9160-690955BCBCA9}"/>
                </a:ext>
              </a:extLst>
            </p:cNvPr>
            <p:cNvSpPr/>
            <p:nvPr/>
          </p:nvSpPr>
          <p:spPr>
            <a:xfrm>
              <a:off x="-1067281" y="3523548"/>
              <a:ext cx="380569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手繪多邊形: 圖案 75">
              <a:extLst>
                <a:ext uri="{FF2B5EF4-FFF2-40B4-BE49-F238E27FC236}">
                  <a16:creationId xmlns:a16="http://schemas.microsoft.com/office/drawing/2014/main" id="{A8615A5A-9969-4EC6-9A0D-60618FF762F5}"/>
                </a:ext>
              </a:extLst>
            </p:cNvPr>
            <p:cNvSpPr/>
            <p:nvPr/>
          </p:nvSpPr>
          <p:spPr>
            <a:xfrm>
              <a:off x="-596078" y="3530062"/>
              <a:ext cx="103512" cy="151206"/>
            </a:xfrm>
            <a:custGeom>
              <a:avLst/>
              <a:gdLst>
                <a:gd name="connsiteX0" fmla="*/ 103512 w 103512"/>
                <a:gd name="connsiteY0" fmla="*/ 0 h 151206"/>
                <a:gd name="connsiteX1" fmla="*/ 103512 w 103512"/>
                <a:gd name="connsiteY1" fmla="*/ 151206 h 151206"/>
                <a:gd name="connsiteX2" fmla="*/ 48412 w 103512"/>
                <a:gd name="connsiteY2" fmla="*/ 147432 h 151206"/>
                <a:gd name="connsiteX3" fmla="*/ 0 w 103512"/>
                <a:gd name="connsiteY3" fmla="*/ 136359 h 151206"/>
                <a:gd name="connsiteX4" fmla="*/ 0 w 103512"/>
                <a:gd name="connsiteY4" fmla="*/ 14847 h 151206"/>
                <a:gd name="connsiteX5" fmla="*/ 48412 w 103512"/>
                <a:gd name="connsiteY5" fmla="*/ 3774 h 151206"/>
                <a:gd name="connsiteX6" fmla="*/ 103512 w 103512"/>
                <a:gd name="connsiteY6" fmla="*/ 0 h 151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512" h="151206">
                  <a:moveTo>
                    <a:pt x="103512" y="0"/>
                  </a:moveTo>
                  <a:lnTo>
                    <a:pt x="103512" y="151206"/>
                  </a:lnTo>
                  <a:lnTo>
                    <a:pt x="48412" y="147432"/>
                  </a:lnTo>
                  <a:lnTo>
                    <a:pt x="0" y="136359"/>
                  </a:lnTo>
                  <a:lnTo>
                    <a:pt x="0" y="14847"/>
                  </a:lnTo>
                  <a:lnTo>
                    <a:pt x="48412" y="3774"/>
                  </a:lnTo>
                  <a:lnTo>
                    <a:pt x="103512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F6BB3AFB-1BD8-4FC7-957F-F032F5251E2A}"/>
                </a:ext>
              </a:extLst>
            </p:cNvPr>
            <p:cNvSpPr/>
            <p:nvPr/>
          </p:nvSpPr>
          <p:spPr>
            <a:xfrm>
              <a:off x="-688012" y="3523549"/>
              <a:ext cx="459914" cy="15602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4E297A1D-4C36-4146-AF43-4BA7E4DE919B}"/>
                </a:ext>
              </a:extLst>
            </p:cNvPr>
            <p:cNvSpPr/>
            <p:nvPr/>
          </p:nvSpPr>
          <p:spPr>
            <a:xfrm>
              <a:off x="-720195" y="3533088"/>
              <a:ext cx="65096" cy="13694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9" name="右中括弧 78">
            <a:extLst>
              <a:ext uri="{FF2B5EF4-FFF2-40B4-BE49-F238E27FC236}">
                <a16:creationId xmlns:a16="http://schemas.microsoft.com/office/drawing/2014/main" id="{6B7E744E-25AD-4CC3-95CF-9871C145E7F7}"/>
              </a:ext>
            </a:extLst>
          </p:cNvPr>
          <p:cNvSpPr/>
          <p:nvPr/>
        </p:nvSpPr>
        <p:spPr>
          <a:xfrm>
            <a:off x="1335605" y="2073516"/>
            <a:ext cx="245775" cy="827352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568BAC0-24A2-45C4-B5B4-A606DA77845D}"/>
              </a:ext>
            </a:extLst>
          </p:cNvPr>
          <p:cNvCxnSpPr>
            <a:cxnSpLocks/>
          </p:cNvCxnSpPr>
          <p:nvPr/>
        </p:nvCxnSpPr>
        <p:spPr>
          <a:xfrm>
            <a:off x="1588529" y="2310319"/>
            <a:ext cx="65826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0D9E5C24-5CAF-4E6A-8C4E-FC41B0F28B1E}"/>
              </a:ext>
            </a:extLst>
          </p:cNvPr>
          <p:cNvSpPr txBox="1"/>
          <p:nvPr/>
        </p:nvSpPr>
        <p:spPr>
          <a:xfrm>
            <a:off x="156792" y="1468009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Normal cells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5A4BA810-47C3-45A0-BFE4-0B4647264DAB}"/>
              </a:ext>
            </a:extLst>
          </p:cNvPr>
          <p:cNvSpPr txBox="1"/>
          <p:nvPr/>
        </p:nvSpPr>
        <p:spPr>
          <a:xfrm>
            <a:off x="203215" y="2330827"/>
            <a:ext cx="1252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Tumor cells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6F4F8111-A5C5-4F5A-A35F-ABC81021D577}"/>
                  </a:ext>
                </a:extLst>
              </p:cNvPr>
              <p:cNvSpPr txBox="1"/>
              <p:nvPr/>
            </p:nvSpPr>
            <p:spPr>
              <a:xfrm>
                <a:off x="360346" y="3190842"/>
                <a:ext cx="1664238" cy="4251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/>
                  <a:t>LOH Ratio </a:t>
                </a:r>
                <a14:m>
                  <m:oMath xmlns:m="http://schemas.openxmlformats.org/officeDocument/2006/math">
                    <m:r>
                      <a:rPr kumimoji="0" lang="en-US" altLang="zh-TW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TW" sz="1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TW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TW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kumimoji="0" lang="en-US" altLang="zh-TW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𝐿𝑂𝐻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altLang="zh-TW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𝑒𝑛𝑜𝑚𝑒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TW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微軟正黑體"/>
                </a:endParaRPr>
              </a:p>
            </p:txBody>
          </p:sp>
        </mc:Choice>
        <mc:Fallback xmlns="">
          <p:sp>
            <p:nvSpPr>
              <p:cNvPr id="153" name="文字方塊 152">
                <a:extLst>
                  <a:ext uri="{FF2B5EF4-FFF2-40B4-BE49-F238E27FC236}">
                    <a16:creationId xmlns:a16="http://schemas.microsoft.com/office/drawing/2014/main" id="{6F4F8111-A5C5-4F5A-A35F-ABC81021D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346" y="3190842"/>
                <a:ext cx="1664238" cy="425116"/>
              </a:xfrm>
              <a:prstGeom prst="rect">
                <a:avLst/>
              </a:prstGeom>
              <a:blipFill>
                <a:blip r:embed="rId3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文字方塊 199">
            <a:extLst>
              <a:ext uri="{FF2B5EF4-FFF2-40B4-BE49-F238E27FC236}">
                <a16:creationId xmlns:a16="http://schemas.microsoft.com/office/drawing/2014/main" id="{0F7C1841-EFFA-4571-B6A6-87B13615E826}"/>
              </a:ext>
            </a:extLst>
          </p:cNvPr>
          <p:cNvSpPr txBox="1"/>
          <p:nvPr/>
        </p:nvSpPr>
        <p:spPr>
          <a:xfrm>
            <a:off x="99211" y="4282992"/>
            <a:ext cx="18181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Haplotype Imbalance</a:t>
            </a:r>
            <a:r>
              <a: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 </a:t>
            </a: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 </a:t>
            </a:r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cs typeface="+mn-cs"/>
            </a:endParaRPr>
          </a:p>
        </p:txBody>
      </p:sp>
      <p:grpSp>
        <p:nvGrpSpPr>
          <p:cNvPr id="154" name="群組 153">
            <a:extLst>
              <a:ext uri="{FF2B5EF4-FFF2-40B4-BE49-F238E27FC236}">
                <a16:creationId xmlns:a16="http://schemas.microsoft.com/office/drawing/2014/main" id="{22243E6F-00DC-4745-9993-371190328526}"/>
              </a:ext>
            </a:extLst>
          </p:cNvPr>
          <p:cNvGrpSpPr/>
          <p:nvPr/>
        </p:nvGrpSpPr>
        <p:grpSpPr>
          <a:xfrm>
            <a:off x="7961060" y="3230800"/>
            <a:ext cx="236785" cy="543912"/>
            <a:chOff x="7533953" y="5426066"/>
            <a:chExt cx="523226" cy="1201887"/>
          </a:xfrm>
        </p:grpSpPr>
        <p:grpSp>
          <p:nvGrpSpPr>
            <p:cNvPr id="155" name="群組 154">
              <a:extLst>
                <a:ext uri="{FF2B5EF4-FFF2-40B4-BE49-F238E27FC236}">
                  <a16:creationId xmlns:a16="http://schemas.microsoft.com/office/drawing/2014/main" id="{B1BB0960-8249-4193-A0E4-1974354C4C60}"/>
                </a:ext>
              </a:extLst>
            </p:cNvPr>
            <p:cNvGrpSpPr/>
            <p:nvPr/>
          </p:nvGrpSpPr>
          <p:grpSpPr>
            <a:xfrm>
              <a:off x="7533953" y="5426066"/>
              <a:ext cx="220832" cy="1201883"/>
              <a:chOff x="7533953" y="5426066"/>
              <a:chExt cx="220832" cy="1201883"/>
            </a:xfrm>
          </p:grpSpPr>
          <p:sp>
            <p:nvSpPr>
              <p:cNvPr id="163" name="橢圓 162">
                <a:extLst>
                  <a:ext uri="{FF2B5EF4-FFF2-40B4-BE49-F238E27FC236}">
                    <a16:creationId xmlns:a16="http://schemas.microsoft.com/office/drawing/2014/main" id="{BA37B052-4E46-4C52-AD2A-09A83923A5B7}"/>
                  </a:ext>
                </a:extLst>
              </p:cNvPr>
              <p:cNvSpPr/>
              <p:nvPr/>
            </p:nvSpPr>
            <p:spPr>
              <a:xfrm rot="5400000">
                <a:off x="7371703" y="5588316"/>
                <a:ext cx="545055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4" name="手繪多邊形: 圖案 163">
                <a:extLst>
                  <a:ext uri="{FF2B5EF4-FFF2-40B4-BE49-F238E27FC236}">
                    <a16:creationId xmlns:a16="http://schemas.microsoft.com/office/drawing/2014/main" id="{63E76697-321D-44A0-9BF5-1EBD447E8678}"/>
                  </a:ext>
                </a:extLst>
              </p:cNvPr>
              <p:cNvSpPr/>
              <p:nvPr/>
            </p:nvSpPr>
            <p:spPr>
              <a:xfrm rot="5400000">
                <a:off x="7643298" y="5966796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65" name="橢圓 164">
                <a:extLst>
                  <a:ext uri="{FF2B5EF4-FFF2-40B4-BE49-F238E27FC236}">
                    <a16:creationId xmlns:a16="http://schemas.microsoft.com/office/drawing/2014/main" id="{30F8D8D9-1008-4803-B1F6-BCA49B4FA10F}"/>
                  </a:ext>
                </a:extLst>
              </p:cNvPr>
              <p:cNvSpPr/>
              <p:nvPr/>
            </p:nvSpPr>
            <p:spPr>
              <a:xfrm rot="5400000">
                <a:off x="7314884" y="6188325"/>
                <a:ext cx="658693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6" name="橢圓 165">
                <a:extLst>
                  <a:ext uri="{FF2B5EF4-FFF2-40B4-BE49-F238E27FC236}">
                    <a16:creationId xmlns:a16="http://schemas.microsoft.com/office/drawing/2014/main" id="{3A0906CE-632A-4301-923A-404C590290C1}"/>
                  </a:ext>
                </a:extLst>
              </p:cNvPr>
              <p:cNvSpPr/>
              <p:nvPr/>
            </p:nvSpPr>
            <p:spPr>
              <a:xfrm rot="5400000">
                <a:off x="7371498" y="5588521"/>
                <a:ext cx="545741" cy="22083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7" name="橢圓 166">
                <a:extLst>
                  <a:ext uri="{FF2B5EF4-FFF2-40B4-BE49-F238E27FC236}">
                    <a16:creationId xmlns:a16="http://schemas.microsoft.com/office/drawing/2014/main" id="{C09FA049-4983-4320-B2BC-D6D8C5788000}"/>
                  </a:ext>
                </a:extLst>
              </p:cNvPr>
              <p:cNvSpPr/>
              <p:nvPr/>
            </p:nvSpPr>
            <p:spPr>
              <a:xfrm rot="5400000">
                <a:off x="7597615" y="5872988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56" name="群組 155">
              <a:extLst>
                <a:ext uri="{FF2B5EF4-FFF2-40B4-BE49-F238E27FC236}">
                  <a16:creationId xmlns:a16="http://schemas.microsoft.com/office/drawing/2014/main" id="{AF21EB14-FAE8-4EDC-8F39-762D557968C8}"/>
                </a:ext>
              </a:extLst>
            </p:cNvPr>
            <p:cNvGrpSpPr/>
            <p:nvPr/>
          </p:nvGrpSpPr>
          <p:grpSpPr>
            <a:xfrm>
              <a:off x="7836623" y="5426066"/>
              <a:ext cx="220556" cy="1201887"/>
              <a:chOff x="7836623" y="5426066"/>
              <a:chExt cx="220556" cy="1201887"/>
            </a:xfrm>
          </p:grpSpPr>
          <p:sp>
            <p:nvSpPr>
              <p:cNvPr id="157" name="橢圓 156">
                <a:extLst>
                  <a:ext uri="{FF2B5EF4-FFF2-40B4-BE49-F238E27FC236}">
                    <a16:creationId xmlns:a16="http://schemas.microsoft.com/office/drawing/2014/main" id="{F92D9639-2DCE-4A6C-9B53-6FA356D079B6}"/>
                  </a:ext>
                </a:extLst>
              </p:cNvPr>
              <p:cNvSpPr/>
              <p:nvPr/>
            </p:nvSpPr>
            <p:spPr>
              <a:xfrm rot="5400000">
                <a:off x="7617554" y="6188328"/>
                <a:ext cx="658694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8" name="手繪多邊形: 圖案 157">
                <a:extLst>
                  <a:ext uri="{FF2B5EF4-FFF2-40B4-BE49-F238E27FC236}">
                    <a16:creationId xmlns:a16="http://schemas.microsoft.com/office/drawing/2014/main" id="{0CF703F4-7E24-463C-BCB3-C4F178ECC8DD}"/>
                  </a:ext>
                </a:extLst>
              </p:cNvPr>
              <p:cNvSpPr/>
              <p:nvPr/>
            </p:nvSpPr>
            <p:spPr>
              <a:xfrm rot="5400000">
                <a:off x="7945966" y="5966797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9" name="手繪多邊形: 圖案 158">
                <a:extLst>
                  <a:ext uri="{FF2B5EF4-FFF2-40B4-BE49-F238E27FC236}">
                    <a16:creationId xmlns:a16="http://schemas.microsoft.com/office/drawing/2014/main" id="{5DCAA7B5-B62D-4860-A293-A30E51A28439}"/>
                  </a:ext>
                </a:extLst>
              </p:cNvPr>
              <p:cNvSpPr/>
              <p:nvPr/>
            </p:nvSpPr>
            <p:spPr>
              <a:xfrm rot="5400000">
                <a:off x="7886567" y="5821386"/>
                <a:ext cx="120942" cy="178534"/>
              </a:xfrm>
              <a:custGeom>
                <a:avLst/>
                <a:gdLst>
                  <a:gd name="connsiteX0" fmla="*/ 0 w 120942"/>
                  <a:gd name="connsiteY0" fmla="*/ 178534 h 178534"/>
                  <a:gd name="connsiteX1" fmla="*/ 0 w 120942"/>
                  <a:gd name="connsiteY1" fmla="*/ 0 h 178534"/>
                  <a:gd name="connsiteX2" fmla="*/ 41020 w 120942"/>
                  <a:gd name="connsiteY2" fmla="*/ 11191 h 178534"/>
                  <a:gd name="connsiteX3" fmla="*/ 120942 w 120942"/>
                  <a:gd name="connsiteY3" fmla="*/ 89267 h 178534"/>
                  <a:gd name="connsiteX4" fmla="*/ 41020 w 120942"/>
                  <a:gd name="connsiteY4" fmla="*/ 167343 h 17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942" h="178534">
                    <a:moveTo>
                      <a:pt x="0" y="178534"/>
                    </a:moveTo>
                    <a:lnTo>
                      <a:pt x="0" y="0"/>
                    </a:lnTo>
                    <a:lnTo>
                      <a:pt x="41020" y="11191"/>
                    </a:lnTo>
                    <a:cubicBezTo>
                      <a:pt x="90400" y="31173"/>
                      <a:pt x="120942" y="58777"/>
                      <a:pt x="120942" y="89267"/>
                    </a:cubicBezTo>
                    <a:cubicBezTo>
                      <a:pt x="120942" y="119758"/>
                      <a:pt x="90400" y="147362"/>
                      <a:pt x="41020" y="167343"/>
                    </a:cubicBez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60" name="橢圓 159">
                <a:extLst>
                  <a:ext uri="{FF2B5EF4-FFF2-40B4-BE49-F238E27FC236}">
                    <a16:creationId xmlns:a16="http://schemas.microsoft.com/office/drawing/2014/main" id="{06440F5D-97AC-4812-AC6C-0629175BF220}"/>
                  </a:ext>
                </a:extLst>
              </p:cNvPr>
              <p:cNvSpPr/>
              <p:nvPr/>
            </p:nvSpPr>
            <p:spPr>
              <a:xfrm rot="5400000">
                <a:off x="7900285" y="5872989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161" name="直線接點 160">
                <a:extLst>
                  <a:ext uri="{FF2B5EF4-FFF2-40B4-BE49-F238E27FC236}">
                    <a16:creationId xmlns:a16="http://schemas.microsoft.com/office/drawing/2014/main" id="{84E1875D-0BBB-4B5F-822C-800897B616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8049" y="5426066"/>
                <a:ext cx="137702" cy="0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BB35D26D-8B7F-4522-B78F-6BD91692B9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231" y="5433719"/>
                <a:ext cx="5382" cy="407487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sp>
        <p:nvSpPr>
          <p:cNvPr id="169" name="文字方塊 168">
            <a:extLst>
              <a:ext uri="{FF2B5EF4-FFF2-40B4-BE49-F238E27FC236}">
                <a16:creationId xmlns:a16="http://schemas.microsoft.com/office/drawing/2014/main" id="{5B848B25-1EE6-42C4-AA93-077807669F20}"/>
              </a:ext>
            </a:extLst>
          </p:cNvPr>
          <p:cNvSpPr txBox="1"/>
          <p:nvPr/>
        </p:nvSpPr>
        <p:spPr>
          <a:xfrm>
            <a:off x="7770087" y="2954330"/>
            <a:ext cx="946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LOH Ratio </a:t>
            </a:r>
            <a:endParaRPr lang="zh-TW" altLang="en-US" dirty="0"/>
          </a:p>
        </p:txBody>
      </p:sp>
      <p:grpSp>
        <p:nvGrpSpPr>
          <p:cNvPr id="183" name="群組 182">
            <a:extLst>
              <a:ext uri="{FF2B5EF4-FFF2-40B4-BE49-F238E27FC236}">
                <a16:creationId xmlns:a16="http://schemas.microsoft.com/office/drawing/2014/main" id="{BE0909BC-7F51-4D1D-A3CC-61C1C5648C89}"/>
              </a:ext>
            </a:extLst>
          </p:cNvPr>
          <p:cNvGrpSpPr/>
          <p:nvPr/>
        </p:nvGrpSpPr>
        <p:grpSpPr>
          <a:xfrm>
            <a:off x="7859935" y="4227220"/>
            <a:ext cx="819196" cy="599322"/>
            <a:chOff x="10511031" y="4522384"/>
            <a:chExt cx="819196" cy="599322"/>
          </a:xfrm>
        </p:grpSpPr>
        <p:grpSp>
          <p:nvGrpSpPr>
            <p:cNvPr id="184" name="群組 183">
              <a:extLst>
                <a:ext uri="{FF2B5EF4-FFF2-40B4-BE49-F238E27FC236}">
                  <a16:creationId xmlns:a16="http://schemas.microsoft.com/office/drawing/2014/main" id="{55D9898E-CF0E-4579-A92C-74E005015AF9}"/>
                </a:ext>
              </a:extLst>
            </p:cNvPr>
            <p:cNvGrpSpPr/>
            <p:nvPr/>
          </p:nvGrpSpPr>
          <p:grpSpPr>
            <a:xfrm>
              <a:off x="10511031" y="4522384"/>
              <a:ext cx="464642" cy="599322"/>
              <a:chOff x="9268798" y="3192990"/>
              <a:chExt cx="1116142" cy="1390651"/>
            </a:xfrm>
          </p:grpSpPr>
          <p:sp>
            <p:nvSpPr>
              <p:cNvPr id="190" name="矩形 189">
                <a:extLst>
                  <a:ext uri="{FF2B5EF4-FFF2-40B4-BE49-F238E27FC236}">
                    <a16:creationId xmlns:a16="http://schemas.microsoft.com/office/drawing/2014/main" id="{56F9C39D-EEA1-4040-BE18-3A694202B653}"/>
                  </a:ext>
                </a:extLst>
              </p:cNvPr>
              <p:cNvSpPr/>
              <p:nvPr/>
            </p:nvSpPr>
            <p:spPr>
              <a:xfrm>
                <a:off x="9268798" y="3192990"/>
                <a:ext cx="1116142" cy="13906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1" name="矩形 190">
                <a:extLst>
                  <a:ext uri="{FF2B5EF4-FFF2-40B4-BE49-F238E27FC236}">
                    <a16:creationId xmlns:a16="http://schemas.microsoft.com/office/drawing/2014/main" id="{8384920D-925A-4199-9EB7-FF64B721ABD7}"/>
                  </a:ext>
                </a:extLst>
              </p:cNvPr>
              <p:cNvSpPr/>
              <p:nvPr/>
            </p:nvSpPr>
            <p:spPr>
              <a:xfrm>
                <a:off x="9709109" y="3619500"/>
                <a:ext cx="237066" cy="53763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92" name="群組 191">
                <a:extLst>
                  <a:ext uri="{FF2B5EF4-FFF2-40B4-BE49-F238E27FC236}">
                    <a16:creationId xmlns:a16="http://schemas.microsoft.com/office/drawing/2014/main" id="{256316F2-D204-4E16-AEA4-5D8B54010601}"/>
                  </a:ext>
                </a:extLst>
              </p:cNvPr>
              <p:cNvGrpSpPr/>
              <p:nvPr/>
            </p:nvGrpSpPr>
            <p:grpSpPr>
              <a:xfrm>
                <a:off x="9710654" y="4157133"/>
                <a:ext cx="235521" cy="305329"/>
                <a:chOff x="9710654" y="4157133"/>
                <a:chExt cx="235521" cy="305329"/>
              </a:xfrm>
            </p:grpSpPr>
            <p:cxnSp>
              <p:nvCxnSpPr>
                <p:cNvPr id="196" name="直線接點 195">
                  <a:extLst>
                    <a:ext uri="{FF2B5EF4-FFF2-40B4-BE49-F238E27FC236}">
                      <a16:creationId xmlns:a16="http://schemas.microsoft.com/office/drawing/2014/main" id="{97D68DD0-399E-4164-98B2-BF9AE2D8526C}"/>
                    </a:ext>
                  </a:extLst>
                </p:cNvPr>
                <p:cNvCxnSpPr>
                  <a:cxnSpLocks/>
                  <a:stCxn id="191" idx="2"/>
                </p:cNvCxnSpPr>
                <p:nvPr/>
              </p:nvCxnSpPr>
              <p:spPr>
                <a:xfrm>
                  <a:off x="9827642" y="4157133"/>
                  <a:ext cx="0" cy="2910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197" name="直線接點 196">
                  <a:extLst>
                    <a:ext uri="{FF2B5EF4-FFF2-40B4-BE49-F238E27FC236}">
                      <a16:creationId xmlns:a16="http://schemas.microsoft.com/office/drawing/2014/main" id="{9407896E-0EE7-4BAC-8030-3261A5FD6E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10654" y="4462462"/>
                  <a:ext cx="23552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  <p:grpSp>
            <p:nvGrpSpPr>
              <p:cNvPr id="193" name="群組 192">
                <a:extLst>
                  <a:ext uri="{FF2B5EF4-FFF2-40B4-BE49-F238E27FC236}">
                    <a16:creationId xmlns:a16="http://schemas.microsoft.com/office/drawing/2014/main" id="{FC4B2EA3-2368-4569-AA9B-35C8121C460E}"/>
                  </a:ext>
                </a:extLst>
              </p:cNvPr>
              <p:cNvGrpSpPr/>
              <p:nvPr/>
            </p:nvGrpSpPr>
            <p:grpSpPr>
              <a:xfrm rot="10800000">
                <a:off x="9709109" y="3307027"/>
                <a:ext cx="235521" cy="305329"/>
                <a:chOff x="9710654" y="4157133"/>
                <a:chExt cx="235521" cy="305329"/>
              </a:xfrm>
            </p:grpSpPr>
            <p:cxnSp>
              <p:nvCxnSpPr>
                <p:cNvPr id="194" name="直線接點 193">
                  <a:extLst>
                    <a:ext uri="{FF2B5EF4-FFF2-40B4-BE49-F238E27FC236}">
                      <a16:creationId xmlns:a16="http://schemas.microsoft.com/office/drawing/2014/main" id="{4D8B701C-7A70-4AAE-B41C-5144484CA8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27642" y="4157133"/>
                  <a:ext cx="0" cy="29104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  <p:cxnSp>
              <p:nvCxnSpPr>
                <p:cNvPr id="195" name="直線接點 194">
                  <a:extLst>
                    <a:ext uri="{FF2B5EF4-FFF2-40B4-BE49-F238E27FC236}">
                      <a16:creationId xmlns:a16="http://schemas.microsoft.com/office/drawing/2014/main" id="{7B165746-FB51-45BB-8042-959582221A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710654" y="4462462"/>
                  <a:ext cx="235521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</p:cxnSp>
          </p:grpSp>
        </p:grpSp>
        <p:grpSp>
          <p:nvGrpSpPr>
            <p:cNvPr id="185" name="群組 184">
              <a:extLst>
                <a:ext uri="{FF2B5EF4-FFF2-40B4-BE49-F238E27FC236}">
                  <a16:creationId xmlns:a16="http://schemas.microsoft.com/office/drawing/2014/main" id="{3F4E2814-C696-480D-B5D4-D333BDC3D620}"/>
                </a:ext>
              </a:extLst>
            </p:cNvPr>
            <p:cNvGrpSpPr/>
            <p:nvPr/>
          </p:nvGrpSpPr>
          <p:grpSpPr>
            <a:xfrm>
              <a:off x="10825712" y="4698577"/>
              <a:ext cx="185299" cy="231754"/>
              <a:chOff x="11077664" y="2130737"/>
              <a:chExt cx="596871" cy="556710"/>
            </a:xfrm>
          </p:grpSpPr>
          <p:cxnSp>
            <p:nvCxnSpPr>
              <p:cNvPr id="188" name="直線單箭頭接點 187">
                <a:extLst>
                  <a:ext uri="{FF2B5EF4-FFF2-40B4-BE49-F238E27FC236}">
                    <a16:creationId xmlns:a16="http://schemas.microsoft.com/office/drawing/2014/main" id="{2A41ED7F-A693-4AD3-AE30-514DE32C21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7664" y="2130737"/>
                <a:ext cx="596871" cy="10903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直線單箭頭接點 188">
                <a:extLst>
                  <a:ext uri="{FF2B5EF4-FFF2-40B4-BE49-F238E27FC236}">
                    <a16:creationId xmlns:a16="http://schemas.microsoft.com/office/drawing/2014/main" id="{E9624EA5-03C5-40BB-B8DB-47BBF0F846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77664" y="2676544"/>
                <a:ext cx="596871" cy="10903"/>
              </a:xfrm>
              <a:prstGeom prst="straightConnector1">
                <a:avLst/>
              </a:prstGeom>
              <a:ln w="19050">
                <a:solidFill>
                  <a:schemeClr val="bg1">
                    <a:lumMod val="50000"/>
                  </a:schemeClr>
                </a:solidFill>
                <a:prstDash val="dash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86" name="文字方塊 185">
              <a:extLst>
                <a:ext uri="{FF2B5EF4-FFF2-40B4-BE49-F238E27FC236}">
                  <a16:creationId xmlns:a16="http://schemas.microsoft.com/office/drawing/2014/main" id="{318EDF46-3D50-44A1-B6B5-9A4055C2C931}"/>
                </a:ext>
              </a:extLst>
            </p:cNvPr>
            <p:cNvSpPr txBox="1"/>
            <p:nvPr/>
          </p:nvSpPr>
          <p:spPr>
            <a:xfrm>
              <a:off x="10933965" y="4544688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Q1</a:t>
              </a:r>
              <a:endParaRPr lang="zh-TW" altLang="en-US" sz="1400" dirty="0"/>
            </a:p>
          </p:txBody>
        </p:sp>
        <p:sp>
          <p:nvSpPr>
            <p:cNvPr id="187" name="文字方塊 186">
              <a:extLst>
                <a:ext uri="{FF2B5EF4-FFF2-40B4-BE49-F238E27FC236}">
                  <a16:creationId xmlns:a16="http://schemas.microsoft.com/office/drawing/2014/main" id="{A0521F0F-87A4-435F-904D-0612EB0327AE}"/>
                </a:ext>
              </a:extLst>
            </p:cNvPr>
            <p:cNvSpPr txBox="1"/>
            <p:nvPr/>
          </p:nvSpPr>
          <p:spPr>
            <a:xfrm>
              <a:off x="10933965" y="4771379"/>
              <a:ext cx="3962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Q3</a:t>
              </a:r>
              <a:endParaRPr lang="zh-TW" altLang="en-US" sz="1400" dirty="0"/>
            </a:p>
          </p:txBody>
        </p:sp>
      </p:grp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90B1E602-70D6-4564-BFC7-E0AB74B243BC}"/>
              </a:ext>
            </a:extLst>
          </p:cNvPr>
          <p:cNvGrpSpPr/>
          <p:nvPr/>
        </p:nvGrpSpPr>
        <p:grpSpPr>
          <a:xfrm>
            <a:off x="7260761" y="3405565"/>
            <a:ext cx="180000" cy="1211316"/>
            <a:chOff x="7074282" y="3594279"/>
            <a:chExt cx="180000" cy="1211316"/>
          </a:xfrm>
        </p:grpSpPr>
        <p:sp>
          <p:nvSpPr>
            <p:cNvPr id="168" name="箭號: 向右 167">
              <a:extLst>
                <a:ext uri="{FF2B5EF4-FFF2-40B4-BE49-F238E27FC236}">
                  <a16:creationId xmlns:a16="http://schemas.microsoft.com/office/drawing/2014/main" id="{EC54E744-AC64-43A9-86B6-ED6E736A8B25}"/>
                </a:ext>
              </a:extLst>
            </p:cNvPr>
            <p:cNvSpPr/>
            <p:nvPr/>
          </p:nvSpPr>
          <p:spPr>
            <a:xfrm>
              <a:off x="7074282" y="3594279"/>
              <a:ext cx="180000" cy="180000"/>
            </a:xfrm>
            <a:prstGeom prst="rightArrow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198" name="箭號: 向右 197">
              <a:extLst>
                <a:ext uri="{FF2B5EF4-FFF2-40B4-BE49-F238E27FC236}">
                  <a16:creationId xmlns:a16="http://schemas.microsoft.com/office/drawing/2014/main" id="{F26B5B35-3B96-4D44-9660-FFC0750B24C7}"/>
                </a:ext>
              </a:extLst>
            </p:cNvPr>
            <p:cNvSpPr/>
            <p:nvPr/>
          </p:nvSpPr>
          <p:spPr>
            <a:xfrm>
              <a:off x="7074282" y="4625595"/>
              <a:ext cx="180000" cy="180000"/>
            </a:xfrm>
            <a:prstGeom prst="rightArrow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220" name="群組 219">
            <a:extLst>
              <a:ext uri="{FF2B5EF4-FFF2-40B4-BE49-F238E27FC236}">
                <a16:creationId xmlns:a16="http://schemas.microsoft.com/office/drawing/2014/main" id="{8D9378DB-9AC1-41D0-9377-B0977E1ED02C}"/>
              </a:ext>
            </a:extLst>
          </p:cNvPr>
          <p:cNvGrpSpPr/>
          <p:nvPr/>
        </p:nvGrpSpPr>
        <p:grpSpPr>
          <a:xfrm>
            <a:off x="8665022" y="3479381"/>
            <a:ext cx="349449" cy="996834"/>
            <a:chOff x="8634561" y="3668095"/>
            <a:chExt cx="349449" cy="996834"/>
          </a:xfrm>
        </p:grpSpPr>
        <p:sp>
          <p:nvSpPr>
            <p:cNvPr id="202" name="右中括弧 201">
              <a:extLst>
                <a:ext uri="{FF2B5EF4-FFF2-40B4-BE49-F238E27FC236}">
                  <a16:creationId xmlns:a16="http://schemas.microsoft.com/office/drawing/2014/main" id="{6E395DCA-9C78-464B-BD8F-4807093B790F}"/>
                </a:ext>
              </a:extLst>
            </p:cNvPr>
            <p:cNvSpPr/>
            <p:nvPr/>
          </p:nvSpPr>
          <p:spPr>
            <a:xfrm>
              <a:off x="8634561" y="3668095"/>
              <a:ext cx="117827" cy="996834"/>
            </a:xfrm>
            <a:prstGeom prst="rightBracke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3" name="直線接點 202">
              <a:extLst>
                <a:ext uri="{FF2B5EF4-FFF2-40B4-BE49-F238E27FC236}">
                  <a16:creationId xmlns:a16="http://schemas.microsoft.com/office/drawing/2014/main" id="{120B2E9F-7489-481C-AE00-CE2FE3333A4A}"/>
                </a:ext>
              </a:extLst>
            </p:cNvPr>
            <p:cNvCxnSpPr>
              <a:cxnSpLocks/>
            </p:cNvCxnSpPr>
            <p:nvPr/>
          </p:nvCxnSpPr>
          <p:spPr>
            <a:xfrm>
              <a:off x="8752388" y="4162823"/>
              <a:ext cx="23162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1" name="群組 220">
            <a:extLst>
              <a:ext uri="{FF2B5EF4-FFF2-40B4-BE49-F238E27FC236}">
                <a16:creationId xmlns:a16="http://schemas.microsoft.com/office/drawing/2014/main" id="{86A2B415-5F1E-4625-A6D9-C8B7D0EC496F}"/>
              </a:ext>
            </a:extLst>
          </p:cNvPr>
          <p:cNvGrpSpPr/>
          <p:nvPr/>
        </p:nvGrpSpPr>
        <p:grpSpPr>
          <a:xfrm>
            <a:off x="5243411" y="1882420"/>
            <a:ext cx="885880" cy="2885741"/>
            <a:chOff x="5404009" y="2071134"/>
            <a:chExt cx="885880" cy="2885741"/>
          </a:xfrm>
        </p:grpSpPr>
        <p:sp>
          <p:nvSpPr>
            <p:cNvPr id="142" name="文字方塊 141">
              <a:extLst>
                <a:ext uri="{FF2B5EF4-FFF2-40B4-BE49-F238E27FC236}">
                  <a16:creationId xmlns:a16="http://schemas.microsoft.com/office/drawing/2014/main" id="{9059463D-E2C2-4644-AD80-C0628E887F8F}"/>
                </a:ext>
              </a:extLst>
            </p:cNvPr>
            <p:cNvSpPr txBox="1"/>
            <p:nvPr/>
          </p:nvSpPr>
          <p:spPr>
            <a:xfrm>
              <a:off x="5707678" y="3317815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&lt;5%</a:t>
              </a:r>
              <a:endParaRPr lang="zh-TW" altLang="en-US" dirty="0"/>
            </a:p>
          </p:txBody>
        </p:sp>
        <p:grpSp>
          <p:nvGrpSpPr>
            <p:cNvPr id="213" name="群組 212">
              <a:extLst>
                <a:ext uri="{FF2B5EF4-FFF2-40B4-BE49-F238E27FC236}">
                  <a16:creationId xmlns:a16="http://schemas.microsoft.com/office/drawing/2014/main" id="{2BA0C004-CD8E-41AD-BE2B-EF8C93E42A7A}"/>
                </a:ext>
              </a:extLst>
            </p:cNvPr>
            <p:cNvGrpSpPr/>
            <p:nvPr/>
          </p:nvGrpSpPr>
          <p:grpSpPr>
            <a:xfrm>
              <a:off x="5404009" y="2071134"/>
              <a:ext cx="412292" cy="2885741"/>
              <a:chOff x="5455228" y="2071134"/>
              <a:chExt cx="412292" cy="2885741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F6A21534-8F6A-4D7D-AAD3-28FBCD252201}"/>
                  </a:ext>
                </a:extLst>
              </p:cNvPr>
              <p:cNvSpPr txBox="1"/>
              <p:nvPr/>
            </p:nvSpPr>
            <p:spPr>
              <a:xfrm>
                <a:off x="5455228" y="2071134"/>
                <a:ext cx="41229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 dirty="0"/>
                  <a:t>0.8</a:t>
                </a:r>
                <a:endParaRPr lang="zh-TW" altLang="en-US" sz="1400" dirty="0"/>
              </a:p>
            </p:txBody>
          </p:sp>
          <p:grpSp>
            <p:nvGrpSpPr>
              <p:cNvPr id="31" name="群組 30">
                <a:extLst>
                  <a:ext uri="{FF2B5EF4-FFF2-40B4-BE49-F238E27FC236}">
                    <a16:creationId xmlns:a16="http://schemas.microsoft.com/office/drawing/2014/main" id="{7580E129-45C1-492D-A8E8-F3D7BA771139}"/>
                  </a:ext>
                </a:extLst>
              </p:cNvPr>
              <p:cNvGrpSpPr/>
              <p:nvPr/>
            </p:nvGrpSpPr>
            <p:grpSpPr>
              <a:xfrm>
                <a:off x="5472738" y="2343664"/>
                <a:ext cx="377272" cy="261307"/>
                <a:chOff x="9019484" y="4709765"/>
                <a:chExt cx="306383" cy="212209"/>
              </a:xfrm>
            </p:grpSpPr>
            <p:sp>
              <p:nvSpPr>
                <p:cNvPr id="32" name="橢圓 31">
                  <a:extLst>
                    <a:ext uri="{FF2B5EF4-FFF2-40B4-BE49-F238E27FC236}">
                      <a16:creationId xmlns:a16="http://schemas.microsoft.com/office/drawing/2014/main" id="{1F49BD8C-73AC-4507-B998-A0B2AF1B8584}"/>
                    </a:ext>
                  </a:extLst>
                </p:cNvPr>
                <p:cNvSpPr/>
                <p:nvPr/>
              </p:nvSpPr>
              <p:spPr>
                <a:xfrm>
                  <a:off x="9211777" y="4782431"/>
                  <a:ext cx="114090" cy="11409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橢圓 32">
                  <a:extLst>
                    <a:ext uri="{FF2B5EF4-FFF2-40B4-BE49-F238E27FC236}">
                      <a16:creationId xmlns:a16="http://schemas.microsoft.com/office/drawing/2014/main" id="{6184D40F-7BFE-4017-876C-D6F4A704C41E}"/>
                    </a:ext>
                  </a:extLst>
                </p:cNvPr>
                <p:cNvSpPr/>
                <p:nvPr/>
              </p:nvSpPr>
              <p:spPr>
                <a:xfrm>
                  <a:off x="9019484" y="4786386"/>
                  <a:ext cx="114090" cy="114091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4" name="橢圓 33">
                  <a:extLst>
                    <a:ext uri="{FF2B5EF4-FFF2-40B4-BE49-F238E27FC236}">
                      <a16:creationId xmlns:a16="http://schemas.microsoft.com/office/drawing/2014/main" id="{05A2B900-4166-4FCC-A2BE-D01448AEB41E}"/>
                    </a:ext>
                  </a:extLst>
                </p:cNvPr>
                <p:cNvSpPr/>
                <p:nvPr/>
              </p:nvSpPr>
              <p:spPr>
                <a:xfrm>
                  <a:off x="9066396" y="4710024"/>
                  <a:ext cx="114090" cy="11409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>
                  <a:extLst>
                    <a:ext uri="{FF2B5EF4-FFF2-40B4-BE49-F238E27FC236}">
                      <a16:creationId xmlns:a16="http://schemas.microsoft.com/office/drawing/2014/main" id="{861A127C-3C99-47E3-8D1A-5D519AFA0D8D}"/>
                    </a:ext>
                  </a:extLst>
                </p:cNvPr>
                <p:cNvSpPr/>
                <p:nvPr/>
              </p:nvSpPr>
              <p:spPr>
                <a:xfrm>
                  <a:off x="9123313" y="4807884"/>
                  <a:ext cx="114090" cy="11409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6" name="橢圓 35">
                  <a:extLst>
                    <a:ext uri="{FF2B5EF4-FFF2-40B4-BE49-F238E27FC236}">
                      <a16:creationId xmlns:a16="http://schemas.microsoft.com/office/drawing/2014/main" id="{E56CEC41-7C56-4A6C-B93D-F5C3F8355F13}"/>
                    </a:ext>
                  </a:extLst>
                </p:cNvPr>
                <p:cNvSpPr/>
                <p:nvPr/>
              </p:nvSpPr>
              <p:spPr>
                <a:xfrm>
                  <a:off x="9152554" y="4709765"/>
                  <a:ext cx="114090" cy="114090"/>
                </a:xfrm>
                <a:prstGeom prst="ellipse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83" name="箭號: 向右 82">
                <a:extLst>
                  <a:ext uri="{FF2B5EF4-FFF2-40B4-BE49-F238E27FC236}">
                    <a16:creationId xmlns:a16="http://schemas.microsoft.com/office/drawing/2014/main" id="{FA15F900-8BC8-4FE8-9AF3-3DEDCBDD30E6}"/>
                  </a:ext>
                </a:extLst>
              </p:cNvPr>
              <p:cNvSpPr/>
              <p:nvPr/>
            </p:nvSpPr>
            <p:spPr>
              <a:xfrm rot="5400000" flipV="1">
                <a:off x="5571374" y="2877360"/>
                <a:ext cx="180000" cy="180000"/>
              </a:xfrm>
              <a:prstGeom prst="rightArrow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141" name="群組 140">
                <a:extLst>
                  <a:ext uri="{FF2B5EF4-FFF2-40B4-BE49-F238E27FC236}">
                    <a16:creationId xmlns:a16="http://schemas.microsoft.com/office/drawing/2014/main" id="{5078ED7A-7F88-47BE-8D0F-C64CDA81F3FF}"/>
                  </a:ext>
                </a:extLst>
              </p:cNvPr>
              <p:cNvGrpSpPr/>
              <p:nvPr/>
            </p:nvGrpSpPr>
            <p:grpSpPr>
              <a:xfrm>
                <a:off x="5542574" y="3379556"/>
                <a:ext cx="237600" cy="543600"/>
                <a:chOff x="6466154" y="5425381"/>
                <a:chExt cx="523502" cy="1202572"/>
              </a:xfrm>
            </p:grpSpPr>
            <p:sp>
              <p:nvSpPr>
                <p:cNvPr id="143" name="橢圓 142">
                  <a:extLst>
                    <a:ext uri="{FF2B5EF4-FFF2-40B4-BE49-F238E27FC236}">
                      <a16:creationId xmlns:a16="http://schemas.microsoft.com/office/drawing/2014/main" id="{A7E23BEA-AE77-439C-A6AB-9E9AD7CBB001}"/>
                    </a:ext>
                  </a:extLst>
                </p:cNvPr>
                <p:cNvSpPr/>
                <p:nvPr/>
              </p:nvSpPr>
              <p:spPr>
                <a:xfrm rot="5400000">
                  <a:off x="6549755" y="6188328"/>
                  <a:ext cx="658694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4" name="手繪多邊形: 圖案 143">
                  <a:extLst>
                    <a:ext uri="{FF2B5EF4-FFF2-40B4-BE49-F238E27FC236}">
                      <a16:creationId xmlns:a16="http://schemas.microsoft.com/office/drawing/2014/main" id="{45073903-EB3A-4FD2-A77D-9DCE02BB035F}"/>
                    </a:ext>
                  </a:extLst>
                </p:cNvPr>
                <p:cNvSpPr/>
                <p:nvPr/>
              </p:nvSpPr>
              <p:spPr>
                <a:xfrm rot="5400000">
                  <a:off x="6878167" y="5966797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5" name="橢圓 144">
                  <a:extLst>
                    <a:ext uri="{FF2B5EF4-FFF2-40B4-BE49-F238E27FC236}">
                      <a16:creationId xmlns:a16="http://schemas.microsoft.com/office/drawing/2014/main" id="{87E290C9-2948-470C-91F5-75B5A241399F}"/>
                    </a:ext>
                  </a:extLst>
                </p:cNvPr>
                <p:cNvSpPr/>
                <p:nvPr/>
              </p:nvSpPr>
              <p:spPr>
                <a:xfrm rot="5400000">
                  <a:off x="6606369" y="5587836"/>
                  <a:ext cx="545741" cy="220832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6" name="橢圓 145">
                  <a:extLst>
                    <a:ext uri="{FF2B5EF4-FFF2-40B4-BE49-F238E27FC236}">
                      <a16:creationId xmlns:a16="http://schemas.microsoft.com/office/drawing/2014/main" id="{AF7BD56E-5B28-40B1-97F4-2C0DF397F20C}"/>
                    </a:ext>
                  </a:extLst>
                </p:cNvPr>
                <p:cNvSpPr/>
                <p:nvPr/>
              </p:nvSpPr>
              <p:spPr>
                <a:xfrm rot="5400000">
                  <a:off x="6832486" y="5872989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7" name="橢圓 146">
                  <a:extLst>
                    <a:ext uri="{FF2B5EF4-FFF2-40B4-BE49-F238E27FC236}">
                      <a16:creationId xmlns:a16="http://schemas.microsoft.com/office/drawing/2014/main" id="{01B03CBB-8C42-420C-9CBC-C0BF35ADA21D}"/>
                    </a:ext>
                  </a:extLst>
                </p:cNvPr>
                <p:cNvSpPr/>
                <p:nvPr/>
              </p:nvSpPr>
              <p:spPr>
                <a:xfrm rot="5400000">
                  <a:off x="6303904" y="5588316"/>
                  <a:ext cx="545055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8" name="手繪多邊形: 圖案 147">
                  <a:extLst>
                    <a:ext uri="{FF2B5EF4-FFF2-40B4-BE49-F238E27FC236}">
                      <a16:creationId xmlns:a16="http://schemas.microsoft.com/office/drawing/2014/main" id="{EA55C2CA-E61E-450E-A229-2446FDA676C5}"/>
                    </a:ext>
                  </a:extLst>
                </p:cNvPr>
                <p:cNvSpPr/>
                <p:nvPr/>
              </p:nvSpPr>
              <p:spPr>
                <a:xfrm rot="5400000">
                  <a:off x="6575499" y="5966796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49" name="橢圓 148">
                  <a:extLst>
                    <a:ext uri="{FF2B5EF4-FFF2-40B4-BE49-F238E27FC236}">
                      <a16:creationId xmlns:a16="http://schemas.microsoft.com/office/drawing/2014/main" id="{86C471F4-0509-4751-87E3-E82509BDA241}"/>
                    </a:ext>
                  </a:extLst>
                </p:cNvPr>
                <p:cNvSpPr/>
                <p:nvPr/>
              </p:nvSpPr>
              <p:spPr>
                <a:xfrm rot="5400000">
                  <a:off x="6247085" y="6188325"/>
                  <a:ext cx="658693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0" name="橢圓 149">
                  <a:extLst>
                    <a:ext uri="{FF2B5EF4-FFF2-40B4-BE49-F238E27FC236}">
                      <a16:creationId xmlns:a16="http://schemas.microsoft.com/office/drawing/2014/main" id="{ABD0470B-9B04-4A1B-B897-6DFE7B5278C6}"/>
                    </a:ext>
                  </a:extLst>
                </p:cNvPr>
                <p:cNvSpPr/>
                <p:nvPr/>
              </p:nvSpPr>
              <p:spPr>
                <a:xfrm rot="5400000">
                  <a:off x="6303699" y="5588521"/>
                  <a:ext cx="545741" cy="220832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1" name="橢圓 150">
                  <a:extLst>
                    <a:ext uri="{FF2B5EF4-FFF2-40B4-BE49-F238E27FC236}">
                      <a16:creationId xmlns:a16="http://schemas.microsoft.com/office/drawing/2014/main" id="{837B3236-6ED6-4DE9-9A0B-52E3158F13CB}"/>
                    </a:ext>
                  </a:extLst>
                </p:cNvPr>
                <p:cNvSpPr/>
                <p:nvPr/>
              </p:nvSpPr>
              <p:spPr>
                <a:xfrm rot="5400000">
                  <a:off x="6529816" y="5872988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pic>
            <p:nvPicPr>
              <p:cNvPr id="209" name="圖片 208">
                <a:extLst>
                  <a:ext uri="{FF2B5EF4-FFF2-40B4-BE49-F238E27FC236}">
                    <a16:creationId xmlns:a16="http://schemas.microsoft.com/office/drawing/2014/main" id="{461F4086-381A-4C48-9DC2-8049448E74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451" r="41451"/>
              <a:stretch/>
            </p:blipFill>
            <p:spPr>
              <a:xfrm>
                <a:off x="5570766" y="4296760"/>
                <a:ext cx="181217" cy="660115"/>
              </a:xfrm>
              <a:prstGeom prst="rect">
                <a:avLst/>
              </a:prstGeom>
            </p:spPr>
          </p:pic>
        </p:grpSp>
      </p:grpSp>
      <p:grpSp>
        <p:nvGrpSpPr>
          <p:cNvPr id="222" name="群組 221">
            <a:extLst>
              <a:ext uri="{FF2B5EF4-FFF2-40B4-BE49-F238E27FC236}">
                <a16:creationId xmlns:a16="http://schemas.microsoft.com/office/drawing/2014/main" id="{B0574C83-9BDE-40E1-8BB4-7A1B6BEBACF1}"/>
              </a:ext>
            </a:extLst>
          </p:cNvPr>
          <p:cNvGrpSpPr/>
          <p:nvPr/>
        </p:nvGrpSpPr>
        <p:grpSpPr>
          <a:xfrm>
            <a:off x="6185934" y="1902238"/>
            <a:ext cx="828692" cy="2865923"/>
            <a:chOff x="6394622" y="2090952"/>
            <a:chExt cx="828692" cy="2865923"/>
          </a:xfrm>
        </p:grpSpPr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B46FBD07-6838-4561-94F9-BA62F57280E0}"/>
                </a:ext>
              </a:extLst>
            </p:cNvPr>
            <p:cNvSpPr txBox="1"/>
            <p:nvPr/>
          </p:nvSpPr>
          <p:spPr>
            <a:xfrm>
              <a:off x="6639500" y="3319003"/>
              <a:ext cx="5838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35%</a:t>
              </a:r>
              <a:endParaRPr lang="zh-TW" altLang="en-US" dirty="0"/>
            </a:p>
          </p:txBody>
        </p:sp>
        <p:grpSp>
          <p:nvGrpSpPr>
            <p:cNvPr id="212" name="群組 211">
              <a:extLst>
                <a:ext uri="{FF2B5EF4-FFF2-40B4-BE49-F238E27FC236}">
                  <a16:creationId xmlns:a16="http://schemas.microsoft.com/office/drawing/2014/main" id="{A68FBD66-2E17-46EF-9797-6D141FEFC72B}"/>
                </a:ext>
              </a:extLst>
            </p:cNvPr>
            <p:cNvGrpSpPr/>
            <p:nvPr/>
          </p:nvGrpSpPr>
          <p:grpSpPr>
            <a:xfrm>
              <a:off x="6394622" y="2090952"/>
              <a:ext cx="377272" cy="2865923"/>
              <a:chOff x="6662281" y="2090952"/>
              <a:chExt cx="377272" cy="2865923"/>
            </a:xfrm>
          </p:grpSpPr>
          <p:grpSp>
            <p:nvGrpSpPr>
              <p:cNvPr id="37" name="群組 36">
                <a:extLst>
                  <a:ext uri="{FF2B5EF4-FFF2-40B4-BE49-F238E27FC236}">
                    <a16:creationId xmlns:a16="http://schemas.microsoft.com/office/drawing/2014/main" id="{D91826DD-192D-48F7-94A8-32EED101A88A}"/>
                  </a:ext>
                </a:extLst>
              </p:cNvPr>
              <p:cNvGrpSpPr/>
              <p:nvPr/>
            </p:nvGrpSpPr>
            <p:grpSpPr>
              <a:xfrm>
                <a:off x="6662281" y="2090952"/>
                <a:ext cx="377272" cy="533837"/>
                <a:chOff x="6153270" y="3392474"/>
                <a:chExt cx="377272" cy="533837"/>
              </a:xfrm>
            </p:grpSpPr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F9D891D9-457C-421E-8340-427F6B48AB28}"/>
                    </a:ext>
                  </a:extLst>
                </p:cNvPr>
                <p:cNvSpPr txBox="1"/>
                <p:nvPr/>
              </p:nvSpPr>
              <p:spPr>
                <a:xfrm>
                  <a:off x="6203887" y="3392474"/>
                  <a:ext cx="276038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1</a:t>
                  </a:r>
                  <a:endParaRPr lang="zh-TW" altLang="en-US" sz="1400" dirty="0"/>
                </a:p>
              </p:txBody>
            </p:sp>
            <p:grpSp>
              <p:nvGrpSpPr>
                <p:cNvPr id="39" name="群組 38">
                  <a:extLst>
                    <a:ext uri="{FF2B5EF4-FFF2-40B4-BE49-F238E27FC236}">
                      <a16:creationId xmlns:a16="http://schemas.microsoft.com/office/drawing/2014/main" id="{40394ECC-4209-45BD-991D-0C6263C31550}"/>
                    </a:ext>
                  </a:extLst>
                </p:cNvPr>
                <p:cNvGrpSpPr/>
                <p:nvPr/>
              </p:nvGrpSpPr>
              <p:grpSpPr>
                <a:xfrm>
                  <a:off x="6153270" y="3665004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40" name="橢圓 39">
                    <a:extLst>
                      <a:ext uri="{FF2B5EF4-FFF2-40B4-BE49-F238E27FC236}">
                        <a16:creationId xmlns:a16="http://schemas.microsoft.com/office/drawing/2014/main" id="{AAC0D572-81FA-4451-89E8-E89C1C45861A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1" name="橢圓 40">
                    <a:extLst>
                      <a:ext uri="{FF2B5EF4-FFF2-40B4-BE49-F238E27FC236}">
                        <a16:creationId xmlns:a16="http://schemas.microsoft.com/office/drawing/2014/main" id="{F43D5016-2A0C-449E-B46A-B70A9EDDA3EA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2" name="橢圓 41">
                    <a:extLst>
                      <a:ext uri="{FF2B5EF4-FFF2-40B4-BE49-F238E27FC236}">
                        <a16:creationId xmlns:a16="http://schemas.microsoft.com/office/drawing/2014/main" id="{A6885A66-0C77-4182-B99F-454E034F5B9B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3" name="橢圓 42">
                    <a:extLst>
                      <a:ext uri="{FF2B5EF4-FFF2-40B4-BE49-F238E27FC236}">
                        <a16:creationId xmlns:a16="http://schemas.microsoft.com/office/drawing/2014/main" id="{1183B952-1BCD-4DE5-AFC9-A16298316E9B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44" name="橢圓 43">
                    <a:extLst>
                      <a:ext uri="{FF2B5EF4-FFF2-40B4-BE49-F238E27FC236}">
                        <a16:creationId xmlns:a16="http://schemas.microsoft.com/office/drawing/2014/main" id="{38E610E8-D9AD-4B5E-BF7E-04CE6AE08867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sp>
            <p:nvSpPr>
              <p:cNvPr id="84" name="箭號: 向右 83">
                <a:extLst>
                  <a:ext uri="{FF2B5EF4-FFF2-40B4-BE49-F238E27FC236}">
                    <a16:creationId xmlns:a16="http://schemas.microsoft.com/office/drawing/2014/main" id="{7B62CCE7-9EE7-4DE6-A0F5-6FE666C2AF1E}"/>
                  </a:ext>
                </a:extLst>
              </p:cNvPr>
              <p:cNvSpPr/>
              <p:nvPr/>
            </p:nvSpPr>
            <p:spPr>
              <a:xfrm rot="5400000" flipV="1">
                <a:off x="6760917" y="2897178"/>
                <a:ext cx="180000" cy="180000"/>
              </a:xfrm>
              <a:prstGeom prst="rightArrow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125" name="群組 124">
                <a:extLst>
                  <a:ext uri="{FF2B5EF4-FFF2-40B4-BE49-F238E27FC236}">
                    <a16:creationId xmlns:a16="http://schemas.microsoft.com/office/drawing/2014/main" id="{E560250D-79C1-4EB0-89D0-3C15DB01BD94}"/>
                  </a:ext>
                </a:extLst>
              </p:cNvPr>
              <p:cNvGrpSpPr/>
              <p:nvPr/>
            </p:nvGrpSpPr>
            <p:grpSpPr>
              <a:xfrm>
                <a:off x="6732525" y="3419514"/>
                <a:ext cx="236785" cy="543912"/>
                <a:chOff x="7533953" y="5426066"/>
                <a:chExt cx="523226" cy="1201887"/>
              </a:xfrm>
            </p:grpSpPr>
            <p:grpSp>
              <p:nvGrpSpPr>
                <p:cNvPr id="126" name="群組 125">
                  <a:extLst>
                    <a:ext uri="{FF2B5EF4-FFF2-40B4-BE49-F238E27FC236}">
                      <a16:creationId xmlns:a16="http://schemas.microsoft.com/office/drawing/2014/main" id="{D4D264B0-B377-4A48-8460-942D3D654128}"/>
                    </a:ext>
                  </a:extLst>
                </p:cNvPr>
                <p:cNvGrpSpPr/>
                <p:nvPr/>
              </p:nvGrpSpPr>
              <p:grpSpPr>
                <a:xfrm>
                  <a:off x="7533953" y="5426066"/>
                  <a:ext cx="220832" cy="1201883"/>
                  <a:chOff x="7533953" y="5426066"/>
                  <a:chExt cx="220832" cy="1201883"/>
                </a:xfrm>
              </p:grpSpPr>
              <p:sp>
                <p:nvSpPr>
                  <p:cNvPr id="134" name="橢圓 133">
                    <a:extLst>
                      <a:ext uri="{FF2B5EF4-FFF2-40B4-BE49-F238E27FC236}">
                        <a16:creationId xmlns:a16="http://schemas.microsoft.com/office/drawing/2014/main" id="{000A230F-0F3F-4597-B09B-AD075FAA5EF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71703" y="5588316"/>
                    <a:ext cx="545055" cy="220556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35" name="手繪多邊形: 圖案 134">
                    <a:extLst>
                      <a:ext uri="{FF2B5EF4-FFF2-40B4-BE49-F238E27FC236}">
                        <a16:creationId xmlns:a16="http://schemas.microsoft.com/office/drawing/2014/main" id="{2B5BA89C-FF63-4A72-8934-D1B093ACD32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643298" y="5966796"/>
                    <a:ext cx="1866" cy="6783"/>
                  </a:xfrm>
                  <a:custGeom>
                    <a:avLst/>
                    <a:gdLst>
                      <a:gd name="connsiteX0" fmla="*/ 712 w 1302"/>
                      <a:gd name="connsiteY0" fmla="*/ 0 h 4795"/>
                      <a:gd name="connsiteX1" fmla="*/ 1302 w 1302"/>
                      <a:gd name="connsiteY1" fmla="*/ 2398 h 4795"/>
                      <a:gd name="connsiteX2" fmla="*/ 712 w 1302"/>
                      <a:gd name="connsiteY2" fmla="*/ 4795 h 4795"/>
                      <a:gd name="connsiteX3" fmla="*/ 0 w 1302"/>
                      <a:gd name="connsiteY3" fmla="*/ 2398 h 4795"/>
                      <a:gd name="connsiteX4" fmla="*/ 712 w 1302"/>
                      <a:gd name="connsiteY4" fmla="*/ 0 h 4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02" h="4795">
                        <a:moveTo>
                          <a:pt x="712" y="0"/>
                        </a:moveTo>
                        <a:lnTo>
                          <a:pt x="1302" y="2398"/>
                        </a:lnTo>
                        <a:lnTo>
                          <a:pt x="712" y="4795"/>
                        </a:lnTo>
                        <a:lnTo>
                          <a:pt x="0" y="2398"/>
                        </a:lnTo>
                        <a:lnTo>
                          <a:pt x="712" y="0"/>
                        </a:lnTo>
                        <a:close/>
                      </a:path>
                    </a:pathLst>
                  </a:custGeom>
                  <a:solidFill>
                    <a:srgbClr val="D0CEC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solidFill>
                        <a:schemeClr val="dk1"/>
                      </a:solidFill>
                    </a:endParaRPr>
                  </a:p>
                </p:txBody>
              </p:sp>
              <p:sp>
                <p:nvSpPr>
                  <p:cNvPr id="136" name="橢圓 135">
                    <a:extLst>
                      <a:ext uri="{FF2B5EF4-FFF2-40B4-BE49-F238E27FC236}">
                        <a16:creationId xmlns:a16="http://schemas.microsoft.com/office/drawing/2014/main" id="{24DFE330-E99D-4EAE-AF7A-89AC48675D0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14884" y="6188325"/>
                    <a:ext cx="658693" cy="220556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37" name="橢圓 136">
                    <a:extLst>
                      <a:ext uri="{FF2B5EF4-FFF2-40B4-BE49-F238E27FC236}">
                        <a16:creationId xmlns:a16="http://schemas.microsoft.com/office/drawing/2014/main" id="{92E1D9F1-6CC7-41C4-B712-9BE26CF032A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71498" y="5588521"/>
                    <a:ext cx="545741" cy="220832"/>
                  </a:xfrm>
                  <a:prstGeom prst="ellipse">
                    <a:avLst/>
                  </a:prstGeom>
                  <a:noFill/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38" name="橢圓 137">
                    <a:extLst>
                      <a:ext uri="{FF2B5EF4-FFF2-40B4-BE49-F238E27FC236}">
                        <a16:creationId xmlns:a16="http://schemas.microsoft.com/office/drawing/2014/main" id="{09B8EE4E-F123-42CB-9EEC-3ED13637881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597615" y="5872988"/>
                    <a:ext cx="93231" cy="193584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27" name="群組 126">
                  <a:extLst>
                    <a:ext uri="{FF2B5EF4-FFF2-40B4-BE49-F238E27FC236}">
                      <a16:creationId xmlns:a16="http://schemas.microsoft.com/office/drawing/2014/main" id="{DEBAF58E-7396-4E24-806E-32B4619A67D1}"/>
                    </a:ext>
                  </a:extLst>
                </p:cNvPr>
                <p:cNvGrpSpPr/>
                <p:nvPr/>
              </p:nvGrpSpPr>
              <p:grpSpPr>
                <a:xfrm>
                  <a:off x="7836623" y="5426066"/>
                  <a:ext cx="220556" cy="1201887"/>
                  <a:chOff x="7836623" y="5426066"/>
                  <a:chExt cx="220556" cy="1201887"/>
                </a:xfrm>
              </p:grpSpPr>
              <p:sp>
                <p:nvSpPr>
                  <p:cNvPr id="128" name="橢圓 127">
                    <a:extLst>
                      <a:ext uri="{FF2B5EF4-FFF2-40B4-BE49-F238E27FC236}">
                        <a16:creationId xmlns:a16="http://schemas.microsoft.com/office/drawing/2014/main" id="{931729C6-D631-4C5A-979F-494B6AD5160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617554" y="6188328"/>
                    <a:ext cx="658694" cy="220556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29" name="手繪多邊形: 圖案 128">
                    <a:extLst>
                      <a:ext uri="{FF2B5EF4-FFF2-40B4-BE49-F238E27FC236}">
                        <a16:creationId xmlns:a16="http://schemas.microsoft.com/office/drawing/2014/main" id="{8310EBBA-4F6F-4F9F-909F-95D88026122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945966" y="5966797"/>
                    <a:ext cx="1866" cy="6783"/>
                  </a:xfrm>
                  <a:custGeom>
                    <a:avLst/>
                    <a:gdLst>
                      <a:gd name="connsiteX0" fmla="*/ 712 w 1302"/>
                      <a:gd name="connsiteY0" fmla="*/ 0 h 4795"/>
                      <a:gd name="connsiteX1" fmla="*/ 1302 w 1302"/>
                      <a:gd name="connsiteY1" fmla="*/ 2397 h 4795"/>
                      <a:gd name="connsiteX2" fmla="*/ 712 w 1302"/>
                      <a:gd name="connsiteY2" fmla="*/ 4795 h 4795"/>
                      <a:gd name="connsiteX3" fmla="*/ 0 w 1302"/>
                      <a:gd name="connsiteY3" fmla="*/ 2397 h 4795"/>
                      <a:gd name="connsiteX4" fmla="*/ 712 w 1302"/>
                      <a:gd name="connsiteY4" fmla="*/ 0 h 47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02" h="4795">
                        <a:moveTo>
                          <a:pt x="712" y="0"/>
                        </a:moveTo>
                        <a:lnTo>
                          <a:pt x="1302" y="2397"/>
                        </a:lnTo>
                        <a:lnTo>
                          <a:pt x="712" y="4795"/>
                        </a:lnTo>
                        <a:lnTo>
                          <a:pt x="0" y="2397"/>
                        </a:lnTo>
                        <a:lnTo>
                          <a:pt x="712" y="0"/>
                        </a:lnTo>
                        <a:close/>
                      </a:path>
                    </a:pathLst>
                  </a:cu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30" name="手繪多邊形: 圖案 129">
                    <a:extLst>
                      <a:ext uri="{FF2B5EF4-FFF2-40B4-BE49-F238E27FC236}">
                        <a16:creationId xmlns:a16="http://schemas.microsoft.com/office/drawing/2014/main" id="{B234A5CD-9D55-48B6-B5F5-D4713547859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886567" y="5821386"/>
                    <a:ext cx="120942" cy="178534"/>
                  </a:xfrm>
                  <a:custGeom>
                    <a:avLst/>
                    <a:gdLst>
                      <a:gd name="connsiteX0" fmla="*/ 0 w 120942"/>
                      <a:gd name="connsiteY0" fmla="*/ 178534 h 178534"/>
                      <a:gd name="connsiteX1" fmla="*/ 0 w 120942"/>
                      <a:gd name="connsiteY1" fmla="*/ 0 h 178534"/>
                      <a:gd name="connsiteX2" fmla="*/ 41020 w 120942"/>
                      <a:gd name="connsiteY2" fmla="*/ 11191 h 178534"/>
                      <a:gd name="connsiteX3" fmla="*/ 120942 w 120942"/>
                      <a:gd name="connsiteY3" fmla="*/ 89267 h 178534"/>
                      <a:gd name="connsiteX4" fmla="*/ 41020 w 120942"/>
                      <a:gd name="connsiteY4" fmla="*/ 167343 h 178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0942" h="178534">
                        <a:moveTo>
                          <a:pt x="0" y="178534"/>
                        </a:moveTo>
                        <a:lnTo>
                          <a:pt x="0" y="0"/>
                        </a:lnTo>
                        <a:lnTo>
                          <a:pt x="41020" y="11191"/>
                        </a:lnTo>
                        <a:cubicBezTo>
                          <a:pt x="90400" y="31173"/>
                          <a:pt x="120942" y="58777"/>
                          <a:pt x="120942" y="89267"/>
                        </a:cubicBezTo>
                        <a:cubicBezTo>
                          <a:pt x="120942" y="119758"/>
                          <a:pt x="90400" y="147362"/>
                          <a:pt x="41020" y="167343"/>
                        </a:cubicBezTo>
                        <a:close/>
                      </a:path>
                    </a:pathLst>
                  </a:cu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31" name="橢圓 130">
                    <a:extLst>
                      <a:ext uri="{FF2B5EF4-FFF2-40B4-BE49-F238E27FC236}">
                        <a16:creationId xmlns:a16="http://schemas.microsoft.com/office/drawing/2014/main" id="{53C85C68-A8A9-4E8F-9FBD-A5E34152ECC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900285" y="5872989"/>
                    <a:ext cx="93231" cy="193584"/>
                  </a:xfrm>
                  <a:prstGeom prst="ellips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32" name="直線接點 131">
                    <a:extLst>
                      <a:ext uri="{FF2B5EF4-FFF2-40B4-BE49-F238E27FC236}">
                        <a16:creationId xmlns:a16="http://schemas.microsoft.com/office/drawing/2014/main" id="{BB0050B2-4B63-48C8-9101-3E2998FC19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878049" y="5426066"/>
                    <a:ext cx="137702" cy="0"/>
                  </a:xfrm>
                  <a:prstGeom prst="lin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133" name="直線接點 132">
                    <a:extLst>
                      <a:ext uri="{FF2B5EF4-FFF2-40B4-BE49-F238E27FC236}">
                        <a16:creationId xmlns:a16="http://schemas.microsoft.com/office/drawing/2014/main" id="{B89C631D-1E2E-4BAF-9C15-96F39334DD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43231" y="5433719"/>
                    <a:ext cx="5382" cy="407487"/>
                  </a:xfrm>
                  <a:prstGeom prst="line">
                    <a:avLst/>
                  </a:prstGeom>
                  <a:solidFill>
                    <a:srgbClr val="D0CECE"/>
                  </a:solidFill>
                  <a:ln>
                    <a:solidFill>
                      <a:schemeClr val="bg1">
                        <a:lumMod val="65000"/>
                      </a:schemeClr>
                    </a:solidFill>
                    <a:prstDash val="dash"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</p:cxnSp>
            </p:grpSp>
          </p:grpSp>
          <p:pic>
            <p:nvPicPr>
              <p:cNvPr id="210" name="圖片 209">
                <a:extLst>
                  <a:ext uri="{FF2B5EF4-FFF2-40B4-BE49-F238E27FC236}">
                    <a16:creationId xmlns:a16="http://schemas.microsoft.com/office/drawing/2014/main" id="{79B06445-5790-43E0-80AE-8B7020AD1E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499" r="41499"/>
              <a:stretch/>
            </p:blipFill>
            <p:spPr>
              <a:xfrm>
                <a:off x="6760309" y="4296760"/>
                <a:ext cx="181217" cy="660115"/>
              </a:xfrm>
              <a:prstGeom prst="rect">
                <a:avLst/>
              </a:prstGeom>
            </p:spPr>
          </p:pic>
        </p:grpSp>
      </p:grpSp>
      <p:grpSp>
        <p:nvGrpSpPr>
          <p:cNvPr id="224" name="群組 223">
            <a:extLst>
              <a:ext uri="{FF2B5EF4-FFF2-40B4-BE49-F238E27FC236}">
                <a16:creationId xmlns:a16="http://schemas.microsoft.com/office/drawing/2014/main" id="{E7827DF7-5043-48D4-B213-CDAFF1772C0A}"/>
              </a:ext>
            </a:extLst>
          </p:cNvPr>
          <p:cNvGrpSpPr/>
          <p:nvPr/>
        </p:nvGrpSpPr>
        <p:grpSpPr>
          <a:xfrm>
            <a:off x="4292967" y="1882420"/>
            <a:ext cx="893802" cy="2885741"/>
            <a:chOff x="4413397" y="2071134"/>
            <a:chExt cx="893802" cy="2885741"/>
          </a:xfrm>
        </p:grpSpPr>
        <p:grpSp>
          <p:nvGrpSpPr>
            <p:cNvPr id="214" name="群組 213">
              <a:extLst>
                <a:ext uri="{FF2B5EF4-FFF2-40B4-BE49-F238E27FC236}">
                  <a16:creationId xmlns:a16="http://schemas.microsoft.com/office/drawing/2014/main" id="{21999522-44AC-48FD-BC52-AB9DC3014760}"/>
                </a:ext>
              </a:extLst>
            </p:cNvPr>
            <p:cNvGrpSpPr/>
            <p:nvPr/>
          </p:nvGrpSpPr>
          <p:grpSpPr>
            <a:xfrm>
              <a:off x="4413397" y="2071134"/>
              <a:ext cx="412292" cy="2885741"/>
              <a:chOff x="4431607" y="2071134"/>
              <a:chExt cx="412292" cy="2885741"/>
            </a:xfrm>
          </p:grpSpPr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5BD603E1-5BDC-421D-B8C4-F78F7D03AC3E}"/>
                  </a:ext>
                </a:extLst>
              </p:cNvPr>
              <p:cNvGrpSpPr/>
              <p:nvPr/>
            </p:nvGrpSpPr>
            <p:grpSpPr>
              <a:xfrm>
                <a:off x="4431607" y="2071134"/>
                <a:ext cx="412292" cy="533837"/>
                <a:chOff x="5235146" y="3392474"/>
                <a:chExt cx="412292" cy="533837"/>
              </a:xfrm>
            </p:grpSpPr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839B9A17-7F0F-4804-BA61-58700B4AA9F2}"/>
                    </a:ext>
                  </a:extLst>
                </p:cNvPr>
                <p:cNvSpPr txBox="1"/>
                <p:nvPr/>
              </p:nvSpPr>
              <p:spPr>
                <a:xfrm>
                  <a:off x="5235146" y="3392474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0.6</a:t>
                  </a:r>
                  <a:endParaRPr lang="zh-TW" altLang="en-US" sz="1400" dirty="0"/>
                </a:p>
              </p:txBody>
            </p:sp>
            <p:grpSp>
              <p:nvGrpSpPr>
                <p:cNvPr id="23" name="群組 22">
                  <a:extLst>
                    <a:ext uri="{FF2B5EF4-FFF2-40B4-BE49-F238E27FC236}">
                      <a16:creationId xmlns:a16="http://schemas.microsoft.com/office/drawing/2014/main" id="{FA5493BF-3FA3-421C-9E19-5D6FB99915AC}"/>
                    </a:ext>
                  </a:extLst>
                </p:cNvPr>
                <p:cNvGrpSpPr/>
                <p:nvPr/>
              </p:nvGrpSpPr>
              <p:grpSpPr>
                <a:xfrm>
                  <a:off x="5252656" y="3665004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24" name="橢圓 23">
                    <a:extLst>
                      <a:ext uri="{FF2B5EF4-FFF2-40B4-BE49-F238E27FC236}">
                        <a16:creationId xmlns:a16="http://schemas.microsoft.com/office/drawing/2014/main" id="{C0946685-DBB8-4D06-926A-4CC4329AFA76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5" name="橢圓 24">
                    <a:extLst>
                      <a:ext uri="{FF2B5EF4-FFF2-40B4-BE49-F238E27FC236}">
                        <a16:creationId xmlns:a16="http://schemas.microsoft.com/office/drawing/2014/main" id="{DB290CC0-DB40-48D8-9F47-D584D3D1A02F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6" name="橢圓 25">
                    <a:extLst>
                      <a:ext uri="{FF2B5EF4-FFF2-40B4-BE49-F238E27FC236}">
                        <a16:creationId xmlns:a16="http://schemas.microsoft.com/office/drawing/2014/main" id="{B7D5B40E-62C5-469D-A068-53582B074F78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7" name="橢圓 26">
                    <a:extLst>
                      <a:ext uri="{FF2B5EF4-FFF2-40B4-BE49-F238E27FC236}">
                        <a16:creationId xmlns:a16="http://schemas.microsoft.com/office/drawing/2014/main" id="{1F98CE7C-E52C-4A4E-A366-1D97D44E972C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8" name="橢圓 27">
                    <a:extLst>
                      <a:ext uri="{FF2B5EF4-FFF2-40B4-BE49-F238E27FC236}">
                        <a16:creationId xmlns:a16="http://schemas.microsoft.com/office/drawing/2014/main" id="{93F3D107-98FD-48F8-B31D-981BB07D3D64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sp>
            <p:nvSpPr>
              <p:cNvPr id="85" name="箭號: 向右 84">
                <a:extLst>
                  <a:ext uri="{FF2B5EF4-FFF2-40B4-BE49-F238E27FC236}">
                    <a16:creationId xmlns:a16="http://schemas.microsoft.com/office/drawing/2014/main" id="{FAFB27A9-FB6B-4283-813B-859F34E852F2}"/>
                  </a:ext>
                </a:extLst>
              </p:cNvPr>
              <p:cNvSpPr/>
              <p:nvPr/>
            </p:nvSpPr>
            <p:spPr>
              <a:xfrm rot="5400000" flipV="1">
                <a:off x="4547753" y="2877360"/>
                <a:ext cx="180000" cy="180000"/>
              </a:xfrm>
              <a:prstGeom prst="rightArrow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90" name="群組 89">
                <a:extLst>
                  <a:ext uri="{FF2B5EF4-FFF2-40B4-BE49-F238E27FC236}">
                    <a16:creationId xmlns:a16="http://schemas.microsoft.com/office/drawing/2014/main" id="{B3E4CF36-354A-444C-9C88-FD25DCA334BF}"/>
                  </a:ext>
                </a:extLst>
              </p:cNvPr>
              <p:cNvGrpSpPr/>
              <p:nvPr/>
            </p:nvGrpSpPr>
            <p:grpSpPr>
              <a:xfrm>
                <a:off x="4518953" y="3379556"/>
                <a:ext cx="237600" cy="543600"/>
                <a:chOff x="6466154" y="5425381"/>
                <a:chExt cx="523502" cy="1202572"/>
              </a:xfrm>
            </p:grpSpPr>
            <p:sp>
              <p:nvSpPr>
                <p:cNvPr id="92" name="橢圓 91">
                  <a:extLst>
                    <a:ext uri="{FF2B5EF4-FFF2-40B4-BE49-F238E27FC236}">
                      <a16:creationId xmlns:a16="http://schemas.microsoft.com/office/drawing/2014/main" id="{75631A39-E46C-4F42-9503-B3FC74486655}"/>
                    </a:ext>
                  </a:extLst>
                </p:cNvPr>
                <p:cNvSpPr/>
                <p:nvPr/>
              </p:nvSpPr>
              <p:spPr>
                <a:xfrm rot="5400000">
                  <a:off x="6549755" y="6188328"/>
                  <a:ext cx="658694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3" name="手繪多邊形: 圖案 92">
                  <a:extLst>
                    <a:ext uri="{FF2B5EF4-FFF2-40B4-BE49-F238E27FC236}">
                      <a16:creationId xmlns:a16="http://schemas.microsoft.com/office/drawing/2014/main" id="{A69188E6-FF2B-42F5-8DBB-939BA77CE442}"/>
                    </a:ext>
                  </a:extLst>
                </p:cNvPr>
                <p:cNvSpPr/>
                <p:nvPr/>
              </p:nvSpPr>
              <p:spPr>
                <a:xfrm rot="5400000">
                  <a:off x="6878167" y="5966797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4" name="橢圓 93">
                  <a:extLst>
                    <a:ext uri="{FF2B5EF4-FFF2-40B4-BE49-F238E27FC236}">
                      <a16:creationId xmlns:a16="http://schemas.microsoft.com/office/drawing/2014/main" id="{65D6576F-1DB0-42FF-B40B-2270DCAB83E5}"/>
                    </a:ext>
                  </a:extLst>
                </p:cNvPr>
                <p:cNvSpPr/>
                <p:nvPr/>
              </p:nvSpPr>
              <p:spPr>
                <a:xfrm rot="5400000">
                  <a:off x="6606369" y="5587836"/>
                  <a:ext cx="545741" cy="220832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5" name="橢圓 94">
                  <a:extLst>
                    <a:ext uri="{FF2B5EF4-FFF2-40B4-BE49-F238E27FC236}">
                      <a16:creationId xmlns:a16="http://schemas.microsoft.com/office/drawing/2014/main" id="{51935EDF-850E-4F5E-8ED3-E4F440ABE8B0}"/>
                    </a:ext>
                  </a:extLst>
                </p:cNvPr>
                <p:cNvSpPr/>
                <p:nvPr/>
              </p:nvSpPr>
              <p:spPr>
                <a:xfrm rot="5400000">
                  <a:off x="6832486" y="5872989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6" name="橢圓 95">
                  <a:extLst>
                    <a:ext uri="{FF2B5EF4-FFF2-40B4-BE49-F238E27FC236}">
                      <a16:creationId xmlns:a16="http://schemas.microsoft.com/office/drawing/2014/main" id="{2F16074F-C734-48C0-A860-45AB0E989C2A}"/>
                    </a:ext>
                  </a:extLst>
                </p:cNvPr>
                <p:cNvSpPr/>
                <p:nvPr/>
              </p:nvSpPr>
              <p:spPr>
                <a:xfrm rot="5400000">
                  <a:off x="6303904" y="5588316"/>
                  <a:ext cx="545055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7" name="手繪多邊形: 圖案 96">
                  <a:extLst>
                    <a:ext uri="{FF2B5EF4-FFF2-40B4-BE49-F238E27FC236}">
                      <a16:creationId xmlns:a16="http://schemas.microsoft.com/office/drawing/2014/main" id="{EE1942FA-4851-4BA6-8816-95F6F1191522}"/>
                    </a:ext>
                  </a:extLst>
                </p:cNvPr>
                <p:cNvSpPr/>
                <p:nvPr/>
              </p:nvSpPr>
              <p:spPr>
                <a:xfrm rot="5400000">
                  <a:off x="6575499" y="5966796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98" name="橢圓 97">
                  <a:extLst>
                    <a:ext uri="{FF2B5EF4-FFF2-40B4-BE49-F238E27FC236}">
                      <a16:creationId xmlns:a16="http://schemas.microsoft.com/office/drawing/2014/main" id="{5FC90389-4CCA-4947-930D-945045FEE4AA}"/>
                    </a:ext>
                  </a:extLst>
                </p:cNvPr>
                <p:cNvSpPr/>
                <p:nvPr/>
              </p:nvSpPr>
              <p:spPr>
                <a:xfrm rot="5400000">
                  <a:off x="6247085" y="6188325"/>
                  <a:ext cx="658693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9" name="橢圓 98">
                  <a:extLst>
                    <a:ext uri="{FF2B5EF4-FFF2-40B4-BE49-F238E27FC236}">
                      <a16:creationId xmlns:a16="http://schemas.microsoft.com/office/drawing/2014/main" id="{9754315F-B11E-4CCA-88D6-08390DD38585}"/>
                    </a:ext>
                  </a:extLst>
                </p:cNvPr>
                <p:cNvSpPr/>
                <p:nvPr/>
              </p:nvSpPr>
              <p:spPr>
                <a:xfrm rot="5400000">
                  <a:off x="6303699" y="5588521"/>
                  <a:ext cx="545741" cy="220832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0" name="橢圓 99">
                  <a:extLst>
                    <a:ext uri="{FF2B5EF4-FFF2-40B4-BE49-F238E27FC236}">
                      <a16:creationId xmlns:a16="http://schemas.microsoft.com/office/drawing/2014/main" id="{3BAE1787-109F-4912-8FEC-ACD0F20603FD}"/>
                    </a:ext>
                  </a:extLst>
                </p:cNvPr>
                <p:cNvSpPr/>
                <p:nvPr/>
              </p:nvSpPr>
              <p:spPr>
                <a:xfrm rot="5400000">
                  <a:off x="6529816" y="5872988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pic>
            <p:nvPicPr>
              <p:cNvPr id="208" name="圖片 207">
                <a:extLst>
                  <a:ext uri="{FF2B5EF4-FFF2-40B4-BE49-F238E27FC236}">
                    <a16:creationId xmlns:a16="http://schemas.microsoft.com/office/drawing/2014/main" id="{FEB89D1D-8F1B-444C-86B1-1003A5801F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499" r="41499"/>
              <a:stretch/>
            </p:blipFill>
            <p:spPr>
              <a:xfrm>
                <a:off x="4547145" y="4296760"/>
                <a:ext cx="181217" cy="660115"/>
              </a:xfrm>
              <a:prstGeom prst="rect">
                <a:avLst/>
              </a:prstGeom>
            </p:spPr>
          </p:pic>
        </p:grpSp>
        <p:sp>
          <p:nvSpPr>
            <p:cNvPr id="217" name="文字方塊 216">
              <a:extLst>
                <a:ext uri="{FF2B5EF4-FFF2-40B4-BE49-F238E27FC236}">
                  <a16:creationId xmlns:a16="http://schemas.microsoft.com/office/drawing/2014/main" id="{F017BFBF-D855-4E33-89D6-98A498117D82}"/>
                </a:ext>
              </a:extLst>
            </p:cNvPr>
            <p:cNvSpPr txBox="1"/>
            <p:nvPr/>
          </p:nvSpPr>
          <p:spPr>
            <a:xfrm>
              <a:off x="4724988" y="3317815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&lt;5%</a:t>
              </a:r>
              <a:endParaRPr lang="zh-TW" altLang="en-US" dirty="0"/>
            </a:p>
          </p:txBody>
        </p:sp>
      </p:grpSp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18F288FF-5A18-495F-BA89-8F10B6C96870}"/>
              </a:ext>
            </a:extLst>
          </p:cNvPr>
          <p:cNvGrpSpPr/>
          <p:nvPr/>
        </p:nvGrpSpPr>
        <p:grpSpPr>
          <a:xfrm>
            <a:off x="3366531" y="1882420"/>
            <a:ext cx="869794" cy="2885741"/>
            <a:chOff x="3422785" y="2071134"/>
            <a:chExt cx="869794" cy="2885741"/>
          </a:xfrm>
        </p:grpSpPr>
        <p:grpSp>
          <p:nvGrpSpPr>
            <p:cNvPr id="215" name="群組 214">
              <a:extLst>
                <a:ext uri="{FF2B5EF4-FFF2-40B4-BE49-F238E27FC236}">
                  <a16:creationId xmlns:a16="http://schemas.microsoft.com/office/drawing/2014/main" id="{18E39D18-3462-45D2-BF75-7283E1C12976}"/>
                </a:ext>
              </a:extLst>
            </p:cNvPr>
            <p:cNvGrpSpPr/>
            <p:nvPr/>
          </p:nvGrpSpPr>
          <p:grpSpPr>
            <a:xfrm>
              <a:off x="3422785" y="2071134"/>
              <a:ext cx="412292" cy="2885741"/>
              <a:chOff x="3331313" y="2071134"/>
              <a:chExt cx="412292" cy="2885741"/>
            </a:xfrm>
          </p:grpSpPr>
          <p:grpSp>
            <p:nvGrpSpPr>
              <p:cNvPr id="13" name="群組 12">
                <a:extLst>
                  <a:ext uri="{FF2B5EF4-FFF2-40B4-BE49-F238E27FC236}">
                    <a16:creationId xmlns:a16="http://schemas.microsoft.com/office/drawing/2014/main" id="{4FF707EE-9D80-4E92-9BB2-0AE98D5C7978}"/>
                  </a:ext>
                </a:extLst>
              </p:cNvPr>
              <p:cNvGrpSpPr/>
              <p:nvPr/>
            </p:nvGrpSpPr>
            <p:grpSpPr>
              <a:xfrm>
                <a:off x="3331313" y="2071134"/>
                <a:ext cx="412292" cy="533837"/>
                <a:chOff x="4781650" y="3392474"/>
                <a:chExt cx="412292" cy="533837"/>
              </a:xfrm>
            </p:grpSpPr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FEEF8BB1-19E5-43D2-B98D-321F88BA6619}"/>
                    </a:ext>
                  </a:extLst>
                </p:cNvPr>
                <p:cNvSpPr txBox="1"/>
                <p:nvPr/>
              </p:nvSpPr>
              <p:spPr>
                <a:xfrm>
                  <a:off x="4781650" y="3392474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400"/>
                    <a:t>0.4</a:t>
                  </a:r>
                  <a:endParaRPr lang="zh-TW" altLang="en-US" sz="1400" dirty="0"/>
                </a:p>
              </p:txBody>
            </p:sp>
            <p:grpSp>
              <p:nvGrpSpPr>
                <p:cNvPr id="15" name="群組 14">
                  <a:extLst>
                    <a:ext uri="{FF2B5EF4-FFF2-40B4-BE49-F238E27FC236}">
                      <a16:creationId xmlns:a16="http://schemas.microsoft.com/office/drawing/2014/main" id="{4A9DB909-67D0-483D-A886-91F3DFDDBA44}"/>
                    </a:ext>
                  </a:extLst>
                </p:cNvPr>
                <p:cNvGrpSpPr/>
                <p:nvPr/>
              </p:nvGrpSpPr>
              <p:grpSpPr>
                <a:xfrm>
                  <a:off x="4799160" y="3665004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16" name="橢圓 15">
                    <a:extLst>
                      <a:ext uri="{FF2B5EF4-FFF2-40B4-BE49-F238E27FC236}">
                        <a16:creationId xmlns:a16="http://schemas.microsoft.com/office/drawing/2014/main" id="{11E351A4-4939-4CC5-8AF4-E402E87E97E1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7" name="橢圓 16">
                    <a:extLst>
                      <a:ext uri="{FF2B5EF4-FFF2-40B4-BE49-F238E27FC236}">
                        <a16:creationId xmlns:a16="http://schemas.microsoft.com/office/drawing/2014/main" id="{9D57B8BE-D4F0-49E5-B5BE-783F95D4EBEC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8" name="橢圓 17">
                    <a:extLst>
                      <a:ext uri="{FF2B5EF4-FFF2-40B4-BE49-F238E27FC236}">
                        <a16:creationId xmlns:a16="http://schemas.microsoft.com/office/drawing/2014/main" id="{2AE2C8B3-8F45-4904-A8F9-6868DD177E3A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9" name="橢圓 18">
                    <a:extLst>
                      <a:ext uri="{FF2B5EF4-FFF2-40B4-BE49-F238E27FC236}">
                        <a16:creationId xmlns:a16="http://schemas.microsoft.com/office/drawing/2014/main" id="{3A2D3002-1CF7-4D6E-8810-07F95EA06429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0" name="橢圓 19">
                    <a:extLst>
                      <a:ext uri="{FF2B5EF4-FFF2-40B4-BE49-F238E27FC236}">
                        <a16:creationId xmlns:a16="http://schemas.microsoft.com/office/drawing/2014/main" id="{0400134E-3F90-40B7-979A-BCAA013FEC41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sp>
            <p:nvSpPr>
              <p:cNvPr id="86" name="箭號: 向右 85">
                <a:extLst>
                  <a:ext uri="{FF2B5EF4-FFF2-40B4-BE49-F238E27FC236}">
                    <a16:creationId xmlns:a16="http://schemas.microsoft.com/office/drawing/2014/main" id="{71628FF8-7106-42ED-BB2B-8D761F3C49D1}"/>
                  </a:ext>
                </a:extLst>
              </p:cNvPr>
              <p:cNvSpPr/>
              <p:nvPr/>
            </p:nvSpPr>
            <p:spPr>
              <a:xfrm rot="5400000" flipV="1">
                <a:off x="3447459" y="2877360"/>
                <a:ext cx="180000" cy="180000"/>
              </a:xfrm>
              <a:prstGeom prst="rightArrow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102" name="群組 101">
                <a:extLst>
                  <a:ext uri="{FF2B5EF4-FFF2-40B4-BE49-F238E27FC236}">
                    <a16:creationId xmlns:a16="http://schemas.microsoft.com/office/drawing/2014/main" id="{87892AF6-0765-43AE-A8C4-434F6C2170C2}"/>
                  </a:ext>
                </a:extLst>
              </p:cNvPr>
              <p:cNvGrpSpPr/>
              <p:nvPr/>
            </p:nvGrpSpPr>
            <p:grpSpPr>
              <a:xfrm>
                <a:off x="3418659" y="3379556"/>
                <a:ext cx="237600" cy="543600"/>
                <a:chOff x="6466154" y="5425381"/>
                <a:chExt cx="523502" cy="1202572"/>
              </a:xfrm>
            </p:grpSpPr>
            <p:sp>
              <p:nvSpPr>
                <p:cNvPr id="104" name="橢圓 103">
                  <a:extLst>
                    <a:ext uri="{FF2B5EF4-FFF2-40B4-BE49-F238E27FC236}">
                      <a16:creationId xmlns:a16="http://schemas.microsoft.com/office/drawing/2014/main" id="{2315F13F-A045-4D5E-8C38-15445144AA65}"/>
                    </a:ext>
                  </a:extLst>
                </p:cNvPr>
                <p:cNvSpPr/>
                <p:nvPr/>
              </p:nvSpPr>
              <p:spPr>
                <a:xfrm rot="5400000">
                  <a:off x="6549755" y="6188328"/>
                  <a:ext cx="658694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08149FE1-77FF-4CE1-854E-432D3A4FA9B9}"/>
                    </a:ext>
                  </a:extLst>
                </p:cNvPr>
                <p:cNvSpPr/>
                <p:nvPr/>
              </p:nvSpPr>
              <p:spPr>
                <a:xfrm rot="5400000">
                  <a:off x="6878167" y="5966797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6" name="橢圓 105">
                  <a:extLst>
                    <a:ext uri="{FF2B5EF4-FFF2-40B4-BE49-F238E27FC236}">
                      <a16:creationId xmlns:a16="http://schemas.microsoft.com/office/drawing/2014/main" id="{42C83AE8-C3D8-4208-B887-7B1961E864E5}"/>
                    </a:ext>
                  </a:extLst>
                </p:cNvPr>
                <p:cNvSpPr/>
                <p:nvPr/>
              </p:nvSpPr>
              <p:spPr>
                <a:xfrm rot="5400000">
                  <a:off x="6606369" y="5587836"/>
                  <a:ext cx="545741" cy="220832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7" name="橢圓 106">
                  <a:extLst>
                    <a:ext uri="{FF2B5EF4-FFF2-40B4-BE49-F238E27FC236}">
                      <a16:creationId xmlns:a16="http://schemas.microsoft.com/office/drawing/2014/main" id="{B6201653-F3CA-4672-A8BD-EA97976D8E46}"/>
                    </a:ext>
                  </a:extLst>
                </p:cNvPr>
                <p:cNvSpPr/>
                <p:nvPr/>
              </p:nvSpPr>
              <p:spPr>
                <a:xfrm rot="5400000">
                  <a:off x="6832486" y="5872989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8" name="橢圓 107">
                  <a:extLst>
                    <a:ext uri="{FF2B5EF4-FFF2-40B4-BE49-F238E27FC236}">
                      <a16:creationId xmlns:a16="http://schemas.microsoft.com/office/drawing/2014/main" id="{0954921A-F832-4AC2-B585-44916167359C}"/>
                    </a:ext>
                  </a:extLst>
                </p:cNvPr>
                <p:cNvSpPr/>
                <p:nvPr/>
              </p:nvSpPr>
              <p:spPr>
                <a:xfrm rot="5400000">
                  <a:off x="6303904" y="5588316"/>
                  <a:ext cx="545055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786815C4-70EF-4DCF-BBAB-48EEBEFB73F6}"/>
                    </a:ext>
                  </a:extLst>
                </p:cNvPr>
                <p:cNvSpPr/>
                <p:nvPr/>
              </p:nvSpPr>
              <p:spPr>
                <a:xfrm rot="5400000">
                  <a:off x="6575499" y="5966796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10" name="橢圓 109">
                  <a:extLst>
                    <a:ext uri="{FF2B5EF4-FFF2-40B4-BE49-F238E27FC236}">
                      <a16:creationId xmlns:a16="http://schemas.microsoft.com/office/drawing/2014/main" id="{FEA7F492-A7AE-43E9-BE9A-E4CACDA555D3}"/>
                    </a:ext>
                  </a:extLst>
                </p:cNvPr>
                <p:cNvSpPr/>
                <p:nvPr/>
              </p:nvSpPr>
              <p:spPr>
                <a:xfrm rot="5400000">
                  <a:off x="6247085" y="6188325"/>
                  <a:ext cx="658693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1" name="橢圓 110">
                  <a:extLst>
                    <a:ext uri="{FF2B5EF4-FFF2-40B4-BE49-F238E27FC236}">
                      <a16:creationId xmlns:a16="http://schemas.microsoft.com/office/drawing/2014/main" id="{F60D38B3-D53B-4765-A251-DFC5FDD876A0}"/>
                    </a:ext>
                  </a:extLst>
                </p:cNvPr>
                <p:cNvSpPr/>
                <p:nvPr/>
              </p:nvSpPr>
              <p:spPr>
                <a:xfrm rot="5400000">
                  <a:off x="6303699" y="5588521"/>
                  <a:ext cx="545741" cy="220832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2" name="橢圓 111">
                  <a:extLst>
                    <a:ext uri="{FF2B5EF4-FFF2-40B4-BE49-F238E27FC236}">
                      <a16:creationId xmlns:a16="http://schemas.microsoft.com/office/drawing/2014/main" id="{8E099734-FD52-4C21-B28A-31115654E8B1}"/>
                    </a:ext>
                  </a:extLst>
                </p:cNvPr>
                <p:cNvSpPr/>
                <p:nvPr/>
              </p:nvSpPr>
              <p:spPr>
                <a:xfrm rot="5400000">
                  <a:off x="6529816" y="5872988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pic>
            <p:nvPicPr>
              <p:cNvPr id="207" name="圖片 206">
                <a:extLst>
                  <a:ext uri="{FF2B5EF4-FFF2-40B4-BE49-F238E27FC236}">
                    <a16:creationId xmlns:a16="http://schemas.microsoft.com/office/drawing/2014/main" id="{0EEC559F-B19D-4D54-A1E5-A6D086395B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499" r="41499"/>
              <a:stretch/>
            </p:blipFill>
            <p:spPr>
              <a:xfrm>
                <a:off x="3446851" y="4296760"/>
                <a:ext cx="181217" cy="660115"/>
              </a:xfrm>
              <a:prstGeom prst="rect">
                <a:avLst/>
              </a:prstGeom>
            </p:spPr>
          </p:pic>
        </p:grpSp>
        <p:sp>
          <p:nvSpPr>
            <p:cNvPr id="218" name="文字方塊 217">
              <a:extLst>
                <a:ext uri="{FF2B5EF4-FFF2-40B4-BE49-F238E27FC236}">
                  <a16:creationId xmlns:a16="http://schemas.microsoft.com/office/drawing/2014/main" id="{FA200ACE-854C-4DED-BC7A-743A32A9F03D}"/>
                </a:ext>
              </a:extLst>
            </p:cNvPr>
            <p:cNvSpPr txBox="1"/>
            <p:nvPr/>
          </p:nvSpPr>
          <p:spPr>
            <a:xfrm>
              <a:off x="3710368" y="3317815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&lt;5%</a:t>
              </a:r>
              <a:endParaRPr lang="zh-TW" altLang="en-US" dirty="0"/>
            </a:p>
          </p:txBody>
        </p: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79252B5F-B54A-4B45-BD0A-FA52ED95E0E5}"/>
              </a:ext>
            </a:extLst>
          </p:cNvPr>
          <p:cNvGrpSpPr/>
          <p:nvPr/>
        </p:nvGrpSpPr>
        <p:grpSpPr>
          <a:xfrm>
            <a:off x="2432173" y="1882420"/>
            <a:ext cx="877716" cy="2885741"/>
            <a:chOff x="2432173" y="2071134"/>
            <a:chExt cx="877716" cy="2885741"/>
          </a:xfrm>
        </p:grpSpPr>
        <p:grpSp>
          <p:nvGrpSpPr>
            <p:cNvPr id="216" name="群組 215">
              <a:extLst>
                <a:ext uri="{FF2B5EF4-FFF2-40B4-BE49-F238E27FC236}">
                  <a16:creationId xmlns:a16="http://schemas.microsoft.com/office/drawing/2014/main" id="{DE5B62DF-8105-4906-B6FC-D1C87B6F8733}"/>
                </a:ext>
              </a:extLst>
            </p:cNvPr>
            <p:cNvGrpSpPr/>
            <p:nvPr/>
          </p:nvGrpSpPr>
          <p:grpSpPr>
            <a:xfrm>
              <a:off x="2432173" y="2071134"/>
              <a:ext cx="412292" cy="2885741"/>
              <a:chOff x="2432173" y="2071134"/>
              <a:chExt cx="412292" cy="2885741"/>
            </a:xfrm>
          </p:grpSpPr>
          <p:grpSp>
            <p:nvGrpSpPr>
              <p:cNvPr id="5" name="群組 4">
                <a:extLst>
                  <a:ext uri="{FF2B5EF4-FFF2-40B4-BE49-F238E27FC236}">
                    <a16:creationId xmlns:a16="http://schemas.microsoft.com/office/drawing/2014/main" id="{A839C50F-EA62-4D66-804E-EA5CB0E1D316}"/>
                  </a:ext>
                </a:extLst>
              </p:cNvPr>
              <p:cNvGrpSpPr/>
              <p:nvPr/>
            </p:nvGrpSpPr>
            <p:grpSpPr>
              <a:xfrm>
                <a:off x="2432173" y="2071134"/>
                <a:ext cx="412292" cy="533837"/>
                <a:chOff x="4328553" y="3392474"/>
                <a:chExt cx="412292" cy="533837"/>
              </a:xfrm>
            </p:grpSpPr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A2929F12-9A18-4DB4-9FBD-84CB23494D53}"/>
                    </a:ext>
                  </a:extLst>
                </p:cNvPr>
                <p:cNvSpPr txBox="1"/>
                <p:nvPr/>
              </p:nvSpPr>
              <p:spPr>
                <a:xfrm>
                  <a:off x="4328553" y="3392474"/>
                  <a:ext cx="412292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/>
                    <a:t>0.2</a:t>
                  </a:r>
                  <a:endParaRPr lang="zh-TW" altLang="en-US" sz="1400" dirty="0"/>
                </a:p>
              </p:txBody>
            </p:sp>
            <p:grpSp>
              <p:nvGrpSpPr>
                <p:cNvPr id="7" name="群組 6">
                  <a:extLst>
                    <a:ext uri="{FF2B5EF4-FFF2-40B4-BE49-F238E27FC236}">
                      <a16:creationId xmlns:a16="http://schemas.microsoft.com/office/drawing/2014/main" id="{A25C3BD4-623A-4E02-A729-0CC012A7CAAA}"/>
                    </a:ext>
                  </a:extLst>
                </p:cNvPr>
                <p:cNvGrpSpPr/>
                <p:nvPr/>
              </p:nvGrpSpPr>
              <p:grpSpPr>
                <a:xfrm>
                  <a:off x="4346063" y="3665004"/>
                  <a:ext cx="377272" cy="261307"/>
                  <a:chOff x="9019484" y="4709765"/>
                  <a:chExt cx="306383" cy="212209"/>
                </a:xfrm>
              </p:grpSpPr>
              <p:sp>
                <p:nvSpPr>
                  <p:cNvPr id="8" name="橢圓 7">
                    <a:extLst>
                      <a:ext uri="{FF2B5EF4-FFF2-40B4-BE49-F238E27FC236}">
                        <a16:creationId xmlns:a16="http://schemas.microsoft.com/office/drawing/2014/main" id="{5BCA2249-F991-4CDD-9966-91DAE90B6216}"/>
                      </a:ext>
                    </a:extLst>
                  </p:cNvPr>
                  <p:cNvSpPr/>
                  <p:nvPr/>
                </p:nvSpPr>
                <p:spPr>
                  <a:xfrm>
                    <a:off x="9211777" y="4782431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9" name="橢圓 8">
                    <a:extLst>
                      <a:ext uri="{FF2B5EF4-FFF2-40B4-BE49-F238E27FC236}">
                        <a16:creationId xmlns:a16="http://schemas.microsoft.com/office/drawing/2014/main" id="{BC17FB18-E095-46E3-A241-F10D191BB787}"/>
                      </a:ext>
                    </a:extLst>
                  </p:cNvPr>
                  <p:cNvSpPr/>
                  <p:nvPr/>
                </p:nvSpPr>
                <p:spPr>
                  <a:xfrm>
                    <a:off x="9019484" y="4786386"/>
                    <a:ext cx="114090" cy="114091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0" name="橢圓 9">
                    <a:extLst>
                      <a:ext uri="{FF2B5EF4-FFF2-40B4-BE49-F238E27FC236}">
                        <a16:creationId xmlns:a16="http://schemas.microsoft.com/office/drawing/2014/main" id="{C6463316-98D3-410E-8A98-78805FE3B9C5}"/>
                      </a:ext>
                    </a:extLst>
                  </p:cNvPr>
                  <p:cNvSpPr/>
                  <p:nvPr/>
                </p:nvSpPr>
                <p:spPr>
                  <a:xfrm>
                    <a:off x="9066396" y="471002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1" name="橢圓 10">
                    <a:extLst>
                      <a:ext uri="{FF2B5EF4-FFF2-40B4-BE49-F238E27FC236}">
                        <a16:creationId xmlns:a16="http://schemas.microsoft.com/office/drawing/2014/main" id="{0CE59E4B-5501-4AB1-B44C-173C294230C7}"/>
                      </a:ext>
                    </a:extLst>
                  </p:cNvPr>
                  <p:cNvSpPr/>
                  <p:nvPr/>
                </p:nvSpPr>
                <p:spPr>
                  <a:xfrm>
                    <a:off x="9123313" y="4807884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2" name="橢圓 11">
                    <a:extLst>
                      <a:ext uri="{FF2B5EF4-FFF2-40B4-BE49-F238E27FC236}">
                        <a16:creationId xmlns:a16="http://schemas.microsoft.com/office/drawing/2014/main" id="{EEF99790-9175-40DB-9863-26F8D78A2DB2}"/>
                      </a:ext>
                    </a:extLst>
                  </p:cNvPr>
                  <p:cNvSpPr/>
                  <p:nvPr/>
                </p:nvSpPr>
                <p:spPr>
                  <a:xfrm>
                    <a:off x="9152554" y="4709765"/>
                    <a:ext cx="114090" cy="114090"/>
                  </a:xfrm>
                  <a:prstGeom prst="ellipse">
                    <a:avLst/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</p:grpSp>
          <p:sp>
            <p:nvSpPr>
              <p:cNvPr id="87" name="箭號: 向右 86">
                <a:extLst>
                  <a:ext uri="{FF2B5EF4-FFF2-40B4-BE49-F238E27FC236}">
                    <a16:creationId xmlns:a16="http://schemas.microsoft.com/office/drawing/2014/main" id="{0D68DCF4-6F12-418E-886A-852E6A1566D3}"/>
                  </a:ext>
                </a:extLst>
              </p:cNvPr>
              <p:cNvSpPr/>
              <p:nvPr/>
            </p:nvSpPr>
            <p:spPr>
              <a:xfrm rot="5400000" flipV="1">
                <a:off x="2548319" y="2877360"/>
                <a:ext cx="180000" cy="180000"/>
              </a:xfrm>
              <a:prstGeom prst="rightArrow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114" name="群組 113">
                <a:extLst>
                  <a:ext uri="{FF2B5EF4-FFF2-40B4-BE49-F238E27FC236}">
                    <a16:creationId xmlns:a16="http://schemas.microsoft.com/office/drawing/2014/main" id="{F1540612-1013-4F17-9D7B-B4560515B25D}"/>
                  </a:ext>
                </a:extLst>
              </p:cNvPr>
              <p:cNvGrpSpPr/>
              <p:nvPr/>
            </p:nvGrpSpPr>
            <p:grpSpPr>
              <a:xfrm>
                <a:off x="2519519" y="3379556"/>
                <a:ext cx="237600" cy="543600"/>
                <a:chOff x="6466154" y="5425381"/>
                <a:chExt cx="523502" cy="1202572"/>
              </a:xfrm>
            </p:grpSpPr>
            <p:sp>
              <p:nvSpPr>
                <p:cNvPr id="116" name="橢圓 115">
                  <a:extLst>
                    <a:ext uri="{FF2B5EF4-FFF2-40B4-BE49-F238E27FC236}">
                      <a16:creationId xmlns:a16="http://schemas.microsoft.com/office/drawing/2014/main" id="{A45C3752-C91F-4E1F-848A-1F83EEAD552F}"/>
                    </a:ext>
                  </a:extLst>
                </p:cNvPr>
                <p:cNvSpPr/>
                <p:nvPr/>
              </p:nvSpPr>
              <p:spPr>
                <a:xfrm rot="5400000">
                  <a:off x="6549755" y="6188328"/>
                  <a:ext cx="658694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7" name="手繪多邊形: 圖案 116">
                  <a:extLst>
                    <a:ext uri="{FF2B5EF4-FFF2-40B4-BE49-F238E27FC236}">
                      <a16:creationId xmlns:a16="http://schemas.microsoft.com/office/drawing/2014/main" id="{18FD6FAE-A5D7-49C1-914E-A0DD5B08C82B}"/>
                    </a:ext>
                  </a:extLst>
                </p:cNvPr>
                <p:cNvSpPr/>
                <p:nvPr/>
              </p:nvSpPr>
              <p:spPr>
                <a:xfrm rot="5400000">
                  <a:off x="6878167" y="5966797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7 h 4795"/>
                    <a:gd name="connsiteX2" fmla="*/ 712 w 1302"/>
                    <a:gd name="connsiteY2" fmla="*/ 4795 h 4795"/>
                    <a:gd name="connsiteX3" fmla="*/ 0 w 1302"/>
                    <a:gd name="connsiteY3" fmla="*/ 2397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7"/>
                      </a:lnTo>
                      <a:lnTo>
                        <a:pt x="712" y="4795"/>
                      </a:lnTo>
                      <a:lnTo>
                        <a:pt x="0" y="2397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8" name="橢圓 117">
                  <a:extLst>
                    <a:ext uri="{FF2B5EF4-FFF2-40B4-BE49-F238E27FC236}">
                      <a16:creationId xmlns:a16="http://schemas.microsoft.com/office/drawing/2014/main" id="{9DA5DBA6-3828-4058-97BD-26E9B7B42BAC}"/>
                    </a:ext>
                  </a:extLst>
                </p:cNvPr>
                <p:cNvSpPr/>
                <p:nvPr/>
              </p:nvSpPr>
              <p:spPr>
                <a:xfrm rot="5400000">
                  <a:off x="6606369" y="5587836"/>
                  <a:ext cx="545741" cy="220832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9" name="橢圓 118">
                  <a:extLst>
                    <a:ext uri="{FF2B5EF4-FFF2-40B4-BE49-F238E27FC236}">
                      <a16:creationId xmlns:a16="http://schemas.microsoft.com/office/drawing/2014/main" id="{5F79B49B-70C8-4A19-89BE-B6145D9EA0E6}"/>
                    </a:ext>
                  </a:extLst>
                </p:cNvPr>
                <p:cNvSpPr/>
                <p:nvPr/>
              </p:nvSpPr>
              <p:spPr>
                <a:xfrm rot="5400000">
                  <a:off x="6832486" y="5872989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" name="橢圓 119">
                  <a:extLst>
                    <a:ext uri="{FF2B5EF4-FFF2-40B4-BE49-F238E27FC236}">
                      <a16:creationId xmlns:a16="http://schemas.microsoft.com/office/drawing/2014/main" id="{957EA2DC-178C-47C9-80E0-2C538A022E5B}"/>
                    </a:ext>
                  </a:extLst>
                </p:cNvPr>
                <p:cNvSpPr/>
                <p:nvPr/>
              </p:nvSpPr>
              <p:spPr>
                <a:xfrm rot="5400000">
                  <a:off x="6303904" y="5588316"/>
                  <a:ext cx="545055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" name="手繪多邊形: 圖案 120">
                  <a:extLst>
                    <a:ext uri="{FF2B5EF4-FFF2-40B4-BE49-F238E27FC236}">
                      <a16:creationId xmlns:a16="http://schemas.microsoft.com/office/drawing/2014/main" id="{114A057A-775B-4D49-8ADA-EA8CAC6F645C}"/>
                    </a:ext>
                  </a:extLst>
                </p:cNvPr>
                <p:cNvSpPr/>
                <p:nvPr/>
              </p:nvSpPr>
              <p:spPr>
                <a:xfrm rot="5400000">
                  <a:off x="6575499" y="5966796"/>
                  <a:ext cx="1866" cy="6783"/>
                </a:xfrm>
                <a:custGeom>
                  <a:avLst/>
                  <a:gdLst>
                    <a:gd name="connsiteX0" fmla="*/ 712 w 1302"/>
                    <a:gd name="connsiteY0" fmla="*/ 0 h 4795"/>
                    <a:gd name="connsiteX1" fmla="*/ 1302 w 1302"/>
                    <a:gd name="connsiteY1" fmla="*/ 2398 h 4795"/>
                    <a:gd name="connsiteX2" fmla="*/ 712 w 1302"/>
                    <a:gd name="connsiteY2" fmla="*/ 4795 h 4795"/>
                    <a:gd name="connsiteX3" fmla="*/ 0 w 1302"/>
                    <a:gd name="connsiteY3" fmla="*/ 2398 h 4795"/>
                    <a:gd name="connsiteX4" fmla="*/ 712 w 1302"/>
                    <a:gd name="connsiteY4" fmla="*/ 0 h 4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2" h="4795">
                      <a:moveTo>
                        <a:pt x="712" y="0"/>
                      </a:moveTo>
                      <a:lnTo>
                        <a:pt x="1302" y="2398"/>
                      </a:lnTo>
                      <a:lnTo>
                        <a:pt x="712" y="4795"/>
                      </a:lnTo>
                      <a:lnTo>
                        <a:pt x="0" y="2398"/>
                      </a:lnTo>
                      <a:lnTo>
                        <a:pt x="712" y="0"/>
                      </a:lnTo>
                      <a:close/>
                    </a:path>
                  </a:pathLst>
                </a:custGeom>
                <a:solidFill>
                  <a:srgbClr val="D0CEC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122" name="橢圓 121">
                  <a:extLst>
                    <a:ext uri="{FF2B5EF4-FFF2-40B4-BE49-F238E27FC236}">
                      <a16:creationId xmlns:a16="http://schemas.microsoft.com/office/drawing/2014/main" id="{D6CD4801-FE09-42EC-92D1-146F7CC92F85}"/>
                    </a:ext>
                  </a:extLst>
                </p:cNvPr>
                <p:cNvSpPr/>
                <p:nvPr/>
              </p:nvSpPr>
              <p:spPr>
                <a:xfrm rot="5400000">
                  <a:off x="6247085" y="6188325"/>
                  <a:ext cx="658693" cy="220556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3" name="橢圓 122">
                  <a:extLst>
                    <a:ext uri="{FF2B5EF4-FFF2-40B4-BE49-F238E27FC236}">
                      <a16:creationId xmlns:a16="http://schemas.microsoft.com/office/drawing/2014/main" id="{9C5643EE-07A5-4A30-AD46-42ED5029844F}"/>
                    </a:ext>
                  </a:extLst>
                </p:cNvPr>
                <p:cNvSpPr/>
                <p:nvPr/>
              </p:nvSpPr>
              <p:spPr>
                <a:xfrm rot="5400000">
                  <a:off x="6303699" y="5588521"/>
                  <a:ext cx="545741" cy="220832"/>
                </a:xfrm>
                <a:prstGeom prst="ellipse">
                  <a:avLst/>
                </a:prstGeom>
                <a:no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4" name="橢圓 123">
                  <a:extLst>
                    <a:ext uri="{FF2B5EF4-FFF2-40B4-BE49-F238E27FC236}">
                      <a16:creationId xmlns:a16="http://schemas.microsoft.com/office/drawing/2014/main" id="{3A8767A9-89C2-4560-B663-05C610E4D7A1}"/>
                    </a:ext>
                  </a:extLst>
                </p:cNvPr>
                <p:cNvSpPr/>
                <p:nvPr/>
              </p:nvSpPr>
              <p:spPr>
                <a:xfrm rot="5400000">
                  <a:off x="6529816" y="5872988"/>
                  <a:ext cx="93231" cy="193584"/>
                </a:xfrm>
                <a:prstGeom prst="ellipse">
                  <a:avLst/>
                </a:prstGeom>
                <a:solidFill>
                  <a:srgbClr val="D0CECE"/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pic>
            <p:nvPicPr>
              <p:cNvPr id="181" name="圖片 180">
                <a:extLst>
                  <a:ext uri="{FF2B5EF4-FFF2-40B4-BE49-F238E27FC236}">
                    <a16:creationId xmlns:a16="http://schemas.microsoft.com/office/drawing/2014/main" id="{5FB65E5E-1576-4D86-B486-B46574BB17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41651" t="50651" r="41414"/>
              <a:stretch/>
            </p:blipFill>
            <p:spPr>
              <a:xfrm>
                <a:off x="2547711" y="4296760"/>
                <a:ext cx="181217" cy="660115"/>
              </a:xfrm>
              <a:prstGeom prst="rect">
                <a:avLst/>
              </a:prstGeom>
            </p:spPr>
          </p:pic>
        </p:grpSp>
        <p:sp>
          <p:nvSpPr>
            <p:cNvPr id="219" name="文字方塊 218">
              <a:extLst>
                <a:ext uri="{FF2B5EF4-FFF2-40B4-BE49-F238E27FC236}">
                  <a16:creationId xmlns:a16="http://schemas.microsoft.com/office/drawing/2014/main" id="{5F59C3D9-512D-4E72-BA83-9A1873777DFB}"/>
                </a:ext>
              </a:extLst>
            </p:cNvPr>
            <p:cNvSpPr txBox="1"/>
            <p:nvPr/>
          </p:nvSpPr>
          <p:spPr>
            <a:xfrm>
              <a:off x="2727678" y="3317815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/>
                <a:t>&lt;5%</a:t>
              </a:r>
              <a:endParaRPr lang="zh-TW" altLang="en-US" dirty="0"/>
            </a:p>
          </p:txBody>
        </p:sp>
      </p:grpSp>
      <p:sp>
        <p:nvSpPr>
          <p:cNvPr id="228" name="文字方塊 227">
            <a:extLst>
              <a:ext uri="{FF2B5EF4-FFF2-40B4-BE49-F238E27FC236}">
                <a16:creationId xmlns:a16="http://schemas.microsoft.com/office/drawing/2014/main" id="{F34AEE6A-AE26-476B-965C-2793E40274BB}"/>
              </a:ext>
            </a:extLst>
          </p:cNvPr>
          <p:cNvSpPr txBox="1"/>
          <p:nvPr/>
        </p:nvSpPr>
        <p:spPr>
          <a:xfrm>
            <a:off x="9124608" y="2822850"/>
            <a:ext cx="2288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Polynomial</a:t>
            </a:r>
            <a:r>
              <a:rPr lang="zh-TW" altLang="en-US" dirty="0"/>
              <a:t> </a:t>
            </a:r>
            <a:r>
              <a:rPr lang="en-US" altLang="zh-TW" dirty="0"/>
              <a:t>Regression</a:t>
            </a:r>
            <a:endParaRPr lang="zh-TW" altLang="en-US" dirty="0"/>
          </a:p>
        </p:txBody>
      </p:sp>
      <p:grpSp>
        <p:nvGrpSpPr>
          <p:cNvPr id="229" name="群組 228">
            <a:extLst>
              <a:ext uri="{FF2B5EF4-FFF2-40B4-BE49-F238E27FC236}">
                <a16:creationId xmlns:a16="http://schemas.microsoft.com/office/drawing/2014/main" id="{1976AD43-5CE9-4951-A346-66A21A1E455D}"/>
              </a:ext>
            </a:extLst>
          </p:cNvPr>
          <p:cNvGrpSpPr/>
          <p:nvPr/>
        </p:nvGrpSpPr>
        <p:grpSpPr>
          <a:xfrm>
            <a:off x="9731464" y="3411619"/>
            <a:ext cx="923310" cy="957635"/>
            <a:chOff x="7886533" y="5352793"/>
            <a:chExt cx="1181108" cy="1225016"/>
          </a:xfrm>
        </p:grpSpPr>
        <p:grpSp>
          <p:nvGrpSpPr>
            <p:cNvPr id="230" name="群組 229">
              <a:extLst>
                <a:ext uri="{FF2B5EF4-FFF2-40B4-BE49-F238E27FC236}">
                  <a16:creationId xmlns:a16="http://schemas.microsoft.com/office/drawing/2014/main" id="{4EE9CBB0-A7A7-4938-BCE7-2CB061028EAD}"/>
                </a:ext>
              </a:extLst>
            </p:cNvPr>
            <p:cNvGrpSpPr/>
            <p:nvPr/>
          </p:nvGrpSpPr>
          <p:grpSpPr>
            <a:xfrm>
              <a:off x="8408577" y="5352793"/>
              <a:ext cx="137021" cy="1225016"/>
              <a:chOff x="8482543" y="5352793"/>
              <a:chExt cx="137021" cy="1225016"/>
            </a:xfrm>
          </p:grpSpPr>
          <p:sp>
            <p:nvSpPr>
              <p:cNvPr id="264" name="橢圓 263">
                <a:extLst>
                  <a:ext uri="{FF2B5EF4-FFF2-40B4-BE49-F238E27FC236}">
                    <a16:creationId xmlns:a16="http://schemas.microsoft.com/office/drawing/2014/main" id="{921C5BF4-F697-48C2-80C3-66974E210352}"/>
                  </a:ext>
                </a:extLst>
              </p:cNvPr>
              <p:cNvSpPr/>
              <p:nvPr/>
            </p:nvSpPr>
            <p:spPr>
              <a:xfrm>
                <a:off x="8482543" y="535279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5" name="橢圓 264">
                <a:extLst>
                  <a:ext uri="{FF2B5EF4-FFF2-40B4-BE49-F238E27FC236}">
                    <a16:creationId xmlns:a16="http://schemas.microsoft.com/office/drawing/2014/main" id="{6D46B5A2-DD79-4127-8F0E-D394DA942783}"/>
                  </a:ext>
                </a:extLst>
              </p:cNvPr>
              <p:cNvSpPr/>
              <p:nvPr/>
            </p:nvSpPr>
            <p:spPr>
              <a:xfrm>
                <a:off x="8482543" y="571545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6" name="橢圓 265">
                <a:extLst>
                  <a:ext uri="{FF2B5EF4-FFF2-40B4-BE49-F238E27FC236}">
                    <a16:creationId xmlns:a16="http://schemas.microsoft.com/office/drawing/2014/main" id="{BC0DBD05-DA6D-4B9F-8827-8C326737E389}"/>
                  </a:ext>
                </a:extLst>
              </p:cNvPr>
              <p:cNvSpPr/>
              <p:nvPr/>
            </p:nvSpPr>
            <p:spPr>
              <a:xfrm>
                <a:off x="8482543" y="607812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7" name="橢圓 266">
                <a:extLst>
                  <a:ext uri="{FF2B5EF4-FFF2-40B4-BE49-F238E27FC236}">
                    <a16:creationId xmlns:a16="http://schemas.microsoft.com/office/drawing/2014/main" id="{B788AE3A-6C50-4E65-A348-42BAFC5C7562}"/>
                  </a:ext>
                </a:extLst>
              </p:cNvPr>
              <p:cNvSpPr/>
              <p:nvPr/>
            </p:nvSpPr>
            <p:spPr>
              <a:xfrm>
                <a:off x="8482543" y="644078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31" name="群組 230">
              <a:extLst>
                <a:ext uri="{FF2B5EF4-FFF2-40B4-BE49-F238E27FC236}">
                  <a16:creationId xmlns:a16="http://schemas.microsoft.com/office/drawing/2014/main" id="{D78B39D7-3E24-40AC-9EB2-95277A07A888}"/>
                </a:ext>
              </a:extLst>
            </p:cNvPr>
            <p:cNvGrpSpPr/>
            <p:nvPr/>
          </p:nvGrpSpPr>
          <p:grpSpPr>
            <a:xfrm>
              <a:off x="7886533" y="5534126"/>
              <a:ext cx="1181108" cy="137021"/>
              <a:chOff x="7886533" y="5502287"/>
              <a:chExt cx="1181108" cy="137021"/>
            </a:xfrm>
          </p:grpSpPr>
          <p:sp>
            <p:nvSpPr>
              <p:cNvPr id="262" name="橢圓 261">
                <a:extLst>
                  <a:ext uri="{FF2B5EF4-FFF2-40B4-BE49-F238E27FC236}">
                    <a16:creationId xmlns:a16="http://schemas.microsoft.com/office/drawing/2014/main" id="{35C8CF72-0F42-4F19-AC01-F6C423BD0E8B}"/>
                  </a:ext>
                </a:extLst>
              </p:cNvPr>
              <p:cNvSpPr/>
              <p:nvPr/>
            </p:nvSpPr>
            <p:spPr>
              <a:xfrm>
                <a:off x="7886533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3" name="橢圓 262">
                <a:extLst>
                  <a:ext uri="{FF2B5EF4-FFF2-40B4-BE49-F238E27FC236}">
                    <a16:creationId xmlns:a16="http://schemas.microsoft.com/office/drawing/2014/main" id="{2E1333A9-93EE-499A-B37B-AC1232A6E14F}"/>
                  </a:ext>
                </a:extLst>
              </p:cNvPr>
              <p:cNvSpPr/>
              <p:nvPr/>
            </p:nvSpPr>
            <p:spPr>
              <a:xfrm>
                <a:off x="8930620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32" name="群組 231">
              <a:extLst>
                <a:ext uri="{FF2B5EF4-FFF2-40B4-BE49-F238E27FC236}">
                  <a16:creationId xmlns:a16="http://schemas.microsoft.com/office/drawing/2014/main" id="{20911333-5A14-4A78-A2E2-176350191EA4}"/>
                </a:ext>
              </a:extLst>
            </p:cNvPr>
            <p:cNvGrpSpPr/>
            <p:nvPr/>
          </p:nvGrpSpPr>
          <p:grpSpPr>
            <a:xfrm>
              <a:off x="7886533" y="6259456"/>
              <a:ext cx="1181108" cy="137021"/>
              <a:chOff x="7886533" y="6120529"/>
              <a:chExt cx="1181108" cy="137021"/>
            </a:xfrm>
          </p:grpSpPr>
          <p:sp>
            <p:nvSpPr>
              <p:cNvPr id="260" name="橢圓 259">
                <a:extLst>
                  <a:ext uri="{FF2B5EF4-FFF2-40B4-BE49-F238E27FC236}">
                    <a16:creationId xmlns:a16="http://schemas.microsoft.com/office/drawing/2014/main" id="{6F37F6B6-1F23-4306-93D4-9E221C016155}"/>
                  </a:ext>
                </a:extLst>
              </p:cNvPr>
              <p:cNvSpPr/>
              <p:nvPr/>
            </p:nvSpPr>
            <p:spPr>
              <a:xfrm>
                <a:off x="7886533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1" name="橢圓 260">
                <a:extLst>
                  <a:ext uri="{FF2B5EF4-FFF2-40B4-BE49-F238E27FC236}">
                    <a16:creationId xmlns:a16="http://schemas.microsoft.com/office/drawing/2014/main" id="{522B45AA-43DC-4B85-B0BA-A638425E7C02}"/>
                  </a:ext>
                </a:extLst>
              </p:cNvPr>
              <p:cNvSpPr/>
              <p:nvPr/>
            </p:nvSpPr>
            <p:spPr>
              <a:xfrm>
                <a:off x="8930620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33" name="群組 232">
              <a:extLst>
                <a:ext uri="{FF2B5EF4-FFF2-40B4-BE49-F238E27FC236}">
                  <a16:creationId xmlns:a16="http://schemas.microsoft.com/office/drawing/2014/main" id="{0F3BE2C8-C16F-47CA-AB84-480C8670DEC2}"/>
                </a:ext>
              </a:extLst>
            </p:cNvPr>
            <p:cNvGrpSpPr/>
            <p:nvPr/>
          </p:nvGrpSpPr>
          <p:grpSpPr>
            <a:xfrm>
              <a:off x="7886533" y="5896791"/>
              <a:ext cx="1181108" cy="137021"/>
              <a:chOff x="7886533" y="5820982"/>
              <a:chExt cx="1181108" cy="137021"/>
            </a:xfrm>
          </p:grpSpPr>
          <p:sp>
            <p:nvSpPr>
              <p:cNvPr id="258" name="橢圓 257">
                <a:extLst>
                  <a:ext uri="{FF2B5EF4-FFF2-40B4-BE49-F238E27FC236}">
                    <a16:creationId xmlns:a16="http://schemas.microsoft.com/office/drawing/2014/main" id="{BCF4C936-07F6-47BA-AA68-2AC2A587C285}"/>
                  </a:ext>
                </a:extLst>
              </p:cNvPr>
              <p:cNvSpPr/>
              <p:nvPr/>
            </p:nvSpPr>
            <p:spPr>
              <a:xfrm>
                <a:off x="7886533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9" name="橢圓 258">
                <a:extLst>
                  <a:ext uri="{FF2B5EF4-FFF2-40B4-BE49-F238E27FC236}">
                    <a16:creationId xmlns:a16="http://schemas.microsoft.com/office/drawing/2014/main" id="{A5468C3C-752D-49A5-B069-8DDAA5A6DBA6}"/>
                  </a:ext>
                </a:extLst>
              </p:cNvPr>
              <p:cNvSpPr/>
              <p:nvPr/>
            </p:nvSpPr>
            <p:spPr>
              <a:xfrm>
                <a:off x="8930620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234" name="直線接點 233">
              <a:extLst>
                <a:ext uri="{FF2B5EF4-FFF2-40B4-BE49-F238E27FC236}">
                  <a16:creationId xmlns:a16="http://schemas.microsoft.com/office/drawing/2014/main" id="{F678CE3E-EC8C-41C3-AF69-C5729BB098BE}"/>
                </a:ext>
              </a:extLst>
            </p:cNvPr>
            <p:cNvCxnSpPr>
              <a:cxnSpLocks/>
              <a:stCxn id="262" idx="7"/>
              <a:endCxn id="264" idx="2"/>
            </p:cNvCxnSpPr>
            <p:nvPr/>
          </p:nvCxnSpPr>
          <p:spPr>
            <a:xfrm flipV="1">
              <a:off x="8003488" y="542130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直線接點 234">
              <a:extLst>
                <a:ext uri="{FF2B5EF4-FFF2-40B4-BE49-F238E27FC236}">
                  <a16:creationId xmlns:a16="http://schemas.microsoft.com/office/drawing/2014/main" id="{28F92DFE-124D-47AB-BC4B-B2ABA6D59337}"/>
                </a:ext>
              </a:extLst>
            </p:cNvPr>
            <p:cNvCxnSpPr>
              <a:cxnSpLocks/>
              <a:stCxn id="262" idx="6"/>
              <a:endCxn id="265" idx="1"/>
            </p:cNvCxnSpPr>
            <p:nvPr/>
          </p:nvCxnSpPr>
          <p:spPr>
            <a:xfrm>
              <a:off x="8023554" y="5602637"/>
              <a:ext cx="405089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6" name="直線接點 235">
              <a:extLst>
                <a:ext uri="{FF2B5EF4-FFF2-40B4-BE49-F238E27FC236}">
                  <a16:creationId xmlns:a16="http://schemas.microsoft.com/office/drawing/2014/main" id="{CFA2C19D-D8B5-4A15-BFC6-8314D52F914D}"/>
                </a:ext>
              </a:extLst>
            </p:cNvPr>
            <p:cNvCxnSpPr>
              <a:cxnSpLocks/>
              <a:stCxn id="262" idx="5"/>
              <a:endCxn id="266" idx="1"/>
            </p:cNvCxnSpPr>
            <p:nvPr/>
          </p:nvCxnSpPr>
          <p:spPr>
            <a:xfrm>
              <a:off x="8003488" y="5651081"/>
              <a:ext cx="425155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直線接點 236">
              <a:extLst>
                <a:ext uri="{FF2B5EF4-FFF2-40B4-BE49-F238E27FC236}">
                  <a16:creationId xmlns:a16="http://schemas.microsoft.com/office/drawing/2014/main" id="{AD1BF06B-B1F8-4B99-9834-852E9032B01A}"/>
                </a:ext>
              </a:extLst>
            </p:cNvPr>
            <p:cNvCxnSpPr>
              <a:cxnSpLocks/>
              <a:stCxn id="262" idx="4"/>
              <a:endCxn id="267" idx="0"/>
            </p:cNvCxnSpPr>
            <p:nvPr/>
          </p:nvCxnSpPr>
          <p:spPr>
            <a:xfrm>
              <a:off x="7955044" y="5671147"/>
              <a:ext cx="522044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直線接點 237">
              <a:extLst>
                <a:ext uri="{FF2B5EF4-FFF2-40B4-BE49-F238E27FC236}">
                  <a16:creationId xmlns:a16="http://schemas.microsoft.com/office/drawing/2014/main" id="{953CE9AA-1B43-4A59-B2F4-ED3D75E00884}"/>
                </a:ext>
              </a:extLst>
            </p:cNvPr>
            <p:cNvCxnSpPr>
              <a:cxnSpLocks/>
              <a:stCxn id="258" idx="0"/>
              <a:endCxn id="264" idx="3"/>
            </p:cNvCxnSpPr>
            <p:nvPr/>
          </p:nvCxnSpPr>
          <p:spPr>
            <a:xfrm flipV="1">
              <a:off x="7955044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直線接點 238">
              <a:extLst>
                <a:ext uri="{FF2B5EF4-FFF2-40B4-BE49-F238E27FC236}">
                  <a16:creationId xmlns:a16="http://schemas.microsoft.com/office/drawing/2014/main" id="{FE74939C-D0CC-421F-88BD-B024185CF613}"/>
                </a:ext>
              </a:extLst>
            </p:cNvPr>
            <p:cNvCxnSpPr>
              <a:cxnSpLocks/>
              <a:stCxn id="260" idx="0"/>
              <a:endCxn id="264" idx="4"/>
            </p:cNvCxnSpPr>
            <p:nvPr/>
          </p:nvCxnSpPr>
          <p:spPr>
            <a:xfrm flipV="1">
              <a:off x="7955044" y="5489814"/>
              <a:ext cx="522044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0" name="直線接點 239">
              <a:extLst>
                <a:ext uri="{FF2B5EF4-FFF2-40B4-BE49-F238E27FC236}">
                  <a16:creationId xmlns:a16="http://schemas.microsoft.com/office/drawing/2014/main" id="{5ECB30EA-6630-403B-9487-5961B6A8C21D}"/>
                </a:ext>
              </a:extLst>
            </p:cNvPr>
            <p:cNvCxnSpPr>
              <a:cxnSpLocks/>
              <a:stCxn id="260" idx="7"/>
              <a:endCxn id="265" idx="3"/>
            </p:cNvCxnSpPr>
            <p:nvPr/>
          </p:nvCxnSpPr>
          <p:spPr>
            <a:xfrm flipV="1">
              <a:off x="8003488" y="5832413"/>
              <a:ext cx="425155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直線接點 240">
              <a:extLst>
                <a:ext uri="{FF2B5EF4-FFF2-40B4-BE49-F238E27FC236}">
                  <a16:creationId xmlns:a16="http://schemas.microsoft.com/office/drawing/2014/main" id="{C0CEE6D4-C716-44FE-8383-CD6CB36CEC73}"/>
                </a:ext>
              </a:extLst>
            </p:cNvPr>
            <p:cNvCxnSpPr>
              <a:cxnSpLocks/>
              <a:stCxn id="258" idx="7"/>
              <a:endCxn id="265" idx="2"/>
            </p:cNvCxnSpPr>
            <p:nvPr/>
          </p:nvCxnSpPr>
          <p:spPr>
            <a:xfrm flipV="1">
              <a:off x="8003488" y="5783969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直線接點 241">
              <a:extLst>
                <a:ext uri="{FF2B5EF4-FFF2-40B4-BE49-F238E27FC236}">
                  <a16:creationId xmlns:a16="http://schemas.microsoft.com/office/drawing/2014/main" id="{D1A7B462-A29A-4BF6-A2DB-C6C52B65DDB6}"/>
                </a:ext>
              </a:extLst>
            </p:cNvPr>
            <p:cNvCxnSpPr>
              <a:cxnSpLocks/>
              <a:stCxn id="258" idx="5"/>
              <a:endCxn id="266" idx="2"/>
            </p:cNvCxnSpPr>
            <p:nvPr/>
          </p:nvCxnSpPr>
          <p:spPr>
            <a:xfrm>
              <a:off x="8003488" y="6013746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直線接點 242">
              <a:extLst>
                <a:ext uri="{FF2B5EF4-FFF2-40B4-BE49-F238E27FC236}">
                  <a16:creationId xmlns:a16="http://schemas.microsoft.com/office/drawing/2014/main" id="{7687A0A0-975D-43A1-B0E9-1EB770FED161}"/>
                </a:ext>
              </a:extLst>
            </p:cNvPr>
            <p:cNvCxnSpPr>
              <a:cxnSpLocks/>
              <a:stCxn id="258" idx="4"/>
              <a:endCxn id="267" idx="1"/>
            </p:cNvCxnSpPr>
            <p:nvPr/>
          </p:nvCxnSpPr>
          <p:spPr>
            <a:xfrm>
              <a:off x="7955044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直線接點 243">
              <a:extLst>
                <a:ext uri="{FF2B5EF4-FFF2-40B4-BE49-F238E27FC236}">
                  <a16:creationId xmlns:a16="http://schemas.microsoft.com/office/drawing/2014/main" id="{616DF2BF-0E3B-4092-A0BE-7D53E329DA47}"/>
                </a:ext>
              </a:extLst>
            </p:cNvPr>
            <p:cNvCxnSpPr>
              <a:cxnSpLocks/>
            </p:cNvCxnSpPr>
            <p:nvPr/>
          </p:nvCxnSpPr>
          <p:spPr>
            <a:xfrm>
              <a:off x="7996056" y="637434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直線接點 244">
              <a:extLst>
                <a:ext uri="{FF2B5EF4-FFF2-40B4-BE49-F238E27FC236}">
                  <a16:creationId xmlns:a16="http://schemas.microsoft.com/office/drawing/2014/main" id="{9FF8B556-3DAD-49D2-BA95-DF6CEE3461B8}"/>
                </a:ext>
              </a:extLst>
            </p:cNvPr>
            <p:cNvCxnSpPr>
              <a:cxnSpLocks/>
              <a:stCxn id="260" idx="6"/>
              <a:endCxn id="266" idx="3"/>
            </p:cNvCxnSpPr>
            <p:nvPr/>
          </p:nvCxnSpPr>
          <p:spPr>
            <a:xfrm flipV="1">
              <a:off x="8023554" y="6195078"/>
              <a:ext cx="405089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直線接點 245">
              <a:extLst>
                <a:ext uri="{FF2B5EF4-FFF2-40B4-BE49-F238E27FC236}">
                  <a16:creationId xmlns:a16="http://schemas.microsoft.com/office/drawing/2014/main" id="{D7D9D812-CC72-4E07-97FC-1237B58D33FD}"/>
                </a:ext>
              </a:extLst>
            </p:cNvPr>
            <p:cNvCxnSpPr>
              <a:cxnSpLocks/>
              <a:stCxn id="259" idx="3"/>
              <a:endCxn id="266" idx="6"/>
            </p:cNvCxnSpPr>
            <p:nvPr/>
          </p:nvCxnSpPr>
          <p:spPr>
            <a:xfrm flipH="1">
              <a:off x="8545598" y="6013746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直線接點 246">
              <a:extLst>
                <a:ext uri="{FF2B5EF4-FFF2-40B4-BE49-F238E27FC236}">
                  <a16:creationId xmlns:a16="http://schemas.microsoft.com/office/drawing/2014/main" id="{080614E2-1C81-49EA-AB5A-3AFBFD33CBA6}"/>
                </a:ext>
              </a:extLst>
            </p:cNvPr>
            <p:cNvCxnSpPr>
              <a:cxnSpLocks/>
              <a:stCxn id="263" idx="4"/>
              <a:endCxn id="267" idx="0"/>
            </p:cNvCxnSpPr>
            <p:nvPr/>
          </p:nvCxnSpPr>
          <p:spPr>
            <a:xfrm flipH="1">
              <a:off x="8477088" y="5671147"/>
              <a:ext cx="522043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直線接點 247">
              <a:extLst>
                <a:ext uri="{FF2B5EF4-FFF2-40B4-BE49-F238E27FC236}">
                  <a16:creationId xmlns:a16="http://schemas.microsoft.com/office/drawing/2014/main" id="{C15864A6-8892-4871-B35C-1E90F6ADC59E}"/>
                </a:ext>
              </a:extLst>
            </p:cNvPr>
            <p:cNvCxnSpPr>
              <a:cxnSpLocks/>
              <a:stCxn id="259" idx="4"/>
              <a:endCxn id="267" idx="7"/>
            </p:cNvCxnSpPr>
            <p:nvPr/>
          </p:nvCxnSpPr>
          <p:spPr>
            <a:xfrm flipH="1">
              <a:off x="8525532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直線接點 248">
              <a:extLst>
                <a:ext uri="{FF2B5EF4-FFF2-40B4-BE49-F238E27FC236}">
                  <a16:creationId xmlns:a16="http://schemas.microsoft.com/office/drawing/2014/main" id="{E3941F87-A6B0-4A16-99EF-3ECE3632E9C6}"/>
                </a:ext>
              </a:extLst>
            </p:cNvPr>
            <p:cNvCxnSpPr>
              <a:cxnSpLocks/>
              <a:stCxn id="261" idx="3"/>
              <a:endCxn id="267" idx="6"/>
            </p:cNvCxnSpPr>
            <p:nvPr/>
          </p:nvCxnSpPr>
          <p:spPr>
            <a:xfrm flipH="1">
              <a:off x="8545598" y="6376411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直線接點 249">
              <a:extLst>
                <a:ext uri="{FF2B5EF4-FFF2-40B4-BE49-F238E27FC236}">
                  <a16:creationId xmlns:a16="http://schemas.microsoft.com/office/drawing/2014/main" id="{C5F5422A-E6A0-421E-A15D-01CF2D8BA760}"/>
                </a:ext>
              </a:extLst>
            </p:cNvPr>
            <p:cNvCxnSpPr>
              <a:cxnSpLocks/>
              <a:stCxn id="261" idx="2"/>
              <a:endCxn id="266" idx="5"/>
            </p:cNvCxnSpPr>
            <p:nvPr/>
          </p:nvCxnSpPr>
          <p:spPr>
            <a:xfrm flipH="1" flipV="1">
              <a:off x="8525532" y="6195078"/>
              <a:ext cx="405088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直線接點 250">
              <a:extLst>
                <a:ext uri="{FF2B5EF4-FFF2-40B4-BE49-F238E27FC236}">
                  <a16:creationId xmlns:a16="http://schemas.microsoft.com/office/drawing/2014/main" id="{8D7C8E52-1EBD-4BC6-BE7D-04E6FEA4FB3F}"/>
                </a:ext>
              </a:extLst>
            </p:cNvPr>
            <p:cNvCxnSpPr>
              <a:cxnSpLocks/>
              <a:stCxn id="263" idx="3"/>
              <a:endCxn id="266" idx="7"/>
            </p:cNvCxnSpPr>
            <p:nvPr/>
          </p:nvCxnSpPr>
          <p:spPr>
            <a:xfrm flipH="1">
              <a:off x="8525532" y="5651081"/>
              <a:ext cx="425154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直線接點 251">
              <a:extLst>
                <a:ext uri="{FF2B5EF4-FFF2-40B4-BE49-F238E27FC236}">
                  <a16:creationId xmlns:a16="http://schemas.microsoft.com/office/drawing/2014/main" id="{631CB2FC-906D-42F0-A452-83BEA5D4D791}"/>
                </a:ext>
              </a:extLst>
            </p:cNvPr>
            <p:cNvCxnSpPr>
              <a:cxnSpLocks/>
              <a:stCxn id="261" idx="1"/>
              <a:endCxn id="265" idx="5"/>
            </p:cNvCxnSpPr>
            <p:nvPr/>
          </p:nvCxnSpPr>
          <p:spPr>
            <a:xfrm flipH="1" flipV="1">
              <a:off x="8525532" y="5832413"/>
              <a:ext cx="425154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直線接點 252">
              <a:extLst>
                <a:ext uri="{FF2B5EF4-FFF2-40B4-BE49-F238E27FC236}">
                  <a16:creationId xmlns:a16="http://schemas.microsoft.com/office/drawing/2014/main" id="{16543C6A-5150-4DFE-8D92-C0958420C6F5}"/>
                </a:ext>
              </a:extLst>
            </p:cNvPr>
            <p:cNvCxnSpPr>
              <a:cxnSpLocks/>
              <a:stCxn id="261" idx="0"/>
              <a:endCxn id="264" idx="4"/>
            </p:cNvCxnSpPr>
            <p:nvPr/>
          </p:nvCxnSpPr>
          <p:spPr>
            <a:xfrm flipH="1" flipV="1">
              <a:off x="8477088" y="5489814"/>
              <a:ext cx="522043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線接點 253">
              <a:extLst>
                <a:ext uri="{FF2B5EF4-FFF2-40B4-BE49-F238E27FC236}">
                  <a16:creationId xmlns:a16="http://schemas.microsoft.com/office/drawing/2014/main" id="{7FA7D1D9-B3BC-4C3E-BBF1-23B46E7CB363}"/>
                </a:ext>
              </a:extLst>
            </p:cNvPr>
            <p:cNvCxnSpPr>
              <a:cxnSpLocks/>
              <a:stCxn id="259" idx="0"/>
              <a:endCxn id="264" idx="5"/>
            </p:cNvCxnSpPr>
            <p:nvPr/>
          </p:nvCxnSpPr>
          <p:spPr>
            <a:xfrm flipH="1" flipV="1">
              <a:off x="8525532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5" name="直線接點 254">
              <a:extLst>
                <a:ext uri="{FF2B5EF4-FFF2-40B4-BE49-F238E27FC236}">
                  <a16:creationId xmlns:a16="http://schemas.microsoft.com/office/drawing/2014/main" id="{D7ECBE6A-923F-49A3-9DE2-A185470468CA}"/>
                </a:ext>
              </a:extLst>
            </p:cNvPr>
            <p:cNvCxnSpPr>
              <a:cxnSpLocks/>
              <a:stCxn id="259" idx="1"/>
              <a:endCxn id="265" idx="6"/>
            </p:cNvCxnSpPr>
            <p:nvPr/>
          </p:nvCxnSpPr>
          <p:spPr>
            <a:xfrm flipH="1" flipV="1">
              <a:off x="8545598" y="5783969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直線接點 255">
              <a:extLst>
                <a:ext uri="{FF2B5EF4-FFF2-40B4-BE49-F238E27FC236}">
                  <a16:creationId xmlns:a16="http://schemas.microsoft.com/office/drawing/2014/main" id="{665D35CF-465F-427C-97D5-29108C3BCA44}"/>
                </a:ext>
              </a:extLst>
            </p:cNvPr>
            <p:cNvCxnSpPr>
              <a:cxnSpLocks/>
              <a:stCxn id="263" idx="2"/>
              <a:endCxn id="265" idx="7"/>
            </p:cNvCxnSpPr>
            <p:nvPr/>
          </p:nvCxnSpPr>
          <p:spPr>
            <a:xfrm flipH="1">
              <a:off x="8525532" y="5602637"/>
              <a:ext cx="405088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直線接點 256">
              <a:extLst>
                <a:ext uri="{FF2B5EF4-FFF2-40B4-BE49-F238E27FC236}">
                  <a16:creationId xmlns:a16="http://schemas.microsoft.com/office/drawing/2014/main" id="{8108F0BE-06E8-4858-936B-0ED3DEFC9C56}"/>
                </a:ext>
              </a:extLst>
            </p:cNvPr>
            <p:cNvCxnSpPr>
              <a:cxnSpLocks/>
              <a:stCxn id="263" idx="1"/>
              <a:endCxn id="264" idx="6"/>
            </p:cNvCxnSpPr>
            <p:nvPr/>
          </p:nvCxnSpPr>
          <p:spPr>
            <a:xfrm flipH="1" flipV="1">
              <a:off x="8545598" y="5421304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9" name="群組 268">
            <a:extLst>
              <a:ext uri="{FF2B5EF4-FFF2-40B4-BE49-F238E27FC236}">
                <a16:creationId xmlns:a16="http://schemas.microsoft.com/office/drawing/2014/main" id="{10DC6270-B42F-459D-B4FE-3CB031235750}"/>
              </a:ext>
            </a:extLst>
          </p:cNvPr>
          <p:cNvGrpSpPr/>
          <p:nvPr/>
        </p:nvGrpSpPr>
        <p:grpSpPr>
          <a:xfrm>
            <a:off x="4347155" y="6050399"/>
            <a:ext cx="592101" cy="709747"/>
            <a:chOff x="4501922" y="5893984"/>
            <a:chExt cx="499980" cy="599322"/>
          </a:xfrm>
        </p:grpSpPr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D9B1E0FB-2A28-4A8E-BC73-48287F582C8E}"/>
                </a:ext>
              </a:extLst>
            </p:cNvPr>
            <p:cNvSpPr/>
            <p:nvPr/>
          </p:nvSpPr>
          <p:spPr>
            <a:xfrm>
              <a:off x="4501922" y="5893984"/>
              <a:ext cx="464642" cy="5993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7605754C-E114-4934-A313-A085913153C7}"/>
                </a:ext>
              </a:extLst>
            </p:cNvPr>
            <p:cNvSpPr/>
            <p:nvPr/>
          </p:nvSpPr>
          <p:spPr>
            <a:xfrm>
              <a:off x="4685220" y="6077795"/>
              <a:ext cx="98689" cy="2317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74" name="群組 273">
              <a:extLst>
                <a:ext uri="{FF2B5EF4-FFF2-40B4-BE49-F238E27FC236}">
                  <a16:creationId xmlns:a16="http://schemas.microsoft.com/office/drawing/2014/main" id="{C64E3297-237B-440A-8F65-826C28154B7A}"/>
                </a:ext>
              </a:extLst>
            </p:cNvPr>
            <p:cNvGrpSpPr/>
            <p:nvPr/>
          </p:nvGrpSpPr>
          <p:grpSpPr>
            <a:xfrm>
              <a:off x="4685864" y="6309496"/>
              <a:ext cx="98046" cy="131586"/>
              <a:chOff x="9710654" y="4157133"/>
              <a:chExt cx="235521" cy="305329"/>
            </a:xfrm>
          </p:grpSpPr>
          <p:cxnSp>
            <p:nvCxnSpPr>
              <p:cNvPr id="280" name="直線接點 279">
                <a:extLst>
                  <a:ext uri="{FF2B5EF4-FFF2-40B4-BE49-F238E27FC236}">
                    <a16:creationId xmlns:a16="http://schemas.microsoft.com/office/drawing/2014/main" id="{F36759F4-8019-45AB-A6D6-63060AD00654}"/>
                  </a:ext>
                </a:extLst>
              </p:cNvPr>
              <p:cNvCxnSpPr>
                <a:cxnSpLocks/>
                <a:stCxn id="273" idx="2"/>
              </p:cNvCxnSpPr>
              <p:nvPr/>
            </p:nvCxnSpPr>
            <p:spPr>
              <a:xfrm>
                <a:off x="9827642" y="4157133"/>
                <a:ext cx="0" cy="291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81" name="直線接點 280">
                <a:extLst>
                  <a:ext uri="{FF2B5EF4-FFF2-40B4-BE49-F238E27FC236}">
                    <a16:creationId xmlns:a16="http://schemas.microsoft.com/office/drawing/2014/main" id="{E706905C-C2DD-4526-B202-2AD8DE4CA2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10654" y="4462462"/>
                <a:ext cx="2355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grpSp>
          <p:nvGrpSpPr>
            <p:cNvPr id="275" name="群組 274">
              <a:extLst>
                <a:ext uri="{FF2B5EF4-FFF2-40B4-BE49-F238E27FC236}">
                  <a16:creationId xmlns:a16="http://schemas.microsoft.com/office/drawing/2014/main" id="{3BAB933D-AB63-44E8-8329-5E5378C96718}"/>
                </a:ext>
              </a:extLst>
            </p:cNvPr>
            <p:cNvGrpSpPr/>
            <p:nvPr/>
          </p:nvGrpSpPr>
          <p:grpSpPr>
            <a:xfrm rot="10800000">
              <a:off x="4685220" y="5943130"/>
              <a:ext cx="98046" cy="131586"/>
              <a:chOff x="9710654" y="4157133"/>
              <a:chExt cx="235521" cy="305329"/>
            </a:xfrm>
          </p:grpSpPr>
          <p:cxnSp>
            <p:nvCxnSpPr>
              <p:cNvPr id="278" name="直線接點 277">
                <a:extLst>
                  <a:ext uri="{FF2B5EF4-FFF2-40B4-BE49-F238E27FC236}">
                    <a16:creationId xmlns:a16="http://schemas.microsoft.com/office/drawing/2014/main" id="{1CE34740-9CC4-4B14-B10F-E997E0D6E0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27642" y="4157133"/>
                <a:ext cx="0" cy="2910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79" name="直線接點 278">
                <a:extLst>
                  <a:ext uri="{FF2B5EF4-FFF2-40B4-BE49-F238E27FC236}">
                    <a16:creationId xmlns:a16="http://schemas.microsoft.com/office/drawing/2014/main" id="{69E634F9-8A61-48A7-9314-C5ED2EFD8E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710654" y="4462462"/>
                <a:ext cx="23552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cxnSp>
          <p:nvCxnSpPr>
            <p:cNvPr id="276" name="直線單箭頭接點 275">
              <a:extLst>
                <a:ext uri="{FF2B5EF4-FFF2-40B4-BE49-F238E27FC236}">
                  <a16:creationId xmlns:a16="http://schemas.microsoft.com/office/drawing/2014/main" id="{6177A71B-CDBA-4970-83A7-4237015410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6603" y="6070177"/>
              <a:ext cx="185299" cy="453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7" name="直線單箭頭接點 276">
              <a:extLst>
                <a:ext uri="{FF2B5EF4-FFF2-40B4-BE49-F238E27FC236}">
                  <a16:creationId xmlns:a16="http://schemas.microsoft.com/office/drawing/2014/main" id="{C81F2690-D3E8-4ECB-B0C9-49B3957E93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16603" y="6297392"/>
              <a:ext cx="185299" cy="4539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0" name="文字方塊 269">
            <a:extLst>
              <a:ext uri="{FF2B5EF4-FFF2-40B4-BE49-F238E27FC236}">
                <a16:creationId xmlns:a16="http://schemas.microsoft.com/office/drawing/2014/main" id="{543D4E55-C878-4245-85E3-DF05BB3C0FE7}"/>
              </a:ext>
            </a:extLst>
          </p:cNvPr>
          <p:cNvSpPr txBox="1"/>
          <p:nvPr/>
        </p:nvSpPr>
        <p:spPr>
          <a:xfrm>
            <a:off x="4977416" y="6115892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Q1</a:t>
            </a:r>
            <a:endParaRPr lang="zh-TW" altLang="en-US" sz="1400" dirty="0"/>
          </a:p>
        </p:txBody>
      </p:sp>
      <p:sp>
        <p:nvSpPr>
          <p:cNvPr id="271" name="文字方塊 270">
            <a:extLst>
              <a:ext uri="{FF2B5EF4-FFF2-40B4-BE49-F238E27FC236}">
                <a16:creationId xmlns:a16="http://schemas.microsoft.com/office/drawing/2014/main" id="{B54C6B40-B05A-45E8-BFB8-FE9837E506CB}"/>
              </a:ext>
            </a:extLst>
          </p:cNvPr>
          <p:cNvSpPr txBox="1"/>
          <p:nvPr/>
        </p:nvSpPr>
        <p:spPr>
          <a:xfrm>
            <a:off x="4980814" y="637179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Q3</a:t>
            </a:r>
            <a:endParaRPr lang="zh-TW" altLang="en-US" sz="1400" dirty="0"/>
          </a:p>
        </p:txBody>
      </p:sp>
      <p:grpSp>
        <p:nvGrpSpPr>
          <p:cNvPr id="282" name="群組 281">
            <a:extLst>
              <a:ext uri="{FF2B5EF4-FFF2-40B4-BE49-F238E27FC236}">
                <a16:creationId xmlns:a16="http://schemas.microsoft.com/office/drawing/2014/main" id="{8D6D756A-D157-456D-9CA1-F4A68DA138C0}"/>
              </a:ext>
            </a:extLst>
          </p:cNvPr>
          <p:cNvGrpSpPr/>
          <p:nvPr/>
        </p:nvGrpSpPr>
        <p:grpSpPr>
          <a:xfrm>
            <a:off x="6837054" y="5808191"/>
            <a:ext cx="539926" cy="559998"/>
            <a:chOff x="7886533" y="5352793"/>
            <a:chExt cx="1181108" cy="1225016"/>
          </a:xfrm>
        </p:grpSpPr>
        <p:grpSp>
          <p:nvGrpSpPr>
            <p:cNvPr id="283" name="群組 282">
              <a:extLst>
                <a:ext uri="{FF2B5EF4-FFF2-40B4-BE49-F238E27FC236}">
                  <a16:creationId xmlns:a16="http://schemas.microsoft.com/office/drawing/2014/main" id="{4C45C20E-860A-42B9-8FC0-83A2ED69B911}"/>
                </a:ext>
              </a:extLst>
            </p:cNvPr>
            <p:cNvGrpSpPr/>
            <p:nvPr/>
          </p:nvGrpSpPr>
          <p:grpSpPr>
            <a:xfrm>
              <a:off x="8408577" y="5352793"/>
              <a:ext cx="137021" cy="1225016"/>
              <a:chOff x="8482543" y="5352793"/>
              <a:chExt cx="137021" cy="1225016"/>
            </a:xfrm>
          </p:grpSpPr>
          <p:sp>
            <p:nvSpPr>
              <p:cNvPr id="317" name="橢圓 316">
                <a:extLst>
                  <a:ext uri="{FF2B5EF4-FFF2-40B4-BE49-F238E27FC236}">
                    <a16:creationId xmlns:a16="http://schemas.microsoft.com/office/drawing/2014/main" id="{47640309-4DA5-47C6-88BE-877B50AE78EB}"/>
                  </a:ext>
                </a:extLst>
              </p:cNvPr>
              <p:cNvSpPr/>
              <p:nvPr/>
            </p:nvSpPr>
            <p:spPr>
              <a:xfrm>
                <a:off x="8482543" y="535279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橢圓 317">
                <a:extLst>
                  <a:ext uri="{FF2B5EF4-FFF2-40B4-BE49-F238E27FC236}">
                    <a16:creationId xmlns:a16="http://schemas.microsoft.com/office/drawing/2014/main" id="{53FFD4BA-AD6A-4627-BFA9-A53BF6C98954}"/>
                  </a:ext>
                </a:extLst>
              </p:cNvPr>
              <p:cNvSpPr/>
              <p:nvPr/>
            </p:nvSpPr>
            <p:spPr>
              <a:xfrm>
                <a:off x="8482543" y="571545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9" name="橢圓 318">
                <a:extLst>
                  <a:ext uri="{FF2B5EF4-FFF2-40B4-BE49-F238E27FC236}">
                    <a16:creationId xmlns:a16="http://schemas.microsoft.com/office/drawing/2014/main" id="{F0402760-62A6-495B-B18D-5808B09067AA}"/>
                  </a:ext>
                </a:extLst>
              </p:cNvPr>
              <p:cNvSpPr/>
              <p:nvPr/>
            </p:nvSpPr>
            <p:spPr>
              <a:xfrm>
                <a:off x="8482543" y="6078123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0" name="橢圓 319">
                <a:extLst>
                  <a:ext uri="{FF2B5EF4-FFF2-40B4-BE49-F238E27FC236}">
                    <a16:creationId xmlns:a16="http://schemas.microsoft.com/office/drawing/2014/main" id="{7183C3BF-9B42-45CB-B7E6-3C2CDB86C561}"/>
                  </a:ext>
                </a:extLst>
              </p:cNvPr>
              <p:cNvSpPr/>
              <p:nvPr/>
            </p:nvSpPr>
            <p:spPr>
              <a:xfrm>
                <a:off x="8482543" y="6440788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84" name="群組 283">
              <a:extLst>
                <a:ext uri="{FF2B5EF4-FFF2-40B4-BE49-F238E27FC236}">
                  <a16:creationId xmlns:a16="http://schemas.microsoft.com/office/drawing/2014/main" id="{2B6392D5-D814-495A-B10F-747659BBF366}"/>
                </a:ext>
              </a:extLst>
            </p:cNvPr>
            <p:cNvGrpSpPr/>
            <p:nvPr/>
          </p:nvGrpSpPr>
          <p:grpSpPr>
            <a:xfrm>
              <a:off x="7886533" y="5534126"/>
              <a:ext cx="1181108" cy="137021"/>
              <a:chOff x="7886533" y="5502287"/>
              <a:chExt cx="1181108" cy="137021"/>
            </a:xfrm>
          </p:grpSpPr>
          <p:sp>
            <p:nvSpPr>
              <p:cNvPr id="315" name="橢圓 314">
                <a:extLst>
                  <a:ext uri="{FF2B5EF4-FFF2-40B4-BE49-F238E27FC236}">
                    <a16:creationId xmlns:a16="http://schemas.microsoft.com/office/drawing/2014/main" id="{CE6DA66E-C29A-4059-BA4E-3134394EF8F6}"/>
                  </a:ext>
                </a:extLst>
              </p:cNvPr>
              <p:cNvSpPr/>
              <p:nvPr/>
            </p:nvSpPr>
            <p:spPr>
              <a:xfrm>
                <a:off x="7886533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6" name="橢圓 315">
                <a:extLst>
                  <a:ext uri="{FF2B5EF4-FFF2-40B4-BE49-F238E27FC236}">
                    <a16:creationId xmlns:a16="http://schemas.microsoft.com/office/drawing/2014/main" id="{AF7660EF-DB97-4F8B-8541-2F27696CDEC9}"/>
                  </a:ext>
                </a:extLst>
              </p:cNvPr>
              <p:cNvSpPr/>
              <p:nvPr/>
            </p:nvSpPr>
            <p:spPr>
              <a:xfrm>
                <a:off x="8930620" y="5502287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85" name="群組 284">
              <a:extLst>
                <a:ext uri="{FF2B5EF4-FFF2-40B4-BE49-F238E27FC236}">
                  <a16:creationId xmlns:a16="http://schemas.microsoft.com/office/drawing/2014/main" id="{69D6BFC9-9EE8-47BB-9036-E34C4B444B60}"/>
                </a:ext>
              </a:extLst>
            </p:cNvPr>
            <p:cNvGrpSpPr/>
            <p:nvPr/>
          </p:nvGrpSpPr>
          <p:grpSpPr>
            <a:xfrm>
              <a:off x="7886533" y="6259456"/>
              <a:ext cx="1181108" cy="137021"/>
              <a:chOff x="7886533" y="6120529"/>
              <a:chExt cx="1181108" cy="137021"/>
            </a:xfrm>
          </p:grpSpPr>
          <p:sp>
            <p:nvSpPr>
              <p:cNvPr id="313" name="橢圓 312">
                <a:extLst>
                  <a:ext uri="{FF2B5EF4-FFF2-40B4-BE49-F238E27FC236}">
                    <a16:creationId xmlns:a16="http://schemas.microsoft.com/office/drawing/2014/main" id="{3430E88E-2D69-4073-BE0C-98A2C9B0C380}"/>
                  </a:ext>
                </a:extLst>
              </p:cNvPr>
              <p:cNvSpPr/>
              <p:nvPr/>
            </p:nvSpPr>
            <p:spPr>
              <a:xfrm>
                <a:off x="7886533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4" name="橢圓 313">
                <a:extLst>
                  <a:ext uri="{FF2B5EF4-FFF2-40B4-BE49-F238E27FC236}">
                    <a16:creationId xmlns:a16="http://schemas.microsoft.com/office/drawing/2014/main" id="{EEAD210C-3E9A-43ED-B6F0-8565AF02D2C8}"/>
                  </a:ext>
                </a:extLst>
              </p:cNvPr>
              <p:cNvSpPr/>
              <p:nvPr/>
            </p:nvSpPr>
            <p:spPr>
              <a:xfrm>
                <a:off x="8930620" y="6120529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86" name="群組 285">
              <a:extLst>
                <a:ext uri="{FF2B5EF4-FFF2-40B4-BE49-F238E27FC236}">
                  <a16:creationId xmlns:a16="http://schemas.microsoft.com/office/drawing/2014/main" id="{2545E41C-99E4-4A29-80C8-861D4441B63F}"/>
                </a:ext>
              </a:extLst>
            </p:cNvPr>
            <p:cNvGrpSpPr/>
            <p:nvPr/>
          </p:nvGrpSpPr>
          <p:grpSpPr>
            <a:xfrm>
              <a:off x="7886533" y="5896791"/>
              <a:ext cx="1181108" cy="137021"/>
              <a:chOff x="7886533" y="5820982"/>
              <a:chExt cx="1181108" cy="137021"/>
            </a:xfrm>
          </p:grpSpPr>
          <p:sp>
            <p:nvSpPr>
              <p:cNvPr id="311" name="橢圓 310">
                <a:extLst>
                  <a:ext uri="{FF2B5EF4-FFF2-40B4-BE49-F238E27FC236}">
                    <a16:creationId xmlns:a16="http://schemas.microsoft.com/office/drawing/2014/main" id="{EB700A1B-9F54-475C-B1AC-71D54F658E20}"/>
                  </a:ext>
                </a:extLst>
              </p:cNvPr>
              <p:cNvSpPr/>
              <p:nvPr/>
            </p:nvSpPr>
            <p:spPr>
              <a:xfrm>
                <a:off x="7886533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2" name="橢圓 311">
                <a:extLst>
                  <a:ext uri="{FF2B5EF4-FFF2-40B4-BE49-F238E27FC236}">
                    <a16:creationId xmlns:a16="http://schemas.microsoft.com/office/drawing/2014/main" id="{4B60DFE7-DF1D-4253-A9B5-A4D573401AD0}"/>
                  </a:ext>
                </a:extLst>
              </p:cNvPr>
              <p:cNvSpPr/>
              <p:nvPr/>
            </p:nvSpPr>
            <p:spPr>
              <a:xfrm>
                <a:off x="8930620" y="5820982"/>
                <a:ext cx="137021" cy="1370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287" name="直線接點 286">
              <a:extLst>
                <a:ext uri="{FF2B5EF4-FFF2-40B4-BE49-F238E27FC236}">
                  <a16:creationId xmlns:a16="http://schemas.microsoft.com/office/drawing/2014/main" id="{AE780ABD-7728-4BBB-9986-B3E0E4B05F4A}"/>
                </a:ext>
              </a:extLst>
            </p:cNvPr>
            <p:cNvCxnSpPr>
              <a:cxnSpLocks/>
              <a:stCxn id="315" idx="7"/>
              <a:endCxn id="317" idx="2"/>
            </p:cNvCxnSpPr>
            <p:nvPr/>
          </p:nvCxnSpPr>
          <p:spPr>
            <a:xfrm flipV="1">
              <a:off x="8003488" y="542130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8" name="直線接點 287">
              <a:extLst>
                <a:ext uri="{FF2B5EF4-FFF2-40B4-BE49-F238E27FC236}">
                  <a16:creationId xmlns:a16="http://schemas.microsoft.com/office/drawing/2014/main" id="{A9CBDF9D-6311-4C16-AA29-4595338CAB65}"/>
                </a:ext>
              </a:extLst>
            </p:cNvPr>
            <p:cNvCxnSpPr>
              <a:cxnSpLocks/>
              <a:stCxn id="315" idx="6"/>
              <a:endCxn id="318" idx="1"/>
            </p:cNvCxnSpPr>
            <p:nvPr/>
          </p:nvCxnSpPr>
          <p:spPr>
            <a:xfrm>
              <a:off x="8023554" y="5602637"/>
              <a:ext cx="405089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直線接點 288">
              <a:extLst>
                <a:ext uri="{FF2B5EF4-FFF2-40B4-BE49-F238E27FC236}">
                  <a16:creationId xmlns:a16="http://schemas.microsoft.com/office/drawing/2014/main" id="{F93FC9DB-1043-4404-A328-0AE17AF4EE11}"/>
                </a:ext>
              </a:extLst>
            </p:cNvPr>
            <p:cNvCxnSpPr>
              <a:cxnSpLocks/>
              <a:stCxn id="315" idx="5"/>
              <a:endCxn id="319" idx="1"/>
            </p:cNvCxnSpPr>
            <p:nvPr/>
          </p:nvCxnSpPr>
          <p:spPr>
            <a:xfrm>
              <a:off x="8003488" y="5651081"/>
              <a:ext cx="425155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直線接點 289">
              <a:extLst>
                <a:ext uri="{FF2B5EF4-FFF2-40B4-BE49-F238E27FC236}">
                  <a16:creationId xmlns:a16="http://schemas.microsoft.com/office/drawing/2014/main" id="{B17D9DD4-DD69-45DD-9FA4-42448B619293}"/>
                </a:ext>
              </a:extLst>
            </p:cNvPr>
            <p:cNvCxnSpPr>
              <a:cxnSpLocks/>
              <a:stCxn id="315" idx="4"/>
              <a:endCxn id="320" idx="0"/>
            </p:cNvCxnSpPr>
            <p:nvPr/>
          </p:nvCxnSpPr>
          <p:spPr>
            <a:xfrm>
              <a:off x="7955044" y="5671147"/>
              <a:ext cx="522044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1" name="直線接點 290">
              <a:extLst>
                <a:ext uri="{FF2B5EF4-FFF2-40B4-BE49-F238E27FC236}">
                  <a16:creationId xmlns:a16="http://schemas.microsoft.com/office/drawing/2014/main" id="{AE31A540-B789-4986-B13E-E01AD0099C87}"/>
                </a:ext>
              </a:extLst>
            </p:cNvPr>
            <p:cNvCxnSpPr>
              <a:cxnSpLocks/>
              <a:stCxn id="311" idx="0"/>
              <a:endCxn id="317" idx="3"/>
            </p:cNvCxnSpPr>
            <p:nvPr/>
          </p:nvCxnSpPr>
          <p:spPr>
            <a:xfrm flipV="1">
              <a:off x="7955044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2" name="直線接點 291">
              <a:extLst>
                <a:ext uri="{FF2B5EF4-FFF2-40B4-BE49-F238E27FC236}">
                  <a16:creationId xmlns:a16="http://schemas.microsoft.com/office/drawing/2014/main" id="{CF75544D-C9C1-4058-943A-D192CC89A979}"/>
                </a:ext>
              </a:extLst>
            </p:cNvPr>
            <p:cNvCxnSpPr>
              <a:cxnSpLocks/>
              <a:stCxn id="313" idx="0"/>
              <a:endCxn id="317" idx="4"/>
            </p:cNvCxnSpPr>
            <p:nvPr/>
          </p:nvCxnSpPr>
          <p:spPr>
            <a:xfrm flipV="1">
              <a:off x="7955044" y="5489814"/>
              <a:ext cx="522044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直線接點 292">
              <a:extLst>
                <a:ext uri="{FF2B5EF4-FFF2-40B4-BE49-F238E27FC236}">
                  <a16:creationId xmlns:a16="http://schemas.microsoft.com/office/drawing/2014/main" id="{2C94DF20-35BE-4A14-8E5C-91B910D2DD5F}"/>
                </a:ext>
              </a:extLst>
            </p:cNvPr>
            <p:cNvCxnSpPr>
              <a:cxnSpLocks/>
              <a:stCxn id="313" idx="7"/>
              <a:endCxn id="318" idx="3"/>
            </p:cNvCxnSpPr>
            <p:nvPr/>
          </p:nvCxnSpPr>
          <p:spPr>
            <a:xfrm flipV="1">
              <a:off x="8003488" y="5832413"/>
              <a:ext cx="425155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4" name="直線接點 293">
              <a:extLst>
                <a:ext uri="{FF2B5EF4-FFF2-40B4-BE49-F238E27FC236}">
                  <a16:creationId xmlns:a16="http://schemas.microsoft.com/office/drawing/2014/main" id="{D6E9B780-AF6F-4A45-8091-CDB79888723A}"/>
                </a:ext>
              </a:extLst>
            </p:cNvPr>
            <p:cNvCxnSpPr>
              <a:cxnSpLocks/>
              <a:stCxn id="311" idx="7"/>
              <a:endCxn id="318" idx="2"/>
            </p:cNvCxnSpPr>
            <p:nvPr/>
          </p:nvCxnSpPr>
          <p:spPr>
            <a:xfrm flipV="1">
              <a:off x="8003488" y="5783969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5" name="直線接點 294">
              <a:extLst>
                <a:ext uri="{FF2B5EF4-FFF2-40B4-BE49-F238E27FC236}">
                  <a16:creationId xmlns:a16="http://schemas.microsoft.com/office/drawing/2014/main" id="{0710CD94-EDED-4767-9103-42D17DB2354C}"/>
                </a:ext>
              </a:extLst>
            </p:cNvPr>
            <p:cNvCxnSpPr>
              <a:cxnSpLocks/>
              <a:stCxn id="311" idx="5"/>
              <a:endCxn id="319" idx="2"/>
            </p:cNvCxnSpPr>
            <p:nvPr/>
          </p:nvCxnSpPr>
          <p:spPr>
            <a:xfrm>
              <a:off x="8003488" y="6013746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6" name="直線接點 295">
              <a:extLst>
                <a:ext uri="{FF2B5EF4-FFF2-40B4-BE49-F238E27FC236}">
                  <a16:creationId xmlns:a16="http://schemas.microsoft.com/office/drawing/2014/main" id="{2D62FD64-99A8-4741-9ADD-A66309599356}"/>
                </a:ext>
              </a:extLst>
            </p:cNvPr>
            <p:cNvCxnSpPr>
              <a:cxnSpLocks/>
              <a:stCxn id="311" idx="4"/>
              <a:endCxn id="320" idx="1"/>
            </p:cNvCxnSpPr>
            <p:nvPr/>
          </p:nvCxnSpPr>
          <p:spPr>
            <a:xfrm>
              <a:off x="7955044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7" name="直線接點 296">
              <a:extLst>
                <a:ext uri="{FF2B5EF4-FFF2-40B4-BE49-F238E27FC236}">
                  <a16:creationId xmlns:a16="http://schemas.microsoft.com/office/drawing/2014/main" id="{59F878FF-8C25-4C46-92BA-D7457FB6E186}"/>
                </a:ext>
              </a:extLst>
            </p:cNvPr>
            <p:cNvCxnSpPr>
              <a:cxnSpLocks/>
            </p:cNvCxnSpPr>
            <p:nvPr/>
          </p:nvCxnSpPr>
          <p:spPr>
            <a:xfrm>
              <a:off x="7996056" y="6374344"/>
              <a:ext cx="405089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8" name="直線接點 297">
              <a:extLst>
                <a:ext uri="{FF2B5EF4-FFF2-40B4-BE49-F238E27FC236}">
                  <a16:creationId xmlns:a16="http://schemas.microsoft.com/office/drawing/2014/main" id="{1965655B-9CA6-452B-BF64-93C50EBAED05}"/>
                </a:ext>
              </a:extLst>
            </p:cNvPr>
            <p:cNvCxnSpPr>
              <a:cxnSpLocks/>
              <a:stCxn id="313" idx="6"/>
              <a:endCxn id="319" idx="3"/>
            </p:cNvCxnSpPr>
            <p:nvPr/>
          </p:nvCxnSpPr>
          <p:spPr>
            <a:xfrm flipV="1">
              <a:off x="8023554" y="6195078"/>
              <a:ext cx="405089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9" name="直線接點 298">
              <a:extLst>
                <a:ext uri="{FF2B5EF4-FFF2-40B4-BE49-F238E27FC236}">
                  <a16:creationId xmlns:a16="http://schemas.microsoft.com/office/drawing/2014/main" id="{C695155C-58D5-43DF-8609-DC3EE1F64C66}"/>
                </a:ext>
              </a:extLst>
            </p:cNvPr>
            <p:cNvCxnSpPr>
              <a:cxnSpLocks/>
              <a:stCxn id="312" idx="3"/>
              <a:endCxn id="319" idx="6"/>
            </p:cNvCxnSpPr>
            <p:nvPr/>
          </p:nvCxnSpPr>
          <p:spPr>
            <a:xfrm flipH="1">
              <a:off x="8545598" y="6013746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直線接點 299">
              <a:extLst>
                <a:ext uri="{FF2B5EF4-FFF2-40B4-BE49-F238E27FC236}">
                  <a16:creationId xmlns:a16="http://schemas.microsoft.com/office/drawing/2014/main" id="{BFE4C25B-B4CC-46C2-8F43-154EB8A2E1B1}"/>
                </a:ext>
              </a:extLst>
            </p:cNvPr>
            <p:cNvCxnSpPr>
              <a:cxnSpLocks/>
              <a:stCxn id="316" idx="4"/>
              <a:endCxn id="320" idx="0"/>
            </p:cNvCxnSpPr>
            <p:nvPr/>
          </p:nvCxnSpPr>
          <p:spPr>
            <a:xfrm flipH="1">
              <a:off x="8477088" y="5671147"/>
              <a:ext cx="522043" cy="769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1" name="直線接點 300">
              <a:extLst>
                <a:ext uri="{FF2B5EF4-FFF2-40B4-BE49-F238E27FC236}">
                  <a16:creationId xmlns:a16="http://schemas.microsoft.com/office/drawing/2014/main" id="{BAD1DA63-D931-4AC7-8A54-0E03F2091A05}"/>
                </a:ext>
              </a:extLst>
            </p:cNvPr>
            <p:cNvCxnSpPr>
              <a:cxnSpLocks/>
              <a:stCxn id="312" idx="4"/>
              <a:endCxn id="320" idx="7"/>
            </p:cNvCxnSpPr>
            <p:nvPr/>
          </p:nvCxnSpPr>
          <p:spPr>
            <a:xfrm flipH="1">
              <a:off x="8525532" y="6033812"/>
              <a:ext cx="473599" cy="4270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直線接點 301">
              <a:extLst>
                <a:ext uri="{FF2B5EF4-FFF2-40B4-BE49-F238E27FC236}">
                  <a16:creationId xmlns:a16="http://schemas.microsoft.com/office/drawing/2014/main" id="{095F956E-FAD4-4CA5-8EE1-B5FD5D02AF45}"/>
                </a:ext>
              </a:extLst>
            </p:cNvPr>
            <p:cNvCxnSpPr>
              <a:cxnSpLocks/>
              <a:stCxn id="314" idx="3"/>
              <a:endCxn id="320" idx="6"/>
            </p:cNvCxnSpPr>
            <p:nvPr/>
          </p:nvCxnSpPr>
          <p:spPr>
            <a:xfrm flipH="1">
              <a:off x="8545598" y="6376411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3" name="直線接點 302">
              <a:extLst>
                <a:ext uri="{FF2B5EF4-FFF2-40B4-BE49-F238E27FC236}">
                  <a16:creationId xmlns:a16="http://schemas.microsoft.com/office/drawing/2014/main" id="{88D83098-5883-489B-AA41-8D803D50ADF0}"/>
                </a:ext>
              </a:extLst>
            </p:cNvPr>
            <p:cNvCxnSpPr>
              <a:cxnSpLocks/>
              <a:stCxn id="314" idx="2"/>
              <a:endCxn id="319" idx="5"/>
            </p:cNvCxnSpPr>
            <p:nvPr/>
          </p:nvCxnSpPr>
          <p:spPr>
            <a:xfrm flipH="1" flipV="1">
              <a:off x="8525532" y="6195078"/>
              <a:ext cx="405088" cy="1328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4" name="直線接點 303">
              <a:extLst>
                <a:ext uri="{FF2B5EF4-FFF2-40B4-BE49-F238E27FC236}">
                  <a16:creationId xmlns:a16="http://schemas.microsoft.com/office/drawing/2014/main" id="{A9DF56C0-62DC-499F-BD47-296F6162CE6A}"/>
                </a:ext>
              </a:extLst>
            </p:cNvPr>
            <p:cNvCxnSpPr>
              <a:cxnSpLocks/>
              <a:stCxn id="316" idx="3"/>
              <a:endCxn id="319" idx="7"/>
            </p:cNvCxnSpPr>
            <p:nvPr/>
          </p:nvCxnSpPr>
          <p:spPr>
            <a:xfrm flipH="1">
              <a:off x="8525532" y="5651081"/>
              <a:ext cx="425154" cy="4471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直線接點 304">
              <a:extLst>
                <a:ext uri="{FF2B5EF4-FFF2-40B4-BE49-F238E27FC236}">
                  <a16:creationId xmlns:a16="http://schemas.microsoft.com/office/drawing/2014/main" id="{447AB9AC-6071-4FAD-836C-A548DE20C8C5}"/>
                </a:ext>
              </a:extLst>
            </p:cNvPr>
            <p:cNvCxnSpPr>
              <a:cxnSpLocks/>
              <a:stCxn id="314" idx="1"/>
              <a:endCxn id="318" idx="5"/>
            </p:cNvCxnSpPr>
            <p:nvPr/>
          </p:nvCxnSpPr>
          <p:spPr>
            <a:xfrm flipH="1" flipV="1">
              <a:off x="8525532" y="5832413"/>
              <a:ext cx="425154" cy="4471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直線接點 305">
              <a:extLst>
                <a:ext uri="{FF2B5EF4-FFF2-40B4-BE49-F238E27FC236}">
                  <a16:creationId xmlns:a16="http://schemas.microsoft.com/office/drawing/2014/main" id="{0B881E2A-9353-4334-980F-3690E1E4DDA9}"/>
                </a:ext>
              </a:extLst>
            </p:cNvPr>
            <p:cNvCxnSpPr>
              <a:cxnSpLocks/>
              <a:stCxn id="314" idx="0"/>
              <a:endCxn id="317" idx="4"/>
            </p:cNvCxnSpPr>
            <p:nvPr/>
          </p:nvCxnSpPr>
          <p:spPr>
            <a:xfrm flipH="1" flipV="1">
              <a:off x="8477088" y="5489814"/>
              <a:ext cx="522043" cy="7696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7" name="直線接點 306">
              <a:extLst>
                <a:ext uri="{FF2B5EF4-FFF2-40B4-BE49-F238E27FC236}">
                  <a16:creationId xmlns:a16="http://schemas.microsoft.com/office/drawing/2014/main" id="{389F5249-B5F3-4AAF-BA9E-950AF767C56C}"/>
                </a:ext>
              </a:extLst>
            </p:cNvPr>
            <p:cNvCxnSpPr>
              <a:cxnSpLocks/>
              <a:stCxn id="312" idx="0"/>
              <a:endCxn id="317" idx="5"/>
            </p:cNvCxnSpPr>
            <p:nvPr/>
          </p:nvCxnSpPr>
          <p:spPr>
            <a:xfrm flipH="1" flipV="1">
              <a:off x="8525532" y="5469748"/>
              <a:ext cx="473599" cy="42704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直線接點 307">
              <a:extLst>
                <a:ext uri="{FF2B5EF4-FFF2-40B4-BE49-F238E27FC236}">
                  <a16:creationId xmlns:a16="http://schemas.microsoft.com/office/drawing/2014/main" id="{A2C2592B-B9D4-4F1D-A4F7-1A700BC8C53E}"/>
                </a:ext>
              </a:extLst>
            </p:cNvPr>
            <p:cNvCxnSpPr>
              <a:cxnSpLocks/>
              <a:stCxn id="312" idx="1"/>
              <a:endCxn id="318" idx="6"/>
            </p:cNvCxnSpPr>
            <p:nvPr/>
          </p:nvCxnSpPr>
          <p:spPr>
            <a:xfrm flipH="1" flipV="1">
              <a:off x="8545598" y="5783969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9" name="直線接點 308">
              <a:extLst>
                <a:ext uri="{FF2B5EF4-FFF2-40B4-BE49-F238E27FC236}">
                  <a16:creationId xmlns:a16="http://schemas.microsoft.com/office/drawing/2014/main" id="{FC10A50C-279F-48B3-9198-41BEFCD3400A}"/>
                </a:ext>
              </a:extLst>
            </p:cNvPr>
            <p:cNvCxnSpPr>
              <a:cxnSpLocks/>
              <a:stCxn id="316" idx="2"/>
              <a:endCxn id="318" idx="7"/>
            </p:cNvCxnSpPr>
            <p:nvPr/>
          </p:nvCxnSpPr>
          <p:spPr>
            <a:xfrm flipH="1">
              <a:off x="8525532" y="5602637"/>
              <a:ext cx="405088" cy="1328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0" name="直線接點 309">
              <a:extLst>
                <a:ext uri="{FF2B5EF4-FFF2-40B4-BE49-F238E27FC236}">
                  <a16:creationId xmlns:a16="http://schemas.microsoft.com/office/drawing/2014/main" id="{C59CB83A-2051-4E18-B8D7-B88F4990DE27}"/>
                </a:ext>
              </a:extLst>
            </p:cNvPr>
            <p:cNvCxnSpPr>
              <a:cxnSpLocks/>
              <a:stCxn id="316" idx="1"/>
              <a:endCxn id="317" idx="6"/>
            </p:cNvCxnSpPr>
            <p:nvPr/>
          </p:nvCxnSpPr>
          <p:spPr>
            <a:xfrm flipH="1" flipV="1">
              <a:off x="8545598" y="5421304"/>
              <a:ext cx="405088" cy="1328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1" name="箭號: 向右 320">
            <a:extLst>
              <a:ext uri="{FF2B5EF4-FFF2-40B4-BE49-F238E27FC236}">
                <a16:creationId xmlns:a16="http://schemas.microsoft.com/office/drawing/2014/main" id="{63DC5001-3E7D-4ACE-AF01-9A41BEE54485}"/>
              </a:ext>
            </a:extLst>
          </p:cNvPr>
          <p:cNvSpPr/>
          <p:nvPr/>
        </p:nvSpPr>
        <p:spPr>
          <a:xfrm flipV="1">
            <a:off x="6043501" y="5998190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sp>
        <p:nvSpPr>
          <p:cNvPr id="322" name="箭號: 向右 321">
            <a:extLst>
              <a:ext uri="{FF2B5EF4-FFF2-40B4-BE49-F238E27FC236}">
                <a16:creationId xmlns:a16="http://schemas.microsoft.com/office/drawing/2014/main" id="{07D36183-7F94-4FFD-ACEB-7DE4A6EB377D}"/>
              </a:ext>
            </a:extLst>
          </p:cNvPr>
          <p:cNvSpPr/>
          <p:nvPr/>
        </p:nvSpPr>
        <p:spPr>
          <a:xfrm flipV="1">
            <a:off x="8068024" y="5998190"/>
            <a:ext cx="180000" cy="1800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grpSp>
        <p:nvGrpSpPr>
          <p:cNvPr id="323" name="群組 322">
            <a:extLst>
              <a:ext uri="{FF2B5EF4-FFF2-40B4-BE49-F238E27FC236}">
                <a16:creationId xmlns:a16="http://schemas.microsoft.com/office/drawing/2014/main" id="{C34BE281-F609-4A97-93FF-14C74FBB0DC8}"/>
              </a:ext>
            </a:extLst>
          </p:cNvPr>
          <p:cNvGrpSpPr/>
          <p:nvPr/>
        </p:nvGrpSpPr>
        <p:grpSpPr>
          <a:xfrm>
            <a:off x="8939067" y="5480172"/>
            <a:ext cx="934683" cy="1216037"/>
            <a:chOff x="7744948" y="5619948"/>
            <a:chExt cx="934683" cy="1216037"/>
          </a:xfrm>
        </p:grpSpPr>
        <p:grpSp>
          <p:nvGrpSpPr>
            <p:cNvPr id="324" name="群組 323">
              <a:extLst>
                <a:ext uri="{FF2B5EF4-FFF2-40B4-BE49-F238E27FC236}">
                  <a16:creationId xmlns:a16="http://schemas.microsoft.com/office/drawing/2014/main" id="{4EEAB15F-2F09-4273-A657-F59B613B27C2}"/>
                </a:ext>
              </a:extLst>
            </p:cNvPr>
            <p:cNvGrpSpPr/>
            <p:nvPr/>
          </p:nvGrpSpPr>
          <p:grpSpPr>
            <a:xfrm>
              <a:off x="8302359" y="5643488"/>
              <a:ext cx="377272" cy="261307"/>
              <a:chOff x="9019484" y="4709765"/>
              <a:chExt cx="306383" cy="212209"/>
            </a:xfrm>
          </p:grpSpPr>
          <p:sp>
            <p:nvSpPr>
              <p:cNvPr id="340" name="橢圓 339">
                <a:extLst>
                  <a:ext uri="{FF2B5EF4-FFF2-40B4-BE49-F238E27FC236}">
                    <a16:creationId xmlns:a16="http://schemas.microsoft.com/office/drawing/2014/main" id="{199BC598-9A82-4394-BD44-601C322BC18E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1" name="橢圓 340">
                <a:extLst>
                  <a:ext uri="{FF2B5EF4-FFF2-40B4-BE49-F238E27FC236}">
                    <a16:creationId xmlns:a16="http://schemas.microsoft.com/office/drawing/2014/main" id="{D8B2FF95-8981-4ACC-9FC8-9F59D61A5921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2" name="橢圓 341">
                <a:extLst>
                  <a:ext uri="{FF2B5EF4-FFF2-40B4-BE49-F238E27FC236}">
                    <a16:creationId xmlns:a16="http://schemas.microsoft.com/office/drawing/2014/main" id="{3006C572-96ED-44B7-8C9A-184F40F787DF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3" name="橢圓 342">
                <a:extLst>
                  <a:ext uri="{FF2B5EF4-FFF2-40B4-BE49-F238E27FC236}">
                    <a16:creationId xmlns:a16="http://schemas.microsoft.com/office/drawing/2014/main" id="{CA04779D-A8E0-4BF9-BCF6-90F9F6105951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4" name="橢圓 343">
                <a:extLst>
                  <a:ext uri="{FF2B5EF4-FFF2-40B4-BE49-F238E27FC236}">
                    <a16:creationId xmlns:a16="http://schemas.microsoft.com/office/drawing/2014/main" id="{23E0CBA5-C415-4E07-9333-1D63160B0F92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B5DBC7C8-F02B-4C10-8596-70F1FAB98D02}"/>
                </a:ext>
              </a:extLst>
            </p:cNvPr>
            <p:cNvSpPr/>
            <p:nvPr/>
          </p:nvSpPr>
          <p:spPr>
            <a:xfrm>
              <a:off x="8012791" y="5720778"/>
              <a:ext cx="216499" cy="1051901"/>
            </a:xfrm>
            <a:prstGeom prst="rect">
              <a:avLst/>
            </a:prstGeom>
            <a:gradFill>
              <a:gsLst>
                <a:gs pos="0">
                  <a:srgbClr val="D68B58"/>
                </a:gs>
                <a:gs pos="100000">
                  <a:schemeClr val="bg1"/>
                </a:gs>
              </a:gsLst>
              <a:lin ang="5400000" scaled="1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6" name="文字方塊 325">
              <a:extLst>
                <a:ext uri="{FF2B5EF4-FFF2-40B4-BE49-F238E27FC236}">
                  <a16:creationId xmlns:a16="http://schemas.microsoft.com/office/drawing/2014/main" id="{FA10BB66-E6C6-453A-BA63-98A010D18E45}"/>
                </a:ext>
              </a:extLst>
            </p:cNvPr>
            <p:cNvSpPr txBox="1"/>
            <p:nvPr/>
          </p:nvSpPr>
          <p:spPr>
            <a:xfrm>
              <a:off x="7744948" y="6589764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0</a:t>
              </a:r>
              <a:endParaRPr lang="zh-TW" altLang="en-US" sz="1000" dirty="0"/>
            </a:p>
          </p:txBody>
        </p:sp>
        <p:sp>
          <p:nvSpPr>
            <p:cNvPr id="327" name="文字方塊 326">
              <a:extLst>
                <a:ext uri="{FF2B5EF4-FFF2-40B4-BE49-F238E27FC236}">
                  <a16:creationId xmlns:a16="http://schemas.microsoft.com/office/drawing/2014/main" id="{949BAFB8-16CF-4568-BF4A-AF21E1606C70}"/>
                </a:ext>
              </a:extLst>
            </p:cNvPr>
            <p:cNvSpPr txBox="1"/>
            <p:nvPr/>
          </p:nvSpPr>
          <p:spPr>
            <a:xfrm>
              <a:off x="7759453" y="5619948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1</a:t>
              </a:r>
              <a:endParaRPr lang="zh-TW" altLang="en-US" sz="1000" dirty="0"/>
            </a:p>
          </p:txBody>
        </p:sp>
        <p:grpSp>
          <p:nvGrpSpPr>
            <p:cNvPr id="328" name="群組 327">
              <a:extLst>
                <a:ext uri="{FF2B5EF4-FFF2-40B4-BE49-F238E27FC236}">
                  <a16:creationId xmlns:a16="http://schemas.microsoft.com/office/drawing/2014/main" id="{AB5832D8-A50E-4668-9CE6-AD700E07F692}"/>
                </a:ext>
              </a:extLst>
            </p:cNvPr>
            <p:cNvGrpSpPr/>
            <p:nvPr/>
          </p:nvGrpSpPr>
          <p:grpSpPr>
            <a:xfrm>
              <a:off x="8302359" y="6553154"/>
              <a:ext cx="377272" cy="261307"/>
              <a:chOff x="9019484" y="4709765"/>
              <a:chExt cx="306383" cy="212209"/>
            </a:xfrm>
          </p:grpSpPr>
          <p:sp>
            <p:nvSpPr>
              <p:cNvPr id="335" name="橢圓 334">
                <a:extLst>
                  <a:ext uri="{FF2B5EF4-FFF2-40B4-BE49-F238E27FC236}">
                    <a16:creationId xmlns:a16="http://schemas.microsoft.com/office/drawing/2014/main" id="{8FDA287A-58B8-44FD-8DFD-CFC02B969AF8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6" name="橢圓 335">
                <a:extLst>
                  <a:ext uri="{FF2B5EF4-FFF2-40B4-BE49-F238E27FC236}">
                    <a16:creationId xmlns:a16="http://schemas.microsoft.com/office/drawing/2014/main" id="{18A3F697-7F88-4BF1-9E1D-0BDD7B7EBB92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橢圓 336">
                <a:extLst>
                  <a:ext uri="{FF2B5EF4-FFF2-40B4-BE49-F238E27FC236}">
                    <a16:creationId xmlns:a16="http://schemas.microsoft.com/office/drawing/2014/main" id="{1486E191-2D64-4FCF-8918-04E5AB07061B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橢圓 337">
                <a:extLst>
                  <a:ext uri="{FF2B5EF4-FFF2-40B4-BE49-F238E27FC236}">
                    <a16:creationId xmlns:a16="http://schemas.microsoft.com/office/drawing/2014/main" id="{47338D8B-EAE3-49F9-8E3D-F5ED7381F830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9" name="橢圓 338">
                <a:extLst>
                  <a:ext uri="{FF2B5EF4-FFF2-40B4-BE49-F238E27FC236}">
                    <a16:creationId xmlns:a16="http://schemas.microsoft.com/office/drawing/2014/main" id="{D61D8B80-E8AE-43DB-AFE9-AE221CAD9A0B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29" name="群組 328">
              <a:extLst>
                <a:ext uri="{FF2B5EF4-FFF2-40B4-BE49-F238E27FC236}">
                  <a16:creationId xmlns:a16="http://schemas.microsoft.com/office/drawing/2014/main" id="{5D312395-468C-418C-B1FE-60F2F4CEE4BB}"/>
                </a:ext>
              </a:extLst>
            </p:cNvPr>
            <p:cNvGrpSpPr/>
            <p:nvPr/>
          </p:nvGrpSpPr>
          <p:grpSpPr>
            <a:xfrm>
              <a:off x="8302359" y="6098321"/>
              <a:ext cx="377272" cy="261307"/>
              <a:chOff x="9019484" y="4709765"/>
              <a:chExt cx="306383" cy="212209"/>
            </a:xfrm>
          </p:grpSpPr>
          <p:sp>
            <p:nvSpPr>
              <p:cNvPr id="330" name="橢圓 329">
                <a:extLst>
                  <a:ext uri="{FF2B5EF4-FFF2-40B4-BE49-F238E27FC236}">
                    <a16:creationId xmlns:a16="http://schemas.microsoft.com/office/drawing/2014/main" id="{830E8CF3-5DA2-4085-862D-F319087AFEC4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1" name="橢圓 330">
                <a:extLst>
                  <a:ext uri="{FF2B5EF4-FFF2-40B4-BE49-F238E27FC236}">
                    <a16:creationId xmlns:a16="http://schemas.microsoft.com/office/drawing/2014/main" id="{170C4A0D-F2A9-42A5-902E-85AC2CBC0010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橢圓 331">
                <a:extLst>
                  <a:ext uri="{FF2B5EF4-FFF2-40B4-BE49-F238E27FC236}">
                    <a16:creationId xmlns:a16="http://schemas.microsoft.com/office/drawing/2014/main" id="{E26534CF-A407-49D9-83D7-82CEBA3CA80A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橢圓 332">
                <a:extLst>
                  <a:ext uri="{FF2B5EF4-FFF2-40B4-BE49-F238E27FC236}">
                    <a16:creationId xmlns:a16="http://schemas.microsoft.com/office/drawing/2014/main" id="{AE09196B-2496-4FE1-88E1-A3A57D3DB8CB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橢圓 333">
                <a:extLst>
                  <a:ext uri="{FF2B5EF4-FFF2-40B4-BE49-F238E27FC236}">
                    <a16:creationId xmlns:a16="http://schemas.microsoft.com/office/drawing/2014/main" id="{F3F2E173-59F1-414F-8468-1180F5D6ED03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sp>
        <p:nvSpPr>
          <p:cNvPr id="345" name="文字方塊 344">
            <a:extLst>
              <a:ext uri="{FF2B5EF4-FFF2-40B4-BE49-F238E27FC236}">
                <a16:creationId xmlns:a16="http://schemas.microsoft.com/office/drawing/2014/main" id="{FC188416-CF42-4016-B003-CBCF5C79171D}"/>
              </a:ext>
            </a:extLst>
          </p:cNvPr>
          <p:cNvSpPr txBox="1"/>
          <p:nvPr/>
        </p:nvSpPr>
        <p:spPr>
          <a:xfrm>
            <a:off x="8604859" y="5916200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purity</a:t>
            </a:r>
            <a:endParaRPr lang="zh-TW" altLang="en-US" sz="1400" dirty="0"/>
          </a:p>
        </p:txBody>
      </p:sp>
      <p:grpSp>
        <p:nvGrpSpPr>
          <p:cNvPr id="346" name="群組 345">
            <a:extLst>
              <a:ext uri="{FF2B5EF4-FFF2-40B4-BE49-F238E27FC236}">
                <a16:creationId xmlns:a16="http://schemas.microsoft.com/office/drawing/2014/main" id="{08F23353-B84F-49E2-9ABF-5047DAE21CDF}"/>
              </a:ext>
            </a:extLst>
          </p:cNvPr>
          <p:cNvGrpSpPr/>
          <p:nvPr/>
        </p:nvGrpSpPr>
        <p:grpSpPr>
          <a:xfrm>
            <a:off x="4472385" y="5416779"/>
            <a:ext cx="236785" cy="543912"/>
            <a:chOff x="7533953" y="5426066"/>
            <a:chExt cx="523226" cy="1201887"/>
          </a:xfrm>
        </p:grpSpPr>
        <p:grpSp>
          <p:nvGrpSpPr>
            <p:cNvPr id="347" name="群組 346">
              <a:extLst>
                <a:ext uri="{FF2B5EF4-FFF2-40B4-BE49-F238E27FC236}">
                  <a16:creationId xmlns:a16="http://schemas.microsoft.com/office/drawing/2014/main" id="{C709CF94-1026-4BCE-BF44-4054BC602B97}"/>
                </a:ext>
              </a:extLst>
            </p:cNvPr>
            <p:cNvGrpSpPr/>
            <p:nvPr/>
          </p:nvGrpSpPr>
          <p:grpSpPr>
            <a:xfrm>
              <a:off x="7533953" y="5426066"/>
              <a:ext cx="220832" cy="1201883"/>
              <a:chOff x="7533953" y="5426066"/>
              <a:chExt cx="220832" cy="1201883"/>
            </a:xfrm>
          </p:grpSpPr>
          <p:sp>
            <p:nvSpPr>
              <p:cNvPr id="355" name="橢圓 354">
                <a:extLst>
                  <a:ext uri="{FF2B5EF4-FFF2-40B4-BE49-F238E27FC236}">
                    <a16:creationId xmlns:a16="http://schemas.microsoft.com/office/drawing/2014/main" id="{885E048D-88F0-41ED-9697-2B91285ED192}"/>
                  </a:ext>
                </a:extLst>
              </p:cNvPr>
              <p:cNvSpPr/>
              <p:nvPr/>
            </p:nvSpPr>
            <p:spPr>
              <a:xfrm rot="5400000">
                <a:off x="7371703" y="5588316"/>
                <a:ext cx="545055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6" name="手繪多邊形: 圖案 355">
                <a:extLst>
                  <a:ext uri="{FF2B5EF4-FFF2-40B4-BE49-F238E27FC236}">
                    <a16:creationId xmlns:a16="http://schemas.microsoft.com/office/drawing/2014/main" id="{389B2664-EA5F-4FBF-970A-E640130C1C82}"/>
                  </a:ext>
                </a:extLst>
              </p:cNvPr>
              <p:cNvSpPr/>
              <p:nvPr/>
            </p:nvSpPr>
            <p:spPr>
              <a:xfrm rot="5400000">
                <a:off x="7643298" y="5966796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57" name="橢圓 356">
                <a:extLst>
                  <a:ext uri="{FF2B5EF4-FFF2-40B4-BE49-F238E27FC236}">
                    <a16:creationId xmlns:a16="http://schemas.microsoft.com/office/drawing/2014/main" id="{BC458B4C-E90C-4B0F-A1A0-4EF96835C449}"/>
                  </a:ext>
                </a:extLst>
              </p:cNvPr>
              <p:cNvSpPr/>
              <p:nvPr/>
            </p:nvSpPr>
            <p:spPr>
              <a:xfrm rot="5400000">
                <a:off x="7314884" y="6188325"/>
                <a:ext cx="658693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8" name="橢圓 357">
                <a:extLst>
                  <a:ext uri="{FF2B5EF4-FFF2-40B4-BE49-F238E27FC236}">
                    <a16:creationId xmlns:a16="http://schemas.microsoft.com/office/drawing/2014/main" id="{7AB597B1-D052-4CD8-A5F1-9F8DF8CF4BB9}"/>
                  </a:ext>
                </a:extLst>
              </p:cNvPr>
              <p:cNvSpPr/>
              <p:nvPr/>
            </p:nvSpPr>
            <p:spPr>
              <a:xfrm rot="5400000">
                <a:off x="7371498" y="5588521"/>
                <a:ext cx="545741" cy="22083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9" name="橢圓 358">
                <a:extLst>
                  <a:ext uri="{FF2B5EF4-FFF2-40B4-BE49-F238E27FC236}">
                    <a16:creationId xmlns:a16="http://schemas.microsoft.com/office/drawing/2014/main" id="{79B92F78-B41B-4E97-9FE2-0851941DF5F9}"/>
                  </a:ext>
                </a:extLst>
              </p:cNvPr>
              <p:cNvSpPr/>
              <p:nvPr/>
            </p:nvSpPr>
            <p:spPr>
              <a:xfrm rot="5400000">
                <a:off x="7597615" y="5872988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48" name="群組 347">
              <a:extLst>
                <a:ext uri="{FF2B5EF4-FFF2-40B4-BE49-F238E27FC236}">
                  <a16:creationId xmlns:a16="http://schemas.microsoft.com/office/drawing/2014/main" id="{59AF256A-3986-4566-9FE7-4C2131DC5438}"/>
                </a:ext>
              </a:extLst>
            </p:cNvPr>
            <p:cNvGrpSpPr/>
            <p:nvPr/>
          </p:nvGrpSpPr>
          <p:grpSpPr>
            <a:xfrm>
              <a:off x="7836623" y="5426066"/>
              <a:ext cx="220556" cy="1201887"/>
              <a:chOff x="7836623" y="5426066"/>
              <a:chExt cx="220556" cy="1201887"/>
            </a:xfrm>
          </p:grpSpPr>
          <p:sp>
            <p:nvSpPr>
              <p:cNvPr id="349" name="橢圓 348">
                <a:extLst>
                  <a:ext uri="{FF2B5EF4-FFF2-40B4-BE49-F238E27FC236}">
                    <a16:creationId xmlns:a16="http://schemas.microsoft.com/office/drawing/2014/main" id="{ABB1E190-6BBE-4254-A015-734E7FFF180D}"/>
                  </a:ext>
                </a:extLst>
              </p:cNvPr>
              <p:cNvSpPr/>
              <p:nvPr/>
            </p:nvSpPr>
            <p:spPr>
              <a:xfrm rot="5400000">
                <a:off x="7617554" y="6188328"/>
                <a:ext cx="658694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0" name="手繪多邊形: 圖案 349">
                <a:extLst>
                  <a:ext uri="{FF2B5EF4-FFF2-40B4-BE49-F238E27FC236}">
                    <a16:creationId xmlns:a16="http://schemas.microsoft.com/office/drawing/2014/main" id="{09BF14A1-2B6A-41B1-A90F-353857D8F157}"/>
                  </a:ext>
                </a:extLst>
              </p:cNvPr>
              <p:cNvSpPr/>
              <p:nvPr/>
            </p:nvSpPr>
            <p:spPr>
              <a:xfrm rot="5400000">
                <a:off x="7945966" y="5966797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1" name="手繪多邊形: 圖案 350">
                <a:extLst>
                  <a:ext uri="{FF2B5EF4-FFF2-40B4-BE49-F238E27FC236}">
                    <a16:creationId xmlns:a16="http://schemas.microsoft.com/office/drawing/2014/main" id="{BEA5E158-B7D3-4665-8CE5-BADAB2092917}"/>
                  </a:ext>
                </a:extLst>
              </p:cNvPr>
              <p:cNvSpPr/>
              <p:nvPr/>
            </p:nvSpPr>
            <p:spPr>
              <a:xfrm rot="5400000">
                <a:off x="7886567" y="5821386"/>
                <a:ext cx="120942" cy="178534"/>
              </a:xfrm>
              <a:custGeom>
                <a:avLst/>
                <a:gdLst>
                  <a:gd name="connsiteX0" fmla="*/ 0 w 120942"/>
                  <a:gd name="connsiteY0" fmla="*/ 178534 h 178534"/>
                  <a:gd name="connsiteX1" fmla="*/ 0 w 120942"/>
                  <a:gd name="connsiteY1" fmla="*/ 0 h 178534"/>
                  <a:gd name="connsiteX2" fmla="*/ 41020 w 120942"/>
                  <a:gd name="connsiteY2" fmla="*/ 11191 h 178534"/>
                  <a:gd name="connsiteX3" fmla="*/ 120942 w 120942"/>
                  <a:gd name="connsiteY3" fmla="*/ 89267 h 178534"/>
                  <a:gd name="connsiteX4" fmla="*/ 41020 w 120942"/>
                  <a:gd name="connsiteY4" fmla="*/ 167343 h 17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942" h="178534">
                    <a:moveTo>
                      <a:pt x="0" y="178534"/>
                    </a:moveTo>
                    <a:lnTo>
                      <a:pt x="0" y="0"/>
                    </a:lnTo>
                    <a:lnTo>
                      <a:pt x="41020" y="11191"/>
                    </a:lnTo>
                    <a:cubicBezTo>
                      <a:pt x="90400" y="31173"/>
                      <a:pt x="120942" y="58777"/>
                      <a:pt x="120942" y="89267"/>
                    </a:cubicBezTo>
                    <a:cubicBezTo>
                      <a:pt x="120942" y="119758"/>
                      <a:pt x="90400" y="147362"/>
                      <a:pt x="41020" y="167343"/>
                    </a:cubicBez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352" name="橢圓 351">
                <a:extLst>
                  <a:ext uri="{FF2B5EF4-FFF2-40B4-BE49-F238E27FC236}">
                    <a16:creationId xmlns:a16="http://schemas.microsoft.com/office/drawing/2014/main" id="{B2466445-23F8-4EB9-AE06-884FF5C4A2DD}"/>
                  </a:ext>
                </a:extLst>
              </p:cNvPr>
              <p:cNvSpPr/>
              <p:nvPr/>
            </p:nvSpPr>
            <p:spPr>
              <a:xfrm rot="5400000">
                <a:off x="7900285" y="5872989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53" name="直線接點 352">
                <a:extLst>
                  <a:ext uri="{FF2B5EF4-FFF2-40B4-BE49-F238E27FC236}">
                    <a16:creationId xmlns:a16="http://schemas.microsoft.com/office/drawing/2014/main" id="{C752CC03-10AA-4192-8C01-E81ECAC0AF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8049" y="5426066"/>
                <a:ext cx="137702" cy="0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354" name="直線接點 353">
                <a:extLst>
                  <a:ext uri="{FF2B5EF4-FFF2-40B4-BE49-F238E27FC236}">
                    <a16:creationId xmlns:a16="http://schemas.microsoft.com/office/drawing/2014/main" id="{11FD06C2-AABB-417E-9A00-4E964676B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231" y="5433719"/>
                <a:ext cx="5382" cy="407487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sp>
        <p:nvSpPr>
          <p:cNvPr id="360" name="文字方塊 359">
            <a:extLst>
              <a:ext uri="{FF2B5EF4-FFF2-40B4-BE49-F238E27FC236}">
                <a16:creationId xmlns:a16="http://schemas.microsoft.com/office/drawing/2014/main" id="{87AB68C2-362F-4A17-BCA2-4C750E2E9219}"/>
              </a:ext>
            </a:extLst>
          </p:cNvPr>
          <p:cNvSpPr txBox="1"/>
          <p:nvPr/>
        </p:nvSpPr>
        <p:spPr>
          <a:xfrm>
            <a:off x="4751255" y="5528006"/>
            <a:ext cx="946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/>
            </a:lvl1pPr>
          </a:lstStyle>
          <a:p>
            <a:r>
              <a:rPr lang="en-US" altLang="zh-TW" dirty="0"/>
              <a:t>LOH Ratio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6144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B29478-7FC3-4C9C-81FA-D7AF9F6C0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827352"/>
          </a:xfrm>
        </p:spPr>
        <p:txBody>
          <a:bodyPr/>
          <a:lstStyle/>
          <a:p>
            <a:r>
              <a:rPr lang="en-US" altLang="zh-TW" dirty="0"/>
              <a:t>Data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 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Sources and Tools Used in This Study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aphicFrame>
        <p:nvGraphicFramePr>
          <p:cNvPr id="5" name="表格 17">
            <a:extLst>
              <a:ext uri="{FF2B5EF4-FFF2-40B4-BE49-F238E27FC236}">
                <a16:creationId xmlns:a16="http://schemas.microsoft.com/office/drawing/2014/main" id="{FE0B7911-DD0C-4BCA-A053-0A248C6EEE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4947838"/>
              </p:ext>
            </p:extLst>
          </p:nvPr>
        </p:nvGraphicFramePr>
        <p:xfrm>
          <a:off x="1133866" y="1198019"/>
          <a:ext cx="4597401" cy="5001802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32467">
                  <a:extLst>
                    <a:ext uri="{9D8B030D-6E8A-4147-A177-3AD203B41FA5}">
                      <a16:colId xmlns:a16="http://schemas.microsoft.com/office/drawing/2014/main" val="1813657202"/>
                    </a:ext>
                  </a:extLst>
                </a:gridCol>
                <a:gridCol w="1532467">
                  <a:extLst>
                    <a:ext uri="{9D8B030D-6E8A-4147-A177-3AD203B41FA5}">
                      <a16:colId xmlns:a16="http://schemas.microsoft.com/office/drawing/2014/main" val="1103455291"/>
                    </a:ext>
                  </a:extLst>
                </a:gridCol>
                <a:gridCol w="1532467">
                  <a:extLst>
                    <a:ext uri="{9D8B030D-6E8A-4147-A177-3AD203B41FA5}">
                      <a16:colId xmlns:a16="http://schemas.microsoft.com/office/drawing/2014/main" val="3946599564"/>
                    </a:ext>
                  </a:extLst>
                </a:gridCol>
              </a:tblGrid>
              <a:tr h="84151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Cell Line</a:t>
                      </a:r>
                      <a:endParaRPr lang="en-US" sz="15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5629" marR="75629" marT="37814" marB="37814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Material</a:t>
                      </a:r>
                    </a:p>
                    <a:p>
                      <a:pPr algn="ctr"/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5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5629" marR="75629" marT="37814" marB="37814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Benchmark Source</a:t>
                      </a:r>
                      <a:endParaRPr lang="zh-TW" altLang="en-US" sz="15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5629" marR="75629" marT="37814" marB="37814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87892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COLO829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ONT, NYGC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NYGC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065823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H1437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UCSC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Google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51445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H2009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UCSC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78278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HCC1395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HKU, NYGC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SEQC2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188287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HCC1937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UCSC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Google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858678"/>
                  </a:ext>
                </a:extLst>
              </a:tr>
              <a:tr h="693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HCC1954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UCSC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Google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490633"/>
                  </a:ext>
                </a:extLst>
              </a:tr>
            </a:tbl>
          </a:graphicData>
        </a:graphic>
      </p:graphicFrame>
      <p:graphicFrame>
        <p:nvGraphicFramePr>
          <p:cNvPr id="26" name="表格 17">
            <a:extLst>
              <a:ext uri="{FF2B5EF4-FFF2-40B4-BE49-F238E27FC236}">
                <a16:creationId xmlns:a16="http://schemas.microsoft.com/office/drawing/2014/main" id="{ECFAE3F5-4F74-4F1C-9DC0-2E68010AB6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874082"/>
              </p:ext>
            </p:extLst>
          </p:nvPr>
        </p:nvGraphicFramePr>
        <p:xfrm>
          <a:off x="7220340" y="1198019"/>
          <a:ext cx="2921001" cy="2821812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921001">
                  <a:extLst>
                    <a:ext uri="{9D8B030D-6E8A-4147-A177-3AD203B41FA5}">
                      <a16:colId xmlns:a16="http://schemas.microsoft.com/office/drawing/2014/main" val="1103455291"/>
                    </a:ext>
                  </a:extLst>
                </a:gridCol>
              </a:tblGrid>
              <a:tr h="7054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dirty="0">
                          <a:solidFill>
                            <a:schemeClr val="bg1"/>
                          </a:solidFill>
                        </a:rPr>
                        <a:t>Somatic Variant Callers</a:t>
                      </a:r>
                      <a:endParaRPr lang="en-US" sz="15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75629" marR="75629" marT="37814" marB="37814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252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87892"/>
                  </a:ext>
                </a:extLst>
              </a:tr>
              <a:tr h="7054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ClairS-TO v0.3.0 (</a:t>
                      </a:r>
                      <a:r>
                        <a:rPr lang="en-US" sz="15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ssrs</a:t>
                      </a:r>
                      <a:r>
                        <a:rPr lang="en-US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065823"/>
                  </a:ext>
                </a:extLst>
              </a:tr>
              <a:tr h="70545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ClairS-TO v0.3.0 (ss)</a:t>
                      </a:r>
                      <a:endParaRPr lang="en-US" altLang="zh-TW" sz="15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51445"/>
                  </a:ext>
                </a:extLst>
              </a:tr>
              <a:tr h="70545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5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DeepSomatic v1.8.0 (tumor-only)</a:t>
                      </a:r>
                    </a:p>
                  </a:txBody>
                  <a:tcPr marL="7878" marR="7878" marT="7878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278278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0806597E-2F4A-49D2-949E-6D6BEAE4D6F1}"/>
              </a:ext>
            </a:extLst>
          </p:cNvPr>
          <p:cNvSpPr txBox="1"/>
          <p:nvPr/>
        </p:nvSpPr>
        <p:spPr>
          <a:xfrm>
            <a:off x="6235811" y="5398110"/>
            <a:ext cx="79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Tumor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B44C927-57EC-48B0-959B-5260E76A80CE}"/>
              </a:ext>
            </a:extLst>
          </p:cNvPr>
          <p:cNvSpPr txBox="1"/>
          <p:nvPr/>
        </p:nvSpPr>
        <p:spPr>
          <a:xfrm>
            <a:off x="10186869" y="5398110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Normal</a:t>
            </a:r>
            <a:endParaRPr lang="zh-TW" altLang="en-US" dirty="0"/>
          </a:p>
        </p:txBody>
      </p:sp>
      <p:cxnSp>
        <p:nvCxnSpPr>
          <p:cNvPr id="62" name="直線單箭頭接點 61">
            <a:extLst>
              <a:ext uri="{FF2B5EF4-FFF2-40B4-BE49-F238E27FC236}">
                <a16:creationId xmlns:a16="http://schemas.microsoft.com/office/drawing/2014/main" id="{0528ABFB-C2AC-44E6-B2CB-E94E6B3F0A61}"/>
              </a:ext>
            </a:extLst>
          </p:cNvPr>
          <p:cNvCxnSpPr>
            <a:stCxn id="3" idx="3"/>
            <a:endCxn id="11" idx="1"/>
          </p:cNvCxnSpPr>
          <p:nvPr/>
        </p:nvCxnSpPr>
        <p:spPr>
          <a:xfrm flipV="1">
            <a:off x="7026540" y="4662392"/>
            <a:ext cx="520649" cy="92038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線單箭頭接點 62">
            <a:extLst>
              <a:ext uri="{FF2B5EF4-FFF2-40B4-BE49-F238E27FC236}">
                <a16:creationId xmlns:a16="http://schemas.microsoft.com/office/drawing/2014/main" id="{8C846851-0928-4DA5-88DB-923B6D55FB1B}"/>
              </a:ext>
            </a:extLst>
          </p:cNvPr>
          <p:cNvCxnSpPr>
            <a:cxnSpLocks/>
            <a:stCxn id="3" idx="3"/>
            <a:endCxn id="49" idx="1"/>
          </p:cNvCxnSpPr>
          <p:nvPr/>
        </p:nvCxnSpPr>
        <p:spPr>
          <a:xfrm flipV="1">
            <a:off x="7026540" y="5123951"/>
            <a:ext cx="520649" cy="4588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線單箭頭接點 63">
            <a:extLst>
              <a:ext uri="{FF2B5EF4-FFF2-40B4-BE49-F238E27FC236}">
                <a16:creationId xmlns:a16="http://schemas.microsoft.com/office/drawing/2014/main" id="{43D93343-9199-417B-8752-FEF147DD76D1}"/>
              </a:ext>
            </a:extLst>
          </p:cNvPr>
          <p:cNvCxnSpPr>
            <a:cxnSpLocks/>
            <a:stCxn id="3" idx="3"/>
            <a:endCxn id="50" idx="1"/>
          </p:cNvCxnSpPr>
          <p:nvPr/>
        </p:nvCxnSpPr>
        <p:spPr>
          <a:xfrm>
            <a:off x="7026540" y="5582776"/>
            <a:ext cx="520649" cy="27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A9CFA6CE-2DDE-450B-A9A7-16F696F52206}"/>
              </a:ext>
            </a:extLst>
          </p:cNvPr>
          <p:cNvCxnSpPr>
            <a:cxnSpLocks/>
            <a:stCxn id="3" idx="3"/>
            <a:endCxn id="51" idx="1"/>
          </p:cNvCxnSpPr>
          <p:nvPr/>
        </p:nvCxnSpPr>
        <p:spPr>
          <a:xfrm>
            <a:off x="7026540" y="5582776"/>
            <a:ext cx="520649" cy="46429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B56C1403-B8DE-4E9A-AA97-F486633779E2}"/>
              </a:ext>
            </a:extLst>
          </p:cNvPr>
          <p:cNvCxnSpPr>
            <a:cxnSpLocks/>
            <a:stCxn id="3" idx="3"/>
            <a:endCxn id="52" idx="1"/>
          </p:cNvCxnSpPr>
          <p:nvPr/>
        </p:nvCxnSpPr>
        <p:spPr>
          <a:xfrm>
            <a:off x="7026540" y="5582776"/>
            <a:ext cx="520649" cy="92585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直線單箭頭接點 75">
            <a:extLst>
              <a:ext uri="{FF2B5EF4-FFF2-40B4-BE49-F238E27FC236}">
                <a16:creationId xmlns:a16="http://schemas.microsoft.com/office/drawing/2014/main" id="{18E68F72-B070-45C9-B029-1048CBA849D1}"/>
              </a:ext>
            </a:extLst>
          </p:cNvPr>
          <p:cNvCxnSpPr>
            <a:cxnSpLocks/>
            <a:stCxn id="6" idx="1"/>
            <a:endCxn id="11" idx="3"/>
          </p:cNvCxnSpPr>
          <p:nvPr/>
        </p:nvCxnSpPr>
        <p:spPr>
          <a:xfrm flipH="1" flipV="1">
            <a:off x="9666220" y="4662392"/>
            <a:ext cx="520649" cy="92038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直線單箭頭接點 76">
            <a:extLst>
              <a:ext uri="{FF2B5EF4-FFF2-40B4-BE49-F238E27FC236}">
                <a16:creationId xmlns:a16="http://schemas.microsoft.com/office/drawing/2014/main" id="{BAD7C9AD-0375-49A5-93E3-65215BA75A82}"/>
              </a:ext>
            </a:extLst>
          </p:cNvPr>
          <p:cNvCxnSpPr>
            <a:cxnSpLocks/>
            <a:stCxn id="6" idx="1"/>
            <a:endCxn id="61" idx="3"/>
          </p:cNvCxnSpPr>
          <p:nvPr/>
        </p:nvCxnSpPr>
        <p:spPr>
          <a:xfrm flipH="1" flipV="1">
            <a:off x="9666220" y="5123951"/>
            <a:ext cx="520649" cy="458825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EBBBA21F-008A-43BD-8740-B079CCB201DF}"/>
              </a:ext>
            </a:extLst>
          </p:cNvPr>
          <p:cNvCxnSpPr>
            <a:cxnSpLocks/>
            <a:stCxn id="6" idx="1"/>
            <a:endCxn id="60" idx="3"/>
          </p:cNvCxnSpPr>
          <p:nvPr/>
        </p:nvCxnSpPr>
        <p:spPr>
          <a:xfrm flipH="1">
            <a:off x="9666220" y="5582776"/>
            <a:ext cx="520649" cy="27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直線單箭頭接點 78">
            <a:extLst>
              <a:ext uri="{FF2B5EF4-FFF2-40B4-BE49-F238E27FC236}">
                <a16:creationId xmlns:a16="http://schemas.microsoft.com/office/drawing/2014/main" id="{A295C11C-D952-4011-8C3D-D2F2D286AA3B}"/>
              </a:ext>
            </a:extLst>
          </p:cNvPr>
          <p:cNvCxnSpPr>
            <a:cxnSpLocks/>
            <a:stCxn id="6" idx="1"/>
            <a:endCxn id="59" idx="3"/>
          </p:cNvCxnSpPr>
          <p:nvPr/>
        </p:nvCxnSpPr>
        <p:spPr>
          <a:xfrm flipH="1">
            <a:off x="9666220" y="5582776"/>
            <a:ext cx="520649" cy="464293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CBA4E20F-F1CA-4C7B-BC63-E43CEF44E4B7}"/>
              </a:ext>
            </a:extLst>
          </p:cNvPr>
          <p:cNvCxnSpPr>
            <a:cxnSpLocks/>
            <a:stCxn id="6" idx="1"/>
            <a:endCxn id="58" idx="3"/>
          </p:cNvCxnSpPr>
          <p:nvPr/>
        </p:nvCxnSpPr>
        <p:spPr>
          <a:xfrm flipH="1">
            <a:off x="9666220" y="5582776"/>
            <a:ext cx="520649" cy="92585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08D9122C-F646-4E22-982B-96C60227AA2D}"/>
              </a:ext>
            </a:extLst>
          </p:cNvPr>
          <p:cNvGrpSpPr/>
          <p:nvPr/>
        </p:nvGrpSpPr>
        <p:grpSpPr>
          <a:xfrm>
            <a:off x="7519196" y="4477726"/>
            <a:ext cx="2203010" cy="369332"/>
            <a:chOff x="7694515" y="4865278"/>
            <a:chExt cx="2203010" cy="36933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91218A4-6B70-4B01-B8A0-BA0286BB1A57}"/>
                </a:ext>
              </a:extLst>
            </p:cNvPr>
            <p:cNvSpPr/>
            <p:nvPr/>
          </p:nvSpPr>
          <p:spPr>
            <a:xfrm>
              <a:off x="7722508" y="4923944"/>
              <a:ext cx="2119031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E90E6FD1-B6DD-4162-A70D-3509ABAF9B86}"/>
                </a:ext>
              </a:extLst>
            </p:cNvPr>
            <p:cNvSpPr txBox="1"/>
            <p:nvPr/>
          </p:nvSpPr>
          <p:spPr>
            <a:xfrm>
              <a:off x="7694515" y="4865278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50x</a:t>
              </a:r>
              <a:endParaRPr lang="zh-TW" altLang="en-US" dirty="0"/>
            </a:p>
          </p:txBody>
        </p: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6B33C738-284D-4280-AD58-5F63082932F2}"/>
                </a:ext>
              </a:extLst>
            </p:cNvPr>
            <p:cNvSpPr txBox="1"/>
            <p:nvPr/>
          </p:nvSpPr>
          <p:spPr>
            <a:xfrm>
              <a:off x="9496453" y="4865278"/>
              <a:ext cx="401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0x</a:t>
              </a:r>
              <a:endParaRPr lang="zh-TW" altLang="en-US" dirty="0"/>
            </a:p>
          </p:txBody>
        </p:sp>
      </p:grp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24DFB8AF-E19B-4733-A8C5-174180331BDD}"/>
              </a:ext>
            </a:extLst>
          </p:cNvPr>
          <p:cNvGrpSpPr/>
          <p:nvPr/>
        </p:nvGrpSpPr>
        <p:grpSpPr>
          <a:xfrm>
            <a:off x="7519196" y="4937918"/>
            <a:ext cx="2203010" cy="369332"/>
            <a:chOff x="7694515" y="5250013"/>
            <a:chExt cx="2203010" cy="369332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6FB3FB51-C3F5-440E-A7C2-9AFC54AE77A6}"/>
                </a:ext>
              </a:extLst>
            </p:cNvPr>
            <p:cNvSpPr/>
            <p:nvPr/>
          </p:nvSpPr>
          <p:spPr>
            <a:xfrm>
              <a:off x="7722508" y="5310046"/>
              <a:ext cx="1695225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F26FF91D-EBF6-4B28-ADF4-0F2475ED6A44}"/>
                </a:ext>
              </a:extLst>
            </p:cNvPr>
            <p:cNvSpPr/>
            <p:nvPr/>
          </p:nvSpPr>
          <p:spPr>
            <a:xfrm>
              <a:off x="9417733" y="5310046"/>
              <a:ext cx="423806" cy="2520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9021F483-51CE-42A9-8CAA-59B6A01EB8E3}"/>
                </a:ext>
              </a:extLst>
            </p:cNvPr>
            <p:cNvSpPr txBox="1"/>
            <p:nvPr/>
          </p:nvSpPr>
          <p:spPr>
            <a:xfrm>
              <a:off x="7694515" y="525001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40x</a:t>
              </a:r>
              <a:endParaRPr lang="zh-TW" altLang="en-US" dirty="0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8EE10F1B-212A-4F28-9B6C-45AE640783C4}"/>
                </a:ext>
              </a:extLst>
            </p:cNvPr>
            <p:cNvSpPr txBox="1"/>
            <p:nvPr/>
          </p:nvSpPr>
          <p:spPr>
            <a:xfrm>
              <a:off x="9379434" y="525001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10x</a:t>
              </a:r>
              <a:endParaRPr lang="zh-TW" altLang="en-US" dirty="0"/>
            </a:p>
          </p:txBody>
        </p:sp>
      </p:grp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4B1F9E61-F7E7-4D76-A128-F0BE67E51299}"/>
              </a:ext>
            </a:extLst>
          </p:cNvPr>
          <p:cNvGrpSpPr/>
          <p:nvPr/>
        </p:nvGrpSpPr>
        <p:grpSpPr>
          <a:xfrm>
            <a:off x="7519196" y="5398110"/>
            <a:ext cx="2203010" cy="369332"/>
            <a:chOff x="7694515" y="5634748"/>
            <a:chExt cx="2203010" cy="36933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CB0DB42-CF59-4473-9F01-285E6EC18594}"/>
                </a:ext>
              </a:extLst>
            </p:cNvPr>
            <p:cNvSpPr/>
            <p:nvPr/>
          </p:nvSpPr>
          <p:spPr>
            <a:xfrm>
              <a:off x="7722508" y="5696148"/>
              <a:ext cx="1271419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C7CE9957-1D40-4E18-92FC-EDAC048ED158}"/>
                </a:ext>
              </a:extLst>
            </p:cNvPr>
            <p:cNvSpPr/>
            <p:nvPr/>
          </p:nvSpPr>
          <p:spPr>
            <a:xfrm>
              <a:off x="8993927" y="5696148"/>
              <a:ext cx="847612" cy="2520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4" name="文字方塊 113">
              <a:extLst>
                <a:ext uri="{FF2B5EF4-FFF2-40B4-BE49-F238E27FC236}">
                  <a16:creationId xmlns:a16="http://schemas.microsoft.com/office/drawing/2014/main" id="{9F63C3F3-9814-4CB9-8337-0EA1516B24EA}"/>
                </a:ext>
              </a:extLst>
            </p:cNvPr>
            <p:cNvSpPr txBox="1"/>
            <p:nvPr/>
          </p:nvSpPr>
          <p:spPr>
            <a:xfrm>
              <a:off x="7694515" y="5634748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30x</a:t>
              </a:r>
              <a:endParaRPr lang="zh-TW" altLang="en-US" dirty="0"/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247D402E-B88B-421C-B8E4-CE46E4AEBE18}"/>
                </a:ext>
              </a:extLst>
            </p:cNvPr>
            <p:cNvSpPr txBox="1"/>
            <p:nvPr/>
          </p:nvSpPr>
          <p:spPr>
            <a:xfrm>
              <a:off x="9379434" y="5634748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20x</a:t>
              </a:r>
              <a:endParaRPr lang="zh-TW" altLang="en-US" dirty="0"/>
            </a:p>
          </p:txBody>
        </p:sp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EE980891-A7EF-4605-9EE0-509E0CE9B781}"/>
              </a:ext>
            </a:extLst>
          </p:cNvPr>
          <p:cNvGrpSpPr/>
          <p:nvPr/>
        </p:nvGrpSpPr>
        <p:grpSpPr>
          <a:xfrm>
            <a:off x="7519196" y="5858302"/>
            <a:ext cx="2203010" cy="369332"/>
            <a:chOff x="7694515" y="6019483"/>
            <a:chExt cx="2203010" cy="369332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9F076995-10EA-4ECF-AC85-195BAAD85D53}"/>
                </a:ext>
              </a:extLst>
            </p:cNvPr>
            <p:cNvSpPr/>
            <p:nvPr/>
          </p:nvSpPr>
          <p:spPr>
            <a:xfrm>
              <a:off x="7722508" y="6082250"/>
              <a:ext cx="847612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04922CB6-E04A-4D3F-99FC-E269B203B983}"/>
                </a:ext>
              </a:extLst>
            </p:cNvPr>
            <p:cNvSpPr/>
            <p:nvPr/>
          </p:nvSpPr>
          <p:spPr>
            <a:xfrm>
              <a:off x="8570120" y="6082250"/>
              <a:ext cx="1271419" cy="2520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BF5277D8-C5A0-4F8B-BF91-8024C9E77AAA}"/>
                </a:ext>
              </a:extLst>
            </p:cNvPr>
            <p:cNvSpPr txBox="1"/>
            <p:nvPr/>
          </p:nvSpPr>
          <p:spPr>
            <a:xfrm>
              <a:off x="7694515" y="601948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20x</a:t>
              </a:r>
              <a:endParaRPr lang="zh-TW" altLang="en-US" dirty="0"/>
            </a:p>
          </p:txBody>
        </p:sp>
        <p:sp>
          <p:nvSpPr>
            <p:cNvPr id="122" name="文字方塊 121">
              <a:extLst>
                <a:ext uri="{FF2B5EF4-FFF2-40B4-BE49-F238E27FC236}">
                  <a16:creationId xmlns:a16="http://schemas.microsoft.com/office/drawing/2014/main" id="{4C4102CF-FBB0-4220-86AF-76C3A12F5AB9}"/>
                </a:ext>
              </a:extLst>
            </p:cNvPr>
            <p:cNvSpPr txBox="1"/>
            <p:nvPr/>
          </p:nvSpPr>
          <p:spPr>
            <a:xfrm>
              <a:off x="9379434" y="6019483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30x</a:t>
              </a:r>
              <a:endParaRPr lang="zh-TW" altLang="en-US" dirty="0"/>
            </a:p>
          </p:txBody>
        </p:sp>
      </p:grpSp>
      <p:grpSp>
        <p:nvGrpSpPr>
          <p:cNvPr id="135" name="群組 134">
            <a:extLst>
              <a:ext uri="{FF2B5EF4-FFF2-40B4-BE49-F238E27FC236}">
                <a16:creationId xmlns:a16="http://schemas.microsoft.com/office/drawing/2014/main" id="{50897D96-0DE5-4C3D-817F-E38BC3945210}"/>
              </a:ext>
            </a:extLst>
          </p:cNvPr>
          <p:cNvGrpSpPr/>
          <p:nvPr/>
        </p:nvGrpSpPr>
        <p:grpSpPr>
          <a:xfrm>
            <a:off x="7519196" y="6318494"/>
            <a:ext cx="2203010" cy="369332"/>
            <a:chOff x="7694515" y="6404219"/>
            <a:chExt cx="2203010" cy="369332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08A43700-54C9-42A8-BCC5-2FD10849726F}"/>
                </a:ext>
              </a:extLst>
            </p:cNvPr>
            <p:cNvSpPr/>
            <p:nvPr/>
          </p:nvSpPr>
          <p:spPr>
            <a:xfrm>
              <a:off x="7722508" y="6468351"/>
              <a:ext cx="423806" cy="252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2E24C0F-55D5-4DF5-8232-8483137A869A}"/>
                </a:ext>
              </a:extLst>
            </p:cNvPr>
            <p:cNvSpPr/>
            <p:nvPr/>
          </p:nvSpPr>
          <p:spPr>
            <a:xfrm>
              <a:off x="8146314" y="6468351"/>
              <a:ext cx="1695225" cy="252000"/>
            </a:xfrm>
            <a:prstGeom prst="rect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1CF85627-B628-4489-BEBC-A62F385C57BF}"/>
                </a:ext>
              </a:extLst>
            </p:cNvPr>
            <p:cNvSpPr txBox="1"/>
            <p:nvPr/>
          </p:nvSpPr>
          <p:spPr>
            <a:xfrm>
              <a:off x="7694515" y="6404219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10x</a:t>
              </a:r>
              <a:endParaRPr lang="zh-TW" altLang="en-US" dirty="0"/>
            </a:p>
          </p:txBody>
        </p:sp>
        <p:sp>
          <p:nvSpPr>
            <p:cNvPr id="123" name="文字方塊 122">
              <a:extLst>
                <a:ext uri="{FF2B5EF4-FFF2-40B4-BE49-F238E27FC236}">
                  <a16:creationId xmlns:a16="http://schemas.microsoft.com/office/drawing/2014/main" id="{B8A5ABB6-0712-4B23-ACAE-285C45EEA725}"/>
                </a:ext>
              </a:extLst>
            </p:cNvPr>
            <p:cNvSpPr txBox="1"/>
            <p:nvPr/>
          </p:nvSpPr>
          <p:spPr>
            <a:xfrm>
              <a:off x="9379434" y="6404219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40x</a:t>
              </a:r>
              <a:endParaRPr lang="zh-TW" altLang="en-US" dirty="0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55AA7129-91C3-4018-B6A0-385034BBF34C}"/>
              </a:ext>
            </a:extLst>
          </p:cNvPr>
          <p:cNvGrpSpPr/>
          <p:nvPr/>
        </p:nvGrpSpPr>
        <p:grpSpPr>
          <a:xfrm>
            <a:off x="8344023" y="4127202"/>
            <a:ext cx="553357" cy="2318458"/>
            <a:chOff x="8330025" y="4127202"/>
            <a:chExt cx="553357" cy="2318458"/>
          </a:xfrm>
        </p:grpSpPr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490AD78A-317B-4163-AD25-2758146B8917}"/>
                </a:ext>
              </a:extLst>
            </p:cNvPr>
            <p:cNvSpPr txBox="1"/>
            <p:nvPr/>
          </p:nvSpPr>
          <p:spPr>
            <a:xfrm>
              <a:off x="8475096" y="4329676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1</a:t>
              </a:r>
              <a:endParaRPr lang="zh-TW" altLang="en-US" sz="1200" dirty="0"/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1E91B3D8-4531-4A07-A787-8816009AC2DB}"/>
                </a:ext>
              </a:extLst>
            </p:cNvPr>
            <p:cNvSpPr txBox="1"/>
            <p:nvPr/>
          </p:nvSpPr>
          <p:spPr>
            <a:xfrm>
              <a:off x="8416587" y="4785843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0.8</a:t>
              </a:r>
              <a:endParaRPr lang="zh-TW" altLang="en-US" sz="1200" dirty="0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868C3706-3F55-4F66-A404-69B269EFA00D}"/>
                </a:ext>
              </a:extLst>
            </p:cNvPr>
            <p:cNvSpPr txBox="1"/>
            <p:nvPr/>
          </p:nvSpPr>
          <p:spPr>
            <a:xfrm>
              <a:off x="8416587" y="5246786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0.6</a:t>
              </a:r>
              <a:endParaRPr lang="zh-TW" altLang="en-US" sz="1200" dirty="0"/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3AC44C91-C826-4A24-9DE3-3B02DFF66F1E}"/>
                </a:ext>
              </a:extLst>
            </p:cNvPr>
            <p:cNvSpPr txBox="1"/>
            <p:nvPr/>
          </p:nvSpPr>
          <p:spPr>
            <a:xfrm>
              <a:off x="8416587" y="5718413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0.4</a:t>
              </a:r>
              <a:endParaRPr lang="zh-TW" altLang="en-US" sz="1200" dirty="0"/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BF247F92-4241-4499-97B1-2F83E480A491}"/>
                </a:ext>
              </a:extLst>
            </p:cNvPr>
            <p:cNvSpPr txBox="1"/>
            <p:nvPr/>
          </p:nvSpPr>
          <p:spPr>
            <a:xfrm>
              <a:off x="8416587" y="6168661"/>
              <a:ext cx="3802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0.2</a:t>
              </a:r>
              <a:endParaRPr lang="zh-TW" altLang="en-US" sz="1200" dirty="0"/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6C03D128-414A-41C8-835B-37716F270530}"/>
                </a:ext>
              </a:extLst>
            </p:cNvPr>
            <p:cNvSpPr txBox="1"/>
            <p:nvPr/>
          </p:nvSpPr>
          <p:spPr>
            <a:xfrm>
              <a:off x="8330025" y="4127202"/>
              <a:ext cx="5533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1200" dirty="0"/>
                <a:t>Purity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30310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59076EFA-5028-4CD2-9A4D-D76B27A9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Result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LOH Detection</a:t>
            </a:r>
            <a:endParaRPr lang="zh-TW" altLang="en-US" dirty="0"/>
          </a:p>
        </p:txBody>
      </p:sp>
      <p:pic>
        <p:nvPicPr>
          <p:cNvPr id="22" name="內容版面配置區 21">
            <a:extLst>
              <a:ext uri="{FF2B5EF4-FFF2-40B4-BE49-F238E27FC236}">
                <a16:creationId xmlns:a16="http://schemas.microsoft.com/office/drawing/2014/main" id="{E71C3B93-C412-4996-BDBA-474F0C67A26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574074"/>
            <a:ext cx="6096000" cy="4040053"/>
          </a:xfrm>
        </p:spPr>
      </p:pic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C78B56C8-AB58-4DF2-BE8E-3C9494A49A2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619250" y="5640616"/>
            <a:ext cx="8953500" cy="480555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E01299F-6863-43BC-AB75-EDC148C6CF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29</a:t>
            </a:fld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BE561C5-5F1A-490C-AFF3-500162C8F84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573218"/>
            <a:ext cx="6095999" cy="4041764"/>
          </a:xfrm>
        </p:spPr>
      </p:pic>
    </p:spTree>
    <p:extLst>
      <p:ext uri="{BB962C8B-B14F-4D97-AF65-F5344CB8AC3E}">
        <p14:creationId xmlns:p14="http://schemas.microsoft.com/office/powerpoint/2010/main" val="311449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EE80346-3D91-4E42-B71B-8E665AE2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Result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Comparison of Germline and Somatic Phasing</a:t>
            </a:r>
            <a:endParaRPr lang="zh-TW" altLang="en-US" dirty="0"/>
          </a:p>
        </p:txBody>
      </p:sp>
      <p:pic>
        <p:nvPicPr>
          <p:cNvPr id="19" name="內容版面配置區 6">
            <a:extLst>
              <a:ext uri="{FF2B5EF4-FFF2-40B4-BE49-F238E27FC236}">
                <a16:creationId xmlns:a16="http://schemas.microsoft.com/office/drawing/2014/main" id="{3D18EE02-EBED-4C16-8D50-AABD3F915D5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1574074"/>
            <a:ext cx="6096000" cy="4040053"/>
          </a:xfrm>
          <a:prstGeom prst="rect">
            <a:avLst/>
          </a:prstGeom>
        </p:spPr>
      </p:pic>
      <p:pic>
        <p:nvPicPr>
          <p:cNvPr id="18" name="內容版面配置區 9">
            <a:extLst>
              <a:ext uri="{FF2B5EF4-FFF2-40B4-BE49-F238E27FC236}">
                <a16:creationId xmlns:a16="http://schemas.microsoft.com/office/drawing/2014/main" id="{9F9372E4-8FFE-4D44-8F80-7EE3282604C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096000" y="1574929"/>
            <a:ext cx="6096000" cy="4038343"/>
          </a:xfrm>
        </p:spPr>
      </p:pic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5DAAB119-7041-472C-A28F-70F74420997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5"/>
          <a:stretch>
            <a:fillRect/>
          </a:stretch>
        </p:blipFill>
        <p:spPr>
          <a:xfrm>
            <a:off x="1619250" y="5686189"/>
            <a:ext cx="8953500" cy="389409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135309-0BC2-438A-A468-4A9B505D7A0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499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內容版面配置區 15">
            <a:extLst>
              <a:ext uri="{FF2B5EF4-FFF2-40B4-BE49-F238E27FC236}">
                <a16:creationId xmlns:a16="http://schemas.microsoft.com/office/drawing/2014/main" id="{196486F3-FD77-4FF3-BBBA-20A624A70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173" y="976313"/>
            <a:ext cx="8253653" cy="553878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F002AA-6BBC-4FD0-B3C9-AB9042C3E9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31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423FFED-51FF-44DF-9F16-CA9E837D3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LOH Detection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(HCC1395_HKU)</a:t>
            </a:r>
          </a:p>
        </p:txBody>
      </p:sp>
      <p:pic>
        <p:nvPicPr>
          <p:cNvPr id="8" name="內容版面配置區 20">
            <a:extLst>
              <a:ext uri="{FF2B5EF4-FFF2-40B4-BE49-F238E27FC236}">
                <a16:creationId xmlns:a16="http://schemas.microsoft.com/office/drawing/2014/main" id="{2745025D-0760-4212-B3CE-8FAA957462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144" y="6480242"/>
            <a:ext cx="4299711" cy="3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36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41765-45EB-4307-B3A2-FD99F307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Result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Somatic Calling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(Trained on Real Data)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F982A362-46A6-4E55-9DF9-33AB2825E6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094174" y="976313"/>
            <a:ext cx="10003652" cy="553878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59A3941-CB35-4A98-810B-81A717F3E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8" name="內容版面配置區 20">
            <a:extLst>
              <a:ext uri="{FF2B5EF4-FFF2-40B4-BE49-F238E27FC236}">
                <a16:creationId xmlns:a16="http://schemas.microsoft.com/office/drawing/2014/main" id="{B3BDF3C8-2658-4775-AD56-751E286897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7722" y="6468591"/>
            <a:ext cx="8016555" cy="389409"/>
          </a:xfrm>
          <a:prstGeom prst="rect">
            <a:avLst/>
          </a:prstGeom>
        </p:spPr>
      </p:pic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1B41532F-E68D-45FB-A13C-B66528BF3EEE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2581" y="6480242"/>
            <a:ext cx="8006838" cy="366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684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F41765-45EB-4307-B3A2-FD99F307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Result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Somatic Calling (Trained on Simulated) 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F982A362-46A6-4E55-9DF9-33AB2825E6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92579" y="976313"/>
            <a:ext cx="10006841" cy="5538787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59A3941-CB35-4A98-810B-81A717F3E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33</a:t>
            </a:fld>
            <a:endParaRPr lang="zh-TW" altLang="en-US"/>
          </a:p>
        </p:txBody>
      </p:sp>
      <p:pic>
        <p:nvPicPr>
          <p:cNvPr id="10" name="內容版面配置區 20">
            <a:extLst>
              <a:ext uri="{FF2B5EF4-FFF2-40B4-BE49-F238E27FC236}">
                <a16:creationId xmlns:a16="http://schemas.microsoft.com/office/drawing/2014/main" id="{7C88070B-DD84-449E-A8B9-F3BDDF86C027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7167" y="6482423"/>
            <a:ext cx="3597665" cy="36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850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74A87BD8-52EB-4287-B625-44E8E1836E6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849" y="976313"/>
            <a:ext cx="11876302" cy="5235574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D8139A26-9AF2-4453-AAAF-CF35D7D6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Result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Tumor Purity Prediction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20" name="內容版面配置區 19">
            <a:extLst>
              <a:ext uri="{FF2B5EF4-FFF2-40B4-BE49-F238E27FC236}">
                <a16:creationId xmlns:a16="http://schemas.microsoft.com/office/drawing/2014/main" id="{E4816677-A876-44CD-97CB-6F28EEDC2171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4"/>
          <a:stretch>
            <a:fillRect/>
          </a:stretch>
        </p:blipFill>
        <p:spPr>
          <a:xfrm>
            <a:off x="1619250" y="6248404"/>
            <a:ext cx="8953500" cy="319082"/>
          </a:xfr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BC5FD99-1A8E-4979-8F5F-1FAB7322463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96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2ACBF-A304-423E-B7F5-E647FF9E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Haplotagging somatic variant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C023BFE8-33EC-4EB0-9B0C-94A5A8E97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1608" y="1872229"/>
            <a:ext cx="10048784" cy="408985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0D60365-3003-47A8-9436-5B1A5483C923}"/>
              </a:ext>
            </a:extLst>
          </p:cNvPr>
          <p:cNvSpPr txBox="1"/>
          <p:nvPr/>
        </p:nvSpPr>
        <p:spPr>
          <a:xfrm>
            <a:off x="5638144" y="1332411"/>
            <a:ext cx="93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Somatic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5E10CE-5D65-46FF-B889-A7924D861F3B}"/>
              </a:ext>
            </a:extLst>
          </p:cNvPr>
          <p:cNvSpPr txBox="1"/>
          <p:nvPr/>
        </p:nvSpPr>
        <p:spPr>
          <a:xfrm>
            <a:off x="398903" y="2937568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HP1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34ABF2-8CF2-4C56-BDD1-634C2F0B0478}"/>
              </a:ext>
            </a:extLst>
          </p:cNvPr>
          <p:cNvSpPr txBox="1"/>
          <p:nvPr/>
        </p:nvSpPr>
        <p:spPr>
          <a:xfrm>
            <a:off x="398903" y="3682271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rPr>
              <a:t>HP2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D01197A-3CA1-449F-BC82-A434CB50177E}"/>
              </a:ext>
            </a:extLst>
          </p:cNvPr>
          <p:cNvSpPr txBox="1"/>
          <p:nvPr/>
        </p:nvSpPr>
        <p:spPr>
          <a:xfrm>
            <a:off x="398903" y="4941009"/>
            <a:ext cx="2024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HP2-1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12869FB-E3E0-450E-A14C-91824182B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277" y="4936247"/>
            <a:ext cx="161081" cy="953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21F2E31-FBAC-46C3-BECC-E2A20D87C375}"/>
              </a:ext>
            </a:extLst>
          </p:cNvPr>
          <p:cNvSpPr txBox="1"/>
          <p:nvPr/>
        </p:nvSpPr>
        <p:spPr>
          <a:xfrm>
            <a:off x="3370432" y="1332411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Germline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7057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2ACBF-A304-423E-B7F5-E647FF9E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Haplotagging somatic and LOH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92E2291-EC46-4FEB-855F-92F10C30A01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0" y="2150996"/>
            <a:ext cx="12192000" cy="353232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013EC9-9278-4824-AB75-25A25E179883}"/>
              </a:ext>
            </a:extLst>
          </p:cNvPr>
          <p:cNvSpPr txBox="1"/>
          <p:nvPr/>
        </p:nvSpPr>
        <p:spPr>
          <a:xfrm>
            <a:off x="152400" y="24378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8A8A78D-6E3E-42A5-8B11-4232A27B479F}"/>
              </a:ext>
            </a:extLst>
          </p:cNvPr>
          <p:cNvSpPr txBox="1"/>
          <p:nvPr/>
        </p:nvSpPr>
        <p:spPr>
          <a:xfrm>
            <a:off x="152400" y="317781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07CF5E7-5568-43D9-9A62-2CB7A3BE9A10}"/>
              </a:ext>
            </a:extLst>
          </p:cNvPr>
          <p:cNvSpPr txBox="1"/>
          <p:nvPr/>
        </p:nvSpPr>
        <p:spPr>
          <a:xfrm>
            <a:off x="152400" y="457397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HP2-1</a:t>
            </a:r>
            <a:endParaRPr lang="zh-TW" altLang="en-US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CB54B9F-3242-47BA-9724-2FC8DB81A316}"/>
              </a:ext>
            </a:extLst>
          </p:cNvPr>
          <p:cNvCxnSpPr>
            <a:cxnSpLocks/>
          </p:cNvCxnSpPr>
          <p:nvPr/>
        </p:nvCxnSpPr>
        <p:spPr>
          <a:xfrm>
            <a:off x="7368674" y="1373689"/>
            <a:ext cx="0" cy="64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4482955-32E4-4378-8F2E-38CDCC19166A}"/>
              </a:ext>
            </a:extLst>
          </p:cNvPr>
          <p:cNvSpPr txBox="1"/>
          <p:nvPr/>
        </p:nvSpPr>
        <p:spPr>
          <a:xfrm>
            <a:off x="3446534" y="1032499"/>
            <a:ext cx="57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LOH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D84E9D8-3357-418B-B572-B5AA1E0279B9}"/>
              </a:ext>
            </a:extLst>
          </p:cNvPr>
          <p:cNvCxnSpPr>
            <a:cxnSpLocks/>
          </p:cNvCxnSpPr>
          <p:nvPr/>
        </p:nvCxnSpPr>
        <p:spPr>
          <a:xfrm>
            <a:off x="98334" y="1373689"/>
            <a:ext cx="7272000" cy="0"/>
          </a:xfrm>
          <a:prstGeom prst="straightConnector1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18055161-6DE6-4EBD-967B-6CD13C003038}"/>
              </a:ext>
            </a:extLst>
          </p:cNvPr>
          <p:cNvGrpSpPr/>
          <p:nvPr/>
        </p:nvGrpSpPr>
        <p:grpSpPr>
          <a:xfrm>
            <a:off x="5703952" y="1532345"/>
            <a:ext cx="1655197" cy="618651"/>
            <a:chOff x="5713477" y="1532345"/>
            <a:chExt cx="1655197" cy="618651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8350B05D-BF0C-41ED-80A3-8B5895E8699B}"/>
                </a:ext>
              </a:extLst>
            </p:cNvPr>
            <p:cNvSpPr txBox="1"/>
            <p:nvPr/>
          </p:nvSpPr>
          <p:spPr>
            <a:xfrm>
              <a:off x="5713477" y="1532345"/>
              <a:ext cx="1655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/>
                <a:t>Somatic Variant</a:t>
              </a:r>
              <a:endParaRPr lang="zh-TW" altLang="en-US" dirty="0"/>
            </a:p>
          </p:txBody>
        </p:sp>
        <p:cxnSp>
          <p:nvCxnSpPr>
            <p:cNvPr id="31" name="直線單箭頭接點 30">
              <a:extLst>
                <a:ext uri="{FF2B5EF4-FFF2-40B4-BE49-F238E27FC236}">
                  <a16:creationId xmlns:a16="http://schemas.microsoft.com/office/drawing/2014/main" id="{AFFCCC24-EF7D-4636-AB04-8700A76EF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225" y="1901677"/>
              <a:ext cx="1" cy="24931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9D2EE5D-0EF0-4DA1-B529-F79BD40DCD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98731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3CA84-ECC7-4DCB-BD3D-03AC4469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4D5F79-ACB5-4A0F-8BF8-6A19128A9F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In this study, we introduced </a:t>
            </a:r>
            <a:r>
              <a:rPr lang="en-US" altLang="zh-TW" sz="2400" b="1" dirty="0"/>
              <a:t>LongPhase-TO</a:t>
            </a:r>
            <a:r>
              <a:rPr lang="en-US" altLang="zh-TW" sz="2400" dirty="0"/>
              <a:t>, a tumor-only analysis pipeline for long-read sequencing data. Our main contributions are:</a:t>
            </a:r>
          </a:p>
          <a:p>
            <a:endParaRPr lang="en-US" altLang="zh-TW" sz="2400" dirty="0"/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Somatic Phasing</a:t>
            </a:r>
            <a:b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</a:b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Enables haplotype-resolved analysis of somatic mutations, including in LOH regions, by assigning somatic variants to their parental haplotypes. </a:t>
            </a:r>
          </a:p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TW" sz="2400" b="1" dirty="0"/>
              <a:t>Robust LOH Detection</a:t>
            </a:r>
            <a:br>
              <a:rPr lang="en-US" altLang="zh-TW" sz="2400" dirty="0"/>
            </a:br>
            <a:r>
              <a:rPr lang="en-US" altLang="zh-TW" sz="2400" dirty="0"/>
              <a:t>Accurately identifies chromosome-scale LOH events, avoiding fragmentation and matching array-based standards.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400" b="1" dirty="0"/>
              <a:t>Enhanced Somatic Variant Calling</a:t>
            </a:r>
            <a:br>
              <a:rPr lang="en-US" altLang="zh-TW" sz="2400" dirty="0"/>
            </a:br>
            <a:r>
              <a:rPr lang="en-US" altLang="zh-TW" sz="2400" dirty="0"/>
              <a:t>Improves precision, especially under low tumor purity, by integrating phasing and graph-based modeling.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400" b="1" dirty="0"/>
              <a:t>Accurate Tumor Purity Estimation</a:t>
            </a:r>
            <a:br>
              <a:rPr lang="en-US" altLang="zh-TW" sz="2400" dirty="0"/>
            </a:br>
            <a:r>
              <a:rPr lang="en-US" altLang="zh-TW" sz="2400" dirty="0"/>
              <a:t>Predicts purity from haplotype imbalance and LOH ratios without needing a matched normal sample.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86E918-5960-40D5-80EB-C9660832FB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6265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9F255B8-2407-4F37-B255-7704AACA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LOH Detection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Genotype Assignment and Heterozygosity Ratio-Based Classification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75D057C-6F37-4177-82B1-A3306AEDE399}"/>
              </a:ext>
            </a:extLst>
          </p:cNvPr>
          <p:cNvSpPr txBox="1"/>
          <p:nvPr/>
        </p:nvSpPr>
        <p:spPr>
          <a:xfrm>
            <a:off x="243116" y="1156821"/>
            <a:ext cx="2993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Variant Genotype Distribution</a:t>
            </a:r>
            <a:endParaRPr lang="zh-TW" altLang="en-US" dirty="0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F298EF61-BA4F-4D69-BD21-0CFD65A52C34}"/>
              </a:ext>
            </a:extLst>
          </p:cNvPr>
          <p:cNvGrpSpPr/>
          <p:nvPr/>
        </p:nvGrpSpPr>
        <p:grpSpPr>
          <a:xfrm>
            <a:off x="1465317" y="2120786"/>
            <a:ext cx="4861307" cy="2372364"/>
            <a:chOff x="3000545" y="3224567"/>
            <a:chExt cx="4657568" cy="2272937"/>
          </a:xfrm>
        </p:grpSpPr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7C8D077D-27C6-4103-963D-90CA98FFEA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2361" t="5329" b="4806"/>
            <a:stretch/>
          </p:blipFill>
          <p:spPr>
            <a:xfrm>
              <a:off x="5441499" y="3224567"/>
              <a:ext cx="2216614" cy="2272937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11B5921F-42DB-45CC-858A-63A35E7C6E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312" r="3474" b="4806"/>
            <a:stretch/>
          </p:blipFill>
          <p:spPr>
            <a:xfrm>
              <a:off x="3000545" y="3224567"/>
              <a:ext cx="2440954" cy="2272937"/>
            </a:xfrm>
            <a:prstGeom prst="rect">
              <a:avLst/>
            </a:prstGeom>
          </p:spPr>
        </p:pic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B8444B34-F591-4F79-9C5C-78D098094144}"/>
              </a:ext>
            </a:extLst>
          </p:cNvPr>
          <p:cNvSpPr txBox="1"/>
          <p:nvPr/>
        </p:nvSpPr>
        <p:spPr>
          <a:xfrm>
            <a:off x="4904208" y="4460216"/>
            <a:ext cx="444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200">
                <a:solidFill>
                  <a:srgbClr val="767171"/>
                </a:solidFill>
              </a:defRPr>
            </a:lvl1pPr>
          </a:lstStyle>
          <a:p>
            <a:r>
              <a:rPr lang="en-US" altLang="zh-TW" dirty="0"/>
              <a:t>LOH</a:t>
            </a:r>
            <a:endParaRPr lang="zh-TW" altLang="en-US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D0562B1-C5DC-4D9B-A013-477AB2DA4168}"/>
              </a:ext>
            </a:extLst>
          </p:cNvPr>
          <p:cNvSpPr txBox="1"/>
          <p:nvPr/>
        </p:nvSpPr>
        <p:spPr>
          <a:xfrm>
            <a:off x="2553159" y="4460216"/>
            <a:ext cx="770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200">
                <a:solidFill>
                  <a:srgbClr val="767171"/>
                </a:solidFill>
              </a:defRPr>
            </a:lvl1pPr>
          </a:lstStyle>
          <a:p>
            <a:r>
              <a:rPr lang="en-US" altLang="zh-TW" dirty="0"/>
              <a:t>Non-LOH</a:t>
            </a:r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4952CBD3-C926-4976-BA8F-7AA1D5B3A78B}"/>
              </a:ext>
            </a:extLst>
          </p:cNvPr>
          <p:cNvSpPr txBox="1"/>
          <p:nvPr/>
        </p:nvSpPr>
        <p:spPr>
          <a:xfrm>
            <a:off x="377752" y="2650694"/>
            <a:ext cx="11699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>
              <a:defRPr sz="1200"/>
            </a:lvl1pPr>
          </a:lstStyle>
          <a:p>
            <a:r>
              <a:rPr lang="en-US" altLang="zh-TW" dirty="0"/>
              <a:t>Het</a:t>
            </a:r>
          </a:p>
          <a:p>
            <a:r>
              <a:rPr lang="en-US" altLang="zh-TW" dirty="0"/>
              <a:t>(Heterozygosity)</a:t>
            </a:r>
            <a:endParaRPr lang="zh-TW" altLang="en-US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4E608BA-519F-4CEA-8AFD-3338C0279A28}"/>
              </a:ext>
            </a:extLst>
          </p:cNvPr>
          <p:cNvSpPr txBox="1"/>
          <p:nvPr/>
        </p:nvSpPr>
        <p:spPr>
          <a:xfrm>
            <a:off x="377753" y="2245100"/>
            <a:ext cx="1144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</a:lstStyle>
          <a:p>
            <a:r>
              <a:rPr lang="en-US" altLang="zh-TW" sz="1200" dirty="0" err="1"/>
              <a:t>Hom</a:t>
            </a:r>
            <a:br>
              <a:rPr lang="en-US" altLang="zh-TW" sz="1200" dirty="0"/>
            </a:br>
            <a:r>
              <a:rPr lang="en-US" altLang="zh-TW" sz="1200" dirty="0"/>
              <a:t>(H</a:t>
            </a:r>
            <a:r>
              <a:rPr lang="zh-TW" altLang="en-US" sz="1200" dirty="0"/>
              <a:t>omozygosity</a:t>
            </a:r>
            <a:r>
              <a:rPr lang="en-US" altLang="zh-TW" sz="1200" dirty="0"/>
              <a:t>)</a:t>
            </a:r>
            <a:endParaRPr lang="zh-TW" altLang="en-US" sz="1200" dirty="0"/>
          </a:p>
        </p:txBody>
      </p:sp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809AFDB6-D8B6-41E0-97E6-3C9A661E0F7C}"/>
              </a:ext>
            </a:extLst>
          </p:cNvPr>
          <p:cNvCxnSpPr>
            <a:cxnSpLocks/>
          </p:cNvCxnSpPr>
          <p:nvPr/>
        </p:nvCxnSpPr>
        <p:spPr>
          <a:xfrm>
            <a:off x="377752" y="2695634"/>
            <a:ext cx="594887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>
            <a:extLst>
              <a:ext uri="{FF2B5EF4-FFF2-40B4-BE49-F238E27FC236}">
                <a16:creationId xmlns:a16="http://schemas.microsoft.com/office/drawing/2014/main" id="{3EA70411-5FCE-4635-B858-ED8CCF436248}"/>
              </a:ext>
            </a:extLst>
          </p:cNvPr>
          <p:cNvCxnSpPr>
            <a:cxnSpLocks/>
          </p:cNvCxnSpPr>
          <p:nvPr/>
        </p:nvCxnSpPr>
        <p:spPr>
          <a:xfrm flipV="1">
            <a:off x="1546231" y="2492789"/>
            <a:ext cx="0" cy="20757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B0D663BC-6C91-45F9-BB1A-AAEF35CE5923}"/>
              </a:ext>
            </a:extLst>
          </p:cNvPr>
          <p:cNvCxnSpPr>
            <a:cxnSpLocks/>
          </p:cNvCxnSpPr>
          <p:nvPr/>
        </p:nvCxnSpPr>
        <p:spPr>
          <a:xfrm>
            <a:off x="1546231" y="2717513"/>
            <a:ext cx="0" cy="23925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47EFC59F-6CC0-4408-B3F3-FB22D045620E}"/>
              </a:ext>
            </a:extLst>
          </p:cNvPr>
          <p:cNvSpPr txBox="1"/>
          <p:nvPr/>
        </p:nvSpPr>
        <p:spPr>
          <a:xfrm>
            <a:off x="6836937" y="1156821"/>
            <a:ext cx="4103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LOH Classification by Heterozygosity Ratio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82EFC599-1B21-4BF6-837C-5ABACEA31C43}"/>
                  </a:ext>
                </a:extLst>
              </p:cNvPr>
              <p:cNvSpPr txBox="1"/>
              <p:nvPr/>
            </p:nvSpPr>
            <p:spPr>
              <a:xfrm>
                <a:off x="6836937" y="5603335"/>
                <a:ext cx="4074833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LOH type 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𝑂𝐻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        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&lt;0.09</m:t>
                            </m:r>
                          </m: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𝑜𝑛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𝐿𝑂𝐻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82EFC599-1B21-4BF6-837C-5ABACEA31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937" y="5603335"/>
                <a:ext cx="4074833" cy="710194"/>
              </a:xfrm>
              <a:prstGeom prst="rect">
                <a:avLst/>
              </a:prstGeom>
              <a:blipFill>
                <a:blip r:embed="rId4"/>
                <a:stretch>
                  <a:fillRect l="-13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8C31558-612A-4940-B515-83151B967090}"/>
                  </a:ext>
                </a:extLst>
              </p:cNvPr>
              <p:cNvSpPr txBox="1"/>
              <p:nvPr/>
            </p:nvSpPr>
            <p:spPr>
              <a:xfrm>
                <a:off x="6836937" y="5067998"/>
                <a:ext cx="5068503" cy="4875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TW" sz="2000" dirty="0"/>
                  <a:t>(Heterozygosity ratio) = </a:t>
                </a:r>
                <a:r>
                  <a:rPr lang="zh-TW" alt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80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𝑒𝑡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𝐶𝑜𝑢𝑛𝑡</m:t>
                        </m:r>
                      </m:num>
                      <m:den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𝑒𝑡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𝐶𝑜𝑢𝑛𝑡</m:t>
                        </m:r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TW" sz="180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𝑜𝑚</m:t>
                            </m:r>
                          </m:fName>
                          <m:e>
                            <m:r>
                              <a:rPr lang="en-US" altLang="zh-TW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a:rPr lang="en-US" altLang="zh-TW" sz="1800">
                            <a:latin typeface="Cambria Math" panose="02040503050406030204" pitchFamily="18" charset="0"/>
                          </a:rPr>
                          <m:t>𝐶𝑜𝑢𝑛𝑡</m:t>
                        </m:r>
                      </m:den>
                    </m:f>
                  </m:oMath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B8C31558-612A-4940-B515-83151B96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937" y="5067998"/>
                <a:ext cx="5068503" cy="487569"/>
              </a:xfrm>
              <a:prstGeom prst="rect">
                <a:avLst/>
              </a:prstGeom>
              <a:blipFill>
                <a:blip r:embed="rId5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4F1F76E3-A90F-4987-BCD0-A054AA852F58}"/>
                  </a:ext>
                </a:extLst>
              </p:cNvPr>
              <p:cNvSpPr txBox="1"/>
              <p:nvPr/>
            </p:nvSpPr>
            <p:spPr>
              <a:xfrm>
                <a:off x="243116" y="5067998"/>
                <a:ext cx="4495661" cy="987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For each Variant Allele Frequency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(VAF)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𝐻𝑜𝑚</m:t>
                                  </m:r>
                                </m:fName>
                                <m:e>
                                  <m:r>
                                    <a:rPr lang="en-US" altLang="zh-TW" smtClean="0">
                                      <a:latin typeface="Cambria Math" panose="02040503050406030204" pitchFamily="18" charset="0"/>
                                    </a:rPr>
                                    <m:t>𝑐𝑜𝑢𝑛𝑡</m:t>
                                  </m:r>
                                  <m: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++</m:t>
                                  </m:r>
                                </m:e>
                              </m:func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VAF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≥0.8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𝑒𝑛𝑜𝑡𝑦𝑝𝑒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==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𝐻𝑜𝑚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𝑐𝑜𝑢𝑛𝑡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++,</m:t>
                              </m:r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  <m:r>
                                <a:rPr lang="en-US" altLang="zh-TW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4F1F76E3-A90F-4987-BCD0-A054AA852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16" y="5067998"/>
                <a:ext cx="4495661" cy="987193"/>
              </a:xfrm>
              <a:prstGeom prst="rect">
                <a:avLst/>
              </a:prstGeom>
              <a:blipFill>
                <a:blip r:embed="rId6"/>
                <a:stretch>
                  <a:fillRect l="-1221" t="-3086" r="-366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5">
            <a:extLst>
              <a:ext uri="{FF2B5EF4-FFF2-40B4-BE49-F238E27FC236}">
                <a16:creationId xmlns:a16="http://schemas.microsoft.com/office/drawing/2014/main" id="{F63971BD-761D-49ED-A4F1-4717680480B0}"/>
              </a:ext>
            </a:extLst>
          </p:cNvPr>
          <p:cNvGrpSpPr/>
          <p:nvPr/>
        </p:nvGrpSpPr>
        <p:grpSpPr>
          <a:xfrm>
            <a:off x="7016206" y="2078669"/>
            <a:ext cx="4792133" cy="2586464"/>
            <a:chOff x="7239982" y="2078669"/>
            <a:chExt cx="4792133" cy="2586464"/>
          </a:xfrm>
        </p:grpSpPr>
        <p:pic>
          <p:nvPicPr>
            <p:cNvPr id="63" name="圖片 62">
              <a:extLst>
                <a:ext uri="{FF2B5EF4-FFF2-40B4-BE49-F238E27FC236}">
                  <a16:creationId xmlns:a16="http://schemas.microsoft.com/office/drawing/2014/main" id="{15C33255-8988-4338-817C-4616A5C0D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239982" y="2078669"/>
              <a:ext cx="4372836" cy="2586464"/>
            </a:xfrm>
            <a:prstGeom prst="rect">
              <a:avLst/>
            </a:prstGeom>
          </p:spPr>
        </p:pic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D86692F8-4842-4D44-B21D-C58C024531D7}"/>
                </a:ext>
              </a:extLst>
            </p:cNvPr>
            <p:cNvCxnSpPr>
              <a:cxnSpLocks/>
            </p:cNvCxnSpPr>
            <p:nvPr/>
          </p:nvCxnSpPr>
          <p:spPr>
            <a:xfrm>
              <a:off x="7664266" y="4185767"/>
              <a:ext cx="3948552" cy="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56D346EE-C5A1-4E54-B4BF-DF7B8E5A8111}"/>
                    </a:ext>
                  </a:extLst>
                </p:cNvPr>
                <p:cNvSpPr txBox="1"/>
                <p:nvPr/>
              </p:nvSpPr>
              <p:spPr>
                <a:xfrm>
                  <a:off x="11535119" y="4001101"/>
                  <a:ext cx="496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8" name="文字方塊 77">
                  <a:extLst>
                    <a:ext uri="{FF2B5EF4-FFF2-40B4-BE49-F238E27FC236}">
                      <a16:creationId xmlns:a16="http://schemas.microsoft.com/office/drawing/2014/main" id="{56D346EE-C5A1-4E54-B4BF-DF7B8E5A81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5119" y="4001101"/>
                  <a:ext cx="49699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30678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接點: 弧形 219">
            <a:extLst>
              <a:ext uri="{FF2B5EF4-FFF2-40B4-BE49-F238E27FC236}">
                <a16:creationId xmlns:a16="http://schemas.microsoft.com/office/drawing/2014/main" id="{14AE7F0D-DC68-4CDB-905E-F0C3684B3250}"/>
              </a:ext>
            </a:extLst>
          </p:cNvPr>
          <p:cNvCxnSpPr>
            <a:cxnSpLocks/>
          </p:cNvCxnSpPr>
          <p:nvPr/>
        </p:nvCxnSpPr>
        <p:spPr>
          <a:xfrm flipV="1">
            <a:off x="8633356" y="1739891"/>
            <a:ext cx="1" cy="64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9E3441DE-3D87-4C38-A102-9CB98F6A6D86}"/>
              </a:ext>
            </a:extLst>
          </p:cNvPr>
          <p:cNvGrpSpPr/>
          <p:nvPr/>
        </p:nvGrpSpPr>
        <p:grpSpPr>
          <a:xfrm>
            <a:off x="1627887" y="3025124"/>
            <a:ext cx="705600" cy="705600"/>
            <a:chOff x="1627887" y="5534155"/>
            <a:chExt cx="705600" cy="705600"/>
          </a:xfrm>
        </p:grpSpPr>
        <p:sp>
          <p:nvSpPr>
            <p:cNvPr id="671" name="橢圓 670">
              <a:extLst>
                <a:ext uri="{FF2B5EF4-FFF2-40B4-BE49-F238E27FC236}">
                  <a16:creationId xmlns:a16="http://schemas.microsoft.com/office/drawing/2014/main" id="{910AB6B8-B9BB-49E6-99CC-5502D12D25D2}"/>
                </a:ext>
              </a:extLst>
            </p:cNvPr>
            <p:cNvSpPr/>
            <p:nvPr/>
          </p:nvSpPr>
          <p:spPr>
            <a:xfrm>
              <a:off x="1627887" y="5534155"/>
              <a:ext cx="705600" cy="7056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87" name="橢圓 686">
              <a:extLst>
                <a:ext uri="{FF2B5EF4-FFF2-40B4-BE49-F238E27FC236}">
                  <a16:creationId xmlns:a16="http://schemas.microsoft.com/office/drawing/2014/main" id="{CC3C039D-2A14-40CA-85AD-0078D55C630C}"/>
                </a:ext>
              </a:extLst>
            </p:cNvPr>
            <p:cNvSpPr/>
            <p:nvPr/>
          </p:nvSpPr>
          <p:spPr>
            <a:xfrm>
              <a:off x="1950850" y="5761872"/>
              <a:ext cx="341304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8" name="手繪多邊形: 圖案 687">
              <a:extLst>
                <a:ext uri="{FF2B5EF4-FFF2-40B4-BE49-F238E27FC236}">
                  <a16:creationId xmlns:a16="http://schemas.microsoft.com/office/drawing/2014/main" id="{5A54D11D-DB15-4948-9E6F-074BD544CF4A}"/>
                </a:ext>
              </a:extLst>
            </p:cNvPr>
            <p:cNvSpPr/>
            <p:nvPr/>
          </p:nvSpPr>
          <p:spPr>
            <a:xfrm>
              <a:off x="1950849" y="5817985"/>
              <a:ext cx="967" cy="3561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690" name="橢圓 689">
              <a:extLst>
                <a:ext uri="{FF2B5EF4-FFF2-40B4-BE49-F238E27FC236}">
                  <a16:creationId xmlns:a16="http://schemas.microsoft.com/office/drawing/2014/main" id="{24802CD7-CCFC-480B-A726-A5FE9D774BDF}"/>
                </a:ext>
              </a:extLst>
            </p:cNvPr>
            <p:cNvSpPr/>
            <p:nvPr/>
          </p:nvSpPr>
          <p:spPr>
            <a:xfrm>
              <a:off x="1950850" y="5761872"/>
              <a:ext cx="341304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4" name="橢圓 673">
              <a:extLst>
                <a:ext uri="{FF2B5EF4-FFF2-40B4-BE49-F238E27FC236}">
                  <a16:creationId xmlns:a16="http://schemas.microsoft.com/office/drawing/2014/main" id="{F212E15C-0C0C-44F0-8E55-840CB1A96D3C}"/>
                </a:ext>
              </a:extLst>
            </p:cNvPr>
            <p:cNvSpPr/>
            <p:nvPr/>
          </p:nvSpPr>
          <p:spPr>
            <a:xfrm>
              <a:off x="1669394" y="5761872"/>
              <a:ext cx="282422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75" name="橢圓 674">
              <a:extLst>
                <a:ext uri="{FF2B5EF4-FFF2-40B4-BE49-F238E27FC236}">
                  <a16:creationId xmlns:a16="http://schemas.microsoft.com/office/drawing/2014/main" id="{C928B399-9D0F-4C37-8A27-6DCE9B3968D3}"/>
                </a:ext>
              </a:extLst>
            </p:cNvPr>
            <p:cNvSpPr/>
            <p:nvPr/>
          </p:nvSpPr>
          <p:spPr>
            <a:xfrm>
              <a:off x="1926968" y="5768952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EFE340F-93F4-41DC-BB0F-4C055BD5A231}"/>
                </a:ext>
              </a:extLst>
            </p:cNvPr>
            <p:cNvGrpSpPr/>
            <p:nvPr/>
          </p:nvGrpSpPr>
          <p:grpSpPr>
            <a:xfrm>
              <a:off x="1669394" y="5921057"/>
              <a:ext cx="622760" cy="115785"/>
              <a:chOff x="1669394" y="5921057"/>
              <a:chExt cx="622760" cy="115785"/>
            </a:xfrm>
          </p:grpSpPr>
          <p:sp>
            <p:nvSpPr>
              <p:cNvPr id="686" name="手繪多邊形: 圖案 685">
                <a:extLst>
                  <a:ext uri="{FF2B5EF4-FFF2-40B4-BE49-F238E27FC236}">
                    <a16:creationId xmlns:a16="http://schemas.microsoft.com/office/drawing/2014/main" id="{9C1F158A-B400-489F-B0E5-CECACD04C21E}"/>
                  </a:ext>
                </a:extLst>
              </p:cNvPr>
              <p:cNvSpPr/>
              <p:nvPr/>
            </p:nvSpPr>
            <p:spPr>
              <a:xfrm>
                <a:off x="2101265" y="5921057"/>
                <a:ext cx="76872" cy="115785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3" name="手繪多邊形: 圖案 682">
                <a:extLst>
                  <a:ext uri="{FF2B5EF4-FFF2-40B4-BE49-F238E27FC236}">
                    <a16:creationId xmlns:a16="http://schemas.microsoft.com/office/drawing/2014/main" id="{9362C6DA-D633-4441-8105-FFC61553D940}"/>
                  </a:ext>
                </a:extLst>
              </p:cNvPr>
              <p:cNvSpPr/>
              <p:nvPr/>
            </p:nvSpPr>
            <p:spPr>
              <a:xfrm>
                <a:off x="1951377" y="5922444"/>
                <a:ext cx="149888" cy="113013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9" name="手繪多邊形: 圖案 688">
                <a:extLst>
                  <a:ext uri="{FF2B5EF4-FFF2-40B4-BE49-F238E27FC236}">
                    <a16:creationId xmlns:a16="http://schemas.microsoft.com/office/drawing/2014/main" id="{63741400-6CCF-49B4-A1F6-A4C498924A77}"/>
                  </a:ext>
                </a:extLst>
              </p:cNvPr>
              <p:cNvSpPr/>
              <p:nvPr/>
            </p:nvSpPr>
            <p:spPr>
              <a:xfrm>
                <a:off x="2019124" y="5922805"/>
                <a:ext cx="54000" cy="112291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2" name="手繪多邊形: 圖案 681">
                <a:extLst>
                  <a:ext uri="{FF2B5EF4-FFF2-40B4-BE49-F238E27FC236}">
                    <a16:creationId xmlns:a16="http://schemas.microsoft.com/office/drawing/2014/main" id="{6184D018-4E0C-4A94-8A4A-5D94F587B2E6}"/>
                  </a:ext>
                </a:extLst>
              </p:cNvPr>
              <p:cNvSpPr/>
              <p:nvPr/>
            </p:nvSpPr>
            <p:spPr>
              <a:xfrm>
                <a:off x="1950849" y="5977170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84" name="手繪多邊形: 圖案 683">
                <a:extLst>
                  <a:ext uri="{FF2B5EF4-FFF2-40B4-BE49-F238E27FC236}">
                    <a16:creationId xmlns:a16="http://schemas.microsoft.com/office/drawing/2014/main" id="{1F08ECFA-80D8-42CB-BC21-EB9EEC179FB7}"/>
                  </a:ext>
                </a:extLst>
              </p:cNvPr>
              <p:cNvSpPr/>
              <p:nvPr/>
            </p:nvSpPr>
            <p:spPr>
              <a:xfrm>
                <a:off x="2178137" y="5924937"/>
                <a:ext cx="114017" cy="108028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5" name="橢圓 684">
                <a:extLst>
                  <a:ext uri="{FF2B5EF4-FFF2-40B4-BE49-F238E27FC236}">
                    <a16:creationId xmlns:a16="http://schemas.microsoft.com/office/drawing/2014/main" id="{A133127A-B367-4DD7-949B-052F76F6D999}"/>
                  </a:ext>
                </a:extLst>
              </p:cNvPr>
              <p:cNvSpPr/>
              <p:nvPr/>
            </p:nvSpPr>
            <p:spPr>
              <a:xfrm>
                <a:off x="1950850" y="5921057"/>
                <a:ext cx="341304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6" name="手繪多邊形: 圖案 675">
                <a:extLst>
                  <a:ext uri="{FF2B5EF4-FFF2-40B4-BE49-F238E27FC236}">
                    <a16:creationId xmlns:a16="http://schemas.microsoft.com/office/drawing/2014/main" id="{85A574B2-53B4-4681-898B-45B8B6CEEF9A}"/>
                  </a:ext>
                </a:extLst>
              </p:cNvPr>
              <p:cNvSpPr/>
              <p:nvPr/>
            </p:nvSpPr>
            <p:spPr>
              <a:xfrm>
                <a:off x="1773102" y="5921057"/>
                <a:ext cx="75006" cy="115785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7" name="手繪多邊形: 圖案 676">
                <a:extLst>
                  <a:ext uri="{FF2B5EF4-FFF2-40B4-BE49-F238E27FC236}">
                    <a16:creationId xmlns:a16="http://schemas.microsoft.com/office/drawing/2014/main" id="{7185E3C4-0147-47B8-85F7-5707E2DC1E48}"/>
                  </a:ext>
                </a:extLst>
              </p:cNvPr>
              <p:cNvSpPr/>
              <p:nvPr/>
            </p:nvSpPr>
            <p:spPr>
              <a:xfrm>
                <a:off x="1950849" y="5977169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78" name="手繪多邊形: 圖案 677">
                <a:extLst>
                  <a:ext uri="{FF2B5EF4-FFF2-40B4-BE49-F238E27FC236}">
                    <a16:creationId xmlns:a16="http://schemas.microsoft.com/office/drawing/2014/main" id="{465B4137-146D-4C84-9C0B-B6A3C21A7093}"/>
                  </a:ext>
                </a:extLst>
              </p:cNvPr>
              <p:cNvSpPr/>
              <p:nvPr/>
            </p:nvSpPr>
            <p:spPr>
              <a:xfrm>
                <a:off x="1848107" y="5924161"/>
                <a:ext cx="103270" cy="109577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9" name="手繪多邊形: 圖案 678">
                <a:extLst>
                  <a:ext uri="{FF2B5EF4-FFF2-40B4-BE49-F238E27FC236}">
                    <a16:creationId xmlns:a16="http://schemas.microsoft.com/office/drawing/2014/main" id="{5E0D49BF-BBEF-4E22-A1AB-EF9AC38D1437}"/>
                  </a:ext>
                </a:extLst>
              </p:cNvPr>
              <p:cNvSpPr/>
              <p:nvPr/>
            </p:nvSpPr>
            <p:spPr>
              <a:xfrm>
                <a:off x="1669394" y="5924160"/>
                <a:ext cx="103708" cy="10957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680" name="橢圓 679">
                <a:extLst>
                  <a:ext uri="{FF2B5EF4-FFF2-40B4-BE49-F238E27FC236}">
                    <a16:creationId xmlns:a16="http://schemas.microsoft.com/office/drawing/2014/main" id="{D7588908-4998-443F-B3F0-259E6A32CF5A}"/>
                  </a:ext>
                </a:extLst>
              </p:cNvPr>
              <p:cNvSpPr/>
              <p:nvPr/>
            </p:nvSpPr>
            <p:spPr>
              <a:xfrm>
                <a:off x="1669394" y="5921057"/>
                <a:ext cx="282422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1" name="橢圓 680">
                <a:extLst>
                  <a:ext uri="{FF2B5EF4-FFF2-40B4-BE49-F238E27FC236}">
                    <a16:creationId xmlns:a16="http://schemas.microsoft.com/office/drawing/2014/main" id="{4FB8D43F-E7C4-41CF-AF92-5310C2F15684}"/>
                  </a:ext>
                </a:extLst>
              </p:cNvPr>
              <p:cNvSpPr/>
              <p:nvPr/>
            </p:nvSpPr>
            <p:spPr>
              <a:xfrm>
                <a:off x="1926968" y="5928136"/>
                <a:ext cx="48309" cy="10162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3DBD15C-0330-4FFD-91B1-0F8BDED2066A}"/>
              </a:ext>
            </a:extLst>
          </p:cNvPr>
          <p:cNvGrpSpPr/>
          <p:nvPr/>
        </p:nvGrpSpPr>
        <p:grpSpPr>
          <a:xfrm>
            <a:off x="3454550" y="3025124"/>
            <a:ext cx="705600" cy="705600"/>
            <a:chOff x="3454550" y="3025124"/>
            <a:chExt cx="705600" cy="705600"/>
          </a:xfrm>
        </p:grpSpPr>
        <p:sp>
          <p:nvSpPr>
            <p:cNvPr id="692" name="橢圓 691">
              <a:extLst>
                <a:ext uri="{FF2B5EF4-FFF2-40B4-BE49-F238E27FC236}">
                  <a16:creationId xmlns:a16="http://schemas.microsoft.com/office/drawing/2014/main" id="{CF7B187C-4FA5-47E5-B118-B77204074CF0}"/>
                </a:ext>
              </a:extLst>
            </p:cNvPr>
            <p:cNvSpPr/>
            <p:nvPr/>
          </p:nvSpPr>
          <p:spPr>
            <a:xfrm>
              <a:off x="3454550" y="3025124"/>
              <a:ext cx="705600" cy="705600"/>
            </a:xfrm>
            <a:prstGeom prst="ellipse">
              <a:avLst/>
            </a:prstGeom>
            <a:solidFill>
              <a:srgbClr val="FFF2CC"/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E7232173-3147-4353-ACDF-955740EC25BC}"/>
                </a:ext>
              </a:extLst>
            </p:cNvPr>
            <p:cNvGrpSpPr/>
            <p:nvPr/>
          </p:nvGrpSpPr>
          <p:grpSpPr>
            <a:xfrm>
              <a:off x="3777511" y="3412026"/>
              <a:ext cx="341305" cy="115785"/>
              <a:chOff x="3777511" y="3412026"/>
              <a:chExt cx="341305" cy="115785"/>
            </a:xfrm>
          </p:grpSpPr>
          <p:sp>
            <p:nvSpPr>
              <p:cNvPr id="713" name="手繪多邊形: 圖案 712">
                <a:extLst>
                  <a:ext uri="{FF2B5EF4-FFF2-40B4-BE49-F238E27FC236}">
                    <a16:creationId xmlns:a16="http://schemas.microsoft.com/office/drawing/2014/main" id="{9AB87993-82EC-4D61-9863-1549FCFEB205}"/>
                  </a:ext>
                </a:extLst>
              </p:cNvPr>
              <p:cNvSpPr/>
              <p:nvPr/>
            </p:nvSpPr>
            <p:spPr>
              <a:xfrm>
                <a:off x="3927927" y="3412026"/>
                <a:ext cx="76872" cy="115785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4" name="手繪多邊形: 圖案 713">
                <a:extLst>
                  <a:ext uri="{FF2B5EF4-FFF2-40B4-BE49-F238E27FC236}">
                    <a16:creationId xmlns:a16="http://schemas.microsoft.com/office/drawing/2014/main" id="{EDB503C9-28FB-46D2-AF16-CC4B32FBFA77}"/>
                  </a:ext>
                </a:extLst>
              </p:cNvPr>
              <p:cNvSpPr/>
              <p:nvPr/>
            </p:nvSpPr>
            <p:spPr>
              <a:xfrm>
                <a:off x="3778039" y="3413413"/>
                <a:ext cx="149888" cy="113013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5" name="手繪多邊形: 圖案 714">
                <a:extLst>
                  <a:ext uri="{FF2B5EF4-FFF2-40B4-BE49-F238E27FC236}">
                    <a16:creationId xmlns:a16="http://schemas.microsoft.com/office/drawing/2014/main" id="{E5E30D57-EAA0-4412-90A6-15055F5C85E8}"/>
                  </a:ext>
                </a:extLst>
              </p:cNvPr>
              <p:cNvSpPr/>
              <p:nvPr/>
            </p:nvSpPr>
            <p:spPr>
              <a:xfrm>
                <a:off x="3845786" y="3413774"/>
                <a:ext cx="54000" cy="112291"/>
              </a:xfrm>
              <a:custGeom>
                <a:avLst/>
                <a:gdLst>
                  <a:gd name="connsiteX0" fmla="*/ 103512 w 103512"/>
                  <a:gd name="connsiteY0" fmla="*/ 0 h 151205"/>
                  <a:gd name="connsiteX1" fmla="*/ 103512 w 103512"/>
                  <a:gd name="connsiteY1" fmla="*/ 151205 h 151205"/>
                  <a:gd name="connsiteX2" fmla="*/ 48412 w 103512"/>
                  <a:gd name="connsiteY2" fmla="*/ 147431 h 151205"/>
                  <a:gd name="connsiteX3" fmla="*/ 0 w 103512"/>
                  <a:gd name="connsiteY3" fmla="*/ 136358 h 151205"/>
                  <a:gd name="connsiteX4" fmla="*/ 0 w 103512"/>
                  <a:gd name="connsiteY4" fmla="*/ 14847 h 151205"/>
                  <a:gd name="connsiteX5" fmla="*/ 48412 w 103512"/>
                  <a:gd name="connsiteY5" fmla="*/ 3773 h 151205"/>
                  <a:gd name="connsiteX6" fmla="*/ 103512 w 103512"/>
                  <a:gd name="connsiteY6" fmla="*/ 0 h 15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5">
                    <a:moveTo>
                      <a:pt x="103512" y="0"/>
                    </a:moveTo>
                    <a:lnTo>
                      <a:pt x="103512" y="151205"/>
                    </a:lnTo>
                    <a:lnTo>
                      <a:pt x="48412" y="147431"/>
                    </a:lnTo>
                    <a:lnTo>
                      <a:pt x="0" y="136358"/>
                    </a:lnTo>
                    <a:lnTo>
                      <a:pt x="0" y="14847"/>
                    </a:lnTo>
                    <a:lnTo>
                      <a:pt x="48412" y="3773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6" name="手繪多邊形: 圖案 715">
                <a:extLst>
                  <a:ext uri="{FF2B5EF4-FFF2-40B4-BE49-F238E27FC236}">
                    <a16:creationId xmlns:a16="http://schemas.microsoft.com/office/drawing/2014/main" id="{539E3395-0EBD-4051-9732-ABC0E46A3E30}"/>
                  </a:ext>
                </a:extLst>
              </p:cNvPr>
              <p:cNvSpPr/>
              <p:nvPr/>
            </p:nvSpPr>
            <p:spPr>
              <a:xfrm>
                <a:off x="3777511" y="3468139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717" name="手繪多邊形: 圖案 716">
                <a:extLst>
                  <a:ext uri="{FF2B5EF4-FFF2-40B4-BE49-F238E27FC236}">
                    <a16:creationId xmlns:a16="http://schemas.microsoft.com/office/drawing/2014/main" id="{F14C7302-4084-401E-BA89-822415374596}"/>
                  </a:ext>
                </a:extLst>
              </p:cNvPr>
              <p:cNvSpPr/>
              <p:nvPr/>
            </p:nvSpPr>
            <p:spPr>
              <a:xfrm>
                <a:off x="4004799" y="3415906"/>
                <a:ext cx="114017" cy="108028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0" name="手繪多邊形: 圖案 719">
                <a:extLst>
                  <a:ext uri="{FF2B5EF4-FFF2-40B4-BE49-F238E27FC236}">
                    <a16:creationId xmlns:a16="http://schemas.microsoft.com/office/drawing/2014/main" id="{6C29CC48-101A-43CB-AB02-1776A0DFA555}"/>
                  </a:ext>
                </a:extLst>
              </p:cNvPr>
              <p:cNvSpPr/>
              <p:nvPr/>
            </p:nvSpPr>
            <p:spPr>
              <a:xfrm>
                <a:off x="3777511" y="3468138"/>
                <a:ext cx="967" cy="3561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709" name="手繪多邊形: 圖案 708">
                <a:extLst>
                  <a:ext uri="{FF2B5EF4-FFF2-40B4-BE49-F238E27FC236}">
                    <a16:creationId xmlns:a16="http://schemas.microsoft.com/office/drawing/2014/main" id="{FD835549-4F98-43E2-8A13-B3DD3F6BC393}"/>
                  </a:ext>
                </a:extLst>
              </p:cNvPr>
              <p:cNvSpPr/>
              <p:nvPr/>
            </p:nvSpPr>
            <p:spPr>
              <a:xfrm>
                <a:off x="4025334" y="3415881"/>
                <a:ext cx="54000" cy="108075"/>
              </a:xfrm>
              <a:custGeom>
                <a:avLst/>
                <a:gdLst>
                  <a:gd name="connsiteX0" fmla="*/ 0 w 103512"/>
                  <a:gd name="connsiteY0" fmla="*/ 0 h 145527"/>
                  <a:gd name="connsiteX1" fmla="*/ 13641 w 103512"/>
                  <a:gd name="connsiteY1" fmla="*/ 934 h 145527"/>
                  <a:gd name="connsiteX2" fmla="*/ 86683 w 103512"/>
                  <a:gd name="connsiteY2" fmla="*/ 17641 h 145527"/>
                  <a:gd name="connsiteX3" fmla="*/ 103512 w 103512"/>
                  <a:gd name="connsiteY3" fmla="*/ 24561 h 145527"/>
                  <a:gd name="connsiteX4" fmla="*/ 103512 w 103512"/>
                  <a:gd name="connsiteY4" fmla="*/ 120966 h 145527"/>
                  <a:gd name="connsiteX5" fmla="*/ 86683 w 103512"/>
                  <a:gd name="connsiteY5" fmla="*/ 127885 h 145527"/>
                  <a:gd name="connsiteX6" fmla="*/ 13641 w 103512"/>
                  <a:gd name="connsiteY6" fmla="*/ 144592 h 145527"/>
                  <a:gd name="connsiteX7" fmla="*/ 0 w 103512"/>
                  <a:gd name="connsiteY7" fmla="*/ 145527 h 145527"/>
                  <a:gd name="connsiteX8" fmla="*/ 0 w 103512"/>
                  <a:gd name="connsiteY8" fmla="*/ 0 h 145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45527">
                    <a:moveTo>
                      <a:pt x="0" y="0"/>
                    </a:moveTo>
                    <a:lnTo>
                      <a:pt x="13641" y="934"/>
                    </a:lnTo>
                    <a:cubicBezTo>
                      <a:pt x="41133" y="4879"/>
                      <a:pt x="65891" y="10587"/>
                      <a:pt x="86683" y="17641"/>
                    </a:cubicBezTo>
                    <a:lnTo>
                      <a:pt x="103512" y="24561"/>
                    </a:lnTo>
                    <a:lnTo>
                      <a:pt x="103512" y="120966"/>
                    </a:lnTo>
                    <a:lnTo>
                      <a:pt x="86683" y="127885"/>
                    </a:lnTo>
                    <a:cubicBezTo>
                      <a:pt x="65891" y="134939"/>
                      <a:pt x="41133" y="140647"/>
                      <a:pt x="13641" y="144592"/>
                    </a:cubicBezTo>
                    <a:lnTo>
                      <a:pt x="0" y="1455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8" name="橢圓 717">
                <a:extLst>
                  <a:ext uri="{FF2B5EF4-FFF2-40B4-BE49-F238E27FC236}">
                    <a16:creationId xmlns:a16="http://schemas.microsoft.com/office/drawing/2014/main" id="{2E52D62B-EEEC-4D73-8109-CD9FC4C4C441}"/>
                  </a:ext>
                </a:extLst>
              </p:cNvPr>
              <p:cNvSpPr/>
              <p:nvPr/>
            </p:nvSpPr>
            <p:spPr>
              <a:xfrm>
                <a:off x="3777512" y="3412026"/>
                <a:ext cx="341304" cy="115785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719" name="手繪多邊形: 圖案 718">
              <a:extLst>
                <a:ext uri="{FF2B5EF4-FFF2-40B4-BE49-F238E27FC236}">
                  <a16:creationId xmlns:a16="http://schemas.microsoft.com/office/drawing/2014/main" id="{D06F3647-F3E6-40DD-A7A5-3B0EBDB15314}"/>
                </a:ext>
              </a:extLst>
            </p:cNvPr>
            <p:cNvSpPr/>
            <p:nvPr/>
          </p:nvSpPr>
          <p:spPr>
            <a:xfrm>
              <a:off x="3599764" y="3412026"/>
              <a:ext cx="75006" cy="115785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1" name="手繪多邊形: 圖案 720">
              <a:extLst>
                <a:ext uri="{FF2B5EF4-FFF2-40B4-BE49-F238E27FC236}">
                  <a16:creationId xmlns:a16="http://schemas.microsoft.com/office/drawing/2014/main" id="{14DC7F16-5D4B-4A40-A324-507F4B377E03}"/>
                </a:ext>
              </a:extLst>
            </p:cNvPr>
            <p:cNvSpPr/>
            <p:nvPr/>
          </p:nvSpPr>
          <p:spPr>
            <a:xfrm>
              <a:off x="3674769" y="3415130"/>
              <a:ext cx="103270" cy="109577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2" name="手繪多邊形: 圖案 721">
              <a:extLst>
                <a:ext uri="{FF2B5EF4-FFF2-40B4-BE49-F238E27FC236}">
                  <a16:creationId xmlns:a16="http://schemas.microsoft.com/office/drawing/2014/main" id="{52EB432F-B031-44A5-A1B8-42FF82309389}"/>
                </a:ext>
              </a:extLst>
            </p:cNvPr>
            <p:cNvSpPr/>
            <p:nvPr/>
          </p:nvSpPr>
          <p:spPr>
            <a:xfrm>
              <a:off x="3496056" y="3415129"/>
              <a:ext cx="103708" cy="109577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723" name="橢圓 722">
              <a:extLst>
                <a:ext uri="{FF2B5EF4-FFF2-40B4-BE49-F238E27FC236}">
                  <a16:creationId xmlns:a16="http://schemas.microsoft.com/office/drawing/2014/main" id="{A0B3A752-79F6-4719-AE5A-BA87101B1E1C}"/>
                </a:ext>
              </a:extLst>
            </p:cNvPr>
            <p:cNvSpPr/>
            <p:nvPr/>
          </p:nvSpPr>
          <p:spPr>
            <a:xfrm>
              <a:off x="3496056" y="3412026"/>
              <a:ext cx="282422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4" name="橢圓 723">
              <a:extLst>
                <a:ext uri="{FF2B5EF4-FFF2-40B4-BE49-F238E27FC236}">
                  <a16:creationId xmlns:a16="http://schemas.microsoft.com/office/drawing/2014/main" id="{17878CE8-C769-424B-AEDC-E1CB941CD109}"/>
                </a:ext>
              </a:extLst>
            </p:cNvPr>
            <p:cNvSpPr/>
            <p:nvPr/>
          </p:nvSpPr>
          <p:spPr>
            <a:xfrm>
              <a:off x="3753630" y="3419105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8" name="橢圓 707">
              <a:extLst>
                <a:ext uri="{FF2B5EF4-FFF2-40B4-BE49-F238E27FC236}">
                  <a16:creationId xmlns:a16="http://schemas.microsoft.com/office/drawing/2014/main" id="{85B4542B-787C-4471-BAD5-FC48FFA9470A}"/>
                </a:ext>
              </a:extLst>
            </p:cNvPr>
            <p:cNvSpPr/>
            <p:nvPr/>
          </p:nvSpPr>
          <p:spPr>
            <a:xfrm>
              <a:off x="3777512" y="3252841"/>
              <a:ext cx="341304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1" name="橢圓 710">
              <a:extLst>
                <a:ext uri="{FF2B5EF4-FFF2-40B4-BE49-F238E27FC236}">
                  <a16:creationId xmlns:a16="http://schemas.microsoft.com/office/drawing/2014/main" id="{B534788F-848F-466D-A5DF-C4C5021FA138}"/>
                </a:ext>
              </a:extLst>
            </p:cNvPr>
            <p:cNvSpPr/>
            <p:nvPr/>
          </p:nvSpPr>
          <p:spPr>
            <a:xfrm>
              <a:off x="3777512" y="3252841"/>
              <a:ext cx="341304" cy="115785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5" name="橢圓 694">
              <a:extLst>
                <a:ext uri="{FF2B5EF4-FFF2-40B4-BE49-F238E27FC236}">
                  <a16:creationId xmlns:a16="http://schemas.microsoft.com/office/drawing/2014/main" id="{F707FAC5-4BD4-4F7E-BF75-0A5AEFE9BB4D}"/>
                </a:ext>
              </a:extLst>
            </p:cNvPr>
            <p:cNvSpPr/>
            <p:nvPr/>
          </p:nvSpPr>
          <p:spPr>
            <a:xfrm>
              <a:off x="3496057" y="3252841"/>
              <a:ext cx="282422" cy="115785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6" name="橢圓 695">
              <a:extLst>
                <a:ext uri="{FF2B5EF4-FFF2-40B4-BE49-F238E27FC236}">
                  <a16:creationId xmlns:a16="http://schemas.microsoft.com/office/drawing/2014/main" id="{BC7FE65B-2785-4565-88EF-BD9F32B0E080}"/>
                </a:ext>
              </a:extLst>
            </p:cNvPr>
            <p:cNvSpPr/>
            <p:nvPr/>
          </p:nvSpPr>
          <p:spPr>
            <a:xfrm>
              <a:off x="3753631" y="3259921"/>
              <a:ext cx="48309" cy="101626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5" name="群組 244">
            <a:extLst>
              <a:ext uri="{FF2B5EF4-FFF2-40B4-BE49-F238E27FC236}">
                <a16:creationId xmlns:a16="http://schemas.microsoft.com/office/drawing/2014/main" id="{BA7B4159-B505-4A71-96C7-B7BE1E42407E}"/>
              </a:ext>
            </a:extLst>
          </p:cNvPr>
          <p:cNvGrpSpPr/>
          <p:nvPr/>
        </p:nvGrpSpPr>
        <p:grpSpPr>
          <a:xfrm>
            <a:off x="742964" y="3025124"/>
            <a:ext cx="705600" cy="705600"/>
            <a:chOff x="5400899" y="-1017589"/>
            <a:chExt cx="648000" cy="648000"/>
          </a:xfrm>
        </p:grpSpPr>
        <p:sp>
          <p:nvSpPr>
            <p:cNvPr id="313" name="橢圓 312">
              <a:extLst>
                <a:ext uri="{FF2B5EF4-FFF2-40B4-BE49-F238E27FC236}">
                  <a16:creationId xmlns:a16="http://schemas.microsoft.com/office/drawing/2014/main" id="{78AE67C9-DB16-424A-9D0F-9AB97DE357D4}"/>
                </a:ext>
              </a:extLst>
            </p:cNvPr>
            <p:cNvSpPr/>
            <p:nvPr/>
          </p:nvSpPr>
          <p:spPr>
            <a:xfrm>
              <a:off x="5400899" y="-1017589"/>
              <a:ext cx="648000" cy="648000"/>
            </a:xfrm>
            <a:prstGeom prst="ellipse">
              <a:avLst/>
            </a:prstGeom>
            <a:solidFill>
              <a:srgbClr val="DEEBF7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4" name="橢圓 313">
              <a:extLst>
                <a:ext uri="{FF2B5EF4-FFF2-40B4-BE49-F238E27FC236}">
                  <a16:creationId xmlns:a16="http://schemas.microsoft.com/office/drawing/2014/main" id="{1F07F11C-8E7F-4521-A6D3-221A509E4391}"/>
                </a:ext>
              </a:extLst>
            </p:cNvPr>
            <p:cNvSpPr/>
            <p:nvPr/>
          </p:nvSpPr>
          <p:spPr>
            <a:xfrm>
              <a:off x="5697498" y="-808461"/>
              <a:ext cx="313442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5" name="群組 314">
              <a:extLst>
                <a:ext uri="{FF2B5EF4-FFF2-40B4-BE49-F238E27FC236}">
                  <a16:creationId xmlns:a16="http://schemas.microsoft.com/office/drawing/2014/main" id="{B5B78E87-A242-4F10-A1E0-7980D97BBC86}"/>
                </a:ext>
              </a:extLst>
            </p:cNvPr>
            <p:cNvGrpSpPr/>
            <p:nvPr/>
          </p:nvGrpSpPr>
          <p:grpSpPr>
            <a:xfrm>
              <a:off x="5697497" y="-662271"/>
              <a:ext cx="313443" cy="106333"/>
              <a:chOff x="5697497" y="-808461"/>
              <a:chExt cx="313443" cy="106333"/>
            </a:xfrm>
          </p:grpSpPr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0EE9A04E-333B-49E8-A53C-397D821DE7D2}"/>
                  </a:ext>
                </a:extLst>
              </p:cNvPr>
              <p:cNvSpPr/>
              <p:nvPr/>
            </p:nvSpPr>
            <p:spPr>
              <a:xfrm>
                <a:off x="5835634" y="-808461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3A0807F8-D282-4024-A78C-8DC2CCAB7719}"/>
                  </a:ext>
                </a:extLst>
              </p:cNvPr>
              <p:cNvSpPr/>
              <p:nvPr/>
            </p:nvSpPr>
            <p:spPr>
              <a:xfrm>
                <a:off x="5697497" y="-75692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25" name="手繪多邊形: 圖案 324">
                <a:extLst>
                  <a:ext uri="{FF2B5EF4-FFF2-40B4-BE49-F238E27FC236}">
                    <a16:creationId xmlns:a16="http://schemas.microsoft.com/office/drawing/2014/main" id="{02CBAA63-D608-4370-B530-63AA03EEE006}"/>
                  </a:ext>
                </a:extLst>
              </p:cNvPr>
              <p:cNvSpPr/>
              <p:nvPr/>
            </p:nvSpPr>
            <p:spPr>
              <a:xfrm>
                <a:off x="5697982" y="-807187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手繪多邊形: 圖案 325">
                <a:extLst>
                  <a:ext uri="{FF2B5EF4-FFF2-40B4-BE49-F238E27FC236}">
                    <a16:creationId xmlns:a16="http://schemas.microsoft.com/office/drawing/2014/main" id="{3CA627EF-19F2-4D05-BC06-468E5BF860E6}"/>
                  </a:ext>
                </a:extLst>
              </p:cNvPr>
              <p:cNvSpPr/>
              <p:nvPr/>
            </p:nvSpPr>
            <p:spPr>
              <a:xfrm>
                <a:off x="5906231" y="-804898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橢圓 326">
                <a:extLst>
                  <a:ext uri="{FF2B5EF4-FFF2-40B4-BE49-F238E27FC236}">
                    <a16:creationId xmlns:a16="http://schemas.microsoft.com/office/drawing/2014/main" id="{59ADDA11-2FFD-41D5-992D-D9DFB75E1FCE}"/>
                  </a:ext>
                </a:extLst>
              </p:cNvPr>
              <p:cNvSpPr/>
              <p:nvPr/>
            </p:nvSpPr>
            <p:spPr>
              <a:xfrm>
                <a:off x="5697498" y="-80846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16" name="橢圓 315">
              <a:extLst>
                <a:ext uri="{FF2B5EF4-FFF2-40B4-BE49-F238E27FC236}">
                  <a16:creationId xmlns:a16="http://schemas.microsoft.com/office/drawing/2014/main" id="{4A87C420-569D-4618-A267-0AFC74B1CF57}"/>
                </a:ext>
              </a:extLst>
            </p:cNvPr>
            <p:cNvSpPr/>
            <p:nvPr/>
          </p:nvSpPr>
          <p:spPr>
            <a:xfrm>
              <a:off x="5439018" y="-808461"/>
              <a:ext cx="259367" cy="106333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7" name="橢圓 316">
              <a:extLst>
                <a:ext uri="{FF2B5EF4-FFF2-40B4-BE49-F238E27FC236}">
                  <a16:creationId xmlns:a16="http://schemas.microsoft.com/office/drawing/2014/main" id="{499E21D7-9351-492A-9364-617952D22D49}"/>
                </a:ext>
              </a:extLst>
            </p:cNvPr>
            <p:cNvSpPr/>
            <p:nvPr/>
          </p:nvSpPr>
          <p:spPr>
            <a:xfrm>
              <a:off x="5675565" y="-801959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8" name="手繪多邊形: 圖案 317">
              <a:extLst>
                <a:ext uri="{FF2B5EF4-FFF2-40B4-BE49-F238E27FC236}">
                  <a16:creationId xmlns:a16="http://schemas.microsoft.com/office/drawing/2014/main" id="{3BA5FAB7-AA07-44D3-937F-72C20D048473}"/>
                </a:ext>
              </a:extLst>
            </p:cNvPr>
            <p:cNvSpPr/>
            <p:nvPr/>
          </p:nvSpPr>
          <p:spPr>
            <a:xfrm>
              <a:off x="5534260" y="-662271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9" name="手繪多邊形: 圖案 318">
              <a:extLst>
                <a:ext uri="{FF2B5EF4-FFF2-40B4-BE49-F238E27FC236}">
                  <a16:creationId xmlns:a16="http://schemas.microsoft.com/office/drawing/2014/main" id="{276F710C-738D-4E96-824D-A780500EE67E}"/>
                </a:ext>
              </a:extLst>
            </p:cNvPr>
            <p:cNvSpPr/>
            <p:nvPr/>
          </p:nvSpPr>
          <p:spPr>
            <a:xfrm>
              <a:off x="5697497" y="-61073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320" name="手繪多邊形: 圖案 319">
              <a:extLst>
                <a:ext uri="{FF2B5EF4-FFF2-40B4-BE49-F238E27FC236}">
                  <a16:creationId xmlns:a16="http://schemas.microsoft.com/office/drawing/2014/main" id="{0C9689A3-5B1D-4A47-A8BE-B52A7F59380E}"/>
                </a:ext>
              </a:extLst>
            </p:cNvPr>
            <p:cNvSpPr/>
            <p:nvPr/>
          </p:nvSpPr>
          <p:spPr>
            <a:xfrm>
              <a:off x="5603142" y="-659420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1" name="手繪多邊形: 圖案 320">
              <a:extLst>
                <a:ext uri="{FF2B5EF4-FFF2-40B4-BE49-F238E27FC236}">
                  <a16:creationId xmlns:a16="http://schemas.microsoft.com/office/drawing/2014/main" id="{1021FA41-DA40-4D16-BCD9-D99C85B30E22}"/>
                </a:ext>
              </a:extLst>
            </p:cNvPr>
            <p:cNvSpPr/>
            <p:nvPr/>
          </p:nvSpPr>
          <p:spPr>
            <a:xfrm>
              <a:off x="5439018" y="-659421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322" name="橢圓 321">
              <a:extLst>
                <a:ext uri="{FF2B5EF4-FFF2-40B4-BE49-F238E27FC236}">
                  <a16:creationId xmlns:a16="http://schemas.microsoft.com/office/drawing/2014/main" id="{569BF9A0-17AA-4A5A-A928-80D8E63CF399}"/>
                </a:ext>
              </a:extLst>
            </p:cNvPr>
            <p:cNvSpPr/>
            <p:nvPr/>
          </p:nvSpPr>
          <p:spPr>
            <a:xfrm>
              <a:off x="5439018" y="-662271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3" name="橢圓 322">
              <a:extLst>
                <a:ext uri="{FF2B5EF4-FFF2-40B4-BE49-F238E27FC236}">
                  <a16:creationId xmlns:a16="http://schemas.microsoft.com/office/drawing/2014/main" id="{441872E8-8C13-4C05-97F3-92AD2EF3219B}"/>
                </a:ext>
              </a:extLst>
            </p:cNvPr>
            <p:cNvSpPr/>
            <p:nvPr/>
          </p:nvSpPr>
          <p:spPr>
            <a:xfrm>
              <a:off x="5675565" y="-655770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47" name="群組 246">
            <a:extLst>
              <a:ext uri="{FF2B5EF4-FFF2-40B4-BE49-F238E27FC236}">
                <a16:creationId xmlns:a16="http://schemas.microsoft.com/office/drawing/2014/main" id="{9E7579DB-8C66-4168-AD4F-D1D247DD819A}"/>
              </a:ext>
            </a:extLst>
          </p:cNvPr>
          <p:cNvGrpSpPr/>
          <p:nvPr/>
        </p:nvGrpSpPr>
        <p:grpSpPr>
          <a:xfrm>
            <a:off x="2512808" y="3025124"/>
            <a:ext cx="705600" cy="705600"/>
            <a:chOff x="8008675" y="-404071"/>
            <a:chExt cx="648000" cy="648000"/>
          </a:xfrm>
        </p:grpSpPr>
        <p:sp>
          <p:nvSpPr>
            <p:cNvPr id="269" name="橢圓 268">
              <a:extLst>
                <a:ext uri="{FF2B5EF4-FFF2-40B4-BE49-F238E27FC236}">
                  <a16:creationId xmlns:a16="http://schemas.microsoft.com/office/drawing/2014/main" id="{AEF46EF8-89E0-4D06-9CC1-8BEB95007BCB}"/>
                </a:ext>
              </a:extLst>
            </p:cNvPr>
            <p:cNvSpPr/>
            <p:nvPr/>
          </p:nvSpPr>
          <p:spPr>
            <a:xfrm>
              <a:off x="8008675" y="-404071"/>
              <a:ext cx="648000" cy="648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270" name="群組 269">
              <a:extLst>
                <a:ext uri="{FF2B5EF4-FFF2-40B4-BE49-F238E27FC236}">
                  <a16:creationId xmlns:a16="http://schemas.microsoft.com/office/drawing/2014/main" id="{6C733162-D2D1-4B44-B9D2-660AD0D2444B}"/>
                </a:ext>
              </a:extLst>
            </p:cNvPr>
            <p:cNvGrpSpPr/>
            <p:nvPr/>
          </p:nvGrpSpPr>
          <p:grpSpPr>
            <a:xfrm>
              <a:off x="8046794" y="-194943"/>
              <a:ext cx="259367" cy="106333"/>
              <a:chOff x="8142036" y="-669792"/>
              <a:chExt cx="259367" cy="106333"/>
            </a:xfrm>
          </p:grpSpPr>
          <p:sp>
            <p:nvSpPr>
              <p:cNvPr id="289" name="橢圓 288">
                <a:extLst>
                  <a:ext uri="{FF2B5EF4-FFF2-40B4-BE49-F238E27FC236}">
                    <a16:creationId xmlns:a16="http://schemas.microsoft.com/office/drawing/2014/main" id="{AC7F50DC-6B8B-4BFF-8A7A-E396E5FE8377}"/>
                  </a:ext>
                </a:extLst>
              </p:cNvPr>
              <p:cNvSpPr/>
              <p:nvPr/>
            </p:nvSpPr>
            <p:spPr>
              <a:xfrm>
                <a:off x="8142036" y="-669792"/>
                <a:ext cx="259367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手繪多邊形: 圖案 289">
                <a:extLst>
                  <a:ext uri="{FF2B5EF4-FFF2-40B4-BE49-F238E27FC236}">
                    <a16:creationId xmlns:a16="http://schemas.microsoft.com/office/drawing/2014/main" id="{2B373738-C7D6-4ADF-9D5D-CAE78079BC70}"/>
                  </a:ext>
                </a:extLst>
              </p:cNvPr>
              <p:cNvSpPr/>
              <p:nvPr/>
            </p:nvSpPr>
            <p:spPr>
              <a:xfrm>
                <a:off x="8400515" y="-618260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91" name="手繪多邊形: 圖案 290">
                <a:extLst>
                  <a:ext uri="{FF2B5EF4-FFF2-40B4-BE49-F238E27FC236}">
                    <a16:creationId xmlns:a16="http://schemas.microsoft.com/office/drawing/2014/main" id="{3EDE3F4B-3B94-482E-9CC0-F34B0047F965}"/>
                  </a:ext>
                </a:extLst>
              </p:cNvPr>
              <p:cNvSpPr/>
              <p:nvPr/>
            </p:nvSpPr>
            <p:spPr>
              <a:xfrm>
                <a:off x="8277926" y="-665854"/>
                <a:ext cx="70597" cy="102395"/>
              </a:xfrm>
              <a:custGeom>
                <a:avLst/>
                <a:gdLst>
                  <a:gd name="connsiteX0" fmla="*/ 0 w 103512"/>
                  <a:gd name="connsiteY0" fmla="*/ 0 h 150136"/>
                  <a:gd name="connsiteX1" fmla="*/ 39135 w 103512"/>
                  <a:gd name="connsiteY1" fmla="*/ 3239 h 150136"/>
                  <a:gd name="connsiteX2" fmla="*/ 99575 w 103512"/>
                  <a:gd name="connsiteY2" fmla="*/ 19946 h 150136"/>
                  <a:gd name="connsiteX3" fmla="*/ 103512 w 103512"/>
                  <a:gd name="connsiteY3" fmla="*/ 22340 h 150136"/>
                  <a:gd name="connsiteX4" fmla="*/ 103512 w 103512"/>
                  <a:gd name="connsiteY4" fmla="*/ 127796 h 150136"/>
                  <a:gd name="connsiteX5" fmla="*/ 99575 w 103512"/>
                  <a:gd name="connsiteY5" fmla="*/ 130190 h 150136"/>
                  <a:gd name="connsiteX6" fmla="*/ 39135 w 103512"/>
                  <a:gd name="connsiteY6" fmla="*/ 146897 h 150136"/>
                  <a:gd name="connsiteX7" fmla="*/ 0 w 103512"/>
                  <a:gd name="connsiteY7" fmla="*/ 150136 h 150136"/>
                  <a:gd name="connsiteX8" fmla="*/ 0 w 103512"/>
                  <a:gd name="connsiteY8" fmla="*/ 0 h 150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3512" h="150136">
                    <a:moveTo>
                      <a:pt x="0" y="0"/>
                    </a:moveTo>
                    <a:lnTo>
                      <a:pt x="39135" y="3239"/>
                    </a:lnTo>
                    <a:cubicBezTo>
                      <a:pt x="61883" y="7184"/>
                      <a:pt x="82370" y="12892"/>
                      <a:pt x="99575" y="19946"/>
                    </a:cubicBezTo>
                    <a:lnTo>
                      <a:pt x="103512" y="22340"/>
                    </a:lnTo>
                    <a:lnTo>
                      <a:pt x="103512" y="127796"/>
                    </a:lnTo>
                    <a:lnTo>
                      <a:pt x="99575" y="130190"/>
                    </a:lnTo>
                    <a:cubicBezTo>
                      <a:pt x="82370" y="137244"/>
                      <a:pt x="61883" y="142952"/>
                      <a:pt x="39135" y="146897"/>
                    </a:cubicBezTo>
                    <a:lnTo>
                      <a:pt x="0" y="1501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55A11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2" name="橢圓 291">
                <a:extLst>
                  <a:ext uri="{FF2B5EF4-FFF2-40B4-BE49-F238E27FC236}">
                    <a16:creationId xmlns:a16="http://schemas.microsoft.com/office/drawing/2014/main" id="{FFAD2D9D-67A2-4E34-B754-6B37A9EBC5B1}"/>
                  </a:ext>
                </a:extLst>
              </p:cNvPr>
              <p:cNvSpPr/>
              <p:nvPr/>
            </p:nvSpPr>
            <p:spPr>
              <a:xfrm>
                <a:off x="8142036" y="-669792"/>
                <a:ext cx="259367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1" name="群組 270">
              <a:extLst>
                <a:ext uri="{FF2B5EF4-FFF2-40B4-BE49-F238E27FC236}">
                  <a16:creationId xmlns:a16="http://schemas.microsoft.com/office/drawing/2014/main" id="{7E414C81-11DB-4D85-B96C-23205740BEEA}"/>
                </a:ext>
              </a:extLst>
            </p:cNvPr>
            <p:cNvGrpSpPr/>
            <p:nvPr/>
          </p:nvGrpSpPr>
          <p:grpSpPr>
            <a:xfrm>
              <a:off x="8305273" y="-194943"/>
              <a:ext cx="313443" cy="106333"/>
              <a:chOff x="7561781" y="-662271"/>
              <a:chExt cx="313443" cy="106333"/>
            </a:xfrm>
          </p:grpSpPr>
          <p:sp>
            <p:nvSpPr>
              <p:cNvPr id="285" name="橢圓 284">
                <a:extLst>
                  <a:ext uri="{FF2B5EF4-FFF2-40B4-BE49-F238E27FC236}">
                    <a16:creationId xmlns:a16="http://schemas.microsoft.com/office/drawing/2014/main" id="{68138D0B-17DE-427C-9342-FC3C076D675B}"/>
                  </a:ext>
                </a:extLst>
              </p:cNvPr>
              <p:cNvSpPr/>
              <p:nvPr/>
            </p:nvSpPr>
            <p:spPr>
              <a:xfrm>
                <a:off x="7561782" y="-662271"/>
                <a:ext cx="313442" cy="10633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手繪多邊形: 圖案 285">
                <a:extLst>
                  <a:ext uri="{FF2B5EF4-FFF2-40B4-BE49-F238E27FC236}">
                    <a16:creationId xmlns:a16="http://schemas.microsoft.com/office/drawing/2014/main" id="{66B2DC94-0D68-483A-B218-ED85A65DF526}"/>
                  </a:ext>
                </a:extLst>
              </p:cNvPr>
              <p:cNvSpPr/>
              <p:nvPr/>
            </p:nvSpPr>
            <p:spPr>
              <a:xfrm>
                <a:off x="7561781" y="-61073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8" name="橢圓 287">
                <a:extLst>
                  <a:ext uri="{FF2B5EF4-FFF2-40B4-BE49-F238E27FC236}">
                    <a16:creationId xmlns:a16="http://schemas.microsoft.com/office/drawing/2014/main" id="{DC0F8919-FD5A-4D22-A865-34C97FFD892B}"/>
                  </a:ext>
                </a:extLst>
              </p:cNvPr>
              <p:cNvSpPr/>
              <p:nvPr/>
            </p:nvSpPr>
            <p:spPr>
              <a:xfrm>
                <a:off x="7561782" y="-66227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2" name="群組 271">
              <a:extLst>
                <a:ext uri="{FF2B5EF4-FFF2-40B4-BE49-F238E27FC236}">
                  <a16:creationId xmlns:a16="http://schemas.microsoft.com/office/drawing/2014/main" id="{CF909041-428C-483B-A3D6-3B89816EB68A}"/>
                </a:ext>
              </a:extLst>
            </p:cNvPr>
            <p:cNvGrpSpPr/>
            <p:nvPr/>
          </p:nvGrpSpPr>
          <p:grpSpPr>
            <a:xfrm>
              <a:off x="8305273" y="-48753"/>
              <a:ext cx="313443" cy="106333"/>
              <a:chOff x="5697497" y="-808461"/>
              <a:chExt cx="313443" cy="106333"/>
            </a:xfrm>
          </p:grpSpPr>
          <p:sp>
            <p:nvSpPr>
              <p:cNvPr id="284" name="手繪多邊形: 圖案 283">
                <a:extLst>
                  <a:ext uri="{FF2B5EF4-FFF2-40B4-BE49-F238E27FC236}">
                    <a16:creationId xmlns:a16="http://schemas.microsoft.com/office/drawing/2014/main" id="{F84B15A7-CAE6-4032-ADEC-781D2F18012B}"/>
                  </a:ext>
                </a:extLst>
              </p:cNvPr>
              <p:cNvSpPr/>
              <p:nvPr/>
            </p:nvSpPr>
            <p:spPr>
              <a:xfrm>
                <a:off x="5835634" y="-808461"/>
                <a:ext cx="70597" cy="10633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0" name="手繪多邊形: 圖案 279">
                <a:extLst>
                  <a:ext uri="{FF2B5EF4-FFF2-40B4-BE49-F238E27FC236}">
                    <a16:creationId xmlns:a16="http://schemas.microsoft.com/office/drawing/2014/main" id="{39227940-43E0-489E-A545-74E340A16ED4}"/>
                  </a:ext>
                </a:extLst>
              </p:cNvPr>
              <p:cNvSpPr/>
              <p:nvPr/>
            </p:nvSpPr>
            <p:spPr>
              <a:xfrm>
                <a:off x="5697497" y="-756929"/>
                <a:ext cx="888" cy="3270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1" name="手繪多邊形: 圖案 280">
                <a:extLst>
                  <a:ext uri="{FF2B5EF4-FFF2-40B4-BE49-F238E27FC236}">
                    <a16:creationId xmlns:a16="http://schemas.microsoft.com/office/drawing/2014/main" id="{75D4B101-367A-4789-A8F6-A635D32A3264}"/>
                  </a:ext>
                </a:extLst>
              </p:cNvPr>
              <p:cNvSpPr/>
              <p:nvPr/>
            </p:nvSpPr>
            <p:spPr>
              <a:xfrm>
                <a:off x="5697982" y="-807187"/>
                <a:ext cx="137652" cy="1037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2" name="手繪多邊形: 圖案 281">
                <a:extLst>
                  <a:ext uri="{FF2B5EF4-FFF2-40B4-BE49-F238E27FC236}">
                    <a16:creationId xmlns:a16="http://schemas.microsoft.com/office/drawing/2014/main" id="{279A2097-347A-4976-8261-100D40B7F223}"/>
                  </a:ext>
                </a:extLst>
              </p:cNvPr>
              <p:cNvSpPr/>
              <p:nvPr/>
            </p:nvSpPr>
            <p:spPr>
              <a:xfrm>
                <a:off x="5906231" y="-804898"/>
                <a:ext cx="104709" cy="9920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橢圓 282">
                <a:extLst>
                  <a:ext uri="{FF2B5EF4-FFF2-40B4-BE49-F238E27FC236}">
                    <a16:creationId xmlns:a16="http://schemas.microsoft.com/office/drawing/2014/main" id="{69A4E8BD-31CA-4127-83A2-2E0BC0BCD3C0}"/>
                  </a:ext>
                </a:extLst>
              </p:cNvPr>
              <p:cNvSpPr/>
              <p:nvPr/>
            </p:nvSpPr>
            <p:spPr>
              <a:xfrm>
                <a:off x="5697498" y="-808461"/>
                <a:ext cx="313442" cy="10633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273" name="橢圓 272">
              <a:extLst>
                <a:ext uri="{FF2B5EF4-FFF2-40B4-BE49-F238E27FC236}">
                  <a16:creationId xmlns:a16="http://schemas.microsoft.com/office/drawing/2014/main" id="{DBF2266A-1596-42C0-8B55-335ADE846CD1}"/>
                </a:ext>
              </a:extLst>
            </p:cNvPr>
            <p:cNvSpPr/>
            <p:nvPr/>
          </p:nvSpPr>
          <p:spPr>
            <a:xfrm>
              <a:off x="8283341" y="-188441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手繪多邊形: 圖案 273">
              <a:extLst>
                <a:ext uri="{FF2B5EF4-FFF2-40B4-BE49-F238E27FC236}">
                  <a16:creationId xmlns:a16="http://schemas.microsoft.com/office/drawing/2014/main" id="{CA6E75CD-1C80-427B-A269-F24E7CA7E8B8}"/>
                </a:ext>
              </a:extLst>
            </p:cNvPr>
            <p:cNvSpPr/>
            <p:nvPr/>
          </p:nvSpPr>
          <p:spPr>
            <a:xfrm>
              <a:off x="8142036" y="-48753"/>
              <a:ext cx="68883" cy="106333"/>
            </a:xfrm>
            <a:custGeom>
              <a:avLst/>
              <a:gdLst>
                <a:gd name="connsiteX0" fmla="*/ 50500 w 100999"/>
                <a:gd name="connsiteY0" fmla="*/ 0 h 155910"/>
                <a:gd name="connsiteX1" fmla="*/ 100999 w 100999"/>
                <a:gd name="connsiteY1" fmla="*/ 4180 h 155910"/>
                <a:gd name="connsiteX2" fmla="*/ 100999 w 100999"/>
                <a:gd name="connsiteY2" fmla="*/ 151731 h 155910"/>
                <a:gd name="connsiteX3" fmla="*/ 50500 w 100999"/>
                <a:gd name="connsiteY3" fmla="*/ 155910 h 155910"/>
                <a:gd name="connsiteX4" fmla="*/ 0 w 100999"/>
                <a:gd name="connsiteY4" fmla="*/ 151730 h 155910"/>
                <a:gd name="connsiteX5" fmla="*/ 0 w 100999"/>
                <a:gd name="connsiteY5" fmla="*/ 4180 h 155910"/>
                <a:gd name="connsiteX6" fmla="*/ 50500 w 100999"/>
                <a:gd name="connsiteY6" fmla="*/ 0 h 155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999" h="155910">
                  <a:moveTo>
                    <a:pt x="50500" y="0"/>
                  </a:moveTo>
                  <a:lnTo>
                    <a:pt x="100999" y="4180"/>
                  </a:lnTo>
                  <a:lnTo>
                    <a:pt x="100999" y="151731"/>
                  </a:lnTo>
                  <a:lnTo>
                    <a:pt x="50500" y="155910"/>
                  </a:lnTo>
                  <a:lnTo>
                    <a:pt x="0" y="151730"/>
                  </a:lnTo>
                  <a:lnTo>
                    <a:pt x="0" y="4180"/>
                  </a:lnTo>
                  <a:lnTo>
                    <a:pt x="50500" y="0"/>
                  </a:lnTo>
                  <a:close/>
                </a:path>
              </a:pathLst>
            </a:custGeom>
            <a:solidFill>
              <a:srgbClr val="2F5597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手繪多邊形: 圖案 274">
              <a:extLst>
                <a:ext uri="{FF2B5EF4-FFF2-40B4-BE49-F238E27FC236}">
                  <a16:creationId xmlns:a16="http://schemas.microsoft.com/office/drawing/2014/main" id="{A10D156D-3F95-4983-A157-0E2A9113B338}"/>
                </a:ext>
              </a:extLst>
            </p:cNvPr>
            <p:cNvSpPr/>
            <p:nvPr/>
          </p:nvSpPr>
          <p:spPr>
            <a:xfrm>
              <a:off x="8305273" y="2779"/>
              <a:ext cx="888" cy="3270"/>
            </a:xfrm>
            <a:custGeom>
              <a:avLst/>
              <a:gdLst>
                <a:gd name="connsiteX0" fmla="*/ 712 w 1302"/>
                <a:gd name="connsiteY0" fmla="*/ 0 h 4795"/>
                <a:gd name="connsiteX1" fmla="*/ 1302 w 1302"/>
                <a:gd name="connsiteY1" fmla="*/ 2397 h 4795"/>
                <a:gd name="connsiteX2" fmla="*/ 712 w 1302"/>
                <a:gd name="connsiteY2" fmla="*/ 4795 h 4795"/>
                <a:gd name="connsiteX3" fmla="*/ 0 w 1302"/>
                <a:gd name="connsiteY3" fmla="*/ 2397 h 4795"/>
                <a:gd name="connsiteX4" fmla="*/ 712 w 1302"/>
                <a:gd name="connsiteY4" fmla="*/ 0 h 4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2" h="4795">
                  <a:moveTo>
                    <a:pt x="712" y="0"/>
                  </a:moveTo>
                  <a:lnTo>
                    <a:pt x="1302" y="2397"/>
                  </a:lnTo>
                  <a:lnTo>
                    <a:pt x="712" y="4795"/>
                  </a:lnTo>
                  <a:lnTo>
                    <a:pt x="0" y="2397"/>
                  </a:lnTo>
                  <a:lnTo>
                    <a:pt x="712" y="0"/>
                  </a:lnTo>
                  <a:close/>
                </a:path>
              </a:pathLst>
            </a:cu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276" name="手繪多邊形: 圖案 275">
              <a:extLst>
                <a:ext uri="{FF2B5EF4-FFF2-40B4-BE49-F238E27FC236}">
                  <a16:creationId xmlns:a16="http://schemas.microsoft.com/office/drawing/2014/main" id="{1C8D9FB8-7337-4A39-BB88-C9BAB589E9F2}"/>
                </a:ext>
              </a:extLst>
            </p:cNvPr>
            <p:cNvSpPr/>
            <p:nvPr/>
          </p:nvSpPr>
          <p:spPr>
            <a:xfrm>
              <a:off x="8210918" y="-45902"/>
              <a:ext cx="94840" cy="100632"/>
            </a:xfrm>
            <a:custGeom>
              <a:avLst/>
              <a:gdLst>
                <a:gd name="connsiteX0" fmla="*/ 0 w 139058"/>
                <a:gd name="connsiteY0" fmla="*/ 0 h 147551"/>
                <a:gd name="connsiteX1" fmla="*/ 23515 w 139058"/>
                <a:gd name="connsiteY1" fmla="*/ 1946 h 147551"/>
                <a:gd name="connsiteX2" fmla="*/ 135785 w 139058"/>
                <a:gd name="connsiteY2" fmla="*/ 58064 h 147551"/>
                <a:gd name="connsiteX3" fmla="*/ 139058 w 139058"/>
                <a:gd name="connsiteY3" fmla="*/ 71378 h 147551"/>
                <a:gd name="connsiteX4" fmla="*/ 138346 w 139058"/>
                <a:gd name="connsiteY4" fmla="*/ 73775 h 147551"/>
                <a:gd name="connsiteX5" fmla="*/ 139058 w 139058"/>
                <a:gd name="connsiteY5" fmla="*/ 76173 h 147551"/>
                <a:gd name="connsiteX6" fmla="*/ 135785 w 139058"/>
                <a:gd name="connsiteY6" fmla="*/ 89486 h 147551"/>
                <a:gd name="connsiteX7" fmla="*/ 23515 w 139058"/>
                <a:gd name="connsiteY7" fmla="*/ 145604 h 147551"/>
                <a:gd name="connsiteX8" fmla="*/ 0 w 139058"/>
                <a:gd name="connsiteY8" fmla="*/ 147551 h 147551"/>
                <a:gd name="connsiteX9" fmla="*/ 0 w 139058"/>
                <a:gd name="connsiteY9" fmla="*/ 0 h 147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58" h="147551">
                  <a:moveTo>
                    <a:pt x="0" y="0"/>
                  </a:moveTo>
                  <a:lnTo>
                    <a:pt x="23515" y="1946"/>
                  </a:lnTo>
                  <a:cubicBezTo>
                    <a:pt x="80387" y="11808"/>
                    <a:pt x="123120" y="32691"/>
                    <a:pt x="135785" y="58064"/>
                  </a:cubicBezTo>
                  <a:lnTo>
                    <a:pt x="139058" y="71378"/>
                  </a:lnTo>
                  <a:lnTo>
                    <a:pt x="138346" y="73775"/>
                  </a:lnTo>
                  <a:lnTo>
                    <a:pt x="139058" y="76173"/>
                  </a:lnTo>
                  <a:lnTo>
                    <a:pt x="135785" y="89486"/>
                  </a:lnTo>
                  <a:cubicBezTo>
                    <a:pt x="123120" y="114859"/>
                    <a:pt x="80387" y="135742"/>
                    <a:pt x="23515" y="145604"/>
                  </a:cubicBezTo>
                  <a:lnTo>
                    <a:pt x="0" y="1475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手繪多邊形: 圖案 276">
              <a:extLst>
                <a:ext uri="{FF2B5EF4-FFF2-40B4-BE49-F238E27FC236}">
                  <a16:creationId xmlns:a16="http://schemas.microsoft.com/office/drawing/2014/main" id="{DA50C44F-EB0F-4A00-9435-BF95D14824C6}"/>
                </a:ext>
              </a:extLst>
            </p:cNvPr>
            <p:cNvSpPr/>
            <p:nvPr/>
          </p:nvSpPr>
          <p:spPr>
            <a:xfrm>
              <a:off x="8046794" y="-45903"/>
              <a:ext cx="95242" cy="100632"/>
            </a:xfrm>
            <a:custGeom>
              <a:avLst/>
              <a:gdLst>
                <a:gd name="connsiteX0" fmla="*/ 139647 w 139647"/>
                <a:gd name="connsiteY0" fmla="*/ 0 h 147550"/>
                <a:gd name="connsiteX1" fmla="*/ 139647 w 139647"/>
                <a:gd name="connsiteY1" fmla="*/ 147550 h 147550"/>
                <a:gd name="connsiteX2" fmla="*/ 116133 w 139647"/>
                <a:gd name="connsiteY2" fmla="*/ 145604 h 147550"/>
                <a:gd name="connsiteX3" fmla="*/ 0 w 139647"/>
                <a:gd name="connsiteY3" fmla="*/ 73775 h 147550"/>
                <a:gd name="connsiteX4" fmla="*/ 116133 w 139647"/>
                <a:gd name="connsiteY4" fmla="*/ 1946 h 147550"/>
                <a:gd name="connsiteX5" fmla="*/ 139647 w 139647"/>
                <a:gd name="connsiteY5" fmla="*/ 0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9647" h="147550">
                  <a:moveTo>
                    <a:pt x="139647" y="0"/>
                  </a:moveTo>
                  <a:lnTo>
                    <a:pt x="139647" y="147550"/>
                  </a:lnTo>
                  <a:lnTo>
                    <a:pt x="116133" y="145604"/>
                  </a:lnTo>
                  <a:cubicBezTo>
                    <a:pt x="47887" y="133770"/>
                    <a:pt x="0" y="106065"/>
                    <a:pt x="0" y="73775"/>
                  </a:cubicBezTo>
                  <a:cubicBezTo>
                    <a:pt x="0" y="41485"/>
                    <a:pt x="47887" y="13781"/>
                    <a:pt x="116133" y="1946"/>
                  </a:cubicBezTo>
                  <a:lnTo>
                    <a:pt x="139647" y="0"/>
                  </a:lnTo>
                  <a:close/>
                </a:path>
              </a:pathLst>
            </a:custGeom>
            <a:solidFill>
              <a:srgbClr val="D0CECE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dk1"/>
                </a:solidFill>
              </a:endParaRPr>
            </a:p>
          </p:txBody>
        </p:sp>
        <p:sp>
          <p:nvSpPr>
            <p:cNvPr id="278" name="橢圓 277">
              <a:extLst>
                <a:ext uri="{FF2B5EF4-FFF2-40B4-BE49-F238E27FC236}">
                  <a16:creationId xmlns:a16="http://schemas.microsoft.com/office/drawing/2014/main" id="{F8A2FB8A-4FBF-4BE4-9CBC-56626CC3229B}"/>
                </a:ext>
              </a:extLst>
            </p:cNvPr>
            <p:cNvSpPr/>
            <p:nvPr/>
          </p:nvSpPr>
          <p:spPr>
            <a:xfrm>
              <a:off x="8046794" y="-48753"/>
              <a:ext cx="259367" cy="106333"/>
            </a:xfrm>
            <a:prstGeom prst="ellipse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橢圓 278">
              <a:extLst>
                <a:ext uri="{FF2B5EF4-FFF2-40B4-BE49-F238E27FC236}">
                  <a16:creationId xmlns:a16="http://schemas.microsoft.com/office/drawing/2014/main" id="{D685E3B5-898F-4C8D-94AF-4C25A48A6179}"/>
                </a:ext>
              </a:extLst>
            </p:cNvPr>
            <p:cNvSpPr/>
            <p:nvPr/>
          </p:nvSpPr>
          <p:spPr>
            <a:xfrm>
              <a:off x="8283341" y="-42252"/>
              <a:ext cx="44365" cy="93330"/>
            </a:xfrm>
            <a:prstGeom prst="ellipse">
              <a:avLst/>
            </a:prstGeom>
            <a:solidFill>
              <a:srgbClr val="D0CECE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" name="標題 3">
            <a:extLst>
              <a:ext uri="{FF2B5EF4-FFF2-40B4-BE49-F238E27FC236}">
                <a16:creationId xmlns:a16="http://schemas.microsoft.com/office/drawing/2014/main" id="{0531B0C9-0258-464F-A514-805612DA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Somatic Variant Calling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pSp>
        <p:nvGrpSpPr>
          <p:cNvPr id="632" name="群組 631">
            <a:extLst>
              <a:ext uri="{FF2B5EF4-FFF2-40B4-BE49-F238E27FC236}">
                <a16:creationId xmlns:a16="http://schemas.microsoft.com/office/drawing/2014/main" id="{C3EC74F7-029E-4248-BF82-3B854969E7A8}"/>
              </a:ext>
            </a:extLst>
          </p:cNvPr>
          <p:cNvGrpSpPr/>
          <p:nvPr/>
        </p:nvGrpSpPr>
        <p:grpSpPr>
          <a:xfrm>
            <a:off x="751346" y="1379679"/>
            <a:ext cx="1304106" cy="1009675"/>
            <a:chOff x="406180" y="1096625"/>
            <a:chExt cx="1304106" cy="1009675"/>
          </a:xfrm>
        </p:grpSpPr>
        <p:sp>
          <p:nvSpPr>
            <p:cNvPr id="404" name="矩形 403">
              <a:extLst>
                <a:ext uri="{FF2B5EF4-FFF2-40B4-BE49-F238E27FC236}">
                  <a16:creationId xmlns:a16="http://schemas.microsoft.com/office/drawing/2014/main" id="{69D67A93-4275-486A-9620-BE4B855CF651}"/>
                </a:ext>
              </a:extLst>
            </p:cNvPr>
            <p:cNvSpPr/>
            <p:nvPr/>
          </p:nvSpPr>
          <p:spPr>
            <a:xfrm>
              <a:off x="477951" y="1533487"/>
              <a:ext cx="162000" cy="16052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405" name="矩形 404">
              <a:extLst>
                <a:ext uri="{FF2B5EF4-FFF2-40B4-BE49-F238E27FC236}">
                  <a16:creationId xmlns:a16="http://schemas.microsoft.com/office/drawing/2014/main" id="{C89EBF63-B095-4F1E-A438-F8D87706B972}"/>
                </a:ext>
              </a:extLst>
            </p:cNvPr>
            <p:cNvSpPr/>
            <p:nvPr/>
          </p:nvSpPr>
          <p:spPr>
            <a:xfrm>
              <a:off x="477951" y="1718206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406" name="矩形 405">
              <a:extLst>
                <a:ext uri="{FF2B5EF4-FFF2-40B4-BE49-F238E27FC236}">
                  <a16:creationId xmlns:a16="http://schemas.microsoft.com/office/drawing/2014/main" id="{25F027AF-14D9-416F-A91A-11951E58212B}"/>
                </a:ext>
              </a:extLst>
            </p:cNvPr>
            <p:cNvSpPr/>
            <p:nvPr/>
          </p:nvSpPr>
          <p:spPr>
            <a:xfrm>
              <a:off x="477951" y="1348768"/>
              <a:ext cx="162000" cy="160529"/>
            </a:xfrm>
            <a:prstGeom prst="rect">
              <a:avLst/>
            </a:prstGeom>
            <a:solidFill>
              <a:srgbClr val="C9C9C9"/>
            </a:solidFill>
            <a:ln w="19050"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/>
            </a:p>
          </p:txBody>
        </p:sp>
        <p:sp>
          <p:nvSpPr>
            <p:cNvPr id="407" name="矩形 406">
              <a:extLst>
                <a:ext uri="{FF2B5EF4-FFF2-40B4-BE49-F238E27FC236}">
                  <a16:creationId xmlns:a16="http://schemas.microsoft.com/office/drawing/2014/main" id="{BCC7E593-9285-4376-A926-992214ABE6F5}"/>
                </a:ext>
              </a:extLst>
            </p:cNvPr>
            <p:cNvSpPr/>
            <p:nvPr/>
          </p:nvSpPr>
          <p:spPr>
            <a:xfrm>
              <a:off x="477951" y="1902925"/>
              <a:ext cx="162000" cy="160529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408" name="文字方塊 407">
              <a:extLst>
                <a:ext uri="{FF2B5EF4-FFF2-40B4-BE49-F238E27FC236}">
                  <a16:creationId xmlns:a16="http://schemas.microsoft.com/office/drawing/2014/main" id="{3337624B-B25E-4F74-9D3C-745CFC84F58A}"/>
                </a:ext>
              </a:extLst>
            </p:cNvPr>
            <p:cNvSpPr txBox="1"/>
            <p:nvPr/>
          </p:nvSpPr>
          <p:spPr>
            <a:xfrm>
              <a:off x="631144" y="1490641"/>
              <a:ext cx="1072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Germline Variant</a:t>
              </a:r>
              <a:endParaRPr lang="zh-TW" altLang="en-US" sz="1000" dirty="0"/>
            </a:p>
          </p:txBody>
        </p:sp>
        <p:sp>
          <p:nvSpPr>
            <p:cNvPr id="409" name="文字方塊 408">
              <a:extLst>
                <a:ext uri="{FF2B5EF4-FFF2-40B4-BE49-F238E27FC236}">
                  <a16:creationId xmlns:a16="http://schemas.microsoft.com/office/drawing/2014/main" id="{09F4853B-060C-4013-BCF8-9420833C391C}"/>
                </a:ext>
              </a:extLst>
            </p:cNvPr>
            <p:cNvSpPr txBox="1"/>
            <p:nvPr/>
          </p:nvSpPr>
          <p:spPr>
            <a:xfrm>
              <a:off x="631144" y="1675360"/>
              <a:ext cx="10086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Somatic Variant</a:t>
              </a:r>
              <a:endParaRPr lang="zh-TW" altLang="en-US" sz="1000" dirty="0"/>
            </a:p>
          </p:txBody>
        </p:sp>
        <p:sp>
          <p:nvSpPr>
            <p:cNvPr id="410" name="文字方塊 409">
              <a:extLst>
                <a:ext uri="{FF2B5EF4-FFF2-40B4-BE49-F238E27FC236}">
                  <a16:creationId xmlns:a16="http://schemas.microsoft.com/office/drawing/2014/main" id="{AC222C29-01BD-4C76-A8DE-7017B314D7C3}"/>
                </a:ext>
              </a:extLst>
            </p:cNvPr>
            <p:cNvSpPr txBox="1"/>
            <p:nvPr/>
          </p:nvSpPr>
          <p:spPr>
            <a:xfrm>
              <a:off x="631144" y="1305922"/>
              <a:ext cx="103265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/>
                <a:t>Reference Allele</a:t>
              </a:r>
              <a:endParaRPr lang="zh-TW" altLang="en-US" sz="1000" dirty="0"/>
            </a:p>
          </p:txBody>
        </p:sp>
        <p:sp>
          <p:nvSpPr>
            <p:cNvPr id="411" name="文字方塊 410">
              <a:extLst>
                <a:ext uri="{FF2B5EF4-FFF2-40B4-BE49-F238E27FC236}">
                  <a16:creationId xmlns:a16="http://schemas.microsoft.com/office/drawing/2014/main" id="{14E32272-D009-41E7-B615-A5B1EC9163DC}"/>
                </a:ext>
              </a:extLst>
            </p:cNvPr>
            <p:cNvSpPr txBox="1"/>
            <p:nvPr/>
          </p:nvSpPr>
          <p:spPr>
            <a:xfrm>
              <a:off x="406180" y="1096625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/>
                <a:t>Allele</a:t>
              </a:r>
              <a:endParaRPr lang="zh-TW" altLang="en-US" sz="1000" dirty="0"/>
            </a:p>
          </p:txBody>
        </p:sp>
        <p:sp>
          <p:nvSpPr>
            <p:cNvPr id="412" name="文字方塊 411">
              <a:extLst>
                <a:ext uri="{FF2B5EF4-FFF2-40B4-BE49-F238E27FC236}">
                  <a16:creationId xmlns:a16="http://schemas.microsoft.com/office/drawing/2014/main" id="{EEE6E4C7-2841-4A24-965C-A8480A3992B6}"/>
                </a:ext>
              </a:extLst>
            </p:cNvPr>
            <p:cNvSpPr txBox="1"/>
            <p:nvPr/>
          </p:nvSpPr>
          <p:spPr>
            <a:xfrm>
              <a:off x="631144" y="1860079"/>
              <a:ext cx="107914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Sequencing Error</a:t>
              </a:r>
            </a:p>
          </p:txBody>
        </p:sp>
      </p:grpSp>
      <p:grpSp>
        <p:nvGrpSpPr>
          <p:cNvPr id="413" name="群組 412">
            <a:extLst>
              <a:ext uri="{FF2B5EF4-FFF2-40B4-BE49-F238E27FC236}">
                <a16:creationId xmlns:a16="http://schemas.microsoft.com/office/drawing/2014/main" id="{46EC7D56-4592-4959-AA39-A26C1AC8EF94}"/>
              </a:ext>
            </a:extLst>
          </p:cNvPr>
          <p:cNvGrpSpPr/>
          <p:nvPr/>
        </p:nvGrpSpPr>
        <p:grpSpPr>
          <a:xfrm>
            <a:off x="328961" y="4431306"/>
            <a:ext cx="400899" cy="97472"/>
            <a:chOff x="641614" y="1524061"/>
            <a:chExt cx="991589" cy="26006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465" name="橢圓 464">
              <a:extLst>
                <a:ext uri="{FF2B5EF4-FFF2-40B4-BE49-F238E27FC236}">
                  <a16:creationId xmlns:a16="http://schemas.microsoft.com/office/drawing/2014/main" id="{87066226-FB1D-4E7C-8593-90A56E451BAF}"/>
                </a:ext>
              </a:extLst>
            </p:cNvPr>
            <p:cNvSpPr/>
            <p:nvPr/>
          </p:nvSpPr>
          <p:spPr>
            <a:xfrm>
              <a:off x="944033" y="1582126"/>
              <a:ext cx="245533" cy="14393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6" name="手繪多邊形: 圖案 465">
              <a:extLst>
                <a:ext uri="{FF2B5EF4-FFF2-40B4-BE49-F238E27FC236}">
                  <a16:creationId xmlns:a16="http://schemas.microsoft.com/office/drawing/2014/main" id="{777E6C66-B9DD-4189-83B4-39315DA5FDF4}"/>
                </a:ext>
              </a:extLst>
            </p:cNvPr>
            <p:cNvSpPr/>
            <p:nvPr/>
          </p:nvSpPr>
          <p:spPr>
            <a:xfrm>
              <a:off x="1189566" y="1654092"/>
              <a:ext cx="443637" cy="95086"/>
            </a:xfrm>
            <a:custGeom>
              <a:avLst/>
              <a:gdLst>
                <a:gd name="connsiteX0" fmla="*/ 0 w 1171575"/>
                <a:gd name="connsiteY0" fmla="*/ 23385 h 251107"/>
                <a:gd name="connsiteX1" fmla="*/ 552450 w 1171575"/>
                <a:gd name="connsiteY1" fmla="*/ 21004 h 251107"/>
                <a:gd name="connsiteX2" fmla="*/ 726281 w 1171575"/>
                <a:gd name="connsiteY2" fmla="*/ 247223 h 251107"/>
                <a:gd name="connsiteX3" fmla="*/ 1059656 w 1171575"/>
                <a:gd name="connsiteY3" fmla="*/ 159117 h 251107"/>
                <a:gd name="connsiteX4" fmla="*/ 1171575 w 1171575"/>
                <a:gd name="connsiteY4" fmla="*/ 94823 h 251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1575" h="251107">
                  <a:moveTo>
                    <a:pt x="0" y="23385"/>
                  </a:moveTo>
                  <a:cubicBezTo>
                    <a:pt x="215701" y="3541"/>
                    <a:pt x="431403" y="-16302"/>
                    <a:pt x="552450" y="21004"/>
                  </a:cubicBezTo>
                  <a:cubicBezTo>
                    <a:pt x="673497" y="58310"/>
                    <a:pt x="641747" y="224204"/>
                    <a:pt x="726281" y="247223"/>
                  </a:cubicBezTo>
                  <a:cubicBezTo>
                    <a:pt x="810815" y="270242"/>
                    <a:pt x="985440" y="184517"/>
                    <a:pt x="1059656" y="159117"/>
                  </a:cubicBezTo>
                  <a:cubicBezTo>
                    <a:pt x="1133872" y="133717"/>
                    <a:pt x="1135459" y="97998"/>
                    <a:pt x="1171575" y="94823"/>
                  </a:cubicBezTo>
                </a:path>
              </a:pathLst>
            </a:cu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7" name="橢圓 466">
              <a:extLst>
                <a:ext uri="{FF2B5EF4-FFF2-40B4-BE49-F238E27FC236}">
                  <a16:creationId xmlns:a16="http://schemas.microsoft.com/office/drawing/2014/main" id="{946EE89C-2E24-4B8D-BC79-1213C748481B}"/>
                </a:ext>
              </a:extLst>
            </p:cNvPr>
            <p:cNvSpPr/>
            <p:nvPr/>
          </p:nvSpPr>
          <p:spPr>
            <a:xfrm>
              <a:off x="641614" y="1524061"/>
              <a:ext cx="443637" cy="260063"/>
            </a:xfrm>
            <a:prstGeom prst="ellipse">
              <a:avLst/>
            </a:prstGeom>
            <a:grp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14" name="群組 413">
            <a:extLst>
              <a:ext uri="{FF2B5EF4-FFF2-40B4-BE49-F238E27FC236}">
                <a16:creationId xmlns:a16="http://schemas.microsoft.com/office/drawing/2014/main" id="{FC46044E-D9CC-47AF-B3CF-B8AAB71ED070}"/>
              </a:ext>
            </a:extLst>
          </p:cNvPr>
          <p:cNvGrpSpPr/>
          <p:nvPr/>
        </p:nvGrpSpPr>
        <p:grpSpPr>
          <a:xfrm>
            <a:off x="250801" y="3823466"/>
            <a:ext cx="515043" cy="477461"/>
            <a:chOff x="553508" y="2125498"/>
            <a:chExt cx="642937" cy="642937"/>
          </a:xfrm>
        </p:grpSpPr>
        <p:sp>
          <p:nvSpPr>
            <p:cNvPr id="463" name="橢圓 462">
              <a:extLst>
                <a:ext uri="{FF2B5EF4-FFF2-40B4-BE49-F238E27FC236}">
                  <a16:creationId xmlns:a16="http://schemas.microsoft.com/office/drawing/2014/main" id="{10BBD8F3-5DB6-4DA9-93B8-13BE67FB78E6}"/>
                </a:ext>
              </a:extLst>
            </p:cNvPr>
            <p:cNvSpPr/>
            <p:nvPr/>
          </p:nvSpPr>
          <p:spPr>
            <a:xfrm>
              <a:off x="553508" y="2125498"/>
              <a:ext cx="642937" cy="642937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4" name="橢圓 463">
              <a:extLst>
                <a:ext uri="{FF2B5EF4-FFF2-40B4-BE49-F238E27FC236}">
                  <a16:creationId xmlns:a16="http://schemas.microsoft.com/office/drawing/2014/main" id="{6CCB23F9-FD50-4D28-B805-F8EEB399AC1D}"/>
                </a:ext>
              </a:extLst>
            </p:cNvPr>
            <p:cNvSpPr/>
            <p:nvPr/>
          </p:nvSpPr>
          <p:spPr>
            <a:xfrm>
              <a:off x="633147" y="2201654"/>
              <a:ext cx="483658" cy="48365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15" name="圖形 97" descr="水 以實心填滿">
            <a:extLst>
              <a:ext uri="{FF2B5EF4-FFF2-40B4-BE49-F238E27FC236}">
                <a16:creationId xmlns:a16="http://schemas.microsoft.com/office/drawing/2014/main" id="{687E9D8C-4A63-439C-970C-51DDDE5FE0F1}"/>
              </a:ext>
            </a:extLst>
          </p:cNvPr>
          <p:cNvSpPr/>
          <p:nvPr/>
        </p:nvSpPr>
        <p:spPr>
          <a:xfrm rot="16200000">
            <a:off x="1990224" y="2940594"/>
            <a:ext cx="846655" cy="256321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86" h="2086071">
                <a:moveTo>
                  <a:pt x="413694" y="0"/>
                </a:moveTo>
                <a:cubicBezTo>
                  <a:pt x="413694" y="0"/>
                  <a:pt x="0" y="966181"/>
                  <a:pt x="0" y="1399864"/>
                </a:cubicBezTo>
                <a:cubicBezTo>
                  <a:pt x="0" y="1778651"/>
                  <a:pt x="185335" y="2086072"/>
                  <a:pt x="413694" y="2086072"/>
                </a:cubicBezTo>
                <a:cubicBezTo>
                  <a:pt x="642052" y="2086072"/>
                  <a:pt x="827387" y="1778651"/>
                  <a:pt x="827387" y="1399864"/>
                </a:cubicBezTo>
                <a:cubicBezTo>
                  <a:pt x="827387" y="963436"/>
                  <a:pt x="413694" y="0"/>
                  <a:pt x="413694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cxnSp>
        <p:nvCxnSpPr>
          <p:cNvPr id="416" name="直線接點 415">
            <a:extLst>
              <a:ext uri="{FF2B5EF4-FFF2-40B4-BE49-F238E27FC236}">
                <a16:creationId xmlns:a16="http://schemas.microsoft.com/office/drawing/2014/main" id="{DD17F22D-9BD3-420C-825C-4B898B1088E9}"/>
              </a:ext>
            </a:extLst>
          </p:cNvPr>
          <p:cNvCxnSpPr>
            <a:cxnSpLocks/>
            <a:endCxn id="417" idx="0"/>
          </p:cNvCxnSpPr>
          <p:nvPr/>
        </p:nvCxnSpPr>
        <p:spPr>
          <a:xfrm flipH="1">
            <a:off x="1095070" y="3730709"/>
            <a:ext cx="694" cy="46333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7" name="橢圓 416">
            <a:extLst>
              <a:ext uri="{FF2B5EF4-FFF2-40B4-BE49-F238E27FC236}">
                <a16:creationId xmlns:a16="http://schemas.microsoft.com/office/drawing/2014/main" id="{91454AEB-C0CD-4F03-BA84-7CDD6843B917}"/>
              </a:ext>
            </a:extLst>
          </p:cNvPr>
          <p:cNvSpPr/>
          <p:nvPr/>
        </p:nvSpPr>
        <p:spPr>
          <a:xfrm>
            <a:off x="1059543" y="4194040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8" name="圖形 97" descr="水 以實心填滿">
            <a:extLst>
              <a:ext uri="{FF2B5EF4-FFF2-40B4-BE49-F238E27FC236}">
                <a16:creationId xmlns:a16="http://schemas.microsoft.com/office/drawing/2014/main" id="{40E5C087-8469-4607-B532-DCC1967BD916}"/>
              </a:ext>
            </a:extLst>
          </p:cNvPr>
          <p:cNvSpPr/>
          <p:nvPr/>
        </p:nvSpPr>
        <p:spPr>
          <a:xfrm rot="16200000">
            <a:off x="2532581" y="3221044"/>
            <a:ext cx="384532" cy="172060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264081 w 677774"/>
              <a:gd name="connsiteY0" fmla="*/ 1 h 2086073"/>
              <a:gd name="connsiteX1" fmla="*/ 0 w 677774"/>
              <a:gd name="connsiteY1" fmla="*/ 1407266 h 2086073"/>
              <a:gd name="connsiteX2" fmla="*/ 264081 w 677774"/>
              <a:gd name="connsiteY2" fmla="*/ 2086073 h 2086073"/>
              <a:gd name="connsiteX3" fmla="*/ 677774 w 677774"/>
              <a:gd name="connsiteY3" fmla="*/ 1399865 h 2086073"/>
              <a:gd name="connsiteX4" fmla="*/ 264081 w 677774"/>
              <a:gd name="connsiteY4" fmla="*/ 1 h 2086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7774" h="2086073">
                <a:moveTo>
                  <a:pt x="264081" y="1"/>
                </a:moveTo>
                <a:cubicBezTo>
                  <a:pt x="151119" y="1235"/>
                  <a:pt x="0" y="973583"/>
                  <a:pt x="0" y="1407266"/>
                </a:cubicBezTo>
                <a:cubicBezTo>
                  <a:pt x="0" y="1786053"/>
                  <a:pt x="35722" y="2086073"/>
                  <a:pt x="264081" y="2086073"/>
                </a:cubicBezTo>
                <a:cubicBezTo>
                  <a:pt x="492439" y="2086073"/>
                  <a:pt x="677774" y="1778652"/>
                  <a:pt x="677774" y="1399865"/>
                </a:cubicBezTo>
                <a:cubicBezTo>
                  <a:pt x="677774" y="963437"/>
                  <a:pt x="377043" y="-1233"/>
                  <a:pt x="264081" y="1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19" name="直線接點 418">
            <a:extLst>
              <a:ext uri="{FF2B5EF4-FFF2-40B4-BE49-F238E27FC236}">
                <a16:creationId xmlns:a16="http://schemas.microsoft.com/office/drawing/2014/main" id="{48AAB3BE-8BC2-40BB-A638-42591D53A773}"/>
              </a:ext>
            </a:extLst>
          </p:cNvPr>
          <p:cNvCxnSpPr>
            <a:cxnSpLocks/>
            <a:endCxn id="420" idx="0"/>
          </p:cNvCxnSpPr>
          <p:nvPr/>
        </p:nvCxnSpPr>
        <p:spPr>
          <a:xfrm flipH="1">
            <a:off x="1864547" y="3730709"/>
            <a:ext cx="116140" cy="354616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0" name="橢圓 419">
            <a:extLst>
              <a:ext uri="{FF2B5EF4-FFF2-40B4-BE49-F238E27FC236}">
                <a16:creationId xmlns:a16="http://schemas.microsoft.com/office/drawing/2014/main" id="{117322B8-5E3E-40D6-A98C-9A1E4CE55B9B}"/>
              </a:ext>
            </a:extLst>
          </p:cNvPr>
          <p:cNvSpPr/>
          <p:nvPr/>
        </p:nvSpPr>
        <p:spPr>
          <a:xfrm>
            <a:off x="1829020" y="4085325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1" name="圖形 97" descr="水 以實心填滿">
            <a:extLst>
              <a:ext uri="{FF2B5EF4-FFF2-40B4-BE49-F238E27FC236}">
                <a16:creationId xmlns:a16="http://schemas.microsoft.com/office/drawing/2014/main" id="{6CB331BD-E81A-42BC-A3FD-303843DBD6B7}"/>
              </a:ext>
            </a:extLst>
          </p:cNvPr>
          <p:cNvSpPr/>
          <p:nvPr/>
        </p:nvSpPr>
        <p:spPr>
          <a:xfrm rot="16200000">
            <a:off x="3002968" y="3723885"/>
            <a:ext cx="243257" cy="812451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228284 w 641976"/>
              <a:gd name="connsiteY0" fmla="*/ 0 h 2086071"/>
              <a:gd name="connsiteX1" fmla="*/ 0 w 641976"/>
              <a:gd name="connsiteY1" fmla="*/ 1399864 h 2086071"/>
              <a:gd name="connsiteX2" fmla="*/ 228284 w 641976"/>
              <a:gd name="connsiteY2" fmla="*/ 2086072 h 2086071"/>
              <a:gd name="connsiteX3" fmla="*/ 641977 w 641976"/>
              <a:gd name="connsiteY3" fmla="*/ 1399864 h 2086071"/>
              <a:gd name="connsiteX4" fmla="*/ 228284 w 641976"/>
              <a:gd name="connsiteY4" fmla="*/ 0 h 2086071"/>
              <a:gd name="connsiteX0" fmla="*/ 526264 w 939956"/>
              <a:gd name="connsiteY0" fmla="*/ 0 h 2086071"/>
              <a:gd name="connsiteX1" fmla="*/ 0 w 939956"/>
              <a:gd name="connsiteY1" fmla="*/ 1399864 h 2086071"/>
              <a:gd name="connsiteX2" fmla="*/ 526264 w 939956"/>
              <a:gd name="connsiteY2" fmla="*/ 2086072 h 2086071"/>
              <a:gd name="connsiteX3" fmla="*/ 939957 w 939956"/>
              <a:gd name="connsiteY3" fmla="*/ 1399864 h 2086071"/>
              <a:gd name="connsiteX4" fmla="*/ 526264 w 939956"/>
              <a:gd name="connsiteY4" fmla="*/ 0 h 2086071"/>
              <a:gd name="connsiteX0" fmla="*/ 526264 w 1138609"/>
              <a:gd name="connsiteY0" fmla="*/ 0 h 2086071"/>
              <a:gd name="connsiteX1" fmla="*/ 0 w 1138609"/>
              <a:gd name="connsiteY1" fmla="*/ 1399864 h 2086071"/>
              <a:gd name="connsiteX2" fmla="*/ 526264 w 1138609"/>
              <a:gd name="connsiteY2" fmla="*/ 2086072 h 2086071"/>
              <a:gd name="connsiteX3" fmla="*/ 1138608 w 1138609"/>
              <a:gd name="connsiteY3" fmla="*/ 1399869 h 2086071"/>
              <a:gd name="connsiteX4" fmla="*/ 526264 w 1138609"/>
              <a:gd name="connsiteY4" fmla="*/ 0 h 20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609" h="2086071">
                <a:moveTo>
                  <a:pt x="526264" y="0"/>
                </a:moveTo>
                <a:cubicBezTo>
                  <a:pt x="336496" y="-1"/>
                  <a:pt x="0" y="966181"/>
                  <a:pt x="0" y="1399864"/>
                </a:cubicBezTo>
                <a:cubicBezTo>
                  <a:pt x="0" y="1778651"/>
                  <a:pt x="297905" y="2086072"/>
                  <a:pt x="526264" y="2086072"/>
                </a:cubicBezTo>
                <a:cubicBezTo>
                  <a:pt x="754622" y="2086072"/>
                  <a:pt x="1138608" y="1778656"/>
                  <a:pt x="1138608" y="1399869"/>
                </a:cubicBezTo>
                <a:cubicBezTo>
                  <a:pt x="1138608" y="963441"/>
                  <a:pt x="716032" y="1"/>
                  <a:pt x="526264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2" name="橢圓 421">
            <a:extLst>
              <a:ext uri="{FF2B5EF4-FFF2-40B4-BE49-F238E27FC236}">
                <a16:creationId xmlns:a16="http://schemas.microsoft.com/office/drawing/2014/main" id="{9E064745-EBF9-4EB1-9B51-6598A7630E60}"/>
              </a:ext>
            </a:extLst>
          </p:cNvPr>
          <p:cNvSpPr/>
          <p:nvPr/>
        </p:nvSpPr>
        <p:spPr>
          <a:xfrm>
            <a:off x="2671633" y="4100845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3" name="圖形 97" descr="水 以實心填滿">
            <a:extLst>
              <a:ext uri="{FF2B5EF4-FFF2-40B4-BE49-F238E27FC236}">
                <a16:creationId xmlns:a16="http://schemas.microsoft.com/office/drawing/2014/main" id="{82FC8DF3-C716-4E76-87D8-8741A1250DEF}"/>
              </a:ext>
            </a:extLst>
          </p:cNvPr>
          <p:cNvSpPr/>
          <p:nvPr/>
        </p:nvSpPr>
        <p:spPr>
          <a:xfrm rot="16200000">
            <a:off x="2692505" y="3934448"/>
            <a:ext cx="270075" cy="1040340"/>
          </a:xfrm>
          <a:custGeom>
            <a:avLst/>
            <a:gdLst>
              <a:gd name="connsiteX0" fmla="*/ 413694 w 827386"/>
              <a:gd name="connsiteY0" fmla="*/ 0 h 2086071"/>
              <a:gd name="connsiteX1" fmla="*/ 0 w 827386"/>
              <a:gd name="connsiteY1" fmla="*/ 1399864 h 2086071"/>
              <a:gd name="connsiteX2" fmla="*/ 413694 w 827386"/>
              <a:gd name="connsiteY2" fmla="*/ 2086072 h 2086071"/>
              <a:gd name="connsiteX3" fmla="*/ 827387 w 827386"/>
              <a:gd name="connsiteY3" fmla="*/ 1399864 h 2086071"/>
              <a:gd name="connsiteX4" fmla="*/ 413694 w 827386"/>
              <a:gd name="connsiteY4" fmla="*/ 0 h 2086071"/>
              <a:gd name="connsiteX0" fmla="*/ 413694 w 1171719"/>
              <a:gd name="connsiteY0" fmla="*/ 21 h 2086092"/>
              <a:gd name="connsiteX1" fmla="*/ 0 w 1171719"/>
              <a:gd name="connsiteY1" fmla="*/ 1399885 h 2086092"/>
              <a:gd name="connsiteX2" fmla="*/ 413694 w 1171719"/>
              <a:gd name="connsiteY2" fmla="*/ 2086093 h 2086092"/>
              <a:gd name="connsiteX3" fmla="*/ 1171719 w 1171719"/>
              <a:gd name="connsiteY3" fmla="*/ 1431231 h 2086092"/>
              <a:gd name="connsiteX4" fmla="*/ 413694 w 1171719"/>
              <a:gd name="connsiteY4" fmla="*/ 21 h 2086092"/>
              <a:gd name="connsiteX0" fmla="*/ 1016070 w 1191956"/>
              <a:gd name="connsiteY0" fmla="*/ 17 h 2242822"/>
              <a:gd name="connsiteX1" fmla="*/ 19660 w 1191956"/>
              <a:gd name="connsiteY1" fmla="*/ 1556615 h 2242822"/>
              <a:gd name="connsiteX2" fmla="*/ 433354 w 1191956"/>
              <a:gd name="connsiteY2" fmla="*/ 2242823 h 2242822"/>
              <a:gd name="connsiteX3" fmla="*/ 1191379 w 1191956"/>
              <a:gd name="connsiteY3" fmla="*/ 1587961 h 2242822"/>
              <a:gd name="connsiteX4" fmla="*/ 1016070 w 1191956"/>
              <a:gd name="connsiteY4" fmla="*/ 17 h 2242822"/>
              <a:gd name="connsiteX0" fmla="*/ 787370 w 962679"/>
              <a:gd name="connsiteY0" fmla="*/ 46 h 2242851"/>
              <a:gd name="connsiteX1" fmla="*/ 55832 w 962679"/>
              <a:gd name="connsiteY1" fmla="*/ 1537052 h 2242851"/>
              <a:gd name="connsiteX2" fmla="*/ 204654 w 962679"/>
              <a:gd name="connsiteY2" fmla="*/ 2242852 h 2242851"/>
              <a:gd name="connsiteX3" fmla="*/ 962679 w 962679"/>
              <a:gd name="connsiteY3" fmla="*/ 1587990 h 2242851"/>
              <a:gd name="connsiteX4" fmla="*/ 787370 w 962679"/>
              <a:gd name="connsiteY4" fmla="*/ 46 h 2242851"/>
              <a:gd name="connsiteX0" fmla="*/ 1016074 w 1191960"/>
              <a:gd name="connsiteY0" fmla="*/ 4084 h 2246889"/>
              <a:gd name="connsiteX1" fmla="*/ 19664 w 1191960"/>
              <a:gd name="connsiteY1" fmla="*/ 1168847 h 2246889"/>
              <a:gd name="connsiteX2" fmla="*/ 433358 w 1191960"/>
              <a:gd name="connsiteY2" fmla="*/ 2246890 h 2246889"/>
              <a:gd name="connsiteX3" fmla="*/ 1191383 w 1191960"/>
              <a:gd name="connsiteY3" fmla="*/ 1592028 h 2246889"/>
              <a:gd name="connsiteX4" fmla="*/ 1016074 w 1191960"/>
              <a:gd name="connsiteY4" fmla="*/ 4084 h 2246889"/>
              <a:gd name="connsiteX0" fmla="*/ 1096119 w 1272005"/>
              <a:gd name="connsiteY0" fmla="*/ 3494 h 2246299"/>
              <a:gd name="connsiteX1" fmla="*/ 99709 w 1272005"/>
              <a:gd name="connsiteY1" fmla="*/ 1168257 h 2246299"/>
              <a:gd name="connsiteX2" fmla="*/ 513403 w 1272005"/>
              <a:gd name="connsiteY2" fmla="*/ 2246300 h 2246299"/>
              <a:gd name="connsiteX3" fmla="*/ 1271428 w 1272005"/>
              <a:gd name="connsiteY3" fmla="*/ 1591438 h 2246299"/>
              <a:gd name="connsiteX4" fmla="*/ 1096119 w 1272005"/>
              <a:gd name="connsiteY4" fmla="*/ 3494 h 2246299"/>
              <a:gd name="connsiteX0" fmla="*/ 1112936 w 1288822"/>
              <a:gd name="connsiteY0" fmla="*/ 3558 h 2246363"/>
              <a:gd name="connsiteX1" fmla="*/ 116526 w 1288822"/>
              <a:gd name="connsiteY1" fmla="*/ 1168321 h 2246363"/>
              <a:gd name="connsiteX2" fmla="*/ 530220 w 1288822"/>
              <a:gd name="connsiteY2" fmla="*/ 2246364 h 2246363"/>
              <a:gd name="connsiteX3" fmla="*/ 1288245 w 1288822"/>
              <a:gd name="connsiteY3" fmla="*/ 1591502 h 2246363"/>
              <a:gd name="connsiteX4" fmla="*/ 1112936 w 1288822"/>
              <a:gd name="connsiteY4" fmla="*/ 3558 h 2246363"/>
              <a:gd name="connsiteX0" fmla="*/ 1112936 w 1288822"/>
              <a:gd name="connsiteY0" fmla="*/ 4052 h 2246857"/>
              <a:gd name="connsiteX1" fmla="*/ 116526 w 1288822"/>
              <a:gd name="connsiteY1" fmla="*/ 1168815 h 2246857"/>
              <a:gd name="connsiteX2" fmla="*/ 530220 w 1288822"/>
              <a:gd name="connsiteY2" fmla="*/ 2246858 h 2246857"/>
              <a:gd name="connsiteX3" fmla="*/ 1288245 w 1288822"/>
              <a:gd name="connsiteY3" fmla="*/ 1591996 h 2246857"/>
              <a:gd name="connsiteX4" fmla="*/ 1112936 w 1288822"/>
              <a:gd name="connsiteY4" fmla="*/ 4052 h 2246857"/>
              <a:gd name="connsiteX0" fmla="*/ 1081492 w 1257378"/>
              <a:gd name="connsiteY0" fmla="*/ 4614 h 2247419"/>
              <a:gd name="connsiteX1" fmla="*/ 85082 w 1257378"/>
              <a:gd name="connsiteY1" fmla="*/ 1169377 h 2247419"/>
              <a:gd name="connsiteX2" fmla="*/ 498776 w 1257378"/>
              <a:gd name="connsiteY2" fmla="*/ 2247420 h 2247419"/>
              <a:gd name="connsiteX3" fmla="*/ 1256801 w 1257378"/>
              <a:gd name="connsiteY3" fmla="*/ 1592558 h 2247419"/>
              <a:gd name="connsiteX4" fmla="*/ 1081492 w 1257378"/>
              <a:gd name="connsiteY4" fmla="*/ 4614 h 2247419"/>
              <a:gd name="connsiteX0" fmla="*/ 1097397 w 1219656"/>
              <a:gd name="connsiteY0" fmla="*/ 2552 h 2904940"/>
              <a:gd name="connsiteX1" fmla="*/ 23734 w 1219656"/>
              <a:gd name="connsiteY1" fmla="*/ 1826898 h 2904940"/>
              <a:gd name="connsiteX2" fmla="*/ 437428 w 1219656"/>
              <a:gd name="connsiteY2" fmla="*/ 2904941 h 2904940"/>
              <a:gd name="connsiteX3" fmla="*/ 1195453 w 1219656"/>
              <a:gd name="connsiteY3" fmla="*/ 2250079 h 2904940"/>
              <a:gd name="connsiteX4" fmla="*/ 1097397 w 1219656"/>
              <a:gd name="connsiteY4" fmla="*/ 2552 h 2904940"/>
              <a:gd name="connsiteX0" fmla="*/ 1097397 w 1219656"/>
              <a:gd name="connsiteY0" fmla="*/ 2552 h 2904940"/>
              <a:gd name="connsiteX1" fmla="*/ 23734 w 1219656"/>
              <a:gd name="connsiteY1" fmla="*/ 1826898 h 2904940"/>
              <a:gd name="connsiteX2" fmla="*/ 437428 w 1219656"/>
              <a:gd name="connsiteY2" fmla="*/ 2904941 h 2904940"/>
              <a:gd name="connsiteX3" fmla="*/ 1195453 w 1219656"/>
              <a:gd name="connsiteY3" fmla="*/ 2250079 h 2904940"/>
              <a:gd name="connsiteX4" fmla="*/ 1097397 w 121965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097397 w 1253116"/>
              <a:gd name="connsiteY0" fmla="*/ 2552 h 2904940"/>
              <a:gd name="connsiteX1" fmla="*/ 23734 w 1253116"/>
              <a:gd name="connsiteY1" fmla="*/ 1826898 h 2904940"/>
              <a:gd name="connsiteX2" fmla="*/ 437428 w 1253116"/>
              <a:gd name="connsiteY2" fmla="*/ 2904941 h 2904940"/>
              <a:gd name="connsiteX3" fmla="*/ 1195453 w 1253116"/>
              <a:gd name="connsiteY3" fmla="*/ 2250079 h 2904940"/>
              <a:gd name="connsiteX4" fmla="*/ 1097397 w 1253116"/>
              <a:gd name="connsiteY4" fmla="*/ 2552 h 2904940"/>
              <a:gd name="connsiteX0" fmla="*/ 1108419 w 1264138"/>
              <a:gd name="connsiteY0" fmla="*/ 2552 h 2904940"/>
              <a:gd name="connsiteX1" fmla="*/ 34756 w 1264138"/>
              <a:gd name="connsiteY1" fmla="*/ 1826898 h 2904940"/>
              <a:gd name="connsiteX2" fmla="*/ 448450 w 1264138"/>
              <a:gd name="connsiteY2" fmla="*/ 2904941 h 2904940"/>
              <a:gd name="connsiteX3" fmla="*/ 1206475 w 1264138"/>
              <a:gd name="connsiteY3" fmla="*/ 2250079 h 2904940"/>
              <a:gd name="connsiteX4" fmla="*/ 1108419 w 1264138"/>
              <a:gd name="connsiteY4" fmla="*/ 2552 h 290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4138" h="2904940">
                <a:moveTo>
                  <a:pt x="1108419" y="2552"/>
                </a:moveTo>
                <a:cubicBezTo>
                  <a:pt x="913132" y="-67978"/>
                  <a:pt x="144751" y="1343167"/>
                  <a:pt x="34756" y="1826898"/>
                </a:cubicBezTo>
                <a:cubicBezTo>
                  <a:pt x="-75239" y="2310629"/>
                  <a:pt x="79374" y="2867656"/>
                  <a:pt x="448450" y="2904941"/>
                </a:cubicBezTo>
                <a:cubicBezTo>
                  <a:pt x="676808" y="2904941"/>
                  <a:pt x="1134737" y="2722968"/>
                  <a:pt x="1206475" y="2250079"/>
                </a:cubicBezTo>
                <a:cubicBezTo>
                  <a:pt x="1289245" y="1808325"/>
                  <a:pt x="1303706" y="73082"/>
                  <a:pt x="1108419" y="2552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lt1"/>
              </a:solidFill>
            </a:endParaRPr>
          </a:p>
        </p:txBody>
      </p:sp>
      <p:cxnSp>
        <p:nvCxnSpPr>
          <p:cNvPr id="424" name="直線接點 423">
            <a:extLst>
              <a:ext uri="{FF2B5EF4-FFF2-40B4-BE49-F238E27FC236}">
                <a16:creationId xmlns:a16="http://schemas.microsoft.com/office/drawing/2014/main" id="{9BED8477-E971-40DA-A238-FA3CAA6E6965}"/>
              </a:ext>
            </a:extLst>
          </p:cNvPr>
          <p:cNvCxnSpPr>
            <a:cxnSpLocks/>
            <a:endCxn id="425" idx="0"/>
          </p:cNvCxnSpPr>
          <p:nvPr/>
        </p:nvCxnSpPr>
        <p:spPr>
          <a:xfrm flipH="1">
            <a:off x="2285344" y="3627378"/>
            <a:ext cx="311167" cy="68759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5" name="橢圓 424">
            <a:extLst>
              <a:ext uri="{FF2B5EF4-FFF2-40B4-BE49-F238E27FC236}">
                <a16:creationId xmlns:a16="http://schemas.microsoft.com/office/drawing/2014/main" id="{E062F17F-F501-4CB1-8AFE-63F1E6AE8BD0}"/>
              </a:ext>
            </a:extLst>
          </p:cNvPr>
          <p:cNvSpPr/>
          <p:nvPr/>
        </p:nvSpPr>
        <p:spPr>
          <a:xfrm>
            <a:off x="2249817" y="4314972"/>
            <a:ext cx="71054" cy="6586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7" name="文字方塊 426">
            <a:extLst>
              <a:ext uri="{FF2B5EF4-FFF2-40B4-BE49-F238E27FC236}">
                <a16:creationId xmlns:a16="http://schemas.microsoft.com/office/drawing/2014/main" id="{B5E2CB89-48C3-4D91-AA43-9BE105D8B9C5}"/>
              </a:ext>
            </a:extLst>
          </p:cNvPr>
          <p:cNvSpPr txBox="1"/>
          <p:nvPr/>
        </p:nvSpPr>
        <p:spPr>
          <a:xfrm>
            <a:off x="1659399" y="2697012"/>
            <a:ext cx="81406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/>
              <a:t>Clonal </a:t>
            </a:r>
            <a:r>
              <a:rPr lang="en-US" altLang="zh-TW" sz="1200" dirty="0"/>
              <a:t>1</a:t>
            </a:r>
            <a:endParaRPr lang="zh-TW" altLang="en-US" sz="1200" dirty="0"/>
          </a:p>
        </p:txBody>
      </p:sp>
      <p:sp>
        <p:nvSpPr>
          <p:cNvPr id="429" name="文字方塊 428">
            <a:extLst>
              <a:ext uri="{FF2B5EF4-FFF2-40B4-BE49-F238E27FC236}">
                <a16:creationId xmlns:a16="http://schemas.microsoft.com/office/drawing/2014/main" id="{4F026CF1-8E62-4835-A966-BE82B77FF490}"/>
              </a:ext>
            </a:extLst>
          </p:cNvPr>
          <p:cNvSpPr txBox="1"/>
          <p:nvPr/>
        </p:nvSpPr>
        <p:spPr>
          <a:xfrm>
            <a:off x="2555956" y="2697012"/>
            <a:ext cx="81406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Clonal 2</a:t>
            </a:r>
            <a:endParaRPr lang="zh-TW" altLang="en-US" sz="1200" dirty="0"/>
          </a:p>
        </p:txBody>
      </p:sp>
      <p:sp>
        <p:nvSpPr>
          <p:cNvPr id="430" name="文字方塊 429">
            <a:extLst>
              <a:ext uri="{FF2B5EF4-FFF2-40B4-BE49-F238E27FC236}">
                <a16:creationId xmlns:a16="http://schemas.microsoft.com/office/drawing/2014/main" id="{4E588113-D889-4894-B241-4A627796C189}"/>
              </a:ext>
            </a:extLst>
          </p:cNvPr>
          <p:cNvSpPr txBox="1"/>
          <p:nvPr/>
        </p:nvSpPr>
        <p:spPr>
          <a:xfrm>
            <a:off x="3330897" y="2697012"/>
            <a:ext cx="1169573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Subclone 1.1</a:t>
            </a:r>
            <a:endParaRPr lang="zh-TW" altLang="en-US" sz="1200" dirty="0"/>
          </a:p>
        </p:txBody>
      </p:sp>
      <p:sp>
        <p:nvSpPr>
          <p:cNvPr id="432" name="文字方塊 431">
            <a:extLst>
              <a:ext uri="{FF2B5EF4-FFF2-40B4-BE49-F238E27FC236}">
                <a16:creationId xmlns:a16="http://schemas.microsoft.com/office/drawing/2014/main" id="{D11A25DB-FD12-406A-B21E-E1D18C0407C1}"/>
              </a:ext>
            </a:extLst>
          </p:cNvPr>
          <p:cNvSpPr txBox="1"/>
          <p:nvPr/>
        </p:nvSpPr>
        <p:spPr>
          <a:xfrm>
            <a:off x="849788" y="2697011"/>
            <a:ext cx="667677" cy="3285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Origin</a:t>
            </a:r>
            <a:endParaRPr lang="zh-TW" altLang="en-US" sz="1200" dirty="0"/>
          </a:p>
        </p:txBody>
      </p:sp>
      <p:cxnSp>
        <p:nvCxnSpPr>
          <p:cNvPr id="433" name="直線接點 432">
            <a:extLst>
              <a:ext uri="{FF2B5EF4-FFF2-40B4-BE49-F238E27FC236}">
                <a16:creationId xmlns:a16="http://schemas.microsoft.com/office/drawing/2014/main" id="{2D56754A-4325-4651-92B7-F612E45B8C33}"/>
              </a:ext>
            </a:extLst>
          </p:cNvPr>
          <p:cNvCxnSpPr>
            <a:cxnSpLocks/>
            <a:endCxn id="422" idx="7"/>
          </p:cNvCxnSpPr>
          <p:nvPr/>
        </p:nvCxnSpPr>
        <p:spPr>
          <a:xfrm flipH="1">
            <a:off x="2732281" y="3627377"/>
            <a:ext cx="805972" cy="483114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9" name="圖形 398" descr="男人 以實心填滿">
            <a:extLst>
              <a:ext uri="{FF2B5EF4-FFF2-40B4-BE49-F238E27FC236}">
                <a16:creationId xmlns:a16="http://schemas.microsoft.com/office/drawing/2014/main" id="{8AF062D5-4BE6-4860-8643-97A930297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38895" y="3727507"/>
            <a:ext cx="911164" cy="911164"/>
          </a:xfrm>
          <a:prstGeom prst="rect">
            <a:avLst/>
          </a:prstGeom>
        </p:spPr>
      </p:pic>
      <p:grpSp>
        <p:nvGrpSpPr>
          <p:cNvPr id="400" name="群組 399">
            <a:extLst>
              <a:ext uri="{FF2B5EF4-FFF2-40B4-BE49-F238E27FC236}">
                <a16:creationId xmlns:a16="http://schemas.microsoft.com/office/drawing/2014/main" id="{FE8CCFCF-FD7E-431B-A0B3-790EFAF73006}"/>
              </a:ext>
            </a:extLst>
          </p:cNvPr>
          <p:cNvGrpSpPr/>
          <p:nvPr/>
        </p:nvGrpSpPr>
        <p:grpSpPr>
          <a:xfrm>
            <a:off x="4052614" y="3972074"/>
            <a:ext cx="110663" cy="215688"/>
            <a:chOff x="5344963" y="3176166"/>
            <a:chExt cx="166799" cy="325102"/>
          </a:xfrm>
        </p:grpSpPr>
        <p:sp>
          <p:nvSpPr>
            <p:cNvPr id="401" name="橢圓 400">
              <a:extLst>
                <a:ext uri="{FF2B5EF4-FFF2-40B4-BE49-F238E27FC236}">
                  <a16:creationId xmlns:a16="http://schemas.microsoft.com/office/drawing/2014/main" id="{C536058B-7CA1-4138-9A34-FB8C808E5178}"/>
                </a:ext>
              </a:extLst>
            </p:cNvPr>
            <p:cNvSpPr/>
            <p:nvPr/>
          </p:nvSpPr>
          <p:spPr>
            <a:xfrm>
              <a:off x="5350970" y="3176166"/>
              <a:ext cx="160792" cy="191999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2" name="橢圓 401">
              <a:extLst>
                <a:ext uri="{FF2B5EF4-FFF2-40B4-BE49-F238E27FC236}">
                  <a16:creationId xmlns:a16="http://schemas.microsoft.com/office/drawing/2014/main" id="{7A49F8E9-A450-4F9A-872C-B321A09BF516}"/>
                </a:ext>
              </a:extLst>
            </p:cNvPr>
            <p:cNvSpPr/>
            <p:nvPr/>
          </p:nvSpPr>
          <p:spPr>
            <a:xfrm>
              <a:off x="5366042" y="3231821"/>
              <a:ext cx="94664" cy="11303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sp>
          <p:nvSpPr>
            <p:cNvPr id="403" name="橢圓 402">
              <a:extLst>
                <a:ext uri="{FF2B5EF4-FFF2-40B4-BE49-F238E27FC236}">
                  <a16:creationId xmlns:a16="http://schemas.microsoft.com/office/drawing/2014/main" id="{0F642674-46BF-4736-810C-F97FD26897A1}"/>
                </a:ext>
              </a:extLst>
            </p:cNvPr>
            <p:cNvSpPr/>
            <p:nvPr/>
          </p:nvSpPr>
          <p:spPr>
            <a:xfrm>
              <a:off x="5344963" y="3368165"/>
              <a:ext cx="111469" cy="13310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484BBFCF-6528-4D51-A516-672090099A3B}"/>
              </a:ext>
            </a:extLst>
          </p:cNvPr>
          <p:cNvGrpSpPr/>
          <p:nvPr/>
        </p:nvGrpSpPr>
        <p:grpSpPr>
          <a:xfrm>
            <a:off x="5475877" y="4945404"/>
            <a:ext cx="1175662" cy="722906"/>
            <a:chOff x="8752192" y="3890122"/>
            <a:chExt cx="1175662" cy="722906"/>
          </a:xfrm>
        </p:grpSpPr>
        <p:sp>
          <p:nvSpPr>
            <p:cNvPr id="920" name="橢圓 919">
              <a:extLst>
                <a:ext uri="{FF2B5EF4-FFF2-40B4-BE49-F238E27FC236}">
                  <a16:creationId xmlns:a16="http://schemas.microsoft.com/office/drawing/2014/main" id="{137778D2-FA33-4096-AD23-A5AD54A01D16}"/>
                </a:ext>
              </a:extLst>
            </p:cNvPr>
            <p:cNvSpPr/>
            <p:nvPr/>
          </p:nvSpPr>
          <p:spPr>
            <a:xfrm>
              <a:off x="8752192" y="389248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/>
                <a:t>A</a:t>
              </a:r>
              <a:endParaRPr lang="zh-TW" altLang="en-US" dirty="0"/>
            </a:p>
          </p:txBody>
        </p:sp>
        <p:sp>
          <p:nvSpPr>
            <p:cNvPr id="921" name="橢圓 920">
              <a:extLst>
                <a:ext uri="{FF2B5EF4-FFF2-40B4-BE49-F238E27FC236}">
                  <a16:creationId xmlns:a16="http://schemas.microsoft.com/office/drawing/2014/main" id="{3F7D00CC-3CC5-452A-9C79-E8587104272A}"/>
                </a:ext>
              </a:extLst>
            </p:cNvPr>
            <p:cNvSpPr/>
            <p:nvPr/>
          </p:nvSpPr>
          <p:spPr>
            <a:xfrm>
              <a:off x="8752192" y="434943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22" name="橢圓 921">
              <a:extLst>
                <a:ext uri="{FF2B5EF4-FFF2-40B4-BE49-F238E27FC236}">
                  <a16:creationId xmlns:a16="http://schemas.microsoft.com/office/drawing/2014/main" id="{FCB36632-F6E5-4DB4-99BD-5A3CF2AA3DBE}"/>
                </a:ext>
              </a:extLst>
            </p:cNvPr>
            <p:cNvSpPr/>
            <p:nvPr/>
          </p:nvSpPr>
          <p:spPr>
            <a:xfrm>
              <a:off x="9210006" y="389012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923" name="橢圓 922">
              <a:extLst>
                <a:ext uri="{FF2B5EF4-FFF2-40B4-BE49-F238E27FC236}">
                  <a16:creationId xmlns:a16="http://schemas.microsoft.com/office/drawing/2014/main" id="{8BDCBB88-1603-40DE-A0B8-9E2A93B1E40D}"/>
                </a:ext>
              </a:extLst>
            </p:cNvPr>
            <p:cNvSpPr/>
            <p:nvPr/>
          </p:nvSpPr>
          <p:spPr>
            <a:xfrm>
              <a:off x="9209148" y="434707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24" name="橢圓 923">
              <a:extLst>
                <a:ext uri="{FF2B5EF4-FFF2-40B4-BE49-F238E27FC236}">
                  <a16:creationId xmlns:a16="http://schemas.microsoft.com/office/drawing/2014/main" id="{7F91B34B-A169-4EF3-A28F-5B09124105F6}"/>
                </a:ext>
              </a:extLst>
            </p:cNvPr>
            <p:cNvSpPr/>
            <p:nvPr/>
          </p:nvSpPr>
          <p:spPr>
            <a:xfrm>
              <a:off x="9664264" y="389012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925" name="橢圓 924">
              <a:extLst>
                <a:ext uri="{FF2B5EF4-FFF2-40B4-BE49-F238E27FC236}">
                  <a16:creationId xmlns:a16="http://schemas.microsoft.com/office/drawing/2014/main" id="{269ECE8B-5276-4D9C-854F-D4A1A0BFAE52}"/>
                </a:ext>
              </a:extLst>
            </p:cNvPr>
            <p:cNvSpPr/>
            <p:nvPr/>
          </p:nvSpPr>
          <p:spPr>
            <a:xfrm>
              <a:off x="9664264" y="434707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926" name="直線單箭頭接點 925">
              <a:extLst>
                <a:ext uri="{FF2B5EF4-FFF2-40B4-BE49-F238E27FC236}">
                  <a16:creationId xmlns:a16="http://schemas.microsoft.com/office/drawing/2014/main" id="{611CD4F0-EBC5-4ACE-BB1C-5141E1FB8663}"/>
                </a:ext>
              </a:extLst>
            </p:cNvPr>
            <p:cNvCxnSpPr>
              <a:cxnSpLocks/>
              <a:stCxn id="920" idx="6"/>
              <a:endCxn id="922" idx="2"/>
            </p:cNvCxnSpPr>
            <p:nvPr/>
          </p:nvCxnSpPr>
          <p:spPr>
            <a:xfrm flipV="1">
              <a:off x="9015782" y="4021917"/>
              <a:ext cx="194224" cy="2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28" name="直線單箭頭接點 927">
              <a:extLst>
                <a:ext uri="{FF2B5EF4-FFF2-40B4-BE49-F238E27FC236}">
                  <a16:creationId xmlns:a16="http://schemas.microsoft.com/office/drawing/2014/main" id="{C12525B6-F241-416F-8FD9-37C965E335D8}"/>
                </a:ext>
              </a:extLst>
            </p:cNvPr>
            <p:cNvCxnSpPr>
              <a:cxnSpLocks/>
              <a:stCxn id="923" idx="6"/>
              <a:endCxn id="925" idx="2"/>
            </p:cNvCxnSpPr>
            <p:nvPr/>
          </p:nvCxnSpPr>
          <p:spPr>
            <a:xfrm>
              <a:off x="9472738" y="4478873"/>
              <a:ext cx="19152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直線單箭頭接點 928">
              <a:extLst>
                <a:ext uri="{FF2B5EF4-FFF2-40B4-BE49-F238E27FC236}">
                  <a16:creationId xmlns:a16="http://schemas.microsoft.com/office/drawing/2014/main" id="{38E589D7-4087-44CF-9DCB-A78874D0B2E5}"/>
                </a:ext>
              </a:extLst>
            </p:cNvPr>
            <p:cNvCxnSpPr>
              <a:cxnSpLocks/>
              <a:stCxn id="921" idx="7"/>
              <a:endCxn id="922" idx="3"/>
            </p:cNvCxnSpPr>
            <p:nvPr/>
          </p:nvCxnSpPr>
          <p:spPr>
            <a:xfrm flipV="1">
              <a:off x="8977180" y="4115110"/>
              <a:ext cx="271428" cy="27293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直線單箭頭接點 929">
              <a:extLst>
                <a:ext uri="{FF2B5EF4-FFF2-40B4-BE49-F238E27FC236}">
                  <a16:creationId xmlns:a16="http://schemas.microsoft.com/office/drawing/2014/main" id="{D41AFB7C-541F-4F7C-9520-E398185A741A}"/>
                </a:ext>
              </a:extLst>
            </p:cNvPr>
            <p:cNvCxnSpPr>
              <a:cxnSpLocks/>
              <a:stCxn id="922" idx="5"/>
              <a:endCxn id="925" idx="1"/>
            </p:cNvCxnSpPr>
            <p:nvPr/>
          </p:nvCxnSpPr>
          <p:spPr>
            <a:xfrm>
              <a:off x="9434994" y="4115110"/>
              <a:ext cx="267872" cy="27057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直線單箭頭接點 930">
              <a:extLst>
                <a:ext uri="{FF2B5EF4-FFF2-40B4-BE49-F238E27FC236}">
                  <a16:creationId xmlns:a16="http://schemas.microsoft.com/office/drawing/2014/main" id="{B817F9D9-4451-4A70-BA97-4D77AC0380A7}"/>
                </a:ext>
              </a:extLst>
            </p:cNvPr>
            <p:cNvCxnSpPr>
              <a:cxnSpLocks/>
              <a:stCxn id="922" idx="6"/>
              <a:endCxn id="924" idx="2"/>
            </p:cNvCxnSpPr>
            <p:nvPr/>
          </p:nvCxnSpPr>
          <p:spPr>
            <a:xfrm>
              <a:off x="9473596" y="4021917"/>
              <a:ext cx="190668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32" name="直線單箭頭接點 931">
              <a:extLst>
                <a:ext uri="{FF2B5EF4-FFF2-40B4-BE49-F238E27FC236}">
                  <a16:creationId xmlns:a16="http://schemas.microsoft.com/office/drawing/2014/main" id="{200FE301-9FA6-4397-98BF-9A6DD9C194B5}"/>
                </a:ext>
              </a:extLst>
            </p:cNvPr>
            <p:cNvCxnSpPr>
              <a:cxnSpLocks/>
              <a:stCxn id="921" idx="6"/>
              <a:endCxn id="923" idx="2"/>
            </p:cNvCxnSpPr>
            <p:nvPr/>
          </p:nvCxnSpPr>
          <p:spPr>
            <a:xfrm flipV="1">
              <a:off x="9015782" y="4478873"/>
              <a:ext cx="193366" cy="23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D8AE6DAA-A9A5-478A-93E8-86288CB8796E}"/>
              </a:ext>
            </a:extLst>
          </p:cNvPr>
          <p:cNvGrpSpPr/>
          <p:nvPr/>
        </p:nvGrpSpPr>
        <p:grpSpPr>
          <a:xfrm>
            <a:off x="7331691" y="4945404"/>
            <a:ext cx="1175662" cy="722906"/>
            <a:chOff x="10601294" y="3890122"/>
            <a:chExt cx="1175662" cy="722906"/>
          </a:xfrm>
        </p:grpSpPr>
        <p:sp>
          <p:nvSpPr>
            <p:cNvPr id="348" name="橢圓 347">
              <a:extLst>
                <a:ext uri="{FF2B5EF4-FFF2-40B4-BE49-F238E27FC236}">
                  <a16:creationId xmlns:a16="http://schemas.microsoft.com/office/drawing/2014/main" id="{6753EA2E-A3E3-456B-8B2D-651F31953260}"/>
                </a:ext>
              </a:extLst>
            </p:cNvPr>
            <p:cNvSpPr/>
            <p:nvPr/>
          </p:nvSpPr>
          <p:spPr>
            <a:xfrm>
              <a:off x="10601294" y="389248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/>
                <a:t>A</a:t>
              </a:r>
              <a:endParaRPr lang="zh-TW" altLang="en-US" dirty="0"/>
            </a:p>
          </p:txBody>
        </p:sp>
        <p:sp>
          <p:nvSpPr>
            <p:cNvPr id="350" name="橢圓 349">
              <a:extLst>
                <a:ext uri="{FF2B5EF4-FFF2-40B4-BE49-F238E27FC236}">
                  <a16:creationId xmlns:a16="http://schemas.microsoft.com/office/drawing/2014/main" id="{6BDB17E6-A198-41A1-B5B5-CC9EC8470501}"/>
                </a:ext>
              </a:extLst>
            </p:cNvPr>
            <p:cNvSpPr/>
            <p:nvPr/>
          </p:nvSpPr>
          <p:spPr>
            <a:xfrm>
              <a:off x="10601294" y="434943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2" name="橢圓 351">
              <a:extLst>
                <a:ext uri="{FF2B5EF4-FFF2-40B4-BE49-F238E27FC236}">
                  <a16:creationId xmlns:a16="http://schemas.microsoft.com/office/drawing/2014/main" id="{7587D5E5-C108-4C96-BDBA-95635F841BDE}"/>
                </a:ext>
              </a:extLst>
            </p:cNvPr>
            <p:cNvSpPr/>
            <p:nvPr/>
          </p:nvSpPr>
          <p:spPr>
            <a:xfrm>
              <a:off x="11059108" y="389012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354" name="橢圓 353">
              <a:extLst>
                <a:ext uri="{FF2B5EF4-FFF2-40B4-BE49-F238E27FC236}">
                  <a16:creationId xmlns:a16="http://schemas.microsoft.com/office/drawing/2014/main" id="{C1455D82-6293-47C8-806C-4937D3DD41BA}"/>
                </a:ext>
              </a:extLst>
            </p:cNvPr>
            <p:cNvSpPr/>
            <p:nvPr/>
          </p:nvSpPr>
          <p:spPr>
            <a:xfrm>
              <a:off x="11058250" y="4347078"/>
              <a:ext cx="263590" cy="26359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56" name="橢圓 355">
              <a:extLst>
                <a:ext uri="{FF2B5EF4-FFF2-40B4-BE49-F238E27FC236}">
                  <a16:creationId xmlns:a16="http://schemas.microsoft.com/office/drawing/2014/main" id="{34C70117-CFF6-4CDE-A0BF-8D7B347410EB}"/>
                </a:ext>
              </a:extLst>
            </p:cNvPr>
            <p:cNvSpPr/>
            <p:nvPr/>
          </p:nvSpPr>
          <p:spPr>
            <a:xfrm>
              <a:off x="11513366" y="389012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358" name="橢圓 357">
              <a:extLst>
                <a:ext uri="{FF2B5EF4-FFF2-40B4-BE49-F238E27FC236}">
                  <a16:creationId xmlns:a16="http://schemas.microsoft.com/office/drawing/2014/main" id="{48AE8EB9-B2C8-4E8E-861D-5C6E5AF34486}"/>
                </a:ext>
              </a:extLst>
            </p:cNvPr>
            <p:cNvSpPr/>
            <p:nvPr/>
          </p:nvSpPr>
          <p:spPr>
            <a:xfrm>
              <a:off x="11513366" y="434707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360" name="直線單箭頭接點 359">
              <a:extLst>
                <a:ext uri="{FF2B5EF4-FFF2-40B4-BE49-F238E27FC236}">
                  <a16:creationId xmlns:a16="http://schemas.microsoft.com/office/drawing/2014/main" id="{4013682D-303F-40BC-9646-F0F9DC863865}"/>
                </a:ext>
              </a:extLst>
            </p:cNvPr>
            <p:cNvCxnSpPr>
              <a:cxnSpLocks/>
              <a:stCxn id="348" idx="6"/>
              <a:endCxn id="352" idx="2"/>
            </p:cNvCxnSpPr>
            <p:nvPr/>
          </p:nvCxnSpPr>
          <p:spPr>
            <a:xfrm flipV="1">
              <a:off x="10864884" y="4021917"/>
              <a:ext cx="194224" cy="236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62" name="直線單箭頭接點 361">
              <a:extLst>
                <a:ext uri="{FF2B5EF4-FFF2-40B4-BE49-F238E27FC236}">
                  <a16:creationId xmlns:a16="http://schemas.microsoft.com/office/drawing/2014/main" id="{D938156D-E806-4330-84AB-F6D027E0C7B3}"/>
                </a:ext>
              </a:extLst>
            </p:cNvPr>
            <p:cNvCxnSpPr>
              <a:cxnSpLocks/>
              <a:stCxn id="354" idx="6"/>
              <a:endCxn id="358" idx="2"/>
            </p:cNvCxnSpPr>
            <p:nvPr/>
          </p:nvCxnSpPr>
          <p:spPr>
            <a:xfrm>
              <a:off x="11321840" y="4478873"/>
              <a:ext cx="19152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線單箭頭接點 363">
              <a:extLst>
                <a:ext uri="{FF2B5EF4-FFF2-40B4-BE49-F238E27FC236}">
                  <a16:creationId xmlns:a16="http://schemas.microsoft.com/office/drawing/2014/main" id="{DC7F8D8D-286C-417D-BA55-8278C50E35F9}"/>
                </a:ext>
              </a:extLst>
            </p:cNvPr>
            <p:cNvCxnSpPr>
              <a:cxnSpLocks/>
              <a:stCxn id="350" idx="7"/>
              <a:endCxn id="352" idx="3"/>
            </p:cNvCxnSpPr>
            <p:nvPr/>
          </p:nvCxnSpPr>
          <p:spPr>
            <a:xfrm flipV="1">
              <a:off x="10826282" y="4115110"/>
              <a:ext cx="271428" cy="27293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線單箭頭接點 365">
              <a:extLst>
                <a:ext uri="{FF2B5EF4-FFF2-40B4-BE49-F238E27FC236}">
                  <a16:creationId xmlns:a16="http://schemas.microsoft.com/office/drawing/2014/main" id="{A581AF1C-1854-4C31-807A-0D1074012414}"/>
                </a:ext>
              </a:extLst>
            </p:cNvPr>
            <p:cNvCxnSpPr>
              <a:cxnSpLocks/>
              <a:stCxn id="352" idx="5"/>
              <a:endCxn id="358" idx="1"/>
            </p:cNvCxnSpPr>
            <p:nvPr/>
          </p:nvCxnSpPr>
          <p:spPr>
            <a:xfrm>
              <a:off x="11284096" y="4115110"/>
              <a:ext cx="267872" cy="27057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76" name="直線單箭頭接點 375">
              <a:extLst>
                <a:ext uri="{FF2B5EF4-FFF2-40B4-BE49-F238E27FC236}">
                  <a16:creationId xmlns:a16="http://schemas.microsoft.com/office/drawing/2014/main" id="{CB14D8CE-90FB-4B69-A19A-B42F43CBDC84}"/>
                </a:ext>
              </a:extLst>
            </p:cNvPr>
            <p:cNvCxnSpPr>
              <a:cxnSpLocks/>
              <a:stCxn id="352" idx="6"/>
              <a:endCxn id="356" idx="2"/>
            </p:cNvCxnSpPr>
            <p:nvPr/>
          </p:nvCxnSpPr>
          <p:spPr>
            <a:xfrm>
              <a:off x="11322698" y="4021917"/>
              <a:ext cx="19066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直線單箭頭接點 379">
              <a:extLst>
                <a:ext uri="{FF2B5EF4-FFF2-40B4-BE49-F238E27FC236}">
                  <a16:creationId xmlns:a16="http://schemas.microsoft.com/office/drawing/2014/main" id="{05B86F2A-D5C4-4FBD-B1DA-1247241390BC}"/>
                </a:ext>
              </a:extLst>
            </p:cNvPr>
            <p:cNvCxnSpPr>
              <a:cxnSpLocks/>
              <a:stCxn id="350" idx="6"/>
              <a:endCxn id="354" idx="2"/>
            </p:cNvCxnSpPr>
            <p:nvPr/>
          </p:nvCxnSpPr>
          <p:spPr>
            <a:xfrm flipV="1">
              <a:off x="10864884" y="4478873"/>
              <a:ext cx="193366" cy="23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5" name="文字方塊 994">
            <a:extLst>
              <a:ext uri="{FF2B5EF4-FFF2-40B4-BE49-F238E27FC236}">
                <a16:creationId xmlns:a16="http://schemas.microsoft.com/office/drawing/2014/main" id="{157DC638-C653-4B46-94D1-23A9E5853E20}"/>
              </a:ext>
            </a:extLst>
          </p:cNvPr>
          <p:cNvSpPr txBox="1"/>
          <p:nvPr/>
        </p:nvSpPr>
        <p:spPr>
          <a:xfrm>
            <a:off x="8773488" y="4408628"/>
            <a:ext cx="2120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Bi-nodal-edge Graph</a:t>
            </a:r>
          </a:p>
          <a:p>
            <a:r>
              <a:rPr lang="en-US" altLang="zh-TW" dirty="0"/>
              <a:t>noninformative</a:t>
            </a:r>
            <a:endParaRPr lang="zh-TW" altLang="en-US" dirty="0"/>
          </a:p>
        </p:txBody>
      </p:sp>
      <p:cxnSp>
        <p:nvCxnSpPr>
          <p:cNvPr id="504" name="直線單箭頭接點 503">
            <a:extLst>
              <a:ext uri="{FF2B5EF4-FFF2-40B4-BE49-F238E27FC236}">
                <a16:creationId xmlns:a16="http://schemas.microsoft.com/office/drawing/2014/main" id="{8765883A-C7B8-41C0-9E15-B12BFAA71947}"/>
              </a:ext>
            </a:extLst>
          </p:cNvPr>
          <p:cNvCxnSpPr>
            <a:cxnSpLocks/>
            <a:stCxn id="526" idx="6"/>
            <a:endCxn id="524" idx="2"/>
          </p:cNvCxnSpPr>
          <p:nvPr/>
        </p:nvCxnSpPr>
        <p:spPr>
          <a:xfrm flipV="1">
            <a:off x="9538568" y="5220157"/>
            <a:ext cx="580445" cy="4593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直線單箭頭接點 504">
            <a:extLst>
              <a:ext uri="{FF2B5EF4-FFF2-40B4-BE49-F238E27FC236}">
                <a16:creationId xmlns:a16="http://schemas.microsoft.com/office/drawing/2014/main" id="{B6910193-A78D-4A00-A8EF-579DC7A5BB07}"/>
              </a:ext>
            </a:extLst>
          </p:cNvPr>
          <p:cNvCxnSpPr>
            <a:cxnSpLocks/>
            <a:stCxn id="526" idx="5"/>
            <a:endCxn id="525" idx="1"/>
          </p:cNvCxnSpPr>
          <p:nvPr/>
        </p:nvCxnSpPr>
        <p:spPr>
          <a:xfrm>
            <a:off x="9493093" y="5334536"/>
            <a:ext cx="661201" cy="501464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線單箭頭接點 512">
            <a:extLst>
              <a:ext uri="{FF2B5EF4-FFF2-40B4-BE49-F238E27FC236}">
                <a16:creationId xmlns:a16="http://schemas.microsoft.com/office/drawing/2014/main" id="{BCDC87FE-65B4-40DE-8A10-F141D13F7CE6}"/>
              </a:ext>
            </a:extLst>
          </p:cNvPr>
          <p:cNvCxnSpPr>
            <a:cxnSpLocks/>
            <a:stCxn id="527" idx="6"/>
            <a:endCxn id="525" idx="2"/>
          </p:cNvCxnSpPr>
          <p:nvPr/>
        </p:nvCxnSpPr>
        <p:spPr>
          <a:xfrm flipV="1">
            <a:off x="9530044" y="5945786"/>
            <a:ext cx="578775" cy="459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線單箭頭接點 519">
            <a:extLst>
              <a:ext uri="{FF2B5EF4-FFF2-40B4-BE49-F238E27FC236}">
                <a16:creationId xmlns:a16="http://schemas.microsoft.com/office/drawing/2014/main" id="{BD2CC358-7D60-4DE6-A4AF-0DD24ADB3774}"/>
              </a:ext>
            </a:extLst>
          </p:cNvPr>
          <p:cNvCxnSpPr>
            <a:cxnSpLocks/>
            <a:stCxn id="527" idx="7"/>
            <a:endCxn id="524" idx="3"/>
          </p:cNvCxnSpPr>
          <p:nvPr/>
        </p:nvCxnSpPr>
        <p:spPr>
          <a:xfrm flipV="1">
            <a:off x="9484569" y="5329943"/>
            <a:ext cx="679919" cy="51065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橢圓 523">
            <a:extLst>
              <a:ext uri="{FF2B5EF4-FFF2-40B4-BE49-F238E27FC236}">
                <a16:creationId xmlns:a16="http://schemas.microsoft.com/office/drawing/2014/main" id="{75080DA4-5C40-4E44-B32F-983A17582253}"/>
              </a:ext>
            </a:extLst>
          </p:cNvPr>
          <p:cNvSpPr/>
          <p:nvPr/>
        </p:nvSpPr>
        <p:spPr>
          <a:xfrm>
            <a:off x="10119013" y="5064896"/>
            <a:ext cx="310522" cy="31052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525" name="橢圓 524">
            <a:extLst>
              <a:ext uri="{FF2B5EF4-FFF2-40B4-BE49-F238E27FC236}">
                <a16:creationId xmlns:a16="http://schemas.microsoft.com/office/drawing/2014/main" id="{84CAF799-C2AB-4D80-AB29-46AEBE1CDF67}"/>
              </a:ext>
            </a:extLst>
          </p:cNvPr>
          <p:cNvSpPr/>
          <p:nvPr/>
        </p:nvSpPr>
        <p:spPr>
          <a:xfrm>
            <a:off x="10108819" y="5790526"/>
            <a:ext cx="310522" cy="31052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526" name="橢圓 525">
            <a:extLst>
              <a:ext uri="{FF2B5EF4-FFF2-40B4-BE49-F238E27FC236}">
                <a16:creationId xmlns:a16="http://schemas.microsoft.com/office/drawing/2014/main" id="{BA7CF63E-81DD-4C1F-9496-657A990C6BBB}"/>
              </a:ext>
            </a:extLst>
          </p:cNvPr>
          <p:cNvSpPr/>
          <p:nvPr/>
        </p:nvSpPr>
        <p:spPr>
          <a:xfrm>
            <a:off x="9228046" y="5069489"/>
            <a:ext cx="310522" cy="31052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</a:t>
            </a:r>
            <a:endParaRPr lang="zh-TW" altLang="en-US" dirty="0"/>
          </a:p>
        </p:txBody>
      </p:sp>
      <p:sp>
        <p:nvSpPr>
          <p:cNvPr id="527" name="橢圓 526">
            <a:extLst>
              <a:ext uri="{FF2B5EF4-FFF2-40B4-BE49-F238E27FC236}">
                <a16:creationId xmlns:a16="http://schemas.microsoft.com/office/drawing/2014/main" id="{3F4834C2-1A83-4376-A7DE-BE00F4EE4BEA}"/>
              </a:ext>
            </a:extLst>
          </p:cNvPr>
          <p:cNvSpPr/>
          <p:nvPr/>
        </p:nvSpPr>
        <p:spPr>
          <a:xfrm>
            <a:off x="9219522" y="5795119"/>
            <a:ext cx="310522" cy="310522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528" name="文字方塊 527">
            <a:extLst>
              <a:ext uri="{FF2B5EF4-FFF2-40B4-BE49-F238E27FC236}">
                <a16:creationId xmlns:a16="http://schemas.microsoft.com/office/drawing/2014/main" id="{E58C879A-665A-4488-8099-587AF1726C7B}"/>
              </a:ext>
            </a:extLst>
          </p:cNvPr>
          <p:cNvSpPr txBox="1"/>
          <p:nvPr/>
        </p:nvSpPr>
        <p:spPr>
          <a:xfrm>
            <a:off x="9522710" y="4942179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>
                <a:solidFill>
                  <a:schemeClr val="accent2"/>
                </a:solidFill>
              </a:rPr>
              <a:t>rr</a:t>
            </a:r>
            <a:endParaRPr lang="zh-TW" altLang="en-US" dirty="0">
              <a:solidFill>
                <a:schemeClr val="accent2"/>
              </a:solidFill>
            </a:endParaRPr>
          </a:p>
        </p:txBody>
      </p:sp>
      <p:sp>
        <p:nvSpPr>
          <p:cNvPr id="529" name="文字方塊 528">
            <a:extLst>
              <a:ext uri="{FF2B5EF4-FFF2-40B4-BE49-F238E27FC236}">
                <a16:creationId xmlns:a16="http://schemas.microsoft.com/office/drawing/2014/main" id="{D6E32C0B-DAF5-4712-A26B-3870EECF4AC4}"/>
              </a:ext>
            </a:extLst>
          </p:cNvPr>
          <p:cNvSpPr txBox="1"/>
          <p:nvPr/>
        </p:nvSpPr>
        <p:spPr>
          <a:xfrm>
            <a:off x="9483648" y="5106297"/>
            <a:ext cx="37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C000"/>
                </a:solidFill>
              </a:rPr>
              <a:t>ra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530" name="文字方塊 529">
            <a:extLst>
              <a:ext uri="{FF2B5EF4-FFF2-40B4-BE49-F238E27FC236}">
                <a16:creationId xmlns:a16="http://schemas.microsoft.com/office/drawing/2014/main" id="{60C159D1-80A2-4DB2-AF9A-387E6CB8E1C4}"/>
              </a:ext>
            </a:extLst>
          </p:cNvPr>
          <p:cNvSpPr txBox="1"/>
          <p:nvPr/>
        </p:nvSpPr>
        <p:spPr>
          <a:xfrm>
            <a:off x="9483648" y="5663814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2F5597"/>
                </a:solidFill>
              </a:rPr>
              <a:t>ar</a:t>
            </a:r>
            <a:endParaRPr lang="zh-TW" altLang="en-US" dirty="0">
              <a:solidFill>
                <a:srgbClr val="2F5597"/>
              </a:solidFill>
            </a:endParaRPr>
          </a:p>
        </p:txBody>
      </p:sp>
      <p:sp>
        <p:nvSpPr>
          <p:cNvPr id="533" name="文字方塊 532">
            <a:extLst>
              <a:ext uri="{FF2B5EF4-FFF2-40B4-BE49-F238E27FC236}">
                <a16:creationId xmlns:a16="http://schemas.microsoft.com/office/drawing/2014/main" id="{6596BBF3-5328-4E26-A655-5CC6D373A2F0}"/>
              </a:ext>
            </a:extLst>
          </p:cNvPr>
          <p:cNvSpPr txBox="1"/>
          <p:nvPr/>
        </p:nvSpPr>
        <p:spPr>
          <a:xfrm>
            <a:off x="9522710" y="5835755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C00000"/>
                </a:solidFill>
              </a:rPr>
              <a:t>aa</a:t>
            </a:r>
            <a:endParaRPr lang="zh-TW" altLang="en-US" dirty="0">
              <a:solidFill>
                <a:srgbClr val="C00000"/>
              </a:solidFill>
            </a:endParaRPr>
          </a:p>
        </p:txBody>
      </p:sp>
      <p:cxnSp>
        <p:nvCxnSpPr>
          <p:cNvPr id="892" name="直線接點 891">
            <a:extLst>
              <a:ext uri="{FF2B5EF4-FFF2-40B4-BE49-F238E27FC236}">
                <a16:creationId xmlns:a16="http://schemas.microsoft.com/office/drawing/2014/main" id="{A723B918-481F-4ED7-BEEB-6E125523F18E}"/>
              </a:ext>
            </a:extLst>
          </p:cNvPr>
          <p:cNvCxnSpPr>
            <a:cxnSpLocks/>
          </p:cNvCxnSpPr>
          <p:nvPr/>
        </p:nvCxnSpPr>
        <p:spPr>
          <a:xfrm>
            <a:off x="4990780" y="2495734"/>
            <a:ext cx="657680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E613C75B-F3D0-4033-9BCA-FC27234C7FB6}"/>
              </a:ext>
            </a:extLst>
          </p:cNvPr>
          <p:cNvGrpSpPr/>
          <p:nvPr/>
        </p:nvGrpSpPr>
        <p:grpSpPr>
          <a:xfrm>
            <a:off x="5381526" y="1589378"/>
            <a:ext cx="1396016" cy="855257"/>
            <a:chOff x="5438676" y="1109153"/>
            <a:chExt cx="1396016" cy="855257"/>
          </a:xfrm>
        </p:grpSpPr>
        <p:sp>
          <p:nvSpPr>
            <p:cNvPr id="819" name="箭號: 五邊形 818">
              <a:extLst>
                <a:ext uri="{FF2B5EF4-FFF2-40B4-BE49-F238E27FC236}">
                  <a16:creationId xmlns:a16="http://schemas.microsoft.com/office/drawing/2014/main" id="{1D5C1F14-5967-4E4A-850F-4C24DDEE9ED5}"/>
                </a:ext>
              </a:extLst>
            </p:cNvPr>
            <p:cNvSpPr/>
            <p:nvPr/>
          </p:nvSpPr>
          <p:spPr>
            <a:xfrm>
              <a:off x="5438676" y="11130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0" name="矩形 178">
              <a:extLst>
                <a:ext uri="{FF2B5EF4-FFF2-40B4-BE49-F238E27FC236}">
                  <a16:creationId xmlns:a16="http://schemas.microsoft.com/office/drawing/2014/main" id="{8D6D5B22-44CA-417D-81D5-34E53D202A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1" name="矩形 178">
              <a:extLst>
                <a:ext uri="{FF2B5EF4-FFF2-40B4-BE49-F238E27FC236}">
                  <a16:creationId xmlns:a16="http://schemas.microsoft.com/office/drawing/2014/main" id="{5A73588D-EA1E-4E6B-86C9-4167018AD7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2" name="矩形 178">
              <a:extLst>
                <a:ext uri="{FF2B5EF4-FFF2-40B4-BE49-F238E27FC236}">
                  <a16:creationId xmlns:a16="http://schemas.microsoft.com/office/drawing/2014/main" id="{1D721150-0D30-4867-9BEE-B403B0DC8E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109153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3" name="箭號: 五邊形 822">
              <a:extLst>
                <a:ext uri="{FF2B5EF4-FFF2-40B4-BE49-F238E27FC236}">
                  <a16:creationId xmlns:a16="http://schemas.microsoft.com/office/drawing/2014/main" id="{B519EF07-AE68-4939-99BF-D36D5B2B943C}"/>
                </a:ext>
              </a:extLst>
            </p:cNvPr>
            <p:cNvSpPr/>
            <p:nvPr/>
          </p:nvSpPr>
          <p:spPr>
            <a:xfrm>
              <a:off x="5438676" y="12654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4" name="矩形 178">
              <a:extLst>
                <a:ext uri="{FF2B5EF4-FFF2-40B4-BE49-F238E27FC236}">
                  <a16:creationId xmlns:a16="http://schemas.microsoft.com/office/drawing/2014/main" id="{34D16337-7BC9-4E42-A773-224A8E5F55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5" name="矩形 178">
              <a:extLst>
                <a:ext uri="{FF2B5EF4-FFF2-40B4-BE49-F238E27FC236}">
                  <a16:creationId xmlns:a16="http://schemas.microsoft.com/office/drawing/2014/main" id="{B6011775-229D-4B3A-AF48-F922D6D992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6" name="矩形 178">
              <a:extLst>
                <a:ext uri="{FF2B5EF4-FFF2-40B4-BE49-F238E27FC236}">
                  <a16:creationId xmlns:a16="http://schemas.microsoft.com/office/drawing/2014/main" id="{12B679E8-4504-42A9-B084-D934879E2D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261553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7" name="箭號: 五邊形 826">
              <a:extLst>
                <a:ext uri="{FF2B5EF4-FFF2-40B4-BE49-F238E27FC236}">
                  <a16:creationId xmlns:a16="http://schemas.microsoft.com/office/drawing/2014/main" id="{D6E7B0EE-7D28-41CC-9353-C5D61030E889}"/>
                </a:ext>
              </a:extLst>
            </p:cNvPr>
            <p:cNvSpPr/>
            <p:nvPr/>
          </p:nvSpPr>
          <p:spPr>
            <a:xfrm>
              <a:off x="5438676" y="14722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28" name="矩形 178">
              <a:extLst>
                <a:ext uri="{FF2B5EF4-FFF2-40B4-BE49-F238E27FC236}">
                  <a16:creationId xmlns:a16="http://schemas.microsoft.com/office/drawing/2014/main" id="{130FC9D8-A633-4819-B334-495C8B9108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4682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29" name="矩形 178">
              <a:extLst>
                <a:ext uri="{FF2B5EF4-FFF2-40B4-BE49-F238E27FC236}">
                  <a16:creationId xmlns:a16="http://schemas.microsoft.com/office/drawing/2014/main" id="{30C300EB-0008-417A-BB0D-851056EC9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468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0" name="矩形 178">
              <a:extLst>
                <a:ext uri="{FF2B5EF4-FFF2-40B4-BE49-F238E27FC236}">
                  <a16:creationId xmlns:a16="http://schemas.microsoft.com/office/drawing/2014/main" id="{8DDD7201-A2B9-4D41-908A-587BD1D2E3B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468271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1" name="箭號: 五邊形 830">
              <a:extLst>
                <a:ext uri="{FF2B5EF4-FFF2-40B4-BE49-F238E27FC236}">
                  <a16:creationId xmlns:a16="http://schemas.microsoft.com/office/drawing/2014/main" id="{42C81BBD-CE73-48CF-B098-9B49B0404DFB}"/>
                </a:ext>
              </a:extLst>
            </p:cNvPr>
            <p:cNvSpPr/>
            <p:nvPr/>
          </p:nvSpPr>
          <p:spPr>
            <a:xfrm>
              <a:off x="5438676" y="16246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32" name="矩形 178">
              <a:extLst>
                <a:ext uri="{FF2B5EF4-FFF2-40B4-BE49-F238E27FC236}">
                  <a16:creationId xmlns:a16="http://schemas.microsoft.com/office/drawing/2014/main" id="{E17AE8D8-8592-41D0-943A-E91BE78671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6206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3" name="矩形 178">
              <a:extLst>
                <a:ext uri="{FF2B5EF4-FFF2-40B4-BE49-F238E27FC236}">
                  <a16:creationId xmlns:a16="http://schemas.microsoft.com/office/drawing/2014/main" id="{C305FABD-F115-481F-ADB8-C7B6304769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6206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4" name="矩形 178">
              <a:extLst>
                <a:ext uri="{FF2B5EF4-FFF2-40B4-BE49-F238E27FC236}">
                  <a16:creationId xmlns:a16="http://schemas.microsoft.com/office/drawing/2014/main" id="{27DEEE20-044F-433C-B69F-1956D00D0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620671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5" name="箭號: 五邊形 834">
              <a:extLst>
                <a:ext uri="{FF2B5EF4-FFF2-40B4-BE49-F238E27FC236}">
                  <a16:creationId xmlns:a16="http://schemas.microsoft.com/office/drawing/2014/main" id="{798AF8B5-0C3C-4015-A1D8-3E590EF0B2C4}"/>
                </a:ext>
              </a:extLst>
            </p:cNvPr>
            <p:cNvSpPr/>
            <p:nvPr/>
          </p:nvSpPr>
          <p:spPr>
            <a:xfrm>
              <a:off x="5438676" y="1831334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36" name="矩形 178">
              <a:extLst>
                <a:ext uri="{FF2B5EF4-FFF2-40B4-BE49-F238E27FC236}">
                  <a16:creationId xmlns:a16="http://schemas.microsoft.com/office/drawing/2014/main" id="{EBF0EF81-EE42-448C-B06A-A84305E45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38774" y="1827389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7" name="矩形 178">
              <a:extLst>
                <a:ext uri="{FF2B5EF4-FFF2-40B4-BE49-F238E27FC236}">
                  <a16:creationId xmlns:a16="http://schemas.microsoft.com/office/drawing/2014/main" id="{229E0B07-9F99-4B6F-8C7F-12B14BCBD1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38972" y="1827389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38" name="矩形 178">
              <a:extLst>
                <a:ext uri="{FF2B5EF4-FFF2-40B4-BE49-F238E27FC236}">
                  <a16:creationId xmlns:a16="http://schemas.microsoft.com/office/drawing/2014/main" id="{AE238600-A69A-441E-A56C-0CD9DC1D0F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39151" y="1827389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57EA1FDE-EBC1-4AF7-B7E2-BF1965A81745}"/>
              </a:ext>
            </a:extLst>
          </p:cNvPr>
          <p:cNvGrpSpPr/>
          <p:nvPr/>
        </p:nvGrpSpPr>
        <p:grpSpPr>
          <a:xfrm>
            <a:off x="7237340" y="1589378"/>
            <a:ext cx="1396016" cy="855257"/>
            <a:chOff x="7294490" y="1109153"/>
            <a:chExt cx="1396016" cy="855257"/>
          </a:xfrm>
        </p:grpSpPr>
        <p:sp>
          <p:nvSpPr>
            <p:cNvPr id="872" name="箭號: 五邊形 871">
              <a:extLst>
                <a:ext uri="{FF2B5EF4-FFF2-40B4-BE49-F238E27FC236}">
                  <a16:creationId xmlns:a16="http://schemas.microsoft.com/office/drawing/2014/main" id="{ED10289C-C896-4FC6-9EA5-0B3FC7DB1859}"/>
                </a:ext>
              </a:extLst>
            </p:cNvPr>
            <p:cNvSpPr/>
            <p:nvPr/>
          </p:nvSpPr>
          <p:spPr>
            <a:xfrm>
              <a:off x="7294490" y="11130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73" name="矩形 178">
              <a:extLst>
                <a:ext uri="{FF2B5EF4-FFF2-40B4-BE49-F238E27FC236}">
                  <a16:creationId xmlns:a16="http://schemas.microsoft.com/office/drawing/2014/main" id="{75299754-7A53-4BBD-9977-441762CD3B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4" name="矩形 178">
              <a:extLst>
                <a:ext uri="{FF2B5EF4-FFF2-40B4-BE49-F238E27FC236}">
                  <a16:creationId xmlns:a16="http://schemas.microsoft.com/office/drawing/2014/main" id="{365FF45B-A478-4FD0-A2AD-C70381AD4C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1091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5" name="矩形 178">
              <a:extLst>
                <a:ext uri="{FF2B5EF4-FFF2-40B4-BE49-F238E27FC236}">
                  <a16:creationId xmlns:a16="http://schemas.microsoft.com/office/drawing/2014/main" id="{1684F057-C97F-4421-BAAE-9EAEA887A9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109153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76" name="箭號: 五邊形 875">
              <a:extLst>
                <a:ext uri="{FF2B5EF4-FFF2-40B4-BE49-F238E27FC236}">
                  <a16:creationId xmlns:a16="http://schemas.microsoft.com/office/drawing/2014/main" id="{A762A873-4D10-4E8E-8226-110D59CB94F5}"/>
                </a:ext>
              </a:extLst>
            </p:cNvPr>
            <p:cNvSpPr/>
            <p:nvPr/>
          </p:nvSpPr>
          <p:spPr>
            <a:xfrm>
              <a:off x="7294490" y="1265498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77" name="矩形 178">
              <a:extLst>
                <a:ext uri="{FF2B5EF4-FFF2-40B4-BE49-F238E27FC236}">
                  <a16:creationId xmlns:a16="http://schemas.microsoft.com/office/drawing/2014/main" id="{190BFBF9-EABE-4766-B557-DE2CEBC8DF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8" name="矩形 178">
              <a:extLst>
                <a:ext uri="{FF2B5EF4-FFF2-40B4-BE49-F238E27FC236}">
                  <a16:creationId xmlns:a16="http://schemas.microsoft.com/office/drawing/2014/main" id="{6797D624-8312-42A2-8C57-0E32C3DC5F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261553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9" name="矩形 178">
              <a:extLst>
                <a:ext uri="{FF2B5EF4-FFF2-40B4-BE49-F238E27FC236}">
                  <a16:creationId xmlns:a16="http://schemas.microsoft.com/office/drawing/2014/main" id="{6732B435-B514-45CD-95BC-C4FD2BB0B6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261553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0" name="箭號: 五邊形 879">
              <a:extLst>
                <a:ext uri="{FF2B5EF4-FFF2-40B4-BE49-F238E27FC236}">
                  <a16:creationId xmlns:a16="http://schemas.microsoft.com/office/drawing/2014/main" id="{82FDD47C-715B-4DDB-98E9-828241D1FC0B}"/>
                </a:ext>
              </a:extLst>
            </p:cNvPr>
            <p:cNvSpPr/>
            <p:nvPr/>
          </p:nvSpPr>
          <p:spPr>
            <a:xfrm>
              <a:off x="7294490" y="14722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1" name="矩形 178">
              <a:extLst>
                <a:ext uri="{FF2B5EF4-FFF2-40B4-BE49-F238E27FC236}">
                  <a16:creationId xmlns:a16="http://schemas.microsoft.com/office/drawing/2014/main" id="{EBA5FFB5-7E92-42B8-A2D3-2DEE11A3C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4682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2" name="矩形 178">
              <a:extLst>
                <a:ext uri="{FF2B5EF4-FFF2-40B4-BE49-F238E27FC236}">
                  <a16:creationId xmlns:a16="http://schemas.microsoft.com/office/drawing/2014/main" id="{7E78E063-5A66-4FCE-87FD-A15238774F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4682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3" name="矩形 178">
              <a:extLst>
                <a:ext uri="{FF2B5EF4-FFF2-40B4-BE49-F238E27FC236}">
                  <a16:creationId xmlns:a16="http://schemas.microsoft.com/office/drawing/2014/main" id="{F6619499-B68C-4D65-9AB9-FF7187446B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468271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4" name="箭號: 五邊形 883">
              <a:extLst>
                <a:ext uri="{FF2B5EF4-FFF2-40B4-BE49-F238E27FC236}">
                  <a16:creationId xmlns:a16="http://schemas.microsoft.com/office/drawing/2014/main" id="{A0C93ACD-8D20-4013-AFE7-D9AE181CFCE6}"/>
                </a:ext>
              </a:extLst>
            </p:cNvPr>
            <p:cNvSpPr/>
            <p:nvPr/>
          </p:nvSpPr>
          <p:spPr>
            <a:xfrm>
              <a:off x="7294490" y="1624616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5" name="矩形 178">
              <a:extLst>
                <a:ext uri="{FF2B5EF4-FFF2-40B4-BE49-F238E27FC236}">
                  <a16:creationId xmlns:a16="http://schemas.microsoft.com/office/drawing/2014/main" id="{8AA95A5E-F6D7-4B69-B079-7D75B4FB8E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620671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86" name="矩形 178">
              <a:extLst>
                <a:ext uri="{FF2B5EF4-FFF2-40B4-BE49-F238E27FC236}">
                  <a16:creationId xmlns:a16="http://schemas.microsoft.com/office/drawing/2014/main" id="{0EE77C71-3E99-4600-BEBD-E7D3F2D36E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620671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7" name="矩形 178">
              <a:extLst>
                <a:ext uri="{FF2B5EF4-FFF2-40B4-BE49-F238E27FC236}">
                  <a16:creationId xmlns:a16="http://schemas.microsoft.com/office/drawing/2014/main" id="{1705D657-3695-49A4-ABF2-86F60FCE07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620671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8" name="箭號: 五邊形 887">
              <a:extLst>
                <a:ext uri="{FF2B5EF4-FFF2-40B4-BE49-F238E27FC236}">
                  <a16:creationId xmlns:a16="http://schemas.microsoft.com/office/drawing/2014/main" id="{C2A3EA8C-1DBE-4E7B-9076-7D74FAD6FB5E}"/>
                </a:ext>
              </a:extLst>
            </p:cNvPr>
            <p:cNvSpPr/>
            <p:nvPr/>
          </p:nvSpPr>
          <p:spPr>
            <a:xfrm>
              <a:off x="7294490" y="1831334"/>
              <a:ext cx="139601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889" name="矩形 178">
              <a:extLst>
                <a:ext uri="{FF2B5EF4-FFF2-40B4-BE49-F238E27FC236}">
                  <a16:creationId xmlns:a16="http://schemas.microsoft.com/office/drawing/2014/main" id="{15DC0EDA-3471-4443-A8A1-797101FC76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94588" y="1827389"/>
              <a:ext cx="149158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C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90" name="矩形 178">
              <a:extLst>
                <a:ext uri="{FF2B5EF4-FFF2-40B4-BE49-F238E27FC236}">
                  <a16:creationId xmlns:a16="http://schemas.microsoft.com/office/drawing/2014/main" id="{7A196D33-E12E-4EA0-AB16-A6074C1FE3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786" y="1827389"/>
              <a:ext cx="149158" cy="137021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891" name="矩形 178">
              <a:extLst>
                <a:ext uri="{FF2B5EF4-FFF2-40B4-BE49-F238E27FC236}">
                  <a16:creationId xmlns:a16="http://schemas.microsoft.com/office/drawing/2014/main" id="{EA918594-884A-4370-BCB8-FDB8D1BEE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94965" y="1827389"/>
              <a:ext cx="149157" cy="137021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551" name="文字方塊 550">
            <a:extLst>
              <a:ext uri="{FF2B5EF4-FFF2-40B4-BE49-F238E27FC236}">
                <a16:creationId xmlns:a16="http://schemas.microsoft.com/office/drawing/2014/main" id="{66E3FE0C-A9A5-42B6-B5C1-E5F10A686BBA}"/>
              </a:ext>
            </a:extLst>
          </p:cNvPr>
          <p:cNvSpPr txBox="1"/>
          <p:nvPr/>
        </p:nvSpPr>
        <p:spPr>
          <a:xfrm>
            <a:off x="5237332" y="1249926"/>
            <a:ext cx="1655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>
                <a:solidFill>
                  <a:schemeClr val="tx1"/>
                </a:solidFill>
              </a:rPr>
              <a:t>Somatic Variant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554" name="文字方塊 553">
            <a:extLst>
              <a:ext uri="{FF2B5EF4-FFF2-40B4-BE49-F238E27FC236}">
                <a16:creationId xmlns:a16="http://schemas.microsoft.com/office/drawing/2014/main" id="{522566D7-3DD8-4AC9-9F0F-4C3D0C1845F7}"/>
              </a:ext>
            </a:extLst>
          </p:cNvPr>
          <p:cNvSpPr txBox="1"/>
          <p:nvPr/>
        </p:nvSpPr>
        <p:spPr>
          <a:xfrm>
            <a:off x="6912634" y="1249926"/>
            <a:ext cx="201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sz="1800" dirty="0">
                <a:solidFill>
                  <a:schemeClr val="tx1"/>
                </a:solidFill>
              </a:rPr>
              <a:t>Sequencing Artifact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096FAF63-8DE9-4DE0-A277-8BE9BA9F80C6}"/>
              </a:ext>
            </a:extLst>
          </p:cNvPr>
          <p:cNvGrpSpPr/>
          <p:nvPr/>
        </p:nvGrpSpPr>
        <p:grpSpPr>
          <a:xfrm>
            <a:off x="8773488" y="2546833"/>
            <a:ext cx="2540093" cy="1759597"/>
            <a:chOff x="9651907" y="3392528"/>
            <a:chExt cx="2540093" cy="1759597"/>
          </a:xfrm>
        </p:grpSpPr>
        <p:sp>
          <p:nvSpPr>
            <p:cNvPr id="1000" name="文字方塊 999">
              <a:extLst>
                <a:ext uri="{FF2B5EF4-FFF2-40B4-BE49-F238E27FC236}">
                  <a16:creationId xmlns:a16="http://schemas.microsoft.com/office/drawing/2014/main" id="{146E15CD-8DCC-4890-AE23-28837FA64471}"/>
                </a:ext>
              </a:extLst>
            </p:cNvPr>
            <p:cNvSpPr txBox="1"/>
            <p:nvPr/>
          </p:nvSpPr>
          <p:spPr>
            <a:xfrm>
              <a:off x="9651907" y="3392528"/>
              <a:ext cx="21738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Tri-nodal-edge Graph</a:t>
              </a:r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A643C6E5-3CE5-433B-985D-65B1B5C3E77F}"/>
                </a:ext>
              </a:extLst>
            </p:cNvPr>
            <p:cNvGrpSpPr/>
            <p:nvPr/>
          </p:nvGrpSpPr>
          <p:grpSpPr>
            <a:xfrm>
              <a:off x="9975114" y="3556877"/>
              <a:ext cx="2216886" cy="1595248"/>
              <a:chOff x="6052477" y="1542996"/>
              <a:chExt cx="2216886" cy="1595248"/>
            </a:xfrm>
          </p:grpSpPr>
          <p:sp>
            <p:nvSpPr>
              <p:cNvPr id="1026" name="文字方塊 1025">
                <a:extLst>
                  <a:ext uri="{FF2B5EF4-FFF2-40B4-BE49-F238E27FC236}">
                    <a16:creationId xmlns:a16="http://schemas.microsoft.com/office/drawing/2014/main" id="{FA76AC8A-9B81-4E62-A2EE-66BF05CC6C5C}"/>
                  </a:ext>
                </a:extLst>
              </p:cNvPr>
              <p:cNvSpPr txBox="1"/>
              <p:nvPr/>
            </p:nvSpPr>
            <p:spPr>
              <a:xfrm>
                <a:off x="6347137" y="1542996"/>
                <a:ext cx="425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8FAADC"/>
                    </a:solidFill>
                  </a:rPr>
                  <a:t>rrr</a:t>
                </a:r>
                <a:endParaRPr lang="zh-TW" altLang="en-US" dirty="0">
                  <a:solidFill>
                    <a:srgbClr val="8FAADC"/>
                  </a:solidFill>
                </a:endParaRPr>
              </a:p>
            </p:txBody>
          </p:sp>
          <p:cxnSp>
            <p:nvCxnSpPr>
              <p:cNvPr id="1005" name="直線單箭頭接點 1004">
                <a:extLst>
                  <a:ext uri="{FF2B5EF4-FFF2-40B4-BE49-F238E27FC236}">
                    <a16:creationId xmlns:a16="http://schemas.microsoft.com/office/drawing/2014/main" id="{AE8D599F-BD6E-4329-A85C-0811C12AF9CC}"/>
                  </a:ext>
                </a:extLst>
              </p:cNvPr>
              <p:cNvCxnSpPr>
                <a:cxnSpLocks/>
                <a:stCxn id="1023" idx="7"/>
                <a:endCxn id="1020" idx="3"/>
              </p:cNvCxnSpPr>
              <p:nvPr/>
            </p:nvCxnSpPr>
            <p:spPr>
              <a:xfrm flipV="1">
                <a:off x="7329648" y="2094231"/>
                <a:ext cx="674668" cy="506057"/>
              </a:xfrm>
              <a:prstGeom prst="straightConnector1">
                <a:avLst/>
              </a:prstGeom>
              <a:ln w="19050">
                <a:solidFill>
                  <a:schemeClr val="accent4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直線單箭頭接點 1005">
                <a:extLst>
                  <a:ext uri="{FF2B5EF4-FFF2-40B4-BE49-F238E27FC236}">
                    <a16:creationId xmlns:a16="http://schemas.microsoft.com/office/drawing/2014/main" id="{BD31743F-A034-4A5B-9D40-25AFF0980910}"/>
                  </a:ext>
                </a:extLst>
              </p:cNvPr>
              <p:cNvCxnSpPr>
                <a:cxnSpLocks/>
                <a:stCxn id="1024" idx="6"/>
                <a:endCxn id="1022" idx="2"/>
              </p:cNvCxnSpPr>
              <p:nvPr/>
            </p:nvCxnSpPr>
            <p:spPr>
              <a:xfrm flipV="1">
                <a:off x="6494350" y="1984445"/>
                <a:ext cx="580445" cy="4593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7" name="直線單箭頭接點 1006">
                <a:extLst>
                  <a:ext uri="{FF2B5EF4-FFF2-40B4-BE49-F238E27FC236}">
                    <a16:creationId xmlns:a16="http://schemas.microsoft.com/office/drawing/2014/main" id="{86E73CCC-6AE4-4A15-A5CB-DA3B470E9792}"/>
                  </a:ext>
                </a:extLst>
              </p:cNvPr>
              <p:cNvCxnSpPr>
                <a:cxnSpLocks/>
                <a:stCxn id="1024" idx="5"/>
                <a:endCxn id="1023" idx="1"/>
              </p:cNvCxnSpPr>
              <p:nvPr/>
            </p:nvCxnSpPr>
            <p:spPr>
              <a:xfrm>
                <a:off x="6448875" y="2098824"/>
                <a:ext cx="661201" cy="501464"/>
              </a:xfrm>
              <a:prstGeom prst="straightConnector1">
                <a:avLst/>
              </a:prstGeom>
              <a:ln w="19050">
                <a:solidFill>
                  <a:schemeClr val="accent4"/>
                </a:solidFill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9" name="直線單箭頭接點 1008">
                <a:extLst>
                  <a:ext uri="{FF2B5EF4-FFF2-40B4-BE49-F238E27FC236}">
                    <a16:creationId xmlns:a16="http://schemas.microsoft.com/office/drawing/2014/main" id="{95F8742C-1D30-44C7-B48C-208339256C55}"/>
                  </a:ext>
                </a:extLst>
              </p:cNvPr>
              <p:cNvCxnSpPr>
                <a:cxnSpLocks/>
                <a:stCxn id="1022" idx="6"/>
                <a:endCxn id="1021" idx="0"/>
              </p:cNvCxnSpPr>
              <p:nvPr/>
            </p:nvCxnSpPr>
            <p:spPr>
              <a:xfrm>
                <a:off x="7385316" y="1984445"/>
                <a:ext cx="720262" cy="570368"/>
              </a:xfrm>
              <a:prstGeom prst="straightConnector1">
                <a:avLst/>
              </a:prstGeom>
              <a:ln w="19050">
                <a:solidFill>
                  <a:schemeClr val="accent2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0" name="直線單箭頭接點 1009">
                <a:extLst>
                  <a:ext uri="{FF2B5EF4-FFF2-40B4-BE49-F238E27FC236}">
                    <a16:creationId xmlns:a16="http://schemas.microsoft.com/office/drawing/2014/main" id="{4E93D63E-44B9-4AB7-91CA-5C712875782F}"/>
                  </a:ext>
                </a:extLst>
              </p:cNvPr>
              <p:cNvCxnSpPr>
                <a:cxnSpLocks/>
                <a:stCxn id="1024" idx="4"/>
                <a:endCxn id="1023" idx="2"/>
              </p:cNvCxnSpPr>
              <p:nvPr/>
            </p:nvCxnSpPr>
            <p:spPr>
              <a:xfrm>
                <a:off x="6339089" y="2144299"/>
                <a:ext cx="725512" cy="565776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Dot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1" name="直線單箭頭接點 1010">
                <a:extLst>
                  <a:ext uri="{FF2B5EF4-FFF2-40B4-BE49-F238E27FC236}">
                    <a16:creationId xmlns:a16="http://schemas.microsoft.com/office/drawing/2014/main" id="{2BEAFFFE-02FA-4715-957C-BBB90615C807}"/>
                  </a:ext>
                </a:extLst>
              </p:cNvPr>
              <p:cNvCxnSpPr>
                <a:cxnSpLocks/>
                <a:stCxn id="1023" idx="6"/>
                <a:endCxn id="1021" idx="2"/>
              </p:cNvCxnSpPr>
              <p:nvPr/>
            </p:nvCxnSpPr>
            <p:spPr>
              <a:xfrm>
                <a:off x="7375123" y="2710075"/>
                <a:ext cx="575194" cy="0"/>
              </a:xfrm>
              <a:prstGeom prst="straightConnector1">
                <a:avLst/>
              </a:prstGeom>
              <a:ln w="19050">
                <a:solidFill>
                  <a:schemeClr val="accent6"/>
                </a:solidFill>
                <a:prstDash val="lgDashDot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2" name="直線單箭頭接點 1011">
                <a:extLst>
                  <a:ext uri="{FF2B5EF4-FFF2-40B4-BE49-F238E27FC236}">
                    <a16:creationId xmlns:a16="http://schemas.microsoft.com/office/drawing/2014/main" id="{47435BB3-3AC7-4AFC-AE57-BA7E4E72D4F4}"/>
                  </a:ext>
                </a:extLst>
              </p:cNvPr>
              <p:cNvCxnSpPr>
                <a:cxnSpLocks/>
                <a:stCxn id="1025" idx="6"/>
                <a:endCxn id="1023" idx="2"/>
              </p:cNvCxnSpPr>
              <p:nvPr/>
            </p:nvCxnSpPr>
            <p:spPr>
              <a:xfrm flipV="1">
                <a:off x="6485826" y="2710074"/>
                <a:ext cx="578775" cy="4593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5" name="直線單箭頭接點 1014">
                <a:extLst>
                  <a:ext uri="{FF2B5EF4-FFF2-40B4-BE49-F238E27FC236}">
                    <a16:creationId xmlns:a16="http://schemas.microsoft.com/office/drawing/2014/main" id="{4BB0B250-422E-492F-9A9A-9E6D41F5BCFE}"/>
                  </a:ext>
                </a:extLst>
              </p:cNvPr>
              <p:cNvCxnSpPr>
                <a:cxnSpLocks/>
                <a:stCxn id="1023" idx="6"/>
                <a:endCxn id="1020" idx="4"/>
              </p:cNvCxnSpPr>
              <p:nvPr/>
            </p:nvCxnSpPr>
            <p:spPr>
              <a:xfrm flipV="1">
                <a:off x="7375123" y="2139706"/>
                <a:ext cx="738979" cy="570368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6" name="直線單箭頭接點 1015">
                <a:extLst>
                  <a:ext uri="{FF2B5EF4-FFF2-40B4-BE49-F238E27FC236}">
                    <a16:creationId xmlns:a16="http://schemas.microsoft.com/office/drawing/2014/main" id="{638FB73F-0E98-44E6-A70B-2916AEFCCEA8}"/>
                  </a:ext>
                </a:extLst>
              </p:cNvPr>
              <p:cNvCxnSpPr>
                <a:cxnSpLocks/>
                <a:stCxn id="1022" idx="5"/>
                <a:endCxn id="1021" idx="1"/>
              </p:cNvCxnSpPr>
              <p:nvPr/>
            </p:nvCxnSpPr>
            <p:spPr>
              <a:xfrm>
                <a:off x="7339842" y="2094231"/>
                <a:ext cx="655950" cy="506057"/>
              </a:xfrm>
              <a:prstGeom prst="straightConnector1">
                <a:avLst/>
              </a:prstGeom>
              <a:ln w="19050">
                <a:solidFill>
                  <a:srgbClr val="2F5597"/>
                </a:solidFill>
                <a:prstDash val="lg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7" name="直線單箭頭接點 1016">
                <a:extLst>
                  <a:ext uri="{FF2B5EF4-FFF2-40B4-BE49-F238E27FC236}">
                    <a16:creationId xmlns:a16="http://schemas.microsoft.com/office/drawing/2014/main" id="{2CA438B4-CE1B-4881-B288-B5547BCE859E}"/>
                  </a:ext>
                </a:extLst>
              </p:cNvPr>
              <p:cNvCxnSpPr>
                <a:cxnSpLocks/>
                <a:stCxn id="1022" idx="6"/>
                <a:endCxn id="1020" idx="2"/>
              </p:cNvCxnSpPr>
              <p:nvPr/>
            </p:nvCxnSpPr>
            <p:spPr>
              <a:xfrm>
                <a:off x="7385317" y="1984445"/>
                <a:ext cx="573524" cy="0"/>
              </a:xfrm>
              <a:prstGeom prst="straightConnector1">
                <a:avLst/>
              </a:prstGeom>
              <a:ln w="19050">
                <a:solidFill>
                  <a:schemeClr val="accent5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8" name="直線單箭頭接點 1017">
                <a:extLst>
                  <a:ext uri="{FF2B5EF4-FFF2-40B4-BE49-F238E27FC236}">
                    <a16:creationId xmlns:a16="http://schemas.microsoft.com/office/drawing/2014/main" id="{838437A6-B058-421B-8866-BB393666D854}"/>
                  </a:ext>
                </a:extLst>
              </p:cNvPr>
              <p:cNvCxnSpPr>
                <a:cxnSpLocks/>
                <a:stCxn id="1025" idx="7"/>
                <a:endCxn id="1022" idx="3"/>
              </p:cNvCxnSpPr>
              <p:nvPr/>
            </p:nvCxnSpPr>
            <p:spPr>
              <a:xfrm flipV="1">
                <a:off x="6440351" y="2094231"/>
                <a:ext cx="679919" cy="510650"/>
              </a:xfrm>
              <a:prstGeom prst="straightConnector1">
                <a:avLst/>
              </a:prstGeom>
              <a:ln w="19050">
                <a:solidFill>
                  <a:srgbClr val="2F5597"/>
                </a:solidFill>
                <a:prstDash val="lgDash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9" name="直線單箭頭接點 1018">
                <a:extLst>
                  <a:ext uri="{FF2B5EF4-FFF2-40B4-BE49-F238E27FC236}">
                    <a16:creationId xmlns:a16="http://schemas.microsoft.com/office/drawing/2014/main" id="{3826A463-D17C-4366-B82C-FCFD4D8E9910}"/>
                  </a:ext>
                </a:extLst>
              </p:cNvPr>
              <p:cNvCxnSpPr>
                <a:cxnSpLocks/>
                <a:stCxn id="1025" idx="0"/>
                <a:endCxn id="1022" idx="2"/>
              </p:cNvCxnSpPr>
              <p:nvPr/>
            </p:nvCxnSpPr>
            <p:spPr>
              <a:xfrm flipV="1">
                <a:off x="6330565" y="1984445"/>
                <a:ext cx="744230" cy="574962"/>
              </a:xfrm>
              <a:prstGeom prst="straightConnector1">
                <a:avLst/>
              </a:prstGeom>
              <a:ln w="19050">
                <a:solidFill>
                  <a:schemeClr val="accent5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0" name="橢圓 1019">
                <a:extLst>
                  <a:ext uri="{FF2B5EF4-FFF2-40B4-BE49-F238E27FC236}">
                    <a16:creationId xmlns:a16="http://schemas.microsoft.com/office/drawing/2014/main" id="{4BE2FB7D-3DE8-4C26-ABAC-07EBBAC2AAF6}"/>
                  </a:ext>
                </a:extLst>
              </p:cNvPr>
              <p:cNvSpPr/>
              <p:nvPr/>
            </p:nvSpPr>
            <p:spPr>
              <a:xfrm>
                <a:off x="7958841" y="182918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1" name="橢圓 1020">
                <a:extLst>
                  <a:ext uri="{FF2B5EF4-FFF2-40B4-BE49-F238E27FC236}">
                    <a16:creationId xmlns:a16="http://schemas.microsoft.com/office/drawing/2014/main" id="{955C0AB3-1007-413C-BA90-1AED64329972}"/>
                  </a:ext>
                </a:extLst>
              </p:cNvPr>
              <p:cNvSpPr/>
              <p:nvPr/>
            </p:nvSpPr>
            <p:spPr>
              <a:xfrm>
                <a:off x="7950317" y="255481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1022" name="橢圓 1021">
                <a:extLst>
                  <a:ext uri="{FF2B5EF4-FFF2-40B4-BE49-F238E27FC236}">
                    <a16:creationId xmlns:a16="http://schemas.microsoft.com/office/drawing/2014/main" id="{732A42BC-8B33-4A70-B045-70B5CB745638}"/>
                  </a:ext>
                </a:extLst>
              </p:cNvPr>
              <p:cNvSpPr/>
              <p:nvPr/>
            </p:nvSpPr>
            <p:spPr>
              <a:xfrm>
                <a:off x="7074795" y="182918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3" name="橢圓 1022">
                <a:extLst>
                  <a:ext uri="{FF2B5EF4-FFF2-40B4-BE49-F238E27FC236}">
                    <a16:creationId xmlns:a16="http://schemas.microsoft.com/office/drawing/2014/main" id="{72EB4C2B-A2ED-4627-9937-67B596F1AC4B}"/>
                  </a:ext>
                </a:extLst>
              </p:cNvPr>
              <p:cNvSpPr/>
              <p:nvPr/>
            </p:nvSpPr>
            <p:spPr>
              <a:xfrm>
                <a:off x="7064601" y="2554814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A</a:t>
                </a:r>
                <a:endParaRPr lang="zh-TW" altLang="en-US" dirty="0"/>
              </a:p>
            </p:txBody>
          </p:sp>
          <p:sp>
            <p:nvSpPr>
              <p:cNvPr id="1024" name="橢圓 1023">
                <a:extLst>
                  <a:ext uri="{FF2B5EF4-FFF2-40B4-BE49-F238E27FC236}">
                    <a16:creationId xmlns:a16="http://schemas.microsoft.com/office/drawing/2014/main" id="{7FD4CA95-C9D9-44C6-95B6-EFE460B8FE68}"/>
                  </a:ext>
                </a:extLst>
              </p:cNvPr>
              <p:cNvSpPr/>
              <p:nvPr/>
            </p:nvSpPr>
            <p:spPr>
              <a:xfrm>
                <a:off x="6183828" y="1833777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R</a:t>
                </a:r>
                <a:endParaRPr lang="zh-TW" altLang="en-US" dirty="0"/>
              </a:p>
            </p:txBody>
          </p:sp>
          <p:sp>
            <p:nvSpPr>
              <p:cNvPr id="1025" name="橢圓 1024">
                <a:extLst>
                  <a:ext uri="{FF2B5EF4-FFF2-40B4-BE49-F238E27FC236}">
                    <a16:creationId xmlns:a16="http://schemas.microsoft.com/office/drawing/2014/main" id="{BB2318EA-51FC-4612-A5B1-19CEA4218ABF}"/>
                  </a:ext>
                </a:extLst>
              </p:cNvPr>
              <p:cNvSpPr/>
              <p:nvPr/>
            </p:nvSpPr>
            <p:spPr>
              <a:xfrm>
                <a:off x="6175304" y="2559407"/>
                <a:ext cx="310522" cy="310522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/>
                  <a:t>A</a:t>
                </a:r>
                <a:endParaRPr lang="zh-TW" altLang="en-US" dirty="0"/>
              </a:p>
            </p:txBody>
          </p:sp>
          <p:sp>
            <p:nvSpPr>
              <p:cNvPr id="1027" name="文字方塊 1026">
                <a:extLst>
                  <a:ext uri="{FF2B5EF4-FFF2-40B4-BE49-F238E27FC236}">
                    <a16:creationId xmlns:a16="http://schemas.microsoft.com/office/drawing/2014/main" id="{E6B527EA-EEB8-4F89-B1CF-F95BC038C853}"/>
                  </a:ext>
                </a:extLst>
              </p:cNvPr>
              <p:cNvSpPr txBox="1"/>
              <p:nvPr/>
            </p:nvSpPr>
            <p:spPr>
              <a:xfrm>
                <a:off x="6478492" y="1706467"/>
                <a:ext cx="450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2"/>
                    </a:solidFill>
                  </a:rPr>
                  <a:t>rra</a:t>
                </a:r>
                <a:endParaRPr lang="zh-TW" altLang="en-US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2FDF95D0-A76B-4441-B1CD-0BAD7A785550}"/>
                  </a:ext>
                </a:extLst>
              </p:cNvPr>
              <p:cNvSpPr txBox="1"/>
              <p:nvPr/>
            </p:nvSpPr>
            <p:spPr>
              <a:xfrm>
                <a:off x="6439430" y="1870585"/>
                <a:ext cx="450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4"/>
                    </a:solidFill>
                  </a:rPr>
                  <a:t>rar</a:t>
                </a:r>
                <a:endParaRPr lang="zh-TW" altLang="en-US" dirty="0">
                  <a:solidFill>
                    <a:schemeClr val="accent4"/>
                  </a:solidFill>
                </a:endParaRPr>
              </a:p>
            </p:txBody>
          </p:sp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6A041DCF-0FF1-43C7-93DD-BA31E1622DC2}"/>
                  </a:ext>
                </a:extLst>
              </p:cNvPr>
              <p:cNvSpPr txBox="1"/>
              <p:nvPr/>
            </p:nvSpPr>
            <p:spPr>
              <a:xfrm>
                <a:off x="6439430" y="2428102"/>
                <a:ext cx="481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1"/>
                    </a:solidFill>
                  </a:rPr>
                  <a:t>ara</a:t>
                </a:r>
                <a:endParaRPr lang="zh-TW" altLang="en-US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801C15EC-4C46-4A54-9705-319B6DA63E36}"/>
                  </a:ext>
                </a:extLst>
              </p:cNvPr>
              <p:cNvSpPr txBox="1"/>
              <p:nvPr/>
            </p:nvSpPr>
            <p:spPr>
              <a:xfrm>
                <a:off x="6052477" y="2066640"/>
                <a:ext cx="481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6"/>
                    </a:solidFill>
                  </a:rPr>
                  <a:t>raa</a:t>
                </a:r>
                <a:endParaRPr lang="zh-TW" altLang="en-US" dirty="0">
                  <a:solidFill>
                    <a:schemeClr val="accent6"/>
                  </a:solidFill>
                </a:endParaRPr>
              </a:p>
            </p:txBody>
          </p:sp>
          <p:sp>
            <p:nvSpPr>
              <p:cNvPr id="1031" name="文字方塊 1030">
                <a:extLst>
                  <a:ext uri="{FF2B5EF4-FFF2-40B4-BE49-F238E27FC236}">
                    <a16:creationId xmlns:a16="http://schemas.microsoft.com/office/drawing/2014/main" id="{573284F7-EC2A-4F3E-8DCE-AA7F912ED69F}"/>
                  </a:ext>
                </a:extLst>
              </p:cNvPr>
              <p:cNvSpPr txBox="1"/>
              <p:nvPr/>
            </p:nvSpPr>
            <p:spPr>
              <a:xfrm>
                <a:off x="6052477" y="2276453"/>
                <a:ext cx="4555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chemeClr val="accent5"/>
                    </a:solidFill>
                  </a:rPr>
                  <a:t>arr</a:t>
                </a:r>
                <a:endParaRPr lang="zh-TW" altLang="en-US" dirty="0">
                  <a:solidFill>
                    <a:schemeClr val="accent5"/>
                  </a:solidFill>
                </a:endParaRPr>
              </a:p>
            </p:txBody>
          </p:sp>
          <p:sp>
            <p:nvSpPr>
              <p:cNvPr id="1032" name="文字方塊 1031">
                <a:extLst>
                  <a:ext uri="{FF2B5EF4-FFF2-40B4-BE49-F238E27FC236}">
                    <a16:creationId xmlns:a16="http://schemas.microsoft.com/office/drawing/2014/main" id="{E03B068B-868A-4691-9956-CF94EB767D2D}"/>
                  </a:ext>
                </a:extLst>
              </p:cNvPr>
              <p:cNvSpPr txBox="1"/>
              <p:nvPr/>
            </p:nvSpPr>
            <p:spPr>
              <a:xfrm>
                <a:off x="6478492" y="2600043"/>
                <a:ext cx="486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C00000"/>
                    </a:solidFill>
                  </a:rPr>
                  <a:t>aar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33" name="文字方塊 1032">
                <a:extLst>
                  <a:ext uri="{FF2B5EF4-FFF2-40B4-BE49-F238E27FC236}">
                    <a16:creationId xmlns:a16="http://schemas.microsoft.com/office/drawing/2014/main" id="{8875CFE5-EEF3-427E-8A05-0F38E46F331B}"/>
                  </a:ext>
                </a:extLst>
              </p:cNvPr>
              <p:cNvSpPr txBox="1"/>
              <p:nvPr/>
            </p:nvSpPr>
            <p:spPr>
              <a:xfrm>
                <a:off x="6347137" y="2768912"/>
                <a:ext cx="5164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C55A11"/>
                    </a:solidFill>
                  </a:rPr>
                  <a:t>aaa</a:t>
                </a:r>
                <a:endParaRPr lang="zh-TW" altLang="en-US" dirty="0">
                  <a:solidFill>
                    <a:srgbClr val="C55A11"/>
                  </a:solidFill>
                </a:endParaRPr>
              </a:p>
            </p:txBody>
          </p:sp>
          <p:cxnSp>
            <p:nvCxnSpPr>
              <p:cNvPr id="1004" name="直線單箭頭接點 1003">
                <a:extLst>
                  <a:ext uri="{FF2B5EF4-FFF2-40B4-BE49-F238E27FC236}">
                    <a16:creationId xmlns:a16="http://schemas.microsoft.com/office/drawing/2014/main" id="{95173B6B-1362-4FD7-81DA-AD236233089B}"/>
                  </a:ext>
                </a:extLst>
              </p:cNvPr>
              <p:cNvCxnSpPr>
                <a:cxnSpLocks/>
                <a:stCxn id="1022" idx="0"/>
                <a:endCxn id="1020" idx="0"/>
              </p:cNvCxnSpPr>
              <p:nvPr/>
            </p:nvCxnSpPr>
            <p:spPr>
              <a:xfrm>
                <a:off x="7230056" y="1829184"/>
                <a:ext cx="884047" cy="0"/>
              </a:xfrm>
              <a:prstGeom prst="straightConnector1">
                <a:avLst/>
              </a:prstGeom>
              <a:ln w="19050">
                <a:solidFill>
                  <a:srgbClr val="8FAADC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8" name="直線單箭頭接點 1007">
                <a:extLst>
                  <a:ext uri="{FF2B5EF4-FFF2-40B4-BE49-F238E27FC236}">
                    <a16:creationId xmlns:a16="http://schemas.microsoft.com/office/drawing/2014/main" id="{468F78B0-682C-483B-B1F1-F115A936DFE1}"/>
                  </a:ext>
                </a:extLst>
              </p:cNvPr>
              <p:cNvCxnSpPr>
                <a:cxnSpLocks/>
                <a:stCxn id="1024" idx="0"/>
                <a:endCxn id="1022" idx="0"/>
              </p:cNvCxnSpPr>
              <p:nvPr/>
            </p:nvCxnSpPr>
            <p:spPr>
              <a:xfrm flipV="1">
                <a:off x="6339089" y="1829184"/>
                <a:ext cx="890967" cy="4593"/>
              </a:xfrm>
              <a:prstGeom prst="straightConnector1">
                <a:avLst/>
              </a:prstGeom>
              <a:ln w="19050">
                <a:solidFill>
                  <a:srgbClr val="8FAADC"/>
                </a:solidFill>
                <a:prstDash val="solid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3" name="直線單箭頭接點 1012">
                <a:extLst>
                  <a:ext uri="{FF2B5EF4-FFF2-40B4-BE49-F238E27FC236}">
                    <a16:creationId xmlns:a16="http://schemas.microsoft.com/office/drawing/2014/main" id="{EA4D4BD8-5A26-4EEA-878B-3626C8DAEDD6}"/>
                  </a:ext>
                </a:extLst>
              </p:cNvPr>
              <p:cNvCxnSpPr>
                <a:cxnSpLocks/>
                <a:stCxn id="1025" idx="4"/>
                <a:endCxn id="1023" idx="4"/>
              </p:cNvCxnSpPr>
              <p:nvPr/>
            </p:nvCxnSpPr>
            <p:spPr>
              <a:xfrm flipV="1">
                <a:off x="6330565" y="2865335"/>
                <a:ext cx="889297" cy="4593"/>
              </a:xfrm>
              <a:prstGeom prst="straightConnector1">
                <a:avLst/>
              </a:prstGeom>
              <a:ln w="19050">
                <a:solidFill>
                  <a:srgbClr val="C55A11"/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4" name="直線單箭頭接點 1013">
                <a:extLst>
                  <a:ext uri="{FF2B5EF4-FFF2-40B4-BE49-F238E27FC236}">
                    <a16:creationId xmlns:a16="http://schemas.microsoft.com/office/drawing/2014/main" id="{238A18AD-C247-40AC-820B-EED2696A5DEC}"/>
                  </a:ext>
                </a:extLst>
              </p:cNvPr>
              <p:cNvCxnSpPr>
                <a:cxnSpLocks/>
                <a:stCxn id="1023" idx="4"/>
                <a:endCxn id="1021" idx="4"/>
              </p:cNvCxnSpPr>
              <p:nvPr/>
            </p:nvCxnSpPr>
            <p:spPr>
              <a:xfrm>
                <a:off x="7219862" y="2865335"/>
                <a:ext cx="885716" cy="0"/>
              </a:xfrm>
              <a:prstGeom prst="straightConnector1">
                <a:avLst/>
              </a:prstGeom>
              <a:ln w="19050">
                <a:solidFill>
                  <a:srgbClr val="C55A11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9A64784D-97ED-4980-AC30-3DFD8576C609}"/>
              </a:ext>
            </a:extLst>
          </p:cNvPr>
          <p:cNvGrpSpPr/>
          <p:nvPr/>
        </p:nvGrpSpPr>
        <p:grpSpPr>
          <a:xfrm>
            <a:off x="5475877" y="3065178"/>
            <a:ext cx="1175662" cy="722906"/>
            <a:chOff x="8808422" y="2155742"/>
            <a:chExt cx="1175662" cy="722906"/>
          </a:xfrm>
        </p:grpSpPr>
        <p:sp>
          <p:nvSpPr>
            <p:cNvPr id="842" name="橢圓 841">
              <a:extLst>
                <a:ext uri="{FF2B5EF4-FFF2-40B4-BE49-F238E27FC236}">
                  <a16:creationId xmlns:a16="http://schemas.microsoft.com/office/drawing/2014/main" id="{9DA36F85-9FAC-4766-8BC1-E165B85DF797}"/>
                </a:ext>
              </a:extLst>
            </p:cNvPr>
            <p:cNvSpPr/>
            <p:nvPr/>
          </p:nvSpPr>
          <p:spPr>
            <a:xfrm>
              <a:off x="8808422" y="215810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/>
                <a:t>A</a:t>
              </a:r>
              <a:endParaRPr lang="zh-TW" altLang="en-US" dirty="0"/>
            </a:p>
          </p:txBody>
        </p:sp>
        <p:sp>
          <p:nvSpPr>
            <p:cNvPr id="843" name="橢圓 842">
              <a:extLst>
                <a:ext uri="{FF2B5EF4-FFF2-40B4-BE49-F238E27FC236}">
                  <a16:creationId xmlns:a16="http://schemas.microsoft.com/office/drawing/2014/main" id="{841A3C2A-6910-4494-9A9F-7356CBFA9052}"/>
                </a:ext>
              </a:extLst>
            </p:cNvPr>
            <p:cNvSpPr/>
            <p:nvPr/>
          </p:nvSpPr>
          <p:spPr>
            <a:xfrm>
              <a:off x="8808422" y="261505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4" name="橢圓 843">
              <a:extLst>
                <a:ext uri="{FF2B5EF4-FFF2-40B4-BE49-F238E27FC236}">
                  <a16:creationId xmlns:a16="http://schemas.microsoft.com/office/drawing/2014/main" id="{9874ACD8-B88A-4DEB-A08B-B168B7201A20}"/>
                </a:ext>
              </a:extLst>
            </p:cNvPr>
            <p:cNvSpPr/>
            <p:nvPr/>
          </p:nvSpPr>
          <p:spPr>
            <a:xfrm>
              <a:off x="9266236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845" name="橢圓 844">
              <a:extLst>
                <a:ext uri="{FF2B5EF4-FFF2-40B4-BE49-F238E27FC236}">
                  <a16:creationId xmlns:a16="http://schemas.microsoft.com/office/drawing/2014/main" id="{A701509D-7B9F-448A-9CFE-7950CEDEE8D4}"/>
                </a:ext>
              </a:extLst>
            </p:cNvPr>
            <p:cNvSpPr/>
            <p:nvPr/>
          </p:nvSpPr>
          <p:spPr>
            <a:xfrm>
              <a:off x="9265378" y="2612698"/>
              <a:ext cx="263590" cy="26359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46" name="橢圓 845">
              <a:extLst>
                <a:ext uri="{FF2B5EF4-FFF2-40B4-BE49-F238E27FC236}">
                  <a16:creationId xmlns:a16="http://schemas.microsoft.com/office/drawing/2014/main" id="{81E0F23B-FF7E-4913-87DD-98B42AA2A1FD}"/>
                </a:ext>
              </a:extLst>
            </p:cNvPr>
            <p:cNvSpPr/>
            <p:nvPr/>
          </p:nvSpPr>
          <p:spPr>
            <a:xfrm>
              <a:off x="9720494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847" name="橢圓 846">
              <a:extLst>
                <a:ext uri="{FF2B5EF4-FFF2-40B4-BE49-F238E27FC236}">
                  <a16:creationId xmlns:a16="http://schemas.microsoft.com/office/drawing/2014/main" id="{C6A09C57-C7A6-4CA5-A269-EC0DB6930718}"/>
                </a:ext>
              </a:extLst>
            </p:cNvPr>
            <p:cNvSpPr/>
            <p:nvPr/>
          </p:nvSpPr>
          <p:spPr>
            <a:xfrm>
              <a:off x="9720494" y="261269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849" name="直線單箭頭接點 848">
              <a:extLst>
                <a:ext uri="{FF2B5EF4-FFF2-40B4-BE49-F238E27FC236}">
                  <a16:creationId xmlns:a16="http://schemas.microsoft.com/office/drawing/2014/main" id="{B9BB3E29-9C90-4803-B759-0BA44F262CE2}"/>
                </a:ext>
              </a:extLst>
            </p:cNvPr>
            <p:cNvCxnSpPr>
              <a:cxnSpLocks/>
              <a:stCxn id="843" idx="4"/>
              <a:endCxn id="845" idx="4"/>
            </p:cNvCxnSpPr>
            <p:nvPr/>
          </p:nvCxnSpPr>
          <p:spPr>
            <a:xfrm flipV="1">
              <a:off x="8940217" y="2876288"/>
              <a:ext cx="456956" cy="2360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直線單箭頭接點 849">
              <a:extLst>
                <a:ext uri="{FF2B5EF4-FFF2-40B4-BE49-F238E27FC236}">
                  <a16:creationId xmlns:a16="http://schemas.microsoft.com/office/drawing/2014/main" id="{33796B58-3B25-40C9-9AB3-3D7A1DE354F1}"/>
                </a:ext>
              </a:extLst>
            </p:cNvPr>
            <p:cNvCxnSpPr>
              <a:cxnSpLocks/>
              <a:stCxn id="845" idx="4"/>
              <a:endCxn id="847" idx="4"/>
            </p:cNvCxnSpPr>
            <p:nvPr/>
          </p:nvCxnSpPr>
          <p:spPr>
            <a:xfrm>
              <a:off x="9397173" y="2876288"/>
              <a:ext cx="455116" cy="0"/>
            </a:xfrm>
            <a:prstGeom prst="straightConnector1">
              <a:avLst/>
            </a:prstGeom>
            <a:ln w="19050">
              <a:solidFill>
                <a:srgbClr val="C55A11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線單箭頭接點 851">
              <a:extLst>
                <a:ext uri="{FF2B5EF4-FFF2-40B4-BE49-F238E27FC236}">
                  <a16:creationId xmlns:a16="http://schemas.microsoft.com/office/drawing/2014/main" id="{C4F8997A-65B4-4AED-8043-39AA4658F851}"/>
                </a:ext>
              </a:extLst>
            </p:cNvPr>
            <p:cNvCxnSpPr>
              <a:cxnSpLocks/>
              <a:stCxn id="843" idx="7"/>
              <a:endCxn id="844" idx="4"/>
            </p:cNvCxnSpPr>
            <p:nvPr/>
          </p:nvCxnSpPr>
          <p:spPr>
            <a:xfrm flipV="1">
              <a:off x="9033410" y="2419332"/>
              <a:ext cx="364621" cy="234328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直線單箭頭接點 852">
              <a:extLst>
                <a:ext uri="{FF2B5EF4-FFF2-40B4-BE49-F238E27FC236}">
                  <a16:creationId xmlns:a16="http://schemas.microsoft.com/office/drawing/2014/main" id="{B18838BF-3D00-4E6C-B739-BFD94EA32406}"/>
                </a:ext>
              </a:extLst>
            </p:cNvPr>
            <p:cNvCxnSpPr>
              <a:cxnSpLocks/>
              <a:stCxn id="844" idx="4"/>
              <a:endCxn id="847" idx="1"/>
            </p:cNvCxnSpPr>
            <p:nvPr/>
          </p:nvCxnSpPr>
          <p:spPr>
            <a:xfrm>
              <a:off x="9398031" y="2419332"/>
              <a:ext cx="361065" cy="231968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線單箭頭接點 847">
              <a:extLst>
                <a:ext uri="{FF2B5EF4-FFF2-40B4-BE49-F238E27FC236}">
                  <a16:creationId xmlns:a16="http://schemas.microsoft.com/office/drawing/2014/main" id="{6CE58ACF-38E6-4394-8A7F-018684CF00C0}"/>
                </a:ext>
              </a:extLst>
            </p:cNvPr>
            <p:cNvCxnSpPr>
              <a:cxnSpLocks/>
              <a:stCxn id="842" idx="0"/>
              <a:endCxn id="844" idx="0"/>
            </p:cNvCxnSpPr>
            <p:nvPr/>
          </p:nvCxnSpPr>
          <p:spPr>
            <a:xfrm flipV="1">
              <a:off x="8940217" y="2155742"/>
              <a:ext cx="457814" cy="236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線單箭頭接點 850">
              <a:extLst>
                <a:ext uri="{FF2B5EF4-FFF2-40B4-BE49-F238E27FC236}">
                  <a16:creationId xmlns:a16="http://schemas.microsoft.com/office/drawing/2014/main" id="{E5FEE910-2F3C-4371-8966-3499A880DB23}"/>
                </a:ext>
              </a:extLst>
            </p:cNvPr>
            <p:cNvCxnSpPr>
              <a:cxnSpLocks/>
              <a:stCxn id="844" idx="0"/>
              <a:endCxn id="846" idx="0"/>
            </p:cNvCxnSpPr>
            <p:nvPr/>
          </p:nvCxnSpPr>
          <p:spPr>
            <a:xfrm>
              <a:off x="9398031" y="2155742"/>
              <a:ext cx="454258" cy="0"/>
            </a:xfrm>
            <a:prstGeom prst="straightConnector1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9AF472E-E0FA-4403-BB24-4DC78890040A}"/>
              </a:ext>
            </a:extLst>
          </p:cNvPr>
          <p:cNvGrpSpPr/>
          <p:nvPr/>
        </p:nvGrpSpPr>
        <p:grpSpPr>
          <a:xfrm>
            <a:off x="7331691" y="3065178"/>
            <a:ext cx="1175662" cy="722906"/>
            <a:chOff x="10607086" y="2155742"/>
            <a:chExt cx="1175662" cy="722906"/>
          </a:xfrm>
        </p:grpSpPr>
        <p:sp>
          <p:nvSpPr>
            <p:cNvPr id="860" name="橢圓 859">
              <a:extLst>
                <a:ext uri="{FF2B5EF4-FFF2-40B4-BE49-F238E27FC236}">
                  <a16:creationId xmlns:a16="http://schemas.microsoft.com/office/drawing/2014/main" id="{32F3D10D-25C3-43B5-AA6F-9B9844DA227D}"/>
                </a:ext>
              </a:extLst>
            </p:cNvPr>
            <p:cNvSpPr/>
            <p:nvPr/>
          </p:nvSpPr>
          <p:spPr>
            <a:xfrm>
              <a:off x="10607086" y="215810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/>
                <a:t>A</a:t>
              </a:r>
              <a:endParaRPr lang="zh-TW" altLang="en-US" dirty="0"/>
            </a:p>
          </p:txBody>
        </p:sp>
        <p:sp>
          <p:nvSpPr>
            <p:cNvPr id="861" name="橢圓 860">
              <a:extLst>
                <a:ext uri="{FF2B5EF4-FFF2-40B4-BE49-F238E27FC236}">
                  <a16:creationId xmlns:a16="http://schemas.microsoft.com/office/drawing/2014/main" id="{62FBC793-525A-464C-B3B2-9E5974F9F8E2}"/>
                </a:ext>
              </a:extLst>
            </p:cNvPr>
            <p:cNvSpPr/>
            <p:nvPr/>
          </p:nvSpPr>
          <p:spPr>
            <a:xfrm>
              <a:off x="10607086" y="261505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C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62" name="橢圓 861">
              <a:extLst>
                <a:ext uri="{FF2B5EF4-FFF2-40B4-BE49-F238E27FC236}">
                  <a16:creationId xmlns:a16="http://schemas.microsoft.com/office/drawing/2014/main" id="{3556C6E5-0D44-4535-81DF-E95455C40B70}"/>
                </a:ext>
              </a:extLst>
            </p:cNvPr>
            <p:cNvSpPr/>
            <p:nvPr/>
          </p:nvSpPr>
          <p:spPr>
            <a:xfrm>
              <a:off x="11064900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G</a:t>
              </a:r>
              <a:endParaRPr lang="zh-TW" altLang="en-US" dirty="0"/>
            </a:p>
          </p:txBody>
        </p:sp>
        <p:sp>
          <p:nvSpPr>
            <p:cNvPr id="863" name="橢圓 862">
              <a:extLst>
                <a:ext uri="{FF2B5EF4-FFF2-40B4-BE49-F238E27FC236}">
                  <a16:creationId xmlns:a16="http://schemas.microsoft.com/office/drawing/2014/main" id="{4A059007-8B41-4FC7-AA49-E0F309EEAF31}"/>
                </a:ext>
              </a:extLst>
            </p:cNvPr>
            <p:cNvSpPr/>
            <p:nvPr/>
          </p:nvSpPr>
          <p:spPr>
            <a:xfrm>
              <a:off x="11064042" y="2612698"/>
              <a:ext cx="263590" cy="26359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T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64" name="橢圓 863">
              <a:extLst>
                <a:ext uri="{FF2B5EF4-FFF2-40B4-BE49-F238E27FC236}">
                  <a16:creationId xmlns:a16="http://schemas.microsoft.com/office/drawing/2014/main" id="{7154A330-67B4-494F-A597-B686FB81F481}"/>
                </a:ext>
              </a:extLst>
            </p:cNvPr>
            <p:cNvSpPr/>
            <p:nvPr/>
          </p:nvSpPr>
          <p:spPr>
            <a:xfrm>
              <a:off x="11519158" y="2155742"/>
              <a:ext cx="263590" cy="263590"/>
            </a:xfrm>
            <a:prstGeom prst="ellipse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</a:t>
              </a:r>
              <a:endParaRPr lang="zh-TW" altLang="en-US" dirty="0"/>
            </a:p>
          </p:txBody>
        </p:sp>
        <p:sp>
          <p:nvSpPr>
            <p:cNvPr id="865" name="橢圓 864">
              <a:extLst>
                <a:ext uri="{FF2B5EF4-FFF2-40B4-BE49-F238E27FC236}">
                  <a16:creationId xmlns:a16="http://schemas.microsoft.com/office/drawing/2014/main" id="{879CC830-3156-42D6-B472-1FDB61BF2D0D}"/>
                </a:ext>
              </a:extLst>
            </p:cNvPr>
            <p:cNvSpPr/>
            <p:nvPr/>
          </p:nvSpPr>
          <p:spPr>
            <a:xfrm>
              <a:off x="11519158" y="2612698"/>
              <a:ext cx="263590" cy="263590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>
                  <a:solidFill>
                    <a:schemeClr val="bg1"/>
                  </a:solidFill>
                </a:rPr>
                <a:t>A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cxnSp>
          <p:nvCxnSpPr>
            <p:cNvPr id="866" name="直線單箭頭接點 865">
              <a:extLst>
                <a:ext uri="{FF2B5EF4-FFF2-40B4-BE49-F238E27FC236}">
                  <a16:creationId xmlns:a16="http://schemas.microsoft.com/office/drawing/2014/main" id="{CFF0AA0C-322A-4873-9FBC-567DBF49419F}"/>
                </a:ext>
              </a:extLst>
            </p:cNvPr>
            <p:cNvCxnSpPr>
              <a:cxnSpLocks/>
              <a:stCxn id="860" idx="0"/>
              <a:endCxn id="862" idx="0"/>
            </p:cNvCxnSpPr>
            <p:nvPr/>
          </p:nvCxnSpPr>
          <p:spPr>
            <a:xfrm flipV="1">
              <a:off x="10738881" y="2155742"/>
              <a:ext cx="457814" cy="2360"/>
            </a:xfrm>
            <a:prstGeom prst="straightConnector1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直線單箭頭接點 866">
              <a:extLst>
                <a:ext uri="{FF2B5EF4-FFF2-40B4-BE49-F238E27FC236}">
                  <a16:creationId xmlns:a16="http://schemas.microsoft.com/office/drawing/2014/main" id="{CAF69966-E325-4D24-9C4D-BB67638676E6}"/>
                </a:ext>
              </a:extLst>
            </p:cNvPr>
            <p:cNvCxnSpPr>
              <a:cxnSpLocks/>
              <a:stCxn id="861" idx="4"/>
              <a:endCxn id="863" idx="4"/>
            </p:cNvCxnSpPr>
            <p:nvPr/>
          </p:nvCxnSpPr>
          <p:spPr>
            <a:xfrm flipV="1">
              <a:off x="10738881" y="2876288"/>
              <a:ext cx="456956" cy="2360"/>
            </a:xfrm>
            <a:prstGeom prst="straightConnector1">
              <a:avLst/>
            </a:prstGeom>
            <a:ln w="19050">
              <a:solidFill>
                <a:srgbClr val="FFC000"/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直線單箭頭接點 867">
              <a:extLst>
                <a:ext uri="{FF2B5EF4-FFF2-40B4-BE49-F238E27FC236}">
                  <a16:creationId xmlns:a16="http://schemas.microsoft.com/office/drawing/2014/main" id="{F8625F9B-9354-42A6-A131-ECB9176DD376}"/>
                </a:ext>
              </a:extLst>
            </p:cNvPr>
            <p:cNvCxnSpPr>
              <a:cxnSpLocks/>
              <a:stCxn id="863" idx="4"/>
              <a:endCxn id="865" idx="4"/>
            </p:cNvCxnSpPr>
            <p:nvPr/>
          </p:nvCxnSpPr>
          <p:spPr>
            <a:xfrm>
              <a:off x="11195837" y="2876288"/>
              <a:ext cx="455116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直線單箭頭接點 868">
              <a:extLst>
                <a:ext uri="{FF2B5EF4-FFF2-40B4-BE49-F238E27FC236}">
                  <a16:creationId xmlns:a16="http://schemas.microsoft.com/office/drawing/2014/main" id="{A5A9568E-404B-4BCE-BA25-86FA47ED672E}"/>
                </a:ext>
              </a:extLst>
            </p:cNvPr>
            <p:cNvCxnSpPr>
              <a:cxnSpLocks/>
              <a:stCxn id="862" idx="2"/>
              <a:endCxn id="864" idx="2"/>
            </p:cNvCxnSpPr>
            <p:nvPr/>
          </p:nvCxnSpPr>
          <p:spPr>
            <a:xfrm>
              <a:off x="11064900" y="2287537"/>
              <a:ext cx="454258" cy="0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直線單箭頭接點 869">
              <a:extLst>
                <a:ext uri="{FF2B5EF4-FFF2-40B4-BE49-F238E27FC236}">
                  <a16:creationId xmlns:a16="http://schemas.microsoft.com/office/drawing/2014/main" id="{8C44462B-3681-4DB6-A59B-1DCC39CFF9DB}"/>
                </a:ext>
              </a:extLst>
            </p:cNvPr>
            <p:cNvCxnSpPr>
              <a:cxnSpLocks/>
              <a:stCxn id="861" idx="7"/>
              <a:endCxn id="862" idx="2"/>
            </p:cNvCxnSpPr>
            <p:nvPr/>
          </p:nvCxnSpPr>
          <p:spPr>
            <a:xfrm flipV="1">
              <a:off x="10832074" y="2287537"/>
              <a:ext cx="232826" cy="366123"/>
            </a:xfrm>
            <a:prstGeom prst="straightConnector1">
              <a:avLst/>
            </a:prstGeom>
            <a:ln w="19050">
              <a:solidFill>
                <a:srgbClr val="2F5597"/>
              </a:solidFill>
              <a:prstDash val="lgDash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直線單箭頭接點 870">
              <a:extLst>
                <a:ext uri="{FF2B5EF4-FFF2-40B4-BE49-F238E27FC236}">
                  <a16:creationId xmlns:a16="http://schemas.microsoft.com/office/drawing/2014/main" id="{A8C8C507-F4AC-4554-B9CB-4BDFD854A95C}"/>
                </a:ext>
              </a:extLst>
            </p:cNvPr>
            <p:cNvCxnSpPr>
              <a:cxnSpLocks/>
              <a:stCxn id="862" idx="0"/>
              <a:endCxn id="865" idx="1"/>
            </p:cNvCxnSpPr>
            <p:nvPr/>
          </p:nvCxnSpPr>
          <p:spPr>
            <a:xfrm>
              <a:off x="11196695" y="2155742"/>
              <a:ext cx="361065" cy="495558"/>
            </a:xfrm>
            <a:prstGeom prst="straightConnector1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481" name="直線接點 480">
            <a:extLst>
              <a:ext uri="{FF2B5EF4-FFF2-40B4-BE49-F238E27FC236}">
                <a16:creationId xmlns:a16="http://schemas.microsoft.com/office/drawing/2014/main" id="{BCB035CD-6B8F-41BB-B849-B6091540BA1F}"/>
              </a:ext>
            </a:extLst>
          </p:cNvPr>
          <p:cNvCxnSpPr>
            <a:cxnSpLocks/>
          </p:cNvCxnSpPr>
          <p:nvPr/>
        </p:nvCxnSpPr>
        <p:spPr>
          <a:xfrm>
            <a:off x="4990780" y="4357529"/>
            <a:ext cx="6576801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接點: 弧形 217">
            <a:extLst>
              <a:ext uri="{FF2B5EF4-FFF2-40B4-BE49-F238E27FC236}">
                <a16:creationId xmlns:a16="http://schemas.microsoft.com/office/drawing/2014/main" id="{3D7128E6-2AEB-4FE2-8CF6-50CD8F49F118}"/>
              </a:ext>
            </a:extLst>
          </p:cNvPr>
          <p:cNvCxnSpPr>
            <a:cxnSpLocks/>
          </p:cNvCxnSpPr>
          <p:nvPr/>
        </p:nvCxnSpPr>
        <p:spPr>
          <a:xfrm flipV="1">
            <a:off x="6800264" y="2100896"/>
            <a:ext cx="1" cy="28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接點: 弧形 218">
            <a:extLst>
              <a:ext uri="{FF2B5EF4-FFF2-40B4-BE49-F238E27FC236}">
                <a16:creationId xmlns:a16="http://schemas.microsoft.com/office/drawing/2014/main" id="{01A09645-BF1B-4BF8-A29C-931640E278C0}"/>
              </a:ext>
            </a:extLst>
          </p:cNvPr>
          <p:cNvCxnSpPr>
            <a:cxnSpLocks/>
          </p:cNvCxnSpPr>
          <p:nvPr/>
        </p:nvCxnSpPr>
        <p:spPr>
          <a:xfrm flipV="1">
            <a:off x="8633356" y="2100896"/>
            <a:ext cx="1" cy="288000"/>
          </a:xfrm>
          <a:prstGeom prst="curvedConnector3">
            <a:avLst>
              <a:gd name="adj1" fmla="val 22860100000"/>
            </a:avLst>
          </a:prstGeom>
          <a:ln w="19050">
            <a:gradFill>
              <a:gsLst>
                <a:gs pos="37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921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標題 33">
            <a:extLst>
              <a:ext uri="{FF2B5EF4-FFF2-40B4-BE49-F238E27FC236}">
                <a16:creationId xmlns:a16="http://schemas.microsoft.com/office/drawing/2014/main" id="{0992CE16-A1AE-4C2B-9E9C-EC32C202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Rationale for Pattern Selection</a:t>
            </a:r>
            <a:endParaRPr lang="zh-TW" altLang="en-US" dirty="0"/>
          </a:p>
        </p:txBody>
      </p:sp>
      <p:pic>
        <p:nvPicPr>
          <p:cNvPr id="192" name="內容版面配置區 29">
            <a:extLst>
              <a:ext uri="{FF2B5EF4-FFF2-40B4-BE49-F238E27FC236}">
                <a16:creationId xmlns:a16="http://schemas.microsoft.com/office/drawing/2014/main" id="{25ED7AA1-2F12-40D3-A1E6-3D40987752A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3500" y="1059656"/>
            <a:ext cx="9525000" cy="5715000"/>
          </a:xfrm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DDFFC22-BA5D-47BB-8506-074493CB08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9DD2B7DF-133D-49C0-B6CC-9220349DBE88}"/>
                  </a:ext>
                </a:extLst>
              </p:cNvPr>
              <p:cNvSpPr txBox="1"/>
              <p:nvPr/>
            </p:nvSpPr>
            <p:spPr>
              <a:xfrm>
                <a:off x="4891747" y="4243766"/>
                <a:ext cx="1080424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𝐻𝑖𝑔h</m:t>
                          </m:r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96" name="文字方塊 195">
                <a:extLst>
                  <a:ext uri="{FF2B5EF4-FFF2-40B4-BE49-F238E27FC236}">
                    <a16:creationId xmlns:a16="http://schemas.microsoft.com/office/drawing/2014/main" id="{9DD2B7DF-133D-49C0-B6CC-9220349DB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1747" y="4243766"/>
                <a:ext cx="1080424" cy="396006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CEA953A-484E-47B4-9B6E-3F71A46CFA15}"/>
                  </a:ext>
                </a:extLst>
              </p:cNvPr>
              <p:cNvSpPr txBox="1"/>
              <p:nvPr/>
            </p:nvSpPr>
            <p:spPr>
              <a:xfrm>
                <a:off x="8677823" y="4506657"/>
                <a:ext cx="984565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99" name="文字方塊 198">
                <a:extLst>
                  <a:ext uri="{FF2B5EF4-FFF2-40B4-BE49-F238E27FC236}">
                    <a16:creationId xmlns:a16="http://schemas.microsoft.com/office/drawing/2014/main" id="{4CEA953A-484E-47B4-9B6E-3F71A46CF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7823" y="4506657"/>
                <a:ext cx="984565" cy="396006"/>
              </a:xfrm>
              <a:prstGeom prst="rect">
                <a:avLst/>
              </a:prstGeom>
              <a:blipFill>
                <a:blip r:embed="rId5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字方塊 200">
                <a:extLst>
                  <a:ext uri="{FF2B5EF4-FFF2-40B4-BE49-F238E27FC236}">
                    <a16:creationId xmlns:a16="http://schemas.microsoft.com/office/drawing/2014/main" id="{2002DE8D-1A59-42C5-9FB6-4000956B27B6}"/>
                  </a:ext>
                </a:extLst>
              </p:cNvPr>
              <p:cNvSpPr txBox="1"/>
              <p:nvPr/>
            </p:nvSpPr>
            <p:spPr>
              <a:xfrm>
                <a:off x="8259467" y="1145859"/>
                <a:ext cx="1651541" cy="396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i="1" dirty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𝑁𝑜𝑛𝑆𝑜𝑚𝑎𝑖𝑡𝑐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01" name="文字方塊 200">
                <a:extLst>
                  <a:ext uri="{FF2B5EF4-FFF2-40B4-BE49-F238E27FC236}">
                    <a16:creationId xmlns:a16="http://schemas.microsoft.com/office/drawing/2014/main" id="{2002DE8D-1A59-42C5-9FB6-4000956B2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467" y="1145859"/>
                <a:ext cx="1651541" cy="396006"/>
              </a:xfrm>
              <a:prstGeom prst="rect">
                <a:avLst/>
              </a:prstGeom>
              <a:blipFill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右中括弧 201">
            <a:extLst>
              <a:ext uri="{FF2B5EF4-FFF2-40B4-BE49-F238E27FC236}">
                <a16:creationId xmlns:a16="http://schemas.microsoft.com/office/drawing/2014/main" id="{916B0CA7-B0A1-4D17-943A-F471486936A8}"/>
              </a:ext>
            </a:extLst>
          </p:cNvPr>
          <p:cNvSpPr/>
          <p:nvPr/>
        </p:nvSpPr>
        <p:spPr>
          <a:xfrm rot="16200000">
            <a:off x="5309072" y="1916666"/>
            <a:ext cx="245775" cy="5866214"/>
          </a:xfrm>
          <a:prstGeom prst="rightBracket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  <a:latin typeface="Calibri"/>
              <a:ea typeface="微軟正黑體"/>
            </a:endParaRPr>
          </a:p>
        </p:txBody>
      </p:sp>
      <p:sp>
        <p:nvSpPr>
          <p:cNvPr id="205" name="右中括弧 204">
            <a:extLst>
              <a:ext uri="{FF2B5EF4-FFF2-40B4-BE49-F238E27FC236}">
                <a16:creationId xmlns:a16="http://schemas.microsoft.com/office/drawing/2014/main" id="{E17AC595-3AF9-49C6-A8A9-0AB750A55C2B}"/>
              </a:ext>
            </a:extLst>
          </p:cNvPr>
          <p:cNvSpPr/>
          <p:nvPr/>
        </p:nvSpPr>
        <p:spPr>
          <a:xfrm rot="16200000">
            <a:off x="9047218" y="4375180"/>
            <a:ext cx="245775" cy="1440740"/>
          </a:xfrm>
          <a:prstGeom prst="rightBracket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  <a:latin typeface="Calibri"/>
              <a:ea typeface="微軟正黑體"/>
            </a:endParaRPr>
          </a:p>
        </p:txBody>
      </p:sp>
      <p:sp>
        <p:nvSpPr>
          <p:cNvPr id="208" name="右中括弧 207">
            <a:extLst>
              <a:ext uri="{FF2B5EF4-FFF2-40B4-BE49-F238E27FC236}">
                <a16:creationId xmlns:a16="http://schemas.microsoft.com/office/drawing/2014/main" id="{5F8BDF8E-0460-4EE5-A8BE-5559E0B7CA1A}"/>
              </a:ext>
            </a:extLst>
          </p:cNvPr>
          <p:cNvSpPr/>
          <p:nvPr/>
        </p:nvSpPr>
        <p:spPr>
          <a:xfrm rot="16200000">
            <a:off x="10115470" y="1224778"/>
            <a:ext cx="245775" cy="492281"/>
          </a:xfrm>
          <a:prstGeom prst="rightBracket">
            <a:avLst/>
          </a:prstGeom>
          <a:ln w="28575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  <a:latin typeface="Calibri"/>
              <a:ea typeface="微軟正黑體"/>
            </a:endParaRPr>
          </a:p>
        </p:txBody>
      </p:sp>
      <p:cxnSp>
        <p:nvCxnSpPr>
          <p:cNvPr id="210" name="直線接點 209">
            <a:extLst>
              <a:ext uri="{FF2B5EF4-FFF2-40B4-BE49-F238E27FC236}">
                <a16:creationId xmlns:a16="http://schemas.microsoft.com/office/drawing/2014/main" id="{62EA27F9-8582-4E69-A4B2-F1855897AD4E}"/>
              </a:ext>
            </a:extLst>
          </p:cNvPr>
          <p:cNvCxnSpPr>
            <a:cxnSpLocks/>
          </p:cNvCxnSpPr>
          <p:nvPr/>
        </p:nvCxnSpPr>
        <p:spPr>
          <a:xfrm flipV="1">
            <a:off x="5431959" y="4582918"/>
            <a:ext cx="0" cy="143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直線接點 210">
            <a:extLst>
              <a:ext uri="{FF2B5EF4-FFF2-40B4-BE49-F238E27FC236}">
                <a16:creationId xmlns:a16="http://schemas.microsoft.com/office/drawing/2014/main" id="{1DA2BB1C-D296-4999-8CA1-70168AC614DC}"/>
              </a:ext>
            </a:extLst>
          </p:cNvPr>
          <p:cNvCxnSpPr>
            <a:cxnSpLocks/>
          </p:cNvCxnSpPr>
          <p:nvPr/>
        </p:nvCxnSpPr>
        <p:spPr>
          <a:xfrm flipV="1">
            <a:off x="9170105" y="4822141"/>
            <a:ext cx="0" cy="1439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67D77C7B-36B9-4A96-912C-5DF25015C209}"/>
              </a:ext>
            </a:extLst>
          </p:cNvPr>
          <p:cNvCxnSpPr>
            <a:cxnSpLocks/>
          </p:cNvCxnSpPr>
          <p:nvPr/>
        </p:nvCxnSpPr>
        <p:spPr>
          <a:xfrm flipH="1" flipV="1">
            <a:off x="9778787" y="1425490"/>
            <a:ext cx="223378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76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BBFC1-541D-4F52-9849-E9D65F17D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Pattern Artifact Filtering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79F7E0-8F62-4C39-9210-921832BB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41</a:t>
            </a:fld>
            <a:endParaRPr lang="zh-TW" altLang="en-US"/>
          </a:p>
        </p:txBody>
      </p:sp>
      <p:pic>
        <p:nvPicPr>
          <p:cNvPr id="5" name="內容版面配置區 8">
            <a:extLst>
              <a:ext uri="{FF2B5EF4-FFF2-40B4-BE49-F238E27FC236}">
                <a16:creationId xmlns:a16="http://schemas.microsoft.com/office/drawing/2014/main" id="{164E26FC-06F0-42EE-958A-7095C9444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32" y="3835447"/>
            <a:ext cx="6855547" cy="2742219"/>
          </a:xfrm>
          <a:prstGeom prst="rect">
            <a:avLst/>
          </a:prstGeom>
        </p:spPr>
      </p:pic>
      <p:pic>
        <p:nvPicPr>
          <p:cNvPr id="6" name="內容版面配置區 6">
            <a:extLst>
              <a:ext uri="{FF2B5EF4-FFF2-40B4-BE49-F238E27FC236}">
                <a16:creationId xmlns:a16="http://schemas.microsoft.com/office/drawing/2014/main" id="{004CD9FD-1006-4E94-A34B-55B561451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49" y="1484730"/>
            <a:ext cx="2363288" cy="472657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851CDD3-DBFD-4DB5-B215-25E77CA62053}"/>
              </a:ext>
            </a:extLst>
          </p:cNvPr>
          <p:cNvSpPr txBox="1"/>
          <p:nvPr/>
        </p:nvSpPr>
        <p:spPr>
          <a:xfrm>
            <a:off x="8604905" y="17678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282BE-ABF7-48B5-ACD1-1E0CCF74082A}"/>
              </a:ext>
            </a:extLst>
          </p:cNvPr>
          <p:cNvSpPr txBox="1"/>
          <p:nvPr/>
        </p:nvSpPr>
        <p:spPr>
          <a:xfrm>
            <a:off x="8517542" y="268234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5E760F-07D3-415B-889E-3C9CAE2EA819}"/>
              </a:ext>
            </a:extLst>
          </p:cNvPr>
          <p:cNvSpPr txBox="1"/>
          <p:nvPr/>
        </p:nvSpPr>
        <p:spPr>
          <a:xfrm>
            <a:off x="8517542" y="36751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ECB22B-F501-4760-8559-7D25E2ED975E}"/>
              </a:ext>
            </a:extLst>
          </p:cNvPr>
          <p:cNvSpPr txBox="1"/>
          <p:nvPr/>
        </p:nvSpPr>
        <p:spPr>
          <a:xfrm>
            <a:off x="8517542" y="461544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0.4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D245AD-226D-40CD-8EB8-DFAFBB1CD14F}"/>
              </a:ext>
            </a:extLst>
          </p:cNvPr>
          <p:cNvSpPr txBox="1"/>
          <p:nvPr/>
        </p:nvSpPr>
        <p:spPr>
          <a:xfrm>
            <a:off x="8517542" y="55557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B3916AF-2EBF-4703-BF8D-37D6C41F4E35}"/>
              </a:ext>
            </a:extLst>
          </p:cNvPr>
          <p:cNvSpPr txBox="1"/>
          <p:nvPr/>
        </p:nvSpPr>
        <p:spPr>
          <a:xfrm>
            <a:off x="8384492" y="103573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purity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FA71707-99D3-4BEC-B7E7-AD576F4C53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318" t="42063" r="30571" b="42191"/>
          <a:stretch/>
        </p:blipFill>
        <p:spPr>
          <a:xfrm>
            <a:off x="1211575" y="3457193"/>
            <a:ext cx="1429428" cy="287742"/>
          </a:xfrm>
          <a:prstGeom prst="rect">
            <a:avLst/>
          </a:prstGeom>
        </p:spPr>
      </p:pic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DC10B2F-17FB-424D-8391-CBD70EB67B60}"/>
              </a:ext>
            </a:extLst>
          </p:cNvPr>
          <p:cNvCxnSpPr>
            <a:cxnSpLocks/>
          </p:cNvCxnSpPr>
          <p:nvPr/>
        </p:nvCxnSpPr>
        <p:spPr>
          <a:xfrm>
            <a:off x="3593574" y="3856910"/>
            <a:ext cx="0" cy="2412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群組 227">
            <a:extLst>
              <a:ext uri="{FF2B5EF4-FFF2-40B4-BE49-F238E27FC236}">
                <a16:creationId xmlns:a16="http://schemas.microsoft.com/office/drawing/2014/main" id="{C5ECF30D-9526-4B80-9C3C-FD11BFA1E97C}"/>
              </a:ext>
            </a:extLst>
          </p:cNvPr>
          <p:cNvGrpSpPr/>
          <p:nvPr/>
        </p:nvGrpSpPr>
        <p:grpSpPr>
          <a:xfrm>
            <a:off x="838200" y="831533"/>
            <a:ext cx="6461823" cy="2573783"/>
            <a:chOff x="962982" y="1132669"/>
            <a:chExt cx="6461823" cy="2573783"/>
          </a:xfrm>
        </p:grpSpPr>
        <p:sp>
          <p:nvSpPr>
            <p:cNvPr id="122" name="文字方塊 121">
              <a:extLst>
                <a:ext uri="{FF2B5EF4-FFF2-40B4-BE49-F238E27FC236}">
                  <a16:creationId xmlns:a16="http://schemas.microsoft.com/office/drawing/2014/main" id="{46B3B536-3D52-49F2-ACC4-A80DE2CFEC45}"/>
                </a:ext>
              </a:extLst>
            </p:cNvPr>
            <p:cNvSpPr txBox="1"/>
            <p:nvPr/>
          </p:nvSpPr>
          <p:spPr>
            <a:xfrm>
              <a:off x="3174556" y="2480109"/>
              <a:ext cx="32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800" dirty="0">
                  <a:solidFill>
                    <a:schemeClr val="tx1"/>
                  </a:solidFill>
                </a:rPr>
                <a:t>∈</a:t>
              </a:r>
              <a:endParaRPr lang="zh-TW" altLang="en-US" dirty="0"/>
            </a:p>
          </p:txBody>
        </p:sp>
        <p:grpSp>
          <p:nvGrpSpPr>
            <p:cNvPr id="123" name="群組 122">
              <a:extLst>
                <a:ext uri="{FF2B5EF4-FFF2-40B4-BE49-F238E27FC236}">
                  <a16:creationId xmlns:a16="http://schemas.microsoft.com/office/drawing/2014/main" id="{CB44FAAA-7662-4FC7-95D9-9AF6B4B4F574}"/>
                </a:ext>
              </a:extLst>
            </p:cNvPr>
            <p:cNvGrpSpPr/>
            <p:nvPr/>
          </p:nvGrpSpPr>
          <p:grpSpPr>
            <a:xfrm>
              <a:off x="1242734" y="2166436"/>
              <a:ext cx="1847989" cy="996679"/>
              <a:chOff x="5172005" y="2058555"/>
              <a:chExt cx="1847989" cy="996679"/>
            </a:xfrm>
          </p:grpSpPr>
          <p:grpSp>
            <p:nvGrpSpPr>
              <p:cNvPr id="124" name="群組 123">
                <a:extLst>
                  <a:ext uri="{FF2B5EF4-FFF2-40B4-BE49-F238E27FC236}">
                    <a16:creationId xmlns:a16="http://schemas.microsoft.com/office/drawing/2014/main" id="{9B76EB0A-210E-41E1-BE43-221CD4420E02}"/>
                  </a:ext>
                </a:extLst>
              </p:cNvPr>
              <p:cNvGrpSpPr/>
              <p:nvPr/>
            </p:nvGrpSpPr>
            <p:grpSpPr>
              <a:xfrm>
                <a:off x="5172005" y="2058555"/>
                <a:ext cx="1847989" cy="996679"/>
                <a:chOff x="5945647" y="1890556"/>
                <a:chExt cx="1847989" cy="996679"/>
              </a:xfrm>
            </p:grpSpPr>
            <p:grpSp>
              <p:nvGrpSpPr>
                <p:cNvPr id="126" name="群組 125">
                  <a:extLst>
                    <a:ext uri="{FF2B5EF4-FFF2-40B4-BE49-F238E27FC236}">
                      <a16:creationId xmlns:a16="http://schemas.microsoft.com/office/drawing/2014/main" id="{7711B7F8-08CB-42F1-888A-C287513B8ACA}"/>
                    </a:ext>
                  </a:extLst>
                </p:cNvPr>
                <p:cNvGrpSpPr/>
                <p:nvPr/>
              </p:nvGrpSpPr>
              <p:grpSpPr>
                <a:xfrm>
                  <a:off x="5945647" y="1890556"/>
                  <a:ext cx="1847989" cy="996679"/>
                  <a:chOff x="681864" y="3678451"/>
                  <a:chExt cx="1847989" cy="996679"/>
                </a:xfrm>
              </p:grpSpPr>
              <p:sp>
                <p:nvSpPr>
                  <p:cNvPr id="128" name="箭號: 五邊形 127">
                    <a:extLst>
                      <a:ext uri="{FF2B5EF4-FFF2-40B4-BE49-F238E27FC236}">
                        <a16:creationId xmlns:a16="http://schemas.microsoft.com/office/drawing/2014/main" id="{2D6B2CC3-FED9-446D-BB5C-B09FFD177856}"/>
                      </a:ext>
                    </a:extLst>
                  </p:cNvPr>
                  <p:cNvSpPr/>
                  <p:nvPr/>
                </p:nvSpPr>
                <p:spPr>
                  <a:xfrm>
                    <a:off x="798599" y="4052563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29" name="箭號: 五邊形 128">
                    <a:extLst>
                      <a:ext uri="{FF2B5EF4-FFF2-40B4-BE49-F238E27FC236}">
                        <a16:creationId xmlns:a16="http://schemas.microsoft.com/office/drawing/2014/main" id="{1F0E84AA-20A0-43C9-BA76-F35E7B7B20A5}"/>
                      </a:ext>
                    </a:extLst>
                  </p:cNvPr>
                  <p:cNvSpPr/>
                  <p:nvPr/>
                </p:nvSpPr>
                <p:spPr>
                  <a:xfrm>
                    <a:off x="798599" y="4204963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0" name="矩形 178">
                    <a:extLst>
                      <a:ext uri="{FF2B5EF4-FFF2-40B4-BE49-F238E27FC236}">
                        <a16:creationId xmlns:a16="http://schemas.microsoft.com/office/drawing/2014/main" id="{395A1B60-6BC0-4242-A551-162D69704A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4048618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1" name="矩形 178">
                    <a:extLst>
                      <a:ext uri="{FF2B5EF4-FFF2-40B4-BE49-F238E27FC236}">
                        <a16:creationId xmlns:a16="http://schemas.microsoft.com/office/drawing/2014/main" id="{ABA5B7C6-B511-44E8-B1A0-2C075BEA524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404861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" name="矩形 178">
                    <a:extLst>
                      <a:ext uri="{FF2B5EF4-FFF2-40B4-BE49-F238E27FC236}">
                        <a16:creationId xmlns:a16="http://schemas.microsoft.com/office/drawing/2014/main" id="{53DE6203-FB4F-488C-B6F6-7BD6B4A7E4F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4048618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3" name="矩形 178">
                    <a:extLst>
                      <a:ext uri="{FF2B5EF4-FFF2-40B4-BE49-F238E27FC236}">
                        <a16:creationId xmlns:a16="http://schemas.microsoft.com/office/drawing/2014/main" id="{D4DB8B41-174E-48A8-9FEC-0194226718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4201018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4" name="矩形 178">
                    <a:extLst>
                      <a:ext uri="{FF2B5EF4-FFF2-40B4-BE49-F238E27FC236}">
                        <a16:creationId xmlns:a16="http://schemas.microsoft.com/office/drawing/2014/main" id="{BCE0D1F2-783E-49C6-9719-B4230D1F2E9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4201018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5" name="矩形 178">
                    <a:extLst>
                      <a:ext uri="{FF2B5EF4-FFF2-40B4-BE49-F238E27FC236}">
                        <a16:creationId xmlns:a16="http://schemas.microsoft.com/office/drawing/2014/main" id="{283B6FAA-CAAA-46CD-8AEF-D2C1D5AEB5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4201018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6" name="矩形 178">
                    <a:extLst>
                      <a:ext uri="{FF2B5EF4-FFF2-40B4-BE49-F238E27FC236}">
                        <a16:creationId xmlns:a16="http://schemas.microsoft.com/office/drawing/2014/main" id="{AC9BCA2F-E98B-43A4-9411-1664F19B105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8161" y="4127669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2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7" name="箭號: 五邊形 136">
                    <a:extLst>
                      <a:ext uri="{FF2B5EF4-FFF2-40B4-BE49-F238E27FC236}">
                        <a16:creationId xmlns:a16="http://schemas.microsoft.com/office/drawing/2014/main" id="{AA2696A4-5B0D-4F61-8CA0-05812814FD02}"/>
                      </a:ext>
                    </a:extLst>
                  </p:cNvPr>
                  <p:cNvSpPr/>
                  <p:nvPr/>
                </p:nvSpPr>
                <p:spPr>
                  <a:xfrm>
                    <a:off x="798599" y="4387246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8" name="箭號: 五邊形 137">
                    <a:extLst>
                      <a:ext uri="{FF2B5EF4-FFF2-40B4-BE49-F238E27FC236}">
                        <a16:creationId xmlns:a16="http://schemas.microsoft.com/office/drawing/2014/main" id="{D8340345-CE3F-4D42-9375-E9C8F5C11B99}"/>
                      </a:ext>
                    </a:extLst>
                  </p:cNvPr>
                  <p:cNvSpPr/>
                  <p:nvPr/>
                </p:nvSpPr>
                <p:spPr>
                  <a:xfrm>
                    <a:off x="798599" y="4542054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39" name="矩形 178">
                    <a:extLst>
                      <a:ext uri="{FF2B5EF4-FFF2-40B4-BE49-F238E27FC236}">
                        <a16:creationId xmlns:a16="http://schemas.microsoft.com/office/drawing/2014/main" id="{63BAE289-8EE3-4471-B8A3-DF0A0FABF1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4383301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0" name="矩形 178">
                    <a:extLst>
                      <a:ext uri="{FF2B5EF4-FFF2-40B4-BE49-F238E27FC236}">
                        <a16:creationId xmlns:a16="http://schemas.microsoft.com/office/drawing/2014/main" id="{78A57BE9-6D4C-4BE5-B3B6-0B8882588F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4383301"/>
                    <a:ext cx="149158" cy="137021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1" name="矩形 178">
                    <a:extLst>
                      <a:ext uri="{FF2B5EF4-FFF2-40B4-BE49-F238E27FC236}">
                        <a16:creationId xmlns:a16="http://schemas.microsoft.com/office/drawing/2014/main" id="{93812650-04BB-445C-8D15-2B92BE1A359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4383301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2" name="矩形 178">
                    <a:extLst>
                      <a:ext uri="{FF2B5EF4-FFF2-40B4-BE49-F238E27FC236}">
                        <a16:creationId xmlns:a16="http://schemas.microsoft.com/office/drawing/2014/main" id="{22E27848-5A5F-462D-BB69-9B8909761B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4538109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3" name="矩形 178">
                    <a:extLst>
                      <a:ext uri="{FF2B5EF4-FFF2-40B4-BE49-F238E27FC236}">
                        <a16:creationId xmlns:a16="http://schemas.microsoft.com/office/drawing/2014/main" id="{9ED2FD54-E2BA-4D20-A10B-579DAB1B6D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4538109"/>
                    <a:ext cx="149158" cy="137021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4" name="矩形 178">
                    <a:extLst>
                      <a:ext uri="{FF2B5EF4-FFF2-40B4-BE49-F238E27FC236}">
                        <a16:creationId xmlns:a16="http://schemas.microsoft.com/office/drawing/2014/main" id="{EDE1509C-7AA5-465C-B0CC-0A03AE2D305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4538109"/>
                    <a:ext cx="149158" cy="137021"/>
                  </a:xfrm>
                  <a:prstGeom prst="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5" name="矩形 178">
                    <a:extLst>
                      <a:ext uri="{FF2B5EF4-FFF2-40B4-BE49-F238E27FC236}">
                        <a16:creationId xmlns:a16="http://schemas.microsoft.com/office/drawing/2014/main" id="{CEFA0000-59F5-49D9-A235-9DE6EC55A5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8161" y="4448599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2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6" name="箭號: 五邊形 145">
                    <a:extLst>
                      <a:ext uri="{FF2B5EF4-FFF2-40B4-BE49-F238E27FC236}">
                        <a16:creationId xmlns:a16="http://schemas.microsoft.com/office/drawing/2014/main" id="{63C0FA59-345A-4E3F-B05B-C064F8B7CF91}"/>
                      </a:ext>
                    </a:extLst>
                  </p:cNvPr>
                  <p:cNvSpPr/>
                  <p:nvPr/>
                </p:nvSpPr>
                <p:spPr>
                  <a:xfrm>
                    <a:off x="798599" y="3682396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47" name="矩形 178">
                    <a:extLst>
                      <a:ext uri="{FF2B5EF4-FFF2-40B4-BE49-F238E27FC236}">
                        <a16:creationId xmlns:a16="http://schemas.microsoft.com/office/drawing/2014/main" id="{66E2FF89-2161-4B57-90EA-F2EFF2DAFA6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3678451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8" name="矩形 178">
                    <a:extLst>
                      <a:ext uri="{FF2B5EF4-FFF2-40B4-BE49-F238E27FC236}">
                        <a16:creationId xmlns:a16="http://schemas.microsoft.com/office/drawing/2014/main" id="{22BF9AB1-B541-4C3F-AE45-B814F3AEB9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3678451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49" name="矩形 178">
                    <a:extLst>
                      <a:ext uri="{FF2B5EF4-FFF2-40B4-BE49-F238E27FC236}">
                        <a16:creationId xmlns:a16="http://schemas.microsoft.com/office/drawing/2014/main" id="{9101FB18-4193-47B4-A9BE-35364593689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3678451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0" name="矩形 178">
                    <a:extLst>
                      <a:ext uri="{FF2B5EF4-FFF2-40B4-BE49-F238E27FC236}">
                        <a16:creationId xmlns:a16="http://schemas.microsoft.com/office/drawing/2014/main" id="{345F3919-9CFA-41C3-BC2F-1E4FDD5D346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8161" y="3679451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1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1" name="箭號: 五邊形 150">
                    <a:extLst>
                      <a:ext uri="{FF2B5EF4-FFF2-40B4-BE49-F238E27FC236}">
                        <a16:creationId xmlns:a16="http://schemas.microsoft.com/office/drawing/2014/main" id="{575D8979-9889-463F-8740-122604D54164}"/>
                      </a:ext>
                    </a:extLst>
                  </p:cNvPr>
                  <p:cNvSpPr/>
                  <p:nvPr/>
                </p:nvSpPr>
                <p:spPr>
                  <a:xfrm>
                    <a:off x="798599" y="3864681"/>
                    <a:ext cx="1435947" cy="129600"/>
                  </a:xfrm>
                  <a:prstGeom prst="homePlate">
                    <a:avLst/>
                  </a:prstGeom>
                  <a:solidFill>
                    <a:srgbClr val="C9C9C9"/>
                  </a:solidFill>
                  <a:ln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TW" altLang="en-US" sz="1050" b="0" i="0" u="none" strike="noStrike" kern="1200" cap="none" spc="0" normalizeH="0" baseline="-2500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微軟正黑體"/>
                      <a:cs typeface="+mn-cs"/>
                    </a:endParaRPr>
                  </a:p>
                </p:txBody>
              </p:sp>
              <p:sp>
                <p:nvSpPr>
                  <p:cNvPr id="152" name="矩形 178">
                    <a:extLst>
                      <a:ext uri="{FF2B5EF4-FFF2-40B4-BE49-F238E27FC236}">
                        <a16:creationId xmlns:a16="http://schemas.microsoft.com/office/drawing/2014/main" id="{ACB8062B-07F2-4643-8D49-585DE3F5D70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997392" y="3860736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3" name="矩形 178">
                    <a:extLst>
                      <a:ext uri="{FF2B5EF4-FFF2-40B4-BE49-F238E27FC236}">
                        <a16:creationId xmlns:a16="http://schemas.microsoft.com/office/drawing/2014/main" id="{36DCAB80-3293-418F-AB59-CFED44A0B1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397583" y="3860736"/>
                    <a:ext cx="149158" cy="137021"/>
                  </a:xfrm>
                  <a:prstGeom prst="rect">
                    <a:avLst/>
                  </a:prstGeom>
                  <a:solidFill>
                    <a:srgbClr val="FFC000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sz="105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4" name="矩形 178">
                    <a:extLst>
                      <a:ext uri="{FF2B5EF4-FFF2-40B4-BE49-F238E27FC236}">
                        <a16:creationId xmlns:a16="http://schemas.microsoft.com/office/drawing/2014/main" id="{33A7E457-9D19-4A57-B150-47358DA9B09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797778" y="3860736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 dirty="0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T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55" name="矩形 178">
                    <a:extLst>
                      <a:ext uri="{FF2B5EF4-FFF2-40B4-BE49-F238E27FC236}">
                        <a16:creationId xmlns:a16="http://schemas.microsoft.com/office/drawing/2014/main" id="{6120FAE3-56C1-4866-AFFF-0B66CB9AD1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08161" y="3866333"/>
                    <a:ext cx="149158" cy="137021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050" b="1">
                        <a:solidFill>
                          <a:prstClr val="black">
                            <a:lumMod val="50000"/>
                            <a:lumOff val="50000"/>
                          </a:prst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1</a:t>
                    </a:r>
                    <a:endParaRPr lang="zh-TW" altLang="en-US" sz="1050" b="1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  <p:cxnSp>
                <p:nvCxnSpPr>
                  <p:cNvPr id="156" name="直線接點 155">
                    <a:extLst>
                      <a:ext uri="{FF2B5EF4-FFF2-40B4-BE49-F238E27FC236}">
                        <a16:creationId xmlns:a16="http://schemas.microsoft.com/office/drawing/2014/main" id="{19195B76-EC67-4F26-ADE6-B49802ADC0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864" y="3838104"/>
                    <a:ext cx="1847989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7" name="直線接點 156">
                    <a:extLst>
                      <a:ext uri="{FF2B5EF4-FFF2-40B4-BE49-F238E27FC236}">
                        <a16:creationId xmlns:a16="http://schemas.microsoft.com/office/drawing/2014/main" id="{E226CDB1-31DA-475C-8EEE-20AFC189FD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864" y="4025986"/>
                    <a:ext cx="1847989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直線接點 157">
                    <a:extLst>
                      <a:ext uri="{FF2B5EF4-FFF2-40B4-BE49-F238E27FC236}">
                        <a16:creationId xmlns:a16="http://schemas.microsoft.com/office/drawing/2014/main" id="{58FA0857-19C9-4408-A427-E052219812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864" y="4360671"/>
                    <a:ext cx="1847989" cy="0"/>
                  </a:xfrm>
                  <a:prstGeom prst="line">
                    <a:avLst/>
                  </a:prstGeom>
                  <a:ln w="19050">
                    <a:solidFill>
                      <a:schemeClr val="bg1">
                        <a:lumMod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27" name="接點: 弧形 126">
                  <a:extLst>
                    <a:ext uri="{FF2B5EF4-FFF2-40B4-BE49-F238E27FC236}">
                      <a16:creationId xmlns:a16="http://schemas.microsoft.com/office/drawing/2014/main" id="{87FC1389-72DF-4AE6-8945-17D9155290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6062382" y="2405434"/>
                  <a:ext cx="12700" cy="334683"/>
                </a:xfrm>
                <a:prstGeom prst="curvedConnector3">
                  <a:avLst>
                    <a:gd name="adj1" fmla="val 1800000"/>
                  </a:avLst>
                </a:prstGeom>
                <a:ln w="19050"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prstDash val="solid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5" name="接點: 弧形 124">
                <a:extLst>
                  <a:ext uri="{FF2B5EF4-FFF2-40B4-BE49-F238E27FC236}">
                    <a16:creationId xmlns:a16="http://schemas.microsoft.com/office/drawing/2014/main" id="{3AFD2AD5-7E7F-431F-AC03-C02DAC7E43F5}"/>
                  </a:ext>
                </a:extLst>
              </p:cNvPr>
              <p:cNvCxnSpPr>
                <a:cxnSpLocks/>
                <a:stCxn id="146" idx="1"/>
                <a:endCxn id="151" idx="1"/>
              </p:cNvCxnSpPr>
              <p:nvPr/>
            </p:nvCxnSpPr>
            <p:spPr>
              <a:xfrm rot="10800000" flipV="1">
                <a:off x="5288740" y="2127299"/>
                <a:ext cx="12700" cy="182285"/>
              </a:xfrm>
              <a:prstGeom prst="curvedConnector3">
                <a:avLst>
                  <a:gd name="adj1" fmla="val 1800000"/>
                </a:avLst>
              </a:prstGeom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bg1">
                        <a:lumMod val="50000"/>
                      </a:schemeClr>
                    </a:gs>
                  </a:gsLst>
                  <a:lin ang="5400000" scaled="1"/>
                </a:gra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2452DB8B-C147-49EA-8B1B-F9CEFF4D361E}"/>
                </a:ext>
              </a:extLst>
            </p:cNvPr>
            <p:cNvSpPr txBox="1"/>
            <p:nvPr/>
          </p:nvSpPr>
          <p:spPr>
            <a:xfrm>
              <a:off x="962982" y="1132669"/>
              <a:ext cx="24379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Pattern Artifact Filtering</a:t>
              </a:r>
            </a:p>
            <a:p>
              <a:r>
                <a:rPr lang="zh-TW" altLang="en-US" dirty="0"/>
                <a:t> </a:t>
              </a:r>
              <a:r>
                <a:rPr lang="en-US" altLang="zh-TW" dirty="0"/>
                <a:t>(Somatic path ratio &gt;</a:t>
              </a:r>
              <a:r>
                <a:rPr lang="zh-TW" altLang="en-US" dirty="0"/>
                <a:t> </a:t>
              </a:r>
              <a:r>
                <a:rPr lang="zh-TW" altLang="el-GR" dirty="0"/>
                <a:t>𝜏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0B1FF198-567D-498A-9C5C-3BE92E58FB3A}"/>
                </a:ext>
              </a:extLst>
            </p:cNvPr>
            <p:cNvGrpSpPr/>
            <p:nvPr/>
          </p:nvGrpSpPr>
          <p:grpSpPr>
            <a:xfrm>
              <a:off x="5470356" y="1623098"/>
              <a:ext cx="1954449" cy="688831"/>
              <a:chOff x="8677033" y="1623098"/>
              <a:chExt cx="1954449" cy="688831"/>
            </a:xfrm>
          </p:grpSpPr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0E2D09FC-A44C-4602-A17F-FE99D5C83826}"/>
                  </a:ext>
                </a:extLst>
              </p:cNvPr>
              <p:cNvSpPr txBox="1"/>
              <p:nvPr/>
            </p:nvSpPr>
            <p:spPr>
              <a:xfrm>
                <a:off x="8677033" y="1813625"/>
                <a:ext cx="7228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TW"/>
                </a:defPPr>
                <a:lvl1pPr>
                  <a:defRPr>
                    <a:solidFill>
                      <a:srgbClr val="C55A11"/>
                    </a:solidFill>
                  </a:defRPr>
                </a:lvl1pPr>
              </a:lstStyle>
              <a:p>
                <a:pPr algn="ctr"/>
                <a:r>
                  <a:rPr lang="en-US" altLang="zh-TW" sz="1400" dirty="0">
                    <a:solidFill>
                      <a:schemeClr val="tx1"/>
                    </a:solidFill>
                  </a:rPr>
                  <a:t>Artifact</a:t>
                </a:r>
              </a:p>
            </p:txBody>
          </p:sp>
          <p:grpSp>
            <p:nvGrpSpPr>
              <p:cNvPr id="162" name="群組 161">
                <a:extLst>
                  <a:ext uri="{FF2B5EF4-FFF2-40B4-BE49-F238E27FC236}">
                    <a16:creationId xmlns:a16="http://schemas.microsoft.com/office/drawing/2014/main" id="{F08B56C3-A500-4E18-A75E-6CBC594DD1AB}"/>
                  </a:ext>
                </a:extLst>
              </p:cNvPr>
              <p:cNvGrpSpPr/>
              <p:nvPr/>
            </p:nvGrpSpPr>
            <p:grpSpPr>
              <a:xfrm>
                <a:off x="9390808" y="1623098"/>
                <a:ext cx="1240674" cy="688831"/>
                <a:chOff x="8676336" y="1848459"/>
                <a:chExt cx="1240674" cy="688831"/>
              </a:xfrm>
            </p:grpSpPr>
            <p:sp>
              <p:nvSpPr>
                <p:cNvPr id="163" name="矩形: 圓角 162">
                  <a:extLst>
                    <a:ext uri="{FF2B5EF4-FFF2-40B4-BE49-F238E27FC236}">
                      <a16:creationId xmlns:a16="http://schemas.microsoft.com/office/drawing/2014/main" id="{65C6AF87-E0C2-40C1-9BA6-82BBD5F1B8F3}"/>
                    </a:ext>
                  </a:extLst>
                </p:cNvPr>
                <p:cNvSpPr/>
                <p:nvPr/>
              </p:nvSpPr>
              <p:spPr>
                <a:xfrm>
                  <a:off x="8676336" y="1848459"/>
                  <a:ext cx="1240674" cy="688831"/>
                </a:xfrm>
                <a:prstGeom prst="roundRect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4" name="橢圓 163">
                  <a:extLst>
                    <a:ext uri="{FF2B5EF4-FFF2-40B4-BE49-F238E27FC236}">
                      <a16:creationId xmlns:a16="http://schemas.microsoft.com/office/drawing/2014/main" id="{0E52C8D0-AFD8-407A-8988-B603188F6E92}"/>
                    </a:ext>
                  </a:extLst>
                </p:cNvPr>
                <p:cNvSpPr/>
                <p:nvPr/>
              </p:nvSpPr>
              <p:spPr>
                <a:xfrm>
                  <a:off x="9629123" y="1879269"/>
                  <a:ext cx="262800" cy="2628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T</a:t>
                  </a:r>
                  <a:endParaRPr lang="zh-TW" altLang="en-US" dirty="0"/>
                </a:p>
              </p:txBody>
            </p:sp>
            <p:sp>
              <p:nvSpPr>
                <p:cNvPr id="165" name="橢圓 164">
                  <a:extLst>
                    <a:ext uri="{FF2B5EF4-FFF2-40B4-BE49-F238E27FC236}">
                      <a16:creationId xmlns:a16="http://schemas.microsoft.com/office/drawing/2014/main" id="{6E2A0C6C-FB99-4215-9A7E-FB49A0C18F74}"/>
                    </a:ext>
                  </a:extLst>
                </p:cNvPr>
                <p:cNvSpPr/>
                <p:nvPr/>
              </p:nvSpPr>
              <p:spPr>
                <a:xfrm>
                  <a:off x="9629123" y="2251452"/>
                  <a:ext cx="262800" cy="26280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6" name="橢圓 165">
                  <a:extLst>
                    <a:ext uri="{FF2B5EF4-FFF2-40B4-BE49-F238E27FC236}">
                      <a16:creationId xmlns:a16="http://schemas.microsoft.com/office/drawing/2014/main" id="{11256565-85A2-4F49-BB02-1123CB467ECA}"/>
                    </a:ext>
                  </a:extLst>
                </p:cNvPr>
                <p:cNvSpPr/>
                <p:nvPr/>
              </p:nvSpPr>
              <p:spPr>
                <a:xfrm>
                  <a:off x="9173217" y="1879269"/>
                  <a:ext cx="262800" cy="2628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C</a:t>
                  </a:r>
                  <a:endParaRPr lang="zh-TW" altLang="en-US" dirty="0"/>
                </a:p>
              </p:txBody>
            </p:sp>
            <p:sp>
              <p:nvSpPr>
                <p:cNvPr id="167" name="橢圓 166">
                  <a:extLst>
                    <a:ext uri="{FF2B5EF4-FFF2-40B4-BE49-F238E27FC236}">
                      <a16:creationId xmlns:a16="http://schemas.microsoft.com/office/drawing/2014/main" id="{9CF48C7F-4986-4556-8E85-7B8F6A3F6ED5}"/>
                    </a:ext>
                  </a:extLst>
                </p:cNvPr>
                <p:cNvSpPr/>
                <p:nvPr/>
              </p:nvSpPr>
              <p:spPr>
                <a:xfrm>
                  <a:off x="9173217" y="2251452"/>
                  <a:ext cx="262800" cy="262800"/>
                </a:xfrm>
                <a:prstGeom prst="ellipse">
                  <a:avLst/>
                </a:prstGeom>
                <a:solidFill>
                  <a:srgbClr val="C55A11"/>
                </a:solidFill>
                <a:ln w="19050">
                  <a:solidFill>
                    <a:srgbClr val="C55A1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8" name="橢圓 167">
                  <a:extLst>
                    <a:ext uri="{FF2B5EF4-FFF2-40B4-BE49-F238E27FC236}">
                      <a16:creationId xmlns:a16="http://schemas.microsoft.com/office/drawing/2014/main" id="{A7D2AA35-2945-4C66-90E4-026BBDCDB67F}"/>
                    </a:ext>
                  </a:extLst>
                </p:cNvPr>
                <p:cNvSpPr/>
                <p:nvPr/>
              </p:nvSpPr>
              <p:spPr>
                <a:xfrm>
                  <a:off x="8716261" y="1879269"/>
                  <a:ext cx="262800" cy="2628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/>
                    <a:t>A</a:t>
                  </a:r>
                  <a:endParaRPr lang="zh-TW" altLang="en-US" dirty="0"/>
                </a:p>
              </p:txBody>
            </p:sp>
            <p:sp>
              <p:nvSpPr>
                <p:cNvPr id="169" name="橢圓 168">
                  <a:extLst>
                    <a:ext uri="{FF2B5EF4-FFF2-40B4-BE49-F238E27FC236}">
                      <a16:creationId xmlns:a16="http://schemas.microsoft.com/office/drawing/2014/main" id="{EB464A4C-A1D7-4592-BEFE-A956EE91FA52}"/>
                    </a:ext>
                  </a:extLst>
                </p:cNvPr>
                <p:cNvSpPr/>
                <p:nvPr/>
              </p:nvSpPr>
              <p:spPr>
                <a:xfrm>
                  <a:off x="8716261" y="2251452"/>
                  <a:ext cx="262800" cy="26280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70" name="直線單箭頭接點 169">
                  <a:extLst>
                    <a:ext uri="{FF2B5EF4-FFF2-40B4-BE49-F238E27FC236}">
                      <a16:creationId xmlns:a16="http://schemas.microsoft.com/office/drawing/2014/main" id="{8F2655C4-4C1A-4DD2-AEA1-BC17282904AC}"/>
                    </a:ext>
                  </a:extLst>
                </p:cNvPr>
                <p:cNvCxnSpPr>
                  <a:cxnSpLocks/>
                  <a:stCxn id="168" idx="5"/>
                  <a:endCxn id="167" idx="0"/>
                </p:cNvCxnSpPr>
                <p:nvPr/>
              </p:nvCxnSpPr>
              <p:spPr>
                <a:xfrm>
                  <a:off x="8940575" y="2103583"/>
                  <a:ext cx="364042" cy="147869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prstDash val="lg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直線單箭頭接點 170">
                  <a:extLst>
                    <a:ext uri="{FF2B5EF4-FFF2-40B4-BE49-F238E27FC236}">
                      <a16:creationId xmlns:a16="http://schemas.microsoft.com/office/drawing/2014/main" id="{8B84FA05-ECA6-4761-9375-E81FAECEF283}"/>
                    </a:ext>
                  </a:extLst>
                </p:cNvPr>
                <p:cNvCxnSpPr>
                  <a:cxnSpLocks/>
                  <a:stCxn id="167" idx="0"/>
                  <a:endCxn id="164" idx="3"/>
                </p:cNvCxnSpPr>
                <p:nvPr/>
              </p:nvCxnSpPr>
              <p:spPr>
                <a:xfrm flipV="1">
                  <a:off x="9304617" y="2103583"/>
                  <a:ext cx="362992" cy="147869"/>
                </a:xfrm>
                <a:prstGeom prst="straightConnector1">
                  <a:avLst/>
                </a:prstGeom>
                <a:ln w="19050">
                  <a:solidFill>
                    <a:schemeClr val="accent6"/>
                  </a:solidFill>
                  <a:prstDash val="lg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直線單箭頭接點 171">
                  <a:extLst>
                    <a:ext uri="{FF2B5EF4-FFF2-40B4-BE49-F238E27FC236}">
                      <a16:creationId xmlns:a16="http://schemas.microsoft.com/office/drawing/2014/main" id="{CA213714-7397-4A42-9492-76C4821EEDDC}"/>
                    </a:ext>
                  </a:extLst>
                </p:cNvPr>
                <p:cNvCxnSpPr>
                  <a:cxnSpLocks/>
                  <a:stCxn id="167" idx="2"/>
                  <a:endCxn id="164" idx="4"/>
                </p:cNvCxnSpPr>
                <p:nvPr/>
              </p:nvCxnSpPr>
              <p:spPr>
                <a:xfrm flipV="1">
                  <a:off x="9173217" y="2142069"/>
                  <a:ext cx="587306" cy="240783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65000"/>
                    </a:schemeClr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直線單箭頭接點 172">
                  <a:extLst>
                    <a:ext uri="{FF2B5EF4-FFF2-40B4-BE49-F238E27FC236}">
                      <a16:creationId xmlns:a16="http://schemas.microsoft.com/office/drawing/2014/main" id="{0AE80E62-4CB8-4E53-8AE4-38C43E328EEB}"/>
                    </a:ext>
                  </a:extLst>
                </p:cNvPr>
                <p:cNvCxnSpPr>
                  <a:cxnSpLocks/>
                  <a:stCxn id="167" idx="6"/>
                  <a:endCxn id="165" idx="2"/>
                </p:cNvCxnSpPr>
                <p:nvPr/>
              </p:nvCxnSpPr>
              <p:spPr>
                <a:xfrm>
                  <a:off x="9436017" y="2382852"/>
                  <a:ext cx="193106" cy="0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prstDash val="lgDashDotDot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線單箭頭接點 173">
                  <a:extLst>
                    <a:ext uri="{FF2B5EF4-FFF2-40B4-BE49-F238E27FC236}">
                      <a16:creationId xmlns:a16="http://schemas.microsoft.com/office/drawing/2014/main" id="{11AE6F38-FBF6-4406-8919-AD3882EDBD91}"/>
                    </a:ext>
                  </a:extLst>
                </p:cNvPr>
                <p:cNvCxnSpPr>
                  <a:cxnSpLocks/>
                  <a:stCxn id="168" idx="4"/>
                  <a:endCxn id="167" idx="6"/>
                </p:cNvCxnSpPr>
                <p:nvPr/>
              </p:nvCxnSpPr>
              <p:spPr>
                <a:xfrm>
                  <a:off x="8847661" y="2142069"/>
                  <a:ext cx="588356" cy="240783"/>
                </a:xfrm>
                <a:prstGeom prst="straightConnector1">
                  <a:avLst/>
                </a:prstGeom>
                <a:ln w="19050">
                  <a:solidFill>
                    <a:srgbClr val="7030A0"/>
                  </a:solidFill>
                  <a:prstDash val="lgDashDotDot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直線單箭頭接點 174">
                  <a:extLst>
                    <a:ext uri="{FF2B5EF4-FFF2-40B4-BE49-F238E27FC236}">
                      <a16:creationId xmlns:a16="http://schemas.microsoft.com/office/drawing/2014/main" id="{53041414-8626-4BF5-9445-79BD8D3FE8B7}"/>
                    </a:ext>
                  </a:extLst>
                </p:cNvPr>
                <p:cNvCxnSpPr>
                  <a:cxnSpLocks/>
                  <a:stCxn id="169" idx="6"/>
                  <a:endCxn id="167" idx="2"/>
                </p:cNvCxnSpPr>
                <p:nvPr/>
              </p:nvCxnSpPr>
              <p:spPr>
                <a:xfrm>
                  <a:off x="8979061" y="2382852"/>
                  <a:ext cx="194156" cy="0"/>
                </a:xfrm>
                <a:prstGeom prst="straightConnector1">
                  <a:avLst/>
                </a:prstGeom>
                <a:ln w="19050">
                  <a:solidFill>
                    <a:schemeClr val="bg1">
                      <a:lumMod val="65000"/>
                    </a:schemeClr>
                  </a:solidFill>
                  <a:prstDash val="sysDash"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6" name="群組 175">
              <a:extLst>
                <a:ext uri="{FF2B5EF4-FFF2-40B4-BE49-F238E27FC236}">
                  <a16:creationId xmlns:a16="http://schemas.microsoft.com/office/drawing/2014/main" id="{0359D843-491B-4F17-961B-C57C409540FB}"/>
                </a:ext>
              </a:extLst>
            </p:cNvPr>
            <p:cNvGrpSpPr/>
            <p:nvPr/>
          </p:nvGrpSpPr>
          <p:grpSpPr>
            <a:xfrm>
              <a:off x="5496448" y="2372376"/>
              <a:ext cx="1902264" cy="1334076"/>
              <a:chOff x="10093913" y="1826250"/>
              <a:chExt cx="1902264" cy="133407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文字方塊 176">
                    <a:extLst>
                      <a:ext uri="{FF2B5EF4-FFF2-40B4-BE49-F238E27FC236}">
                        <a16:creationId xmlns:a16="http://schemas.microsoft.com/office/drawing/2014/main" id="{188B90E1-9EF0-4CE5-9D54-9E4FC4BE3ECA}"/>
                      </a:ext>
                    </a:extLst>
                  </p:cNvPr>
                  <p:cNvSpPr txBox="1"/>
                  <p:nvPr/>
                </p:nvSpPr>
                <p:spPr>
                  <a:xfrm>
                    <a:off x="11122092" y="2251555"/>
                    <a:ext cx="874085" cy="4854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/>
                      <a:t>=  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altLang="zh-TW" b="0" i="0" dirty="0" smtClean="0"/>
                          <m:t>&lt;</m:t>
                        </m:r>
                        <m:r>
                          <m:rPr>
                            <m:nor/>
                          </m:rPr>
                          <a:rPr lang="zh-TW" altLang="en-US" dirty="0"/>
                          <m:t> </m:t>
                        </m:r>
                        <m:r>
                          <m:rPr>
                            <m:nor/>
                          </m:rPr>
                          <a:rPr lang="zh-TW" altLang="el-GR" dirty="0"/>
                          <m:t>𝜏</m:t>
                        </m:r>
                      </m:oMath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177" name="文字方塊 176">
                    <a:extLst>
                      <a:ext uri="{FF2B5EF4-FFF2-40B4-BE49-F238E27FC236}">
                        <a16:creationId xmlns:a16="http://schemas.microsoft.com/office/drawing/2014/main" id="{188B90E1-9EF0-4CE5-9D54-9E4FC4BE3E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22092" y="2251555"/>
                    <a:ext cx="874085" cy="48545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6294" b="-886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8" name="群組 177">
                <a:extLst>
                  <a:ext uri="{FF2B5EF4-FFF2-40B4-BE49-F238E27FC236}">
                    <a16:creationId xmlns:a16="http://schemas.microsoft.com/office/drawing/2014/main" id="{35E77278-6A24-4539-94B8-9CA260E7E2CC}"/>
                  </a:ext>
                </a:extLst>
              </p:cNvPr>
              <p:cNvGrpSpPr/>
              <p:nvPr/>
            </p:nvGrpSpPr>
            <p:grpSpPr>
              <a:xfrm>
                <a:off x="10093913" y="1826250"/>
                <a:ext cx="1024372" cy="1334076"/>
                <a:chOff x="6206878" y="1722927"/>
                <a:chExt cx="1024372" cy="1334076"/>
              </a:xfrm>
            </p:grpSpPr>
            <p:cxnSp>
              <p:nvCxnSpPr>
                <p:cNvPr id="179" name="直線接點 178">
                  <a:extLst>
                    <a:ext uri="{FF2B5EF4-FFF2-40B4-BE49-F238E27FC236}">
                      <a16:creationId xmlns:a16="http://schemas.microsoft.com/office/drawing/2014/main" id="{A8E58FBB-BB4F-40A7-BB25-D80DF284B8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23095" y="2388680"/>
                  <a:ext cx="908155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80" name="群組 179">
                  <a:extLst>
                    <a:ext uri="{FF2B5EF4-FFF2-40B4-BE49-F238E27FC236}">
                      <a16:creationId xmlns:a16="http://schemas.microsoft.com/office/drawing/2014/main" id="{E622551A-7530-4178-B2FC-3FECB1A1D9F6}"/>
                    </a:ext>
                  </a:extLst>
                </p:cNvPr>
                <p:cNvGrpSpPr/>
                <p:nvPr/>
              </p:nvGrpSpPr>
              <p:grpSpPr>
                <a:xfrm>
                  <a:off x="6206878" y="2404828"/>
                  <a:ext cx="998991" cy="652175"/>
                  <a:chOff x="8940759" y="2985522"/>
                  <a:chExt cx="998991" cy="652175"/>
                </a:xfrm>
              </p:grpSpPr>
              <p:grpSp>
                <p:nvGrpSpPr>
                  <p:cNvPr id="186" name="群組 185">
                    <a:extLst>
                      <a:ext uri="{FF2B5EF4-FFF2-40B4-BE49-F238E27FC236}">
                        <a16:creationId xmlns:a16="http://schemas.microsoft.com/office/drawing/2014/main" id="{597C8A1C-9854-4328-ADD7-422D769955DB}"/>
                      </a:ext>
                    </a:extLst>
                  </p:cNvPr>
                  <p:cNvGrpSpPr/>
                  <p:nvPr/>
                </p:nvGrpSpPr>
                <p:grpSpPr>
                  <a:xfrm>
                    <a:off x="9188294" y="2985522"/>
                    <a:ext cx="602371" cy="369332"/>
                    <a:chOff x="9188294" y="2997768"/>
                    <a:chExt cx="602371" cy="415966"/>
                  </a:xfrm>
                </p:grpSpPr>
                <p:cxnSp>
                  <p:nvCxnSpPr>
                    <p:cNvPr id="188" name="直線單箭頭接點 187">
                      <a:extLst>
                        <a:ext uri="{FF2B5EF4-FFF2-40B4-BE49-F238E27FC236}">
                          <a16:creationId xmlns:a16="http://schemas.microsoft.com/office/drawing/2014/main" id="{561CA16E-9E16-443E-8682-AB536FC68D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8000000">
                      <a:off x="8980311" y="3205751"/>
                      <a:ext cx="41596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accent6"/>
                      </a:solidFill>
                      <a:prstDash val="lg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直線單箭頭接點 188">
                      <a:extLst>
                        <a:ext uri="{FF2B5EF4-FFF2-40B4-BE49-F238E27FC236}">
                          <a16:creationId xmlns:a16="http://schemas.microsoft.com/office/drawing/2014/main" id="{ABA48C6A-D601-4346-87B0-326337A396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8000000">
                      <a:off x="9181101" y="3205751"/>
                      <a:ext cx="41596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直線單箭頭接點 189">
                      <a:extLst>
                        <a:ext uri="{FF2B5EF4-FFF2-40B4-BE49-F238E27FC236}">
                          <a16:creationId xmlns:a16="http://schemas.microsoft.com/office/drawing/2014/main" id="{369E3511-883D-4C21-807A-6541463C66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8000000">
                      <a:off x="9381891" y="3205751"/>
                      <a:ext cx="415966" cy="0"/>
                    </a:xfrm>
                    <a:prstGeom prst="straightConnector1">
                      <a:avLst/>
                    </a:prstGeom>
                    <a:ln w="19050">
                      <a:solidFill>
                        <a:srgbClr val="7030A0"/>
                      </a:solidFill>
                      <a:prstDash val="lgDashDotDot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直線單箭頭接點 190">
                      <a:extLst>
                        <a:ext uri="{FF2B5EF4-FFF2-40B4-BE49-F238E27FC236}">
                          <a16:creationId xmlns:a16="http://schemas.microsoft.com/office/drawing/2014/main" id="{FD0BC52E-3EF0-4301-A7C4-F67B61BEE3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8000000">
                      <a:off x="9582682" y="3205751"/>
                      <a:ext cx="415966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C55A1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7" name="文字方塊 186">
                    <a:extLst>
                      <a:ext uri="{FF2B5EF4-FFF2-40B4-BE49-F238E27FC236}">
                        <a16:creationId xmlns:a16="http://schemas.microsoft.com/office/drawing/2014/main" id="{E7CA659B-5B8B-4249-BB3C-DB588F1808BE}"/>
                      </a:ext>
                    </a:extLst>
                  </p:cNvPr>
                  <p:cNvSpPr txBox="1"/>
                  <p:nvPr/>
                </p:nvSpPr>
                <p:spPr>
                  <a:xfrm>
                    <a:off x="8940759" y="3268365"/>
                    <a:ext cx="9989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/>
                      <a:t>1+0+0+2</a:t>
                    </a:r>
                    <a:endParaRPr lang="zh-TW" altLang="en-US" dirty="0"/>
                  </a:p>
                </p:txBody>
              </p:sp>
            </p:grpSp>
            <p:grpSp>
              <p:nvGrpSpPr>
                <p:cNvPr id="181" name="群組 180">
                  <a:extLst>
                    <a:ext uri="{FF2B5EF4-FFF2-40B4-BE49-F238E27FC236}">
                      <a16:creationId xmlns:a16="http://schemas.microsoft.com/office/drawing/2014/main" id="{B05FB543-B36B-4315-8F85-534577A58500}"/>
                    </a:ext>
                  </a:extLst>
                </p:cNvPr>
                <p:cNvGrpSpPr/>
                <p:nvPr/>
              </p:nvGrpSpPr>
              <p:grpSpPr>
                <a:xfrm>
                  <a:off x="6683296" y="1722927"/>
                  <a:ext cx="301686" cy="652175"/>
                  <a:chOff x="9306315" y="1837860"/>
                  <a:chExt cx="301686" cy="652175"/>
                </a:xfrm>
              </p:grpSpPr>
              <p:cxnSp>
                <p:nvCxnSpPr>
                  <p:cNvPr id="183" name="直線單箭頭接點 182">
                    <a:extLst>
                      <a:ext uri="{FF2B5EF4-FFF2-40B4-BE49-F238E27FC236}">
                        <a16:creationId xmlns:a16="http://schemas.microsoft.com/office/drawing/2014/main" id="{7334C9ED-2F5F-4524-AFA2-4A9DEFE3E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8000000">
                    <a:off x="9286988" y="2022526"/>
                    <a:ext cx="369332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5" name="文字方塊 184">
                    <a:extLst>
                      <a:ext uri="{FF2B5EF4-FFF2-40B4-BE49-F238E27FC236}">
                        <a16:creationId xmlns:a16="http://schemas.microsoft.com/office/drawing/2014/main" id="{37E3221F-6900-4859-BFCA-FC2ECB03BA6A}"/>
                      </a:ext>
                    </a:extLst>
                  </p:cNvPr>
                  <p:cNvSpPr txBox="1"/>
                  <p:nvPr/>
                </p:nvSpPr>
                <p:spPr>
                  <a:xfrm>
                    <a:off x="9306315" y="2120703"/>
                    <a:ext cx="3016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TW" dirty="0"/>
                      <a:t>2</a:t>
                    </a:r>
                    <a:endParaRPr lang="zh-TW" altLang="en-US" dirty="0"/>
                  </a:p>
                </p:txBody>
              </p:sp>
            </p:grpSp>
          </p:grpSp>
        </p:grpSp>
        <p:grpSp>
          <p:nvGrpSpPr>
            <p:cNvPr id="192" name="群組 191">
              <a:extLst>
                <a:ext uri="{FF2B5EF4-FFF2-40B4-BE49-F238E27FC236}">
                  <a16:creationId xmlns:a16="http://schemas.microsoft.com/office/drawing/2014/main" id="{6DADE85B-9000-454B-A050-6997166D7E9A}"/>
                </a:ext>
              </a:extLst>
            </p:cNvPr>
            <p:cNvGrpSpPr/>
            <p:nvPr/>
          </p:nvGrpSpPr>
          <p:grpSpPr>
            <a:xfrm>
              <a:off x="3388387" y="1927111"/>
              <a:ext cx="1610566" cy="1475329"/>
              <a:chOff x="7352643" y="1819230"/>
              <a:chExt cx="1610566" cy="1475329"/>
            </a:xfrm>
          </p:grpSpPr>
          <p:grpSp>
            <p:nvGrpSpPr>
              <p:cNvPr id="193" name="群組 192">
                <a:extLst>
                  <a:ext uri="{FF2B5EF4-FFF2-40B4-BE49-F238E27FC236}">
                    <a16:creationId xmlns:a16="http://schemas.microsoft.com/office/drawing/2014/main" id="{3C2EF01B-AD2E-4438-A38F-4156590AD001}"/>
                  </a:ext>
                </a:extLst>
              </p:cNvPr>
              <p:cNvGrpSpPr/>
              <p:nvPr/>
            </p:nvGrpSpPr>
            <p:grpSpPr>
              <a:xfrm>
                <a:off x="7352643" y="1819230"/>
                <a:ext cx="1610566" cy="688831"/>
                <a:chOff x="6973988" y="1821323"/>
                <a:chExt cx="1610566" cy="688831"/>
              </a:xfrm>
            </p:grpSpPr>
            <p:grpSp>
              <p:nvGrpSpPr>
                <p:cNvPr id="210" name="群組 209">
                  <a:extLst>
                    <a:ext uri="{FF2B5EF4-FFF2-40B4-BE49-F238E27FC236}">
                      <a16:creationId xmlns:a16="http://schemas.microsoft.com/office/drawing/2014/main" id="{17612B76-85B0-4E67-A116-55E659355F73}"/>
                    </a:ext>
                  </a:extLst>
                </p:cNvPr>
                <p:cNvGrpSpPr/>
                <p:nvPr/>
              </p:nvGrpSpPr>
              <p:grpSpPr>
                <a:xfrm>
                  <a:off x="7343880" y="1821323"/>
                  <a:ext cx="1240674" cy="688831"/>
                  <a:chOff x="3312678" y="1935045"/>
                  <a:chExt cx="1240674" cy="688831"/>
                </a:xfrm>
              </p:grpSpPr>
              <p:sp>
                <p:nvSpPr>
                  <p:cNvPr id="212" name="矩形: 圓角 211">
                    <a:extLst>
                      <a:ext uri="{FF2B5EF4-FFF2-40B4-BE49-F238E27FC236}">
                        <a16:creationId xmlns:a16="http://schemas.microsoft.com/office/drawing/2014/main" id="{C7EFE667-15F8-4922-8824-C5E930E31DD1}"/>
                      </a:ext>
                    </a:extLst>
                  </p:cNvPr>
                  <p:cNvSpPr/>
                  <p:nvPr/>
                </p:nvSpPr>
                <p:spPr>
                  <a:xfrm>
                    <a:off x="3312678" y="1935045"/>
                    <a:ext cx="1240674" cy="688831"/>
                  </a:xfrm>
                  <a:prstGeom prst="roundRect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213" name="直線單箭頭接點 212">
                    <a:extLst>
                      <a:ext uri="{FF2B5EF4-FFF2-40B4-BE49-F238E27FC236}">
                        <a16:creationId xmlns:a16="http://schemas.microsoft.com/office/drawing/2014/main" id="{25A6FCEC-4A5B-48CD-A738-B148499D737D}"/>
                      </a:ext>
                    </a:extLst>
                  </p:cNvPr>
                  <p:cNvCxnSpPr>
                    <a:cxnSpLocks/>
                    <a:stCxn id="221" idx="6"/>
                    <a:endCxn id="219" idx="2"/>
                  </p:cNvCxnSpPr>
                  <p:nvPr/>
                </p:nvCxnSpPr>
                <p:spPr>
                  <a:xfrm flipV="1">
                    <a:off x="3616193" y="2094500"/>
                    <a:ext cx="194224" cy="2360"/>
                  </a:xfrm>
                  <a:prstGeom prst="straightConnector1">
                    <a:avLst/>
                  </a:prstGeom>
                  <a:ln w="28575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直線單箭頭接點 213">
                    <a:extLst>
                      <a:ext uri="{FF2B5EF4-FFF2-40B4-BE49-F238E27FC236}">
                        <a16:creationId xmlns:a16="http://schemas.microsoft.com/office/drawing/2014/main" id="{CB321057-7187-48FD-9F56-209ADF6BEA7D}"/>
                      </a:ext>
                    </a:extLst>
                  </p:cNvPr>
                  <p:cNvCxnSpPr>
                    <a:cxnSpLocks/>
                    <a:stCxn id="219" idx="6"/>
                    <a:endCxn id="220" idx="2"/>
                  </p:cNvCxnSpPr>
                  <p:nvPr/>
                </p:nvCxnSpPr>
                <p:spPr>
                  <a:xfrm>
                    <a:off x="4074007" y="2094500"/>
                    <a:ext cx="190668" cy="0"/>
                  </a:xfrm>
                  <a:prstGeom prst="straightConnector1">
                    <a:avLst/>
                  </a:prstGeom>
                  <a:ln w="28575">
                    <a:solidFill>
                      <a:schemeClr val="accent1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直線單箭頭接點 214">
                    <a:extLst>
                      <a:ext uri="{FF2B5EF4-FFF2-40B4-BE49-F238E27FC236}">
                        <a16:creationId xmlns:a16="http://schemas.microsoft.com/office/drawing/2014/main" id="{167F63BD-7931-47B0-9043-22D2EC5A6E3F}"/>
                      </a:ext>
                    </a:extLst>
                  </p:cNvPr>
                  <p:cNvCxnSpPr>
                    <a:cxnSpLocks/>
                    <a:stCxn id="224" idx="6"/>
                    <a:endCxn id="222" idx="2"/>
                  </p:cNvCxnSpPr>
                  <p:nvPr/>
                </p:nvCxnSpPr>
                <p:spPr>
                  <a:xfrm flipV="1">
                    <a:off x="3616193" y="2466683"/>
                    <a:ext cx="193366" cy="236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直線單箭頭接點 215">
                    <a:extLst>
                      <a:ext uri="{FF2B5EF4-FFF2-40B4-BE49-F238E27FC236}">
                        <a16:creationId xmlns:a16="http://schemas.microsoft.com/office/drawing/2014/main" id="{7440AAB8-72F5-4049-B9A8-8E99E47DF3FC}"/>
                      </a:ext>
                    </a:extLst>
                  </p:cNvPr>
                  <p:cNvCxnSpPr>
                    <a:cxnSpLocks/>
                    <a:stCxn id="222" idx="6"/>
                    <a:endCxn id="223" idx="2"/>
                  </p:cNvCxnSpPr>
                  <p:nvPr/>
                </p:nvCxnSpPr>
                <p:spPr>
                  <a:xfrm>
                    <a:off x="4073149" y="2466683"/>
                    <a:ext cx="191526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直線單箭頭接點 216">
                    <a:extLst>
                      <a:ext uri="{FF2B5EF4-FFF2-40B4-BE49-F238E27FC236}">
                        <a16:creationId xmlns:a16="http://schemas.microsoft.com/office/drawing/2014/main" id="{371B712B-CD3D-4671-ABE9-9217395D46DD}"/>
                      </a:ext>
                    </a:extLst>
                  </p:cNvPr>
                  <p:cNvCxnSpPr>
                    <a:cxnSpLocks/>
                    <a:stCxn id="224" idx="7"/>
                    <a:endCxn id="219" idx="3"/>
                  </p:cNvCxnSpPr>
                  <p:nvPr/>
                </p:nvCxnSpPr>
                <p:spPr>
                  <a:xfrm flipV="1">
                    <a:off x="3577591" y="2187693"/>
                    <a:ext cx="271428" cy="188157"/>
                  </a:xfrm>
                  <a:prstGeom prst="straightConnector1">
                    <a:avLst/>
                  </a:prstGeom>
                  <a:ln w="28575">
                    <a:solidFill>
                      <a:srgbClr val="2F5597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直線單箭頭接點 217">
                    <a:extLst>
                      <a:ext uri="{FF2B5EF4-FFF2-40B4-BE49-F238E27FC236}">
                        <a16:creationId xmlns:a16="http://schemas.microsoft.com/office/drawing/2014/main" id="{D86F943A-D6F9-4E14-8B75-CAD7A7337F6D}"/>
                      </a:ext>
                    </a:extLst>
                  </p:cNvPr>
                  <p:cNvCxnSpPr>
                    <a:cxnSpLocks/>
                    <a:stCxn id="219" idx="5"/>
                    <a:endCxn id="223" idx="1"/>
                  </p:cNvCxnSpPr>
                  <p:nvPr/>
                </p:nvCxnSpPr>
                <p:spPr>
                  <a:xfrm>
                    <a:off x="4035405" y="2187693"/>
                    <a:ext cx="267872" cy="185797"/>
                  </a:xfrm>
                  <a:prstGeom prst="straightConnector1">
                    <a:avLst/>
                  </a:prstGeom>
                  <a:ln w="28575">
                    <a:solidFill>
                      <a:srgbClr val="2F5597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9" name="橢圓 218">
                    <a:extLst>
                      <a:ext uri="{FF2B5EF4-FFF2-40B4-BE49-F238E27FC236}">
                        <a16:creationId xmlns:a16="http://schemas.microsoft.com/office/drawing/2014/main" id="{516EEF7E-AF19-47C8-BA31-CE88FAE421AB}"/>
                      </a:ext>
                    </a:extLst>
                  </p:cNvPr>
                  <p:cNvSpPr/>
                  <p:nvPr/>
                </p:nvSpPr>
                <p:spPr>
                  <a:xfrm>
                    <a:off x="3810417" y="196270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C</a:t>
                    </a:r>
                    <a:endParaRPr lang="zh-TW" altLang="en-US" dirty="0"/>
                  </a:p>
                </p:txBody>
              </p:sp>
              <p:sp>
                <p:nvSpPr>
                  <p:cNvPr id="220" name="橢圓 219">
                    <a:extLst>
                      <a:ext uri="{FF2B5EF4-FFF2-40B4-BE49-F238E27FC236}">
                        <a16:creationId xmlns:a16="http://schemas.microsoft.com/office/drawing/2014/main" id="{F801F922-AE5C-488E-9E9A-D716828C55EE}"/>
                      </a:ext>
                    </a:extLst>
                  </p:cNvPr>
                  <p:cNvSpPr/>
                  <p:nvPr/>
                </p:nvSpPr>
                <p:spPr>
                  <a:xfrm>
                    <a:off x="4264675" y="196270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T</a:t>
                    </a:r>
                    <a:endParaRPr lang="zh-TW" altLang="en-US" dirty="0"/>
                  </a:p>
                </p:txBody>
              </p:sp>
              <p:sp>
                <p:nvSpPr>
                  <p:cNvPr id="221" name="橢圓 220">
                    <a:extLst>
                      <a:ext uri="{FF2B5EF4-FFF2-40B4-BE49-F238E27FC236}">
                        <a16:creationId xmlns:a16="http://schemas.microsoft.com/office/drawing/2014/main" id="{D8513FAA-4D75-42BC-BA7C-4CCF5634CDF1}"/>
                      </a:ext>
                    </a:extLst>
                  </p:cNvPr>
                  <p:cNvSpPr/>
                  <p:nvPr/>
                </p:nvSpPr>
                <p:spPr>
                  <a:xfrm>
                    <a:off x="3352603" y="196506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A</a:t>
                    </a:r>
                    <a:endParaRPr lang="zh-TW" altLang="en-US" dirty="0"/>
                  </a:p>
                </p:txBody>
              </p:sp>
              <p:sp>
                <p:nvSpPr>
                  <p:cNvPr id="222" name="橢圓 221">
                    <a:extLst>
                      <a:ext uri="{FF2B5EF4-FFF2-40B4-BE49-F238E27FC236}">
                        <a16:creationId xmlns:a16="http://schemas.microsoft.com/office/drawing/2014/main" id="{F3F31F15-C5A1-483E-8ED3-732E849284FE}"/>
                      </a:ext>
                    </a:extLst>
                  </p:cNvPr>
                  <p:cNvSpPr/>
                  <p:nvPr/>
                </p:nvSpPr>
                <p:spPr>
                  <a:xfrm>
                    <a:off x="3809559" y="2334888"/>
                    <a:ext cx="263590" cy="263590"/>
                  </a:xfrm>
                  <a:prstGeom prst="ellipse">
                    <a:avLst/>
                  </a:prstGeom>
                  <a:solidFill>
                    <a:srgbClr val="C55A11"/>
                  </a:solidFill>
                  <a:ln w="19050">
                    <a:solidFill>
                      <a:srgbClr val="C55A1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23" name="橢圓 222">
                    <a:extLst>
                      <a:ext uri="{FF2B5EF4-FFF2-40B4-BE49-F238E27FC236}">
                        <a16:creationId xmlns:a16="http://schemas.microsoft.com/office/drawing/2014/main" id="{3BB7482E-A1C8-4F2A-98B4-2923F4476269}"/>
                      </a:ext>
                    </a:extLst>
                  </p:cNvPr>
                  <p:cNvSpPr/>
                  <p:nvPr/>
                </p:nvSpPr>
                <p:spPr>
                  <a:xfrm>
                    <a:off x="4264675" y="2334888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24" name="橢圓 223">
                    <a:extLst>
                      <a:ext uri="{FF2B5EF4-FFF2-40B4-BE49-F238E27FC236}">
                        <a16:creationId xmlns:a16="http://schemas.microsoft.com/office/drawing/2014/main" id="{D8D1C3BA-BB7E-46D5-9F6C-356061BB1959}"/>
                      </a:ext>
                    </a:extLst>
                  </p:cNvPr>
                  <p:cNvSpPr/>
                  <p:nvPr/>
                </p:nvSpPr>
                <p:spPr>
                  <a:xfrm>
                    <a:off x="3352603" y="2337248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1" name="文字方塊 210">
                      <a:extLst>
                        <a:ext uri="{FF2B5EF4-FFF2-40B4-BE49-F238E27FC236}">
                          <a16:creationId xmlns:a16="http://schemas.microsoft.com/office/drawing/2014/main" id="{F7CB44E3-C230-44F9-AC14-E4E40A1657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73988" y="1981072"/>
                      <a:ext cx="53431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>
                      <a:defPPr>
                        <a:defRPr lang="zh-TW"/>
                      </a:defPPr>
                      <a:lvl1pPr>
                        <a:defRPr>
                          <a:solidFill>
                            <a:srgbClr val="C55A11"/>
                          </a:solidFill>
                        </a:defRPr>
                      </a:lvl1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US" altLang="zh-TW" sz="1800" b="0" i="1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TW" sz="1800" b="0" i="1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kumimoji="0" lang="en-US" altLang="zh-TW" sz="1800" b="0" i="1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800" b="0" i="1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𝐻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altLang="zh-TW" sz="1800" b="0" i="0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軟正黑體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45" name="文字方塊 344">
                      <a:extLst>
                        <a:ext uri="{FF2B5EF4-FFF2-40B4-BE49-F238E27FC236}">
                          <a16:creationId xmlns:a16="http://schemas.microsoft.com/office/drawing/2014/main" id="{71B5C0B2-A6A7-45FF-9EE8-D7F2927C191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73988" y="1981072"/>
                      <a:ext cx="534313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94" name="群組 193">
                <a:extLst>
                  <a:ext uri="{FF2B5EF4-FFF2-40B4-BE49-F238E27FC236}">
                    <a16:creationId xmlns:a16="http://schemas.microsoft.com/office/drawing/2014/main" id="{35EF06B1-449D-4F42-90A5-48D25FBD7AB6}"/>
                  </a:ext>
                </a:extLst>
              </p:cNvPr>
              <p:cNvGrpSpPr/>
              <p:nvPr/>
            </p:nvGrpSpPr>
            <p:grpSpPr>
              <a:xfrm>
                <a:off x="7352643" y="2605728"/>
                <a:ext cx="1610566" cy="688831"/>
                <a:chOff x="6973988" y="2607821"/>
                <a:chExt cx="1610566" cy="688831"/>
              </a:xfrm>
            </p:grpSpPr>
            <p:grpSp>
              <p:nvGrpSpPr>
                <p:cNvPr id="195" name="群組 194">
                  <a:extLst>
                    <a:ext uri="{FF2B5EF4-FFF2-40B4-BE49-F238E27FC236}">
                      <a16:creationId xmlns:a16="http://schemas.microsoft.com/office/drawing/2014/main" id="{5F569E75-A3F5-49F1-8877-94CB9741CB44}"/>
                    </a:ext>
                  </a:extLst>
                </p:cNvPr>
                <p:cNvGrpSpPr/>
                <p:nvPr/>
              </p:nvGrpSpPr>
              <p:grpSpPr>
                <a:xfrm>
                  <a:off x="7343880" y="2607821"/>
                  <a:ext cx="1240674" cy="688831"/>
                  <a:chOff x="3312678" y="1935045"/>
                  <a:chExt cx="1240674" cy="688831"/>
                </a:xfrm>
              </p:grpSpPr>
              <p:sp>
                <p:nvSpPr>
                  <p:cNvPr id="197" name="矩形: 圓角 196">
                    <a:extLst>
                      <a:ext uri="{FF2B5EF4-FFF2-40B4-BE49-F238E27FC236}">
                        <a16:creationId xmlns:a16="http://schemas.microsoft.com/office/drawing/2014/main" id="{475BA507-4C41-4C9D-88D7-13AD1233CCB8}"/>
                      </a:ext>
                    </a:extLst>
                  </p:cNvPr>
                  <p:cNvSpPr/>
                  <p:nvPr/>
                </p:nvSpPr>
                <p:spPr>
                  <a:xfrm>
                    <a:off x="3312678" y="1935045"/>
                    <a:ext cx="1240674" cy="688831"/>
                  </a:xfrm>
                  <a:prstGeom prst="roundRect">
                    <a:avLst/>
                  </a:prstGeom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cxnSp>
                <p:nvCxnSpPr>
                  <p:cNvPr id="198" name="直線單箭頭接點 197">
                    <a:extLst>
                      <a:ext uri="{FF2B5EF4-FFF2-40B4-BE49-F238E27FC236}">
                        <a16:creationId xmlns:a16="http://schemas.microsoft.com/office/drawing/2014/main" id="{6F339242-423C-4F3C-86E8-475F2ABF2A9F}"/>
                      </a:ext>
                    </a:extLst>
                  </p:cNvPr>
                  <p:cNvCxnSpPr>
                    <a:cxnSpLocks/>
                    <a:stCxn id="206" idx="5"/>
                    <a:endCxn id="207" idx="1"/>
                  </p:cNvCxnSpPr>
                  <p:nvPr/>
                </p:nvCxnSpPr>
                <p:spPr>
                  <a:xfrm>
                    <a:off x="3577591" y="2190053"/>
                    <a:ext cx="270570" cy="183437"/>
                  </a:xfrm>
                  <a:prstGeom prst="straightConnector1">
                    <a:avLst/>
                  </a:prstGeom>
                  <a:ln w="28575">
                    <a:solidFill>
                      <a:schemeClr val="accent1">
                        <a:lumMod val="60000"/>
                        <a:lumOff val="4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9" name="直線單箭頭接點 198">
                    <a:extLst>
                      <a:ext uri="{FF2B5EF4-FFF2-40B4-BE49-F238E27FC236}">
                        <a16:creationId xmlns:a16="http://schemas.microsoft.com/office/drawing/2014/main" id="{0D6A76E2-610B-4F24-A8B9-D165BF271183}"/>
                      </a:ext>
                    </a:extLst>
                  </p:cNvPr>
                  <p:cNvCxnSpPr>
                    <a:cxnSpLocks/>
                    <a:stCxn id="207" idx="7"/>
                    <a:endCxn id="205" idx="3"/>
                  </p:cNvCxnSpPr>
                  <p:nvPr/>
                </p:nvCxnSpPr>
                <p:spPr>
                  <a:xfrm flipV="1">
                    <a:off x="4034547" y="2187693"/>
                    <a:ext cx="268730" cy="185797"/>
                  </a:xfrm>
                  <a:prstGeom prst="straightConnector1">
                    <a:avLst/>
                  </a:prstGeom>
                  <a:ln w="28575">
                    <a:solidFill>
                      <a:schemeClr val="accent1">
                        <a:lumMod val="60000"/>
                        <a:lumOff val="4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直線單箭頭接點 199">
                    <a:extLst>
                      <a:ext uri="{FF2B5EF4-FFF2-40B4-BE49-F238E27FC236}">
                        <a16:creationId xmlns:a16="http://schemas.microsoft.com/office/drawing/2014/main" id="{6D9643B7-BB6E-46CF-A6DF-9F8B5FC8EF0B}"/>
                      </a:ext>
                    </a:extLst>
                  </p:cNvPr>
                  <p:cNvCxnSpPr>
                    <a:cxnSpLocks/>
                    <a:stCxn id="209" idx="6"/>
                    <a:endCxn id="207" idx="2"/>
                  </p:cNvCxnSpPr>
                  <p:nvPr/>
                </p:nvCxnSpPr>
                <p:spPr>
                  <a:xfrm flipV="1">
                    <a:off x="3616193" y="2466683"/>
                    <a:ext cx="193366" cy="236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直線單箭頭接點 200">
                    <a:extLst>
                      <a:ext uri="{FF2B5EF4-FFF2-40B4-BE49-F238E27FC236}">
                        <a16:creationId xmlns:a16="http://schemas.microsoft.com/office/drawing/2014/main" id="{A57B5872-A3EB-4C7B-A261-7E85AE085FDC}"/>
                      </a:ext>
                    </a:extLst>
                  </p:cNvPr>
                  <p:cNvCxnSpPr>
                    <a:cxnSpLocks/>
                    <a:stCxn id="207" idx="6"/>
                    <a:endCxn id="208" idx="2"/>
                  </p:cNvCxnSpPr>
                  <p:nvPr/>
                </p:nvCxnSpPr>
                <p:spPr>
                  <a:xfrm>
                    <a:off x="4073149" y="2466683"/>
                    <a:ext cx="191526" cy="0"/>
                  </a:xfrm>
                  <a:prstGeom prst="straightConnector1">
                    <a:avLst/>
                  </a:prstGeom>
                  <a:ln w="28575">
                    <a:solidFill>
                      <a:srgbClr val="C55A1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" name="直線單箭頭接點 201">
                    <a:extLst>
                      <a:ext uri="{FF2B5EF4-FFF2-40B4-BE49-F238E27FC236}">
                        <a16:creationId xmlns:a16="http://schemas.microsoft.com/office/drawing/2014/main" id="{EBCA9E49-1C1B-4DFD-983E-8ADFFE997AD6}"/>
                      </a:ext>
                    </a:extLst>
                  </p:cNvPr>
                  <p:cNvCxnSpPr>
                    <a:cxnSpLocks/>
                    <a:stCxn id="209" idx="7"/>
                    <a:endCxn id="204" idx="3"/>
                  </p:cNvCxnSpPr>
                  <p:nvPr/>
                </p:nvCxnSpPr>
                <p:spPr>
                  <a:xfrm flipV="1">
                    <a:off x="3577591" y="2187693"/>
                    <a:ext cx="271428" cy="188157"/>
                  </a:xfrm>
                  <a:prstGeom prst="straightConnector1">
                    <a:avLst/>
                  </a:prstGeom>
                  <a:ln w="28575">
                    <a:solidFill>
                      <a:srgbClr val="2F5597"/>
                    </a:solidFill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直線單箭頭接點 202">
                    <a:extLst>
                      <a:ext uri="{FF2B5EF4-FFF2-40B4-BE49-F238E27FC236}">
                        <a16:creationId xmlns:a16="http://schemas.microsoft.com/office/drawing/2014/main" id="{CB9AE170-A343-4D0A-BB3D-C54FE8BE7E5E}"/>
                      </a:ext>
                    </a:extLst>
                  </p:cNvPr>
                  <p:cNvCxnSpPr>
                    <a:cxnSpLocks/>
                    <a:stCxn id="204" idx="5"/>
                    <a:endCxn id="208" idx="1"/>
                  </p:cNvCxnSpPr>
                  <p:nvPr/>
                </p:nvCxnSpPr>
                <p:spPr>
                  <a:xfrm>
                    <a:off x="4035405" y="2187693"/>
                    <a:ext cx="267872" cy="185797"/>
                  </a:xfrm>
                  <a:prstGeom prst="straightConnector1">
                    <a:avLst/>
                  </a:prstGeom>
                  <a:ln w="28575">
                    <a:solidFill>
                      <a:srgbClr val="2F5597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4" name="橢圓 203">
                    <a:extLst>
                      <a:ext uri="{FF2B5EF4-FFF2-40B4-BE49-F238E27FC236}">
                        <a16:creationId xmlns:a16="http://schemas.microsoft.com/office/drawing/2014/main" id="{F0EAA6F8-A9EB-45A7-8742-2F705393D6EC}"/>
                      </a:ext>
                    </a:extLst>
                  </p:cNvPr>
                  <p:cNvSpPr/>
                  <p:nvPr/>
                </p:nvSpPr>
                <p:spPr>
                  <a:xfrm>
                    <a:off x="3810417" y="196270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C</a:t>
                    </a:r>
                    <a:endParaRPr lang="zh-TW" altLang="en-US" dirty="0"/>
                  </a:p>
                </p:txBody>
              </p:sp>
              <p:sp>
                <p:nvSpPr>
                  <p:cNvPr id="205" name="橢圓 204">
                    <a:extLst>
                      <a:ext uri="{FF2B5EF4-FFF2-40B4-BE49-F238E27FC236}">
                        <a16:creationId xmlns:a16="http://schemas.microsoft.com/office/drawing/2014/main" id="{68F26A0B-8701-4835-A87F-79180A4DBA34}"/>
                      </a:ext>
                    </a:extLst>
                  </p:cNvPr>
                  <p:cNvSpPr/>
                  <p:nvPr/>
                </p:nvSpPr>
                <p:spPr>
                  <a:xfrm>
                    <a:off x="4264675" y="196270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T</a:t>
                    </a:r>
                    <a:endParaRPr lang="zh-TW" altLang="en-US" dirty="0"/>
                  </a:p>
                </p:txBody>
              </p:sp>
              <p:sp>
                <p:nvSpPr>
                  <p:cNvPr id="206" name="橢圓 205">
                    <a:extLst>
                      <a:ext uri="{FF2B5EF4-FFF2-40B4-BE49-F238E27FC236}">
                        <a16:creationId xmlns:a16="http://schemas.microsoft.com/office/drawing/2014/main" id="{9D0B5B21-9740-4A23-81FA-55BFF03E160C}"/>
                      </a:ext>
                    </a:extLst>
                  </p:cNvPr>
                  <p:cNvSpPr/>
                  <p:nvPr/>
                </p:nvSpPr>
                <p:spPr>
                  <a:xfrm>
                    <a:off x="3352603" y="1965065"/>
                    <a:ext cx="263590" cy="263590"/>
                  </a:xfrm>
                  <a:prstGeom prst="ellipse">
                    <a:avLst/>
                  </a:prstGeom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/>
                      <a:t>A</a:t>
                    </a:r>
                    <a:endParaRPr lang="zh-TW" altLang="en-US" dirty="0"/>
                  </a:p>
                </p:txBody>
              </p:sp>
              <p:sp>
                <p:nvSpPr>
                  <p:cNvPr id="207" name="橢圓 206">
                    <a:extLst>
                      <a:ext uri="{FF2B5EF4-FFF2-40B4-BE49-F238E27FC236}">
                        <a16:creationId xmlns:a16="http://schemas.microsoft.com/office/drawing/2014/main" id="{3F336944-D6DD-417C-868C-99C78112F021}"/>
                      </a:ext>
                    </a:extLst>
                  </p:cNvPr>
                  <p:cNvSpPr/>
                  <p:nvPr/>
                </p:nvSpPr>
                <p:spPr>
                  <a:xfrm>
                    <a:off x="3809559" y="2334888"/>
                    <a:ext cx="263590" cy="263590"/>
                  </a:xfrm>
                  <a:prstGeom prst="ellipse">
                    <a:avLst/>
                  </a:prstGeom>
                  <a:solidFill>
                    <a:srgbClr val="C55A11"/>
                  </a:solidFill>
                  <a:ln w="19050">
                    <a:solidFill>
                      <a:srgbClr val="C55A1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T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8" name="橢圓 207">
                    <a:extLst>
                      <a:ext uri="{FF2B5EF4-FFF2-40B4-BE49-F238E27FC236}">
                        <a16:creationId xmlns:a16="http://schemas.microsoft.com/office/drawing/2014/main" id="{38322530-4F51-43F3-9965-66A5D88E4BC0}"/>
                      </a:ext>
                    </a:extLst>
                  </p:cNvPr>
                  <p:cNvSpPr/>
                  <p:nvPr/>
                </p:nvSpPr>
                <p:spPr>
                  <a:xfrm>
                    <a:off x="4264675" y="2334888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9" name="橢圓 208">
                    <a:extLst>
                      <a:ext uri="{FF2B5EF4-FFF2-40B4-BE49-F238E27FC236}">
                        <a16:creationId xmlns:a16="http://schemas.microsoft.com/office/drawing/2014/main" id="{1F833D12-3C46-4482-9A5C-D94BA6908C99}"/>
                      </a:ext>
                    </a:extLst>
                  </p:cNvPr>
                  <p:cNvSpPr/>
                  <p:nvPr/>
                </p:nvSpPr>
                <p:spPr>
                  <a:xfrm>
                    <a:off x="3352603" y="2337248"/>
                    <a:ext cx="263590" cy="263590"/>
                  </a:xfrm>
                  <a:prstGeom prst="ellipse">
                    <a:avLst/>
                  </a:prstGeom>
                  <a:solidFill>
                    <a:srgbClr val="2F5597"/>
                  </a:solidFill>
                  <a:ln w="19050"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bg1"/>
                        </a:solidFill>
                      </a:rPr>
                      <a:t>G</a:t>
                    </a:r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6" name="文字方塊 195">
                      <a:extLst>
                        <a:ext uri="{FF2B5EF4-FFF2-40B4-BE49-F238E27FC236}">
                          <a16:creationId xmlns:a16="http://schemas.microsoft.com/office/drawing/2014/main" id="{715E45A2-955F-49F0-ABEF-A5ED93D914E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73988" y="2767570"/>
                      <a:ext cx="533736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>
                      <a:defPPr>
                        <a:defRPr lang="zh-TW"/>
                      </a:defPPr>
                      <a:lvl1pPr>
                        <a:defRPr>
                          <a:solidFill>
                            <a:srgbClr val="C55A11"/>
                          </a:solidFill>
                        </a:defRPr>
                      </a:lvl1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0" lang="en-US" altLang="zh-TW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kumimoji="0" lang="en-US" altLang="zh-TW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kumimoji="0" lang="en-US" altLang="zh-TW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altLang="zh-TW" sz="1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𝑁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en-US" altLang="zh-TW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微軟正黑體"/>
                        <a:cs typeface="+mn-cs"/>
                      </a:endParaRPr>
                    </a:p>
                  </p:txBody>
                </p:sp>
              </mc:Choice>
              <mc:Fallback xmlns="">
                <p:sp>
                  <p:nvSpPr>
                    <p:cNvPr id="381" name="文字方塊 380">
                      <a:extLst>
                        <a:ext uri="{FF2B5EF4-FFF2-40B4-BE49-F238E27FC236}">
                          <a16:creationId xmlns:a16="http://schemas.microsoft.com/office/drawing/2014/main" id="{59965AD8-E16F-4483-BABB-E1FD43B13B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73988" y="2767570"/>
                      <a:ext cx="533736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225" name="箭號: 向右 224">
              <a:extLst>
                <a:ext uri="{FF2B5EF4-FFF2-40B4-BE49-F238E27FC236}">
                  <a16:creationId xmlns:a16="http://schemas.microsoft.com/office/drawing/2014/main" id="{706AF495-8DAC-491F-8F19-7AA5B0850B54}"/>
                </a:ext>
              </a:extLst>
            </p:cNvPr>
            <p:cNvSpPr/>
            <p:nvPr/>
          </p:nvSpPr>
          <p:spPr>
            <a:xfrm rot="19800000">
              <a:off x="5144655" y="2000455"/>
              <a:ext cx="180000" cy="180000"/>
            </a:xfrm>
            <a:prstGeom prst="rightArrow">
              <a:avLst/>
            </a:prstGeom>
            <a:solidFill>
              <a:srgbClr val="A6A6A6"/>
            </a:solidFill>
            <a:ln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lt1"/>
                </a:solidFill>
              </a:endParaRPr>
            </a:p>
          </p:txBody>
        </p:sp>
        <p:cxnSp>
          <p:nvCxnSpPr>
            <p:cNvPr id="226" name="直線接點 225">
              <a:extLst>
                <a:ext uri="{FF2B5EF4-FFF2-40B4-BE49-F238E27FC236}">
                  <a16:creationId xmlns:a16="http://schemas.microsoft.com/office/drawing/2014/main" id="{AEDBDA91-4707-4F98-AB09-DBBB4F89A979}"/>
                </a:ext>
              </a:extLst>
            </p:cNvPr>
            <p:cNvCxnSpPr/>
            <p:nvPr/>
          </p:nvCxnSpPr>
          <p:spPr>
            <a:xfrm>
              <a:off x="3428301" y="2298588"/>
              <a:ext cx="335535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CECC677-FEFB-4A66-A616-A79478FA4A4E}"/>
                  </a:ext>
                </a:extLst>
              </p:cNvPr>
              <p:cNvSpPr txBox="1"/>
              <p:nvPr/>
            </p:nvSpPr>
            <p:spPr>
              <a:xfrm>
                <a:off x="3419424" y="3491031"/>
                <a:ext cx="3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l-GR" dirty="0" smtClean="0"/>
                        <m:t>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CECC677-FEFB-4A66-A616-A79478FA4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24" y="3491031"/>
                <a:ext cx="3483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83B41433-719D-440C-8296-E79102748A78}"/>
              </a:ext>
            </a:extLst>
          </p:cNvPr>
          <p:cNvCxnSpPr>
            <a:cxnSpLocks/>
          </p:cNvCxnSpPr>
          <p:nvPr/>
        </p:nvCxnSpPr>
        <p:spPr>
          <a:xfrm>
            <a:off x="6962143" y="3856910"/>
            <a:ext cx="0" cy="2412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CCD805B8-1FA5-415F-A8F3-414CE478A916}"/>
                  </a:ext>
                </a:extLst>
              </p:cNvPr>
              <p:cNvSpPr txBox="1"/>
              <p:nvPr/>
            </p:nvSpPr>
            <p:spPr>
              <a:xfrm>
                <a:off x="6787993" y="3491031"/>
                <a:ext cx="3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l-GR" dirty="0" smtClean="0"/>
                        <m:t>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CCD805B8-1FA5-415F-A8F3-414CE478A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993" y="3491031"/>
                <a:ext cx="3483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9BB84D2B-244F-4511-9BA6-634A56A8E59F}"/>
                  </a:ext>
                </a:extLst>
              </p:cNvPr>
              <p:cNvSpPr txBox="1"/>
              <p:nvPr/>
            </p:nvSpPr>
            <p:spPr>
              <a:xfrm>
                <a:off x="10837215" y="1067820"/>
                <a:ext cx="3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l-GR" dirty="0" smtClean="0"/>
                        <m:t>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9BB84D2B-244F-4511-9BA6-634A56A8E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215" y="1067820"/>
                <a:ext cx="3483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9" name="群組 238">
            <a:extLst>
              <a:ext uri="{FF2B5EF4-FFF2-40B4-BE49-F238E27FC236}">
                <a16:creationId xmlns:a16="http://schemas.microsoft.com/office/drawing/2014/main" id="{D742BECA-49A8-42EB-8EF4-F0E77D71FE43}"/>
              </a:ext>
            </a:extLst>
          </p:cNvPr>
          <p:cNvGrpSpPr/>
          <p:nvPr/>
        </p:nvGrpSpPr>
        <p:grpSpPr>
          <a:xfrm>
            <a:off x="9842798" y="1433699"/>
            <a:ext cx="1168567" cy="4653336"/>
            <a:chOff x="9842798" y="1433699"/>
            <a:chExt cx="1168567" cy="2412385"/>
          </a:xfrm>
        </p:grpSpPr>
        <p:cxnSp>
          <p:nvCxnSpPr>
            <p:cNvPr id="235" name="直線接點 234">
              <a:extLst>
                <a:ext uri="{FF2B5EF4-FFF2-40B4-BE49-F238E27FC236}">
                  <a16:creationId xmlns:a16="http://schemas.microsoft.com/office/drawing/2014/main" id="{CEA3A046-A99B-4CC2-908B-D7BE30121AB5}"/>
                </a:ext>
              </a:extLst>
            </p:cNvPr>
            <p:cNvCxnSpPr>
              <a:cxnSpLocks/>
            </p:cNvCxnSpPr>
            <p:nvPr/>
          </p:nvCxnSpPr>
          <p:spPr>
            <a:xfrm>
              <a:off x="11011365" y="1433699"/>
              <a:ext cx="0" cy="2412385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線接點 236">
              <a:extLst>
                <a:ext uri="{FF2B5EF4-FFF2-40B4-BE49-F238E27FC236}">
                  <a16:creationId xmlns:a16="http://schemas.microsoft.com/office/drawing/2014/main" id="{FAC92BA3-2D5E-4EF6-B217-08311E9D2773}"/>
                </a:ext>
              </a:extLst>
            </p:cNvPr>
            <p:cNvCxnSpPr>
              <a:cxnSpLocks/>
            </p:cNvCxnSpPr>
            <p:nvPr/>
          </p:nvCxnSpPr>
          <p:spPr>
            <a:xfrm>
              <a:off x="9842798" y="1433699"/>
              <a:ext cx="0" cy="2412385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文字方塊 237">
                <a:extLst>
                  <a:ext uri="{FF2B5EF4-FFF2-40B4-BE49-F238E27FC236}">
                    <a16:creationId xmlns:a16="http://schemas.microsoft.com/office/drawing/2014/main" id="{DE663ACA-A701-429E-BC4C-FD1EA4565542}"/>
                  </a:ext>
                </a:extLst>
              </p:cNvPr>
              <p:cNvSpPr txBox="1"/>
              <p:nvPr/>
            </p:nvSpPr>
            <p:spPr>
              <a:xfrm>
                <a:off x="9668648" y="1067820"/>
                <a:ext cx="3483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TW" altLang="el-GR" dirty="0" smtClean="0"/>
                        <m:t>𝜏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8" name="文字方塊 237">
                <a:extLst>
                  <a:ext uri="{FF2B5EF4-FFF2-40B4-BE49-F238E27FC236}">
                    <a16:creationId xmlns:a16="http://schemas.microsoft.com/office/drawing/2014/main" id="{DE663ACA-A701-429E-BC4C-FD1EA4565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648" y="1067820"/>
                <a:ext cx="3483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998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8CBBFC1-541D-4F52-9849-E9D65F17D7F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0" lang="en-US" altLang="zh-TW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軟正黑體 Light"/>
                    <a:cs typeface="+mj-cs"/>
                  </a:rPr>
                  <a:t>Somatic Variant Calling</a:t>
                </a:r>
                <a:r>
                  <a:rPr kumimoji="0" lang="zh-TW" altLang="en-US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軟正黑體 Light"/>
                    <a:cs typeface="+mj-cs"/>
                  </a:rPr>
                  <a:t> </a:t>
                </a:r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軟正黑體 Light"/>
                    <a:cs typeface="+mj-cs"/>
                  </a:rPr>
                  <a:t>:</a:t>
                </a:r>
                <a:r>
                  <a:rPr kumimoji="0" lang="zh-TW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軟正黑體 Light"/>
                    <a:cs typeface="+mj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TW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j-cs"/>
                          </a:rPr>
                          <m:t>V</m:t>
                        </m:r>
                      </m:e>
                      <m:sub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j-cs"/>
                          </a:rPr>
                          <m:t> </m:t>
                        </m:r>
                        <m:r>
                          <a:rPr kumimoji="0" lang="en-US" altLang="zh-TW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sub>
                    </m:sSub>
                    <m:r>
                      <a:rPr kumimoji="0" lang="en-US" altLang="zh-TW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kumimoji="0" lang="en-US" altLang="zh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/>
                    <a:ea typeface="微軟正黑體 Light"/>
                    <a:cs typeface="+mj-cs"/>
                  </a:rPr>
                  <a:t>Somatic Variant Detection Formula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B8CBBFC1-541D-4F52-9849-E9D65F17D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 t="-11852" b="-318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79F7E0-8F62-4C39-9210-921832BB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42</a:t>
            </a:fld>
            <a:endParaRPr lang="zh-TW" altLang="en-US"/>
          </a:p>
        </p:txBody>
      </p:sp>
      <p:pic>
        <p:nvPicPr>
          <p:cNvPr id="5" name="內容版面配置區 8">
            <a:extLst>
              <a:ext uri="{FF2B5EF4-FFF2-40B4-BE49-F238E27FC236}">
                <a16:creationId xmlns:a16="http://schemas.microsoft.com/office/drawing/2014/main" id="{164E26FC-06F0-42EE-958A-7095C9444A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8532" y="2682340"/>
            <a:ext cx="6855547" cy="2742218"/>
          </a:xfrm>
          <a:prstGeom prst="rect">
            <a:avLst/>
          </a:prstGeom>
        </p:spPr>
      </p:pic>
      <p:pic>
        <p:nvPicPr>
          <p:cNvPr id="6" name="內容版面配置區 6">
            <a:extLst>
              <a:ext uri="{FF2B5EF4-FFF2-40B4-BE49-F238E27FC236}">
                <a16:creationId xmlns:a16="http://schemas.microsoft.com/office/drawing/2014/main" id="{004CD9FD-1006-4E94-A34B-55B5614516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06949" y="1484730"/>
            <a:ext cx="2363288" cy="472657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851CDD3-DBFD-4DB5-B215-25E77CA62053}"/>
              </a:ext>
            </a:extLst>
          </p:cNvPr>
          <p:cNvSpPr txBox="1"/>
          <p:nvPr/>
        </p:nvSpPr>
        <p:spPr>
          <a:xfrm>
            <a:off x="8604905" y="17678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2E282BE-ABF7-48B5-ACD1-1E0CCF74082A}"/>
              </a:ext>
            </a:extLst>
          </p:cNvPr>
          <p:cNvSpPr txBox="1"/>
          <p:nvPr/>
        </p:nvSpPr>
        <p:spPr>
          <a:xfrm>
            <a:off x="8517542" y="268234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0.8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5E760F-07D3-415B-889E-3C9CAE2EA819}"/>
              </a:ext>
            </a:extLst>
          </p:cNvPr>
          <p:cNvSpPr txBox="1"/>
          <p:nvPr/>
        </p:nvSpPr>
        <p:spPr>
          <a:xfrm>
            <a:off x="8517542" y="367518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0.6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ECB22B-F501-4760-8559-7D25E2ED975E}"/>
              </a:ext>
            </a:extLst>
          </p:cNvPr>
          <p:cNvSpPr txBox="1"/>
          <p:nvPr/>
        </p:nvSpPr>
        <p:spPr>
          <a:xfrm>
            <a:off x="8517542" y="461544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0.4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D245AD-226D-40CD-8EB8-DFAFBB1CD14F}"/>
              </a:ext>
            </a:extLst>
          </p:cNvPr>
          <p:cNvSpPr txBox="1"/>
          <p:nvPr/>
        </p:nvSpPr>
        <p:spPr>
          <a:xfrm>
            <a:off x="8517542" y="555570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0.2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B3916AF-2EBF-4703-BF8D-37D6C41F4E35}"/>
              </a:ext>
            </a:extLst>
          </p:cNvPr>
          <p:cNvSpPr txBox="1"/>
          <p:nvPr/>
        </p:nvSpPr>
        <p:spPr>
          <a:xfrm>
            <a:off x="8384492" y="1035735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purity</a:t>
            </a:r>
            <a:endParaRPr lang="zh-TW" altLang="en-US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DFA71707-99D3-4BEC-B7E7-AD576F4C537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318" t="42063" r="30571" b="42191"/>
          <a:stretch/>
        </p:blipFill>
        <p:spPr>
          <a:xfrm>
            <a:off x="6278283" y="2132022"/>
            <a:ext cx="1429428" cy="287742"/>
          </a:xfrm>
          <a:prstGeom prst="rect">
            <a:avLst/>
          </a:prstGeom>
        </p:spPr>
      </p:pic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3DC10B2F-17FB-424D-8391-CBD70EB67B60}"/>
              </a:ext>
            </a:extLst>
          </p:cNvPr>
          <p:cNvCxnSpPr>
            <a:cxnSpLocks/>
          </p:cNvCxnSpPr>
          <p:nvPr/>
        </p:nvCxnSpPr>
        <p:spPr>
          <a:xfrm>
            <a:off x="1917831" y="2703803"/>
            <a:ext cx="0" cy="2412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CECC677-FEFB-4A66-A616-A79478FA4A4E}"/>
                  </a:ext>
                </a:extLst>
              </p:cNvPr>
              <p:cNvSpPr txBox="1"/>
              <p:nvPr/>
            </p:nvSpPr>
            <p:spPr>
              <a:xfrm>
                <a:off x="1743681" y="2337924"/>
                <a:ext cx="374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CECC677-FEFB-4A66-A616-A79478FA4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81" y="2337924"/>
                <a:ext cx="3741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3" name="直線接點 232">
            <a:extLst>
              <a:ext uri="{FF2B5EF4-FFF2-40B4-BE49-F238E27FC236}">
                <a16:creationId xmlns:a16="http://schemas.microsoft.com/office/drawing/2014/main" id="{83B41433-719D-440C-8296-E79102748A78}"/>
              </a:ext>
            </a:extLst>
          </p:cNvPr>
          <p:cNvCxnSpPr>
            <a:cxnSpLocks/>
          </p:cNvCxnSpPr>
          <p:nvPr/>
        </p:nvCxnSpPr>
        <p:spPr>
          <a:xfrm>
            <a:off x="5295122" y="2703803"/>
            <a:ext cx="0" cy="2412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CCD805B8-1FA5-415F-A8F3-414CE478A916}"/>
                  </a:ext>
                </a:extLst>
              </p:cNvPr>
              <p:cNvSpPr txBox="1"/>
              <p:nvPr/>
            </p:nvSpPr>
            <p:spPr>
              <a:xfrm>
                <a:off x="5120972" y="2337924"/>
                <a:ext cx="374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CCD805B8-1FA5-415F-A8F3-414CE478A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972" y="2337924"/>
                <a:ext cx="37414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511F2459-8184-460A-ACAB-C3303FCDBB33}"/>
                  </a:ext>
                </a:extLst>
              </p:cNvPr>
              <p:cNvSpPr txBox="1"/>
              <p:nvPr/>
            </p:nvSpPr>
            <p:spPr>
              <a:xfrm>
                <a:off x="3692454" y="1123794"/>
                <a:ext cx="3785400" cy="9332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Somatic</m:t>
                      </m:r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Variant</m:t>
                      </m:r>
                      <m:r>
                        <a:rPr kumimoji="0" lang="en-US" altLang="zh-TW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Detection</m:t>
                      </m:r>
                      <m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Formula</m:t>
                      </m:r>
                    </m:oMath>
                  </m:oMathPara>
                </a14:m>
                <a:endParaRPr kumimoji="0" lang="en-US" altLang="zh-TW" sz="1800" b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微軟正黑體"/>
                  <a:cs typeface="+mn-cs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511F2459-8184-460A-ACAB-C3303FCDB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454" y="1123794"/>
                <a:ext cx="3785400" cy="9332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193377D1-3706-430D-A367-53A83896E1FF}"/>
                  </a:ext>
                </a:extLst>
              </p:cNvPr>
              <p:cNvSpPr txBox="1"/>
              <p:nvPr/>
            </p:nvSpPr>
            <p:spPr>
              <a:xfrm>
                <a:off x="10265446" y="970975"/>
                <a:ext cx="374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193377D1-3706-430D-A367-53A83896E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46" y="970975"/>
                <a:ext cx="37414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9" name="直線接點 228">
            <a:extLst>
              <a:ext uri="{FF2B5EF4-FFF2-40B4-BE49-F238E27FC236}">
                <a16:creationId xmlns:a16="http://schemas.microsoft.com/office/drawing/2014/main" id="{6006B9AB-8011-4D40-9017-53ED60351EAD}"/>
              </a:ext>
            </a:extLst>
          </p:cNvPr>
          <p:cNvCxnSpPr>
            <a:cxnSpLocks/>
          </p:cNvCxnSpPr>
          <p:nvPr/>
        </p:nvCxnSpPr>
        <p:spPr>
          <a:xfrm>
            <a:off x="10439596" y="1336854"/>
            <a:ext cx="0" cy="472657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接點 231">
            <a:extLst>
              <a:ext uri="{FF2B5EF4-FFF2-40B4-BE49-F238E27FC236}">
                <a16:creationId xmlns:a16="http://schemas.microsoft.com/office/drawing/2014/main" id="{CABB0AC4-CEFA-4B2A-B94A-A2908D7E926E}"/>
              </a:ext>
            </a:extLst>
          </p:cNvPr>
          <p:cNvCxnSpPr>
            <a:cxnSpLocks/>
          </p:cNvCxnSpPr>
          <p:nvPr/>
        </p:nvCxnSpPr>
        <p:spPr>
          <a:xfrm>
            <a:off x="9270558" y="1336854"/>
            <a:ext cx="0" cy="472657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739E17E-148D-4079-A8EC-C21FDCE2E91B}"/>
                  </a:ext>
                </a:extLst>
              </p:cNvPr>
              <p:cNvSpPr txBox="1"/>
              <p:nvPr/>
            </p:nvSpPr>
            <p:spPr>
              <a:xfrm>
                <a:off x="9096408" y="970975"/>
                <a:ext cx="374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35" name="文字方塊 234">
                <a:extLst>
                  <a:ext uri="{FF2B5EF4-FFF2-40B4-BE49-F238E27FC236}">
                    <a16:creationId xmlns:a16="http://schemas.microsoft.com/office/drawing/2014/main" id="{B739E17E-148D-4079-A8EC-C21FDCE2E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6408" y="970975"/>
                <a:ext cx="37414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7" name="群組 386">
            <a:extLst>
              <a:ext uri="{FF2B5EF4-FFF2-40B4-BE49-F238E27FC236}">
                <a16:creationId xmlns:a16="http://schemas.microsoft.com/office/drawing/2014/main" id="{2B7A20BD-05B1-4852-AE45-25D0B8DB7C72}"/>
              </a:ext>
            </a:extLst>
          </p:cNvPr>
          <p:cNvGrpSpPr/>
          <p:nvPr/>
        </p:nvGrpSpPr>
        <p:grpSpPr>
          <a:xfrm>
            <a:off x="1130594" y="1181743"/>
            <a:ext cx="1820120" cy="503397"/>
            <a:chOff x="3410979" y="2811361"/>
            <a:chExt cx="1820120" cy="503397"/>
          </a:xfrm>
        </p:grpSpPr>
        <p:grpSp>
          <p:nvGrpSpPr>
            <p:cNvPr id="388" name="群組 387">
              <a:extLst>
                <a:ext uri="{FF2B5EF4-FFF2-40B4-BE49-F238E27FC236}">
                  <a16:creationId xmlns:a16="http://schemas.microsoft.com/office/drawing/2014/main" id="{F44481B9-38C8-41F6-A211-B719C1E458E0}"/>
                </a:ext>
              </a:extLst>
            </p:cNvPr>
            <p:cNvGrpSpPr/>
            <p:nvPr/>
          </p:nvGrpSpPr>
          <p:grpSpPr>
            <a:xfrm>
              <a:off x="3410979" y="2811361"/>
              <a:ext cx="633006" cy="328126"/>
              <a:chOff x="4079612" y="2820646"/>
              <a:chExt cx="1039982" cy="539087"/>
            </a:xfrm>
          </p:grpSpPr>
          <p:sp>
            <p:nvSpPr>
              <p:cNvPr id="524" name="矩形: 圓角 523">
                <a:extLst>
                  <a:ext uri="{FF2B5EF4-FFF2-40B4-BE49-F238E27FC236}">
                    <a16:creationId xmlns:a16="http://schemas.microsoft.com/office/drawing/2014/main" id="{4A1779D5-EECE-4971-A643-678B75D9C407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525" name="群組 524">
                <a:extLst>
                  <a:ext uri="{FF2B5EF4-FFF2-40B4-BE49-F238E27FC236}">
                    <a16:creationId xmlns:a16="http://schemas.microsoft.com/office/drawing/2014/main" id="{5E420083-5E46-4452-9E88-162A94B38158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526" name="直線接點 525">
                  <a:extLst>
                    <a:ext uri="{FF2B5EF4-FFF2-40B4-BE49-F238E27FC236}">
                      <a16:creationId xmlns:a16="http://schemas.microsoft.com/office/drawing/2014/main" id="{98806275-73CD-40DD-8F6B-BA1D703DED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27" name="橢圓 526">
                  <a:extLst>
                    <a:ext uri="{FF2B5EF4-FFF2-40B4-BE49-F238E27FC236}">
                      <a16:creationId xmlns:a16="http://schemas.microsoft.com/office/drawing/2014/main" id="{906C17B9-E108-4825-AA05-4B85A8595956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28" name="橢圓 527">
                  <a:extLst>
                    <a:ext uri="{FF2B5EF4-FFF2-40B4-BE49-F238E27FC236}">
                      <a16:creationId xmlns:a16="http://schemas.microsoft.com/office/drawing/2014/main" id="{6C5A8182-B5F8-4C24-8D96-36CBC8941535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29" name="橢圓 528">
                  <a:extLst>
                    <a:ext uri="{FF2B5EF4-FFF2-40B4-BE49-F238E27FC236}">
                      <a16:creationId xmlns:a16="http://schemas.microsoft.com/office/drawing/2014/main" id="{B0378142-D08E-42AF-A2AB-42009F684346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30" name="直線接點 529">
                  <a:extLst>
                    <a:ext uri="{FF2B5EF4-FFF2-40B4-BE49-F238E27FC236}">
                      <a16:creationId xmlns:a16="http://schemas.microsoft.com/office/drawing/2014/main" id="{82438455-DF9C-47A6-BE2F-02BB377BC7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31" name="橢圓 530">
                  <a:extLst>
                    <a:ext uri="{FF2B5EF4-FFF2-40B4-BE49-F238E27FC236}">
                      <a16:creationId xmlns:a16="http://schemas.microsoft.com/office/drawing/2014/main" id="{756941C8-9F3A-46BC-B62B-61027CAC2510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32" name="橢圓 531">
                  <a:extLst>
                    <a:ext uri="{FF2B5EF4-FFF2-40B4-BE49-F238E27FC236}">
                      <a16:creationId xmlns:a16="http://schemas.microsoft.com/office/drawing/2014/main" id="{69BE1ED0-B2B7-4E22-9A89-15E53FF0C92F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33" name="橢圓 532">
                  <a:extLst>
                    <a:ext uri="{FF2B5EF4-FFF2-40B4-BE49-F238E27FC236}">
                      <a16:creationId xmlns:a16="http://schemas.microsoft.com/office/drawing/2014/main" id="{01F59F5D-6B81-4CE3-8B76-3A48B42CA262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34" name="直線接點 533">
                  <a:extLst>
                    <a:ext uri="{FF2B5EF4-FFF2-40B4-BE49-F238E27FC236}">
                      <a16:creationId xmlns:a16="http://schemas.microsoft.com/office/drawing/2014/main" id="{618B364E-FE49-423B-9110-9F8F98C707E6}"/>
                    </a:ext>
                  </a:extLst>
                </p:cNvPr>
                <p:cNvCxnSpPr>
                  <a:cxnSpLocks/>
                  <a:stCxn id="527" idx="5"/>
                  <a:endCxn id="532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直線接點 534">
                  <a:extLst>
                    <a:ext uri="{FF2B5EF4-FFF2-40B4-BE49-F238E27FC236}">
                      <a16:creationId xmlns:a16="http://schemas.microsoft.com/office/drawing/2014/main" id="{C09A91EA-F111-4E81-ABB4-6F9B8FA06C01}"/>
                    </a:ext>
                  </a:extLst>
                </p:cNvPr>
                <p:cNvCxnSpPr>
                  <a:cxnSpLocks/>
                  <a:stCxn id="528" idx="3"/>
                  <a:endCxn id="531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直線接點 535">
                  <a:extLst>
                    <a:ext uri="{FF2B5EF4-FFF2-40B4-BE49-F238E27FC236}">
                      <a16:creationId xmlns:a16="http://schemas.microsoft.com/office/drawing/2014/main" id="{B9E08952-DE04-4A18-A72E-3F04155347F7}"/>
                    </a:ext>
                  </a:extLst>
                </p:cNvPr>
                <p:cNvCxnSpPr>
                  <a:cxnSpLocks/>
                  <a:stCxn id="529" idx="3"/>
                  <a:endCxn id="532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直線接點 536">
                  <a:extLst>
                    <a:ext uri="{FF2B5EF4-FFF2-40B4-BE49-F238E27FC236}">
                      <a16:creationId xmlns:a16="http://schemas.microsoft.com/office/drawing/2014/main" id="{D3DE681C-56A3-403C-B893-4013D641BB80}"/>
                    </a:ext>
                  </a:extLst>
                </p:cNvPr>
                <p:cNvCxnSpPr>
                  <a:cxnSpLocks/>
                  <a:stCxn id="528" idx="5"/>
                  <a:endCxn id="533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9" name="群組 388">
              <a:extLst>
                <a:ext uri="{FF2B5EF4-FFF2-40B4-BE49-F238E27FC236}">
                  <a16:creationId xmlns:a16="http://schemas.microsoft.com/office/drawing/2014/main" id="{AB624EAE-3FC2-42A6-AE24-27832588157E}"/>
                </a:ext>
              </a:extLst>
            </p:cNvPr>
            <p:cNvGrpSpPr/>
            <p:nvPr/>
          </p:nvGrpSpPr>
          <p:grpSpPr>
            <a:xfrm>
              <a:off x="3542881" y="2830836"/>
              <a:ext cx="633006" cy="328126"/>
              <a:chOff x="4079612" y="2820646"/>
              <a:chExt cx="1039982" cy="539087"/>
            </a:xfrm>
          </p:grpSpPr>
          <p:sp>
            <p:nvSpPr>
              <p:cNvPr id="510" name="矩形: 圓角 509">
                <a:extLst>
                  <a:ext uri="{FF2B5EF4-FFF2-40B4-BE49-F238E27FC236}">
                    <a16:creationId xmlns:a16="http://schemas.microsoft.com/office/drawing/2014/main" id="{8D47CF14-45B4-48F9-82F6-810929A9A8D3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511" name="群組 510">
                <a:extLst>
                  <a:ext uri="{FF2B5EF4-FFF2-40B4-BE49-F238E27FC236}">
                    <a16:creationId xmlns:a16="http://schemas.microsoft.com/office/drawing/2014/main" id="{E7188381-0CDE-4D39-9B9F-7C38E2577B95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512" name="直線接點 511">
                  <a:extLst>
                    <a:ext uri="{FF2B5EF4-FFF2-40B4-BE49-F238E27FC236}">
                      <a16:creationId xmlns:a16="http://schemas.microsoft.com/office/drawing/2014/main" id="{12203134-4199-4EC9-8914-E6E694BD43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3" name="橢圓 512">
                  <a:extLst>
                    <a:ext uri="{FF2B5EF4-FFF2-40B4-BE49-F238E27FC236}">
                      <a16:creationId xmlns:a16="http://schemas.microsoft.com/office/drawing/2014/main" id="{FA0A3CDB-F59F-4FAA-8F5D-B42678EC47B4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14" name="橢圓 513">
                  <a:extLst>
                    <a:ext uri="{FF2B5EF4-FFF2-40B4-BE49-F238E27FC236}">
                      <a16:creationId xmlns:a16="http://schemas.microsoft.com/office/drawing/2014/main" id="{1BCBB1AC-47E6-4AEE-ACDB-F84D5FC2EA18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15" name="橢圓 514">
                  <a:extLst>
                    <a:ext uri="{FF2B5EF4-FFF2-40B4-BE49-F238E27FC236}">
                      <a16:creationId xmlns:a16="http://schemas.microsoft.com/office/drawing/2014/main" id="{F07E3F4E-24FD-48C1-85AB-6EF196D3C6CB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16" name="直線接點 515">
                  <a:extLst>
                    <a:ext uri="{FF2B5EF4-FFF2-40B4-BE49-F238E27FC236}">
                      <a16:creationId xmlns:a16="http://schemas.microsoft.com/office/drawing/2014/main" id="{CF4FD702-7F86-49CB-9F61-5AE0A7778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7" name="橢圓 516">
                  <a:extLst>
                    <a:ext uri="{FF2B5EF4-FFF2-40B4-BE49-F238E27FC236}">
                      <a16:creationId xmlns:a16="http://schemas.microsoft.com/office/drawing/2014/main" id="{B15A9CC7-6C60-489C-A5F5-79CBEB138CDC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18" name="橢圓 517">
                  <a:extLst>
                    <a:ext uri="{FF2B5EF4-FFF2-40B4-BE49-F238E27FC236}">
                      <a16:creationId xmlns:a16="http://schemas.microsoft.com/office/drawing/2014/main" id="{E264BF32-DB8E-41A2-B685-1C261EDF9121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19" name="橢圓 518">
                  <a:extLst>
                    <a:ext uri="{FF2B5EF4-FFF2-40B4-BE49-F238E27FC236}">
                      <a16:creationId xmlns:a16="http://schemas.microsoft.com/office/drawing/2014/main" id="{B742010F-17AC-4338-834A-B26E30F78054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20" name="直線接點 519">
                  <a:extLst>
                    <a:ext uri="{FF2B5EF4-FFF2-40B4-BE49-F238E27FC236}">
                      <a16:creationId xmlns:a16="http://schemas.microsoft.com/office/drawing/2014/main" id="{C9447D01-EF04-42D6-A2A1-A813244EB434}"/>
                    </a:ext>
                  </a:extLst>
                </p:cNvPr>
                <p:cNvCxnSpPr>
                  <a:cxnSpLocks/>
                  <a:stCxn id="513" idx="5"/>
                  <a:endCxn id="518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直線接點 520">
                  <a:extLst>
                    <a:ext uri="{FF2B5EF4-FFF2-40B4-BE49-F238E27FC236}">
                      <a16:creationId xmlns:a16="http://schemas.microsoft.com/office/drawing/2014/main" id="{3CAF2406-E6DD-4759-8DBF-8DEB9EF372A8}"/>
                    </a:ext>
                  </a:extLst>
                </p:cNvPr>
                <p:cNvCxnSpPr>
                  <a:cxnSpLocks/>
                  <a:stCxn id="514" idx="3"/>
                  <a:endCxn id="517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直線接點 521">
                  <a:extLst>
                    <a:ext uri="{FF2B5EF4-FFF2-40B4-BE49-F238E27FC236}">
                      <a16:creationId xmlns:a16="http://schemas.microsoft.com/office/drawing/2014/main" id="{1F024117-C071-4C12-A044-11F67FAD91D4}"/>
                    </a:ext>
                  </a:extLst>
                </p:cNvPr>
                <p:cNvCxnSpPr>
                  <a:cxnSpLocks/>
                  <a:stCxn id="515" idx="3"/>
                  <a:endCxn id="518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直線接點 522">
                  <a:extLst>
                    <a:ext uri="{FF2B5EF4-FFF2-40B4-BE49-F238E27FC236}">
                      <a16:creationId xmlns:a16="http://schemas.microsoft.com/office/drawing/2014/main" id="{1BC1DB06-9031-44C7-BD46-F19DBE0C5DD8}"/>
                    </a:ext>
                  </a:extLst>
                </p:cNvPr>
                <p:cNvCxnSpPr>
                  <a:cxnSpLocks/>
                  <a:stCxn id="514" idx="5"/>
                  <a:endCxn id="519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0" name="群組 389">
              <a:extLst>
                <a:ext uri="{FF2B5EF4-FFF2-40B4-BE49-F238E27FC236}">
                  <a16:creationId xmlns:a16="http://schemas.microsoft.com/office/drawing/2014/main" id="{4F4F3782-8EB4-4B19-BE06-04A827D178F0}"/>
                </a:ext>
              </a:extLst>
            </p:cNvPr>
            <p:cNvGrpSpPr/>
            <p:nvPr/>
          </p:nvGrpSpPr>
          <p:grpSpPr>
            <a:xfrm>
              <a:off x="3674783" y="2850311"/>
              <a:ext cx="633006" cy="328126"/>
              <a:chOff x="4079612" y="2820646"/>
              <a:chExt cx="1039982" cy="539087"/>
            </a:xfrm>
          </p:grpSpPr>
          <p:sp>
            <p:nvSpPr>
              <p:cNvPr id="496" name="矩形: 圓角 495">
                <a:extLst>
                  <a:ext uri="{FF2B5EF4-FFF2-40B4-BE49-F238E27FC236}">
                    <a16:creationId xmlns:a16="http://schemas.microsoft.com/office/drawing/2014/main" id="{0AA52A1E-DCEC-466C-B966-ADCF68CAFB5D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97" name="群組 496">
                <a:extLst>
                  <a:ext uri="{FF2B5EF4-FFF2-40B4-BE49-F238E27FC236}">
                    <a16:creationId xmlns:a16="http://schemas.microsoft.com/office/drawing/2014/main" id="{9C306EAD-D310-416D-B2D8-08DE1CABF93B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98" name="直線接點 497">
                  <a:extLst>
                    <a:ext uri="{FF2B5EF4-FFF2-40B4-BE49-F238E27FC236}">
                      <a16:creationId xmlns:a16="http://schemas.microsoft.com/office/drawing/2014/main" id="{46BD6D0A-EB60-4105-A85F-46E098D255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9" name="橢圓 498">
                  <a:extLst>
                    <a:ext uri="{FF2B5EF4-FFF2-40B4-BE49-F238E27FC236}">
                      <a16:creationId xmlns:a16="http://schemas.microsoft.com/office/drawing/2014/main" id="{64B7AF9B-8A9D-4068-922C-CEEAB1F92997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00" name="橢圓 499">
                  <a:extLst>
                    <a:ext uri="{FF2B5EF4-FFF2-40B4-BE49-F238E27FC236}">
                      <a16:creationId xmlns:a16="http://schemas.microsoft.com/office/drawing/2014/main" id="{519DFED2-B2BF-4B23-9B09-6F09750E6F9A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01" name="橢圓 500">
                  <a:extLst>
                    <a:ext uri="{FF2B5EF4-FFF2-40B4-BE49-F238E27FC236}">
                      <a16:creationId xmlns:a16="http://schemas.microsoft.com/office/drawing/2014/main" id="{E6914314-754A-4CBC-9EFE-DF6D9C7FC60E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02" name="直線接點 501">
                  <a:extLst>
                    <a:ext uri="{FF2B5EF4-FFF2-40B4-BE49-F238E27FC236}">
                      <a16:creationId xmlns:a16="http://schemas.microsoft.com/office/drawing/2014/main" id="{82196663-8E7D-4C4C-8513-BE5CE0922B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03" name="橢圓 502">
                  <a:extLst>
                    <a:ext uri="{FF2B5EF4-FFF2-40B4-BE49-F238E27FC236}">
                      <a16:creationId xmlns:a16="http://schemas.microsoft.com/office/drawing/2014/main" id="{17DC3767-3592-4124-BB65-856D55227C8F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04" name="橢圓 503">
                  <a:extLst>
                    <a:ext uri="{FF2B5EF4-FFF2-40B4-BE49-F238E27FC236}">
                      <a16:creationId xmlns:a16="http://schemas.microsoft.com/office/drawing/2014/main" id="{D84C53A3-D5EB-4D46-829F-0010D97CFD79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05" name="橢圓 504">
                  <a:extLst>
                    <a:ext uri="{FF2B5EF4-FFF2-40B4-BE49-F238E27FC236}">
                      <a16:creationId xmlns:a16="http://schemas.microsoft.com/office/drawing/2014/main" id="{1F441CAD-B055-423E-8A27-0AB8DC8C0B0D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506" name="直線接點 505">
                  <a:extLst>
                    <a:ext uri="{FF2B5EF4-FFF2-40B4-BE49-F238E27FC236}">
                      <a16:creationId xmlns:a16="http://schemas.microsoft.com/office/drawing/2014/main" id="{6E2FF15B-8CFB-493D-9BF0-43986B738042}"/>
                    </a:ext>
                  </a:extLst>
                </p:cNvPr>
                <p:cNvCxnSpPr>
                  <a:cxnSpLocks/>
                  <a:stCxn id="499" idx="5"/>
                  <a:endCxn id="50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直線接點 506">
                  <a:extLst>
                    <a:ext uri="{FF2B5EF4-FFF2-40B4-BE49-F238E27FC236}">
                      <a16:creationId xmlns:a16="http://schemas.microsoft.com/office/drawing/2014/main" id="{654B3ED9-9DB9-4FCD-833A-C9CA9F090549}"/>
                    </a:ext>
                  </a:extLst>
                </p:cNvPr>
                <p:cNvCxnSpPr>
                  <a:cxnSpLocks/>
                  <a:stCxn id="500" idx="3"/>
                  <a:endCxn id="50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直線接點 507">
                  <a:extLst>
                    <a:ext uri="{FF2B5EF4-FFF2-40B4-BE49-F238E27FC236}">
                      <a16:creationId xmlns:a16="http://schemas.microsoft.com/office/drawing/2014/main" id="{78927CB7-A714-45D2-92B5-83AA772CD669}"/>
                    </a:ext>
                  </a:extLst>
                </p:cNvPr>
                <p:cNvCxnSpPr>
                  <a:cxnSpLocks/>
                  <a:stCxn id="501" idx="3"/>
                  <a:endCxn id="50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直線接點 508">
                  <a:extLst>
                    <a:ext uri="{FF2B5EF4-FFF2-40B4-BE49-F238E27FC236}">
                      <a16:creationId xmlns:a16="http://schemas.microsoft.com/office/drawing/2014/main" id="{F0804F08-6367-4B50-AD7A-5B0AE0D7EEE3}"/>
                    </a:ext>
                  </a:extLst>
                </p:cNvPr>
                <p:cNvCxnSpPr>
                  <a:cxnSpLocks/>
                  <a:stCxn id="500" idx="5"/>
                  <a:endCxn id="50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1" name="群組 390">
              <a:extLst>
                <a:ext uri="{FF2B5EF4-FFF2-40B4-BE49-F238E27FC236}">
                  <a16:creationId xmlns:a16="http://schemas.microsoft.com/office/drawing/2014/main" id="{67DFAD22-6F5F-419F-9A70-714B2FEC0AE2}"/>
                </a:ext>
              </a:extLst>
            </p:cNvPr>
            <p:cNvGrpSpPr/>
            <p:nvPr/>
          </p:nvGrpSpPr>
          <p:grpSpPr>
            <a:xfrm>
              <a:off x="3806685" y="2869786"/>
              <a:ext cx="633006" cy="328126"/>
              <a:chOff x="4079612" y="2820646"/>
              <a:chExt cx="1039982" cy="539087"/>
            </a:xfrm>
          </p:grpSpPr>
          <p:sp>
            <p:nvSpPr>
              <p:cNvPr id="482" name="矩形: 圓角 481">
                <a:extLst>
                  <a:ext uri="{FF2B5EF4-FFF2-40B4-BE49-F238E27FC236}">
                    <a16:creationId xmlns:a16="http://schemas.microsoft.com/office/drawing/2014/main" id="{C5D86940-5D7B-48B7-AC59-6461C7B06025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83" name="群組 482">
                <a:extLst>
                  <a:ext uri="{FF2B5EF4-FFF2-40B4-BE49-F238E27FC236}">
                    <a16:creationId xmlns:a16="http://schemas.microsoft.com/office/drawing/2014/main" id="{1B9689FA-3915-473A-A92A-15E37894DC3C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84" name="直線接點 483">
                  <a:extLst>
                    <a:ext uri="{FF2B5EF4-FFF2-40B4-BE49-F238E27FC236}">
                      <a16:creationId xmlns:a16="http://schemas.microsoft.com/office/drawing/2014/main" id="{28A48BFF-8333-44A4-B708-60B9F6B5B7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5" name="橢圓 484">
                  <a:extLst>
                    <a:ext uri="{FF2B5EF4-FFF2-40B4-BE49-F238E27FC236}">
                      <a16:creationId xmlns:a16="http://schemas.microsoft.com/office/drawing/2014/main" id="{7BA02172-66C0-4FED-B8F9-C14D4E0FBA52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6" name="橢圓 485">
                  <a:extLst>
                    <a:ext uri="{FF2B5EF4-FFF2-40B4-BE49-F238E27FC236}">
                      <a16:creationId xmlns:a16="http://schemas.microsoft.com/office/drawing/2014/main" id="{874D2EE8-D58E-491A-A438-1C7B730D94BB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7" name="橢圓 486">
                  <a:extLst>
                    <a:ext uri="{FF2B5EF4-FFF2-40B4-BE49-F238E27FC236}">
                      <a16:creationId xmlns:a16="http://schemas.microsoft.com/office/drawing/2014/main" id="{631A87C9-3A51-4A98-862F-992FF41DCB9D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88" name="直線接點 487">
                  <a:extLst>
                    <a:ext uri="{FF2B5EF4-FFF2-40B4-BE49-F238E27FC236}">
                      <a16:creationId xmlns:a16="http://schemas.microsoft.com/office/drawing/2014/main" id="{0DF8E496-FFC9-4212-855F-AF7E2DC887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89" name="橢圓 488">
                  <a:extLst>
                    <a:ext uri="{FF2B5EF4-FFF2-40B4-BE49-F238E27FC236}">
                      <a16:creationId xmlns:a16="http://schemas.microsoft.com/office/drawing/2014/main" id="{7C04BEF3-F17D-40BC-AA94-414BCF54605D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0" name="橢圓 489">
                  <a:extLst>
                    <a:ext uri="{FF2B5EF4-FFF2-40B4-BE49-F238E27FC236}">
                      <a16:creationId xmlns:a16="http://schemas.microsoft.com/office/drawing/2014/main" id="{19933591-259C-43F4-9498-A5B10D987260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1" name="橢圓 490">
                  <a:extLst>
                    <a:ext uri="{FF2B5EF4-FFF2-40B4-BE49-F238E27FC236}">
                      <a16:creationId xmlns:a16="http://schemas.microsoft.com/office/drawing/2014/main" id="{2C0E4AFB-968C-46E9-B83D-DAE651315CC8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92" name="直線接點 491">
                  <a:extLst>
                    <a:ext uri="{FF2B5EF4-FFF2-40B4-BE49-F238E27FC236}">
                      <a16:creationId xmlns:a16="http://schemas.microsoft.com/office/drawing/2014/main" id="{6D6E4339-DD8B-4BD5-A86B-934D3140F890}"/>
                    </a:ext>
                  </a:extLst>
                </p:cNvPr>
                <p:cNvCxnSpPr>
                  <a:cxnSpLocks/>
                  <a:stCxn id="485" idx="5"/>
                  <a:endCxn id="490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直線接點 492">
                  <a:extLst>
                    <a:ext uri="{FF2B5EF4-FFF2-40B4-BE49-F238E27FC236}">
                      <a16:creationId xmlns:a16="http://schemas.microsoft.com/office/drawing/2014/main" id="{E12D9F25-B498-4B9B-BE28-48552CBB9BEF}"/>
                    </a:ext>
                  </a:extLst>
                </p:cNvPr>
                <p:cNvCxnSpPr>
                  <a:cxnSpLocks/>
                  <a:stCxn id="486" idx="3"/>
                  <a:endCxn id="489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直線接點 493">
                  <a:extLst>
                    <a:ext uri="{FF2B5EF4-FFF2-40B4-BE49-F238E27FC236}">
                      <a16:creationId xmlns:a16="http://schemas.microsoft.com/office/drawing/2014/main" id="{A2D8BB30-1510-4F0F-9200-D9C9D08C62E1}"/>
                    </a:ext>
                  </a:extLst>
                </p:cNvPr>
                <p:cNvCxnSpPr>
                  <a:cxnSpLocks/>
                  <a:stCxn id="487" idx="3"/>
                  <a:endCxn id="490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直線接點 494">
                  <a:extLst>
                    <a:ext uri="{FF2B5EF4-FFF2-40B4-BE49-F238E27FC236}">
                      <a16:creationId xmlns:a16="http://schemas.microsoft.com/office/drawing/2014/main" id="{AEF7E72E-F5A9-481A-8829-8BCAB846AABD}"/>
                    </a:ext>
                  </a:extLst>
                </p:cNvPr>
                <p:cNvCxnSpPr>
                  <a:cxnSpLocks/>
                  <a:stCxn id="486" idx="5"/>
                  <a:endCxn id="491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2" name="群組 391">
              <a:extLst>
                <a:ext uri="{FF2B5EF4-FFF2-40B4-BE49-F238E27FC236}">
                  <a16:creationId xmlns:a16="http://schemas.microsoft.com/office/drawing/2014/main" id="{8D474C50-615A-410C-B19B-D9AC6514097D}"/>
                </a:ext>
              </a:extLst>
            </p:cNvPr>
            <p:cNvGrpSpPr/>
            <p:nvPr/>
          </p:nvGrpSpPr>
          <p:grpSpPr>
            <a:xfrm>
              <a:off x="3938587" y="2889261"/>
              <a:ext cx="633006" cy="328126"/>
              <a:chOff x="4079612" y="2820646"/>
              <a:chExt cx="1039982" cy="539087"/>
            </a:xfrm>
          </p:grpSpPr>
          <p:sp>
            <p:nvSpPr>
              <p:cNvPr id="468" name="矩形: 圓角 467">
                <a:extLst>
                  <a:ext uri="{FF2B5EF4-FFF2-40B4-BE49-F238E27FC236}">
                    <a16:creationId xmlns:a16="http://schemas.microsoft.com/office/drawing/2014/main" id="{BD760429-7E77-42F8-93E6-F5C05F08AF08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69" name="群組 468">
                <a:extLst>
                  <a:ext uri="{FF2B5EF4-FFF2-40B4-BE49-F238E27FC236}">
                    <a16:creationId xmlns:a16="http://schemas.microsoft.com/office/drawing/2014/main" id="{A20767B1-1E45-4184-A00C-A0B2E0E3143E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70" name="直線接點 469">
                  <a:extLst>
                    <a:ext uri="{FF2B5EF4-FFF2-40B4-BE49-F238E27FC236}">
                      <a16:creationId xmlns:a16="http://schemas.microsoft.com/office/drawing/2014/main" id="{AB3F2342-D46D-47E4-AA52-DC3EE790A6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71" name="橢圓 470">
                  <a:extLst>
                    <a:ext uri="{FF2B5EF4-FFF2-40B4-BE49-F238E27FC236}">
                      <a16:creationId xmlns:a16="http://schemas.microsoft.com/office/drawing/2014/main" id="{CB0D3449-6CB4-46BA-871D-268CBA987123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2" name="橢圓 471">
                  <a:extLst>
                    <a:ext uri="{FF2B5EF4-FFF2-40B4-BE49-F238E27FC236}">
                      <a16:creationId xmlns:a16="http://schemas.microsoft.com/office/drawing/2014/main" id="{75901B48-618B-4353-81B3-CAC83DB1BDA0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3" name="橢圓 472">
                  <a:extLst>
                    <a:ext uri="{FF2B5EF4-FFF2-40B4-BE49-F238E27FC236}">
                      <a16:creationId xmlns:a16="http://schemas.microsoft.com/office/drawing/2014/main" id="{C7A8A782-EC2A-459D-A3E9-55A336603A9A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74" name="直線接點 473">
                  <a:extLst>
                    <a:ext uri="{FF2B5EF4-FFF2-40B4-BE49-F238E27FC236}">
                      <a16:creationId xmlns:a16="http://schemas.microsoft.com/office/drawing/2014/main" id="{72FB7D47-DE4F-4B35-90ED-1EC0886CA2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75" name="橢圓 474">
                  <a:extLst>
                    <a:ext uri="{FF2B5EF4-FFF2-40B4-BE49-F238E27FC236}">
                      <a16:creationId xmlns:a16="http://schemas.microsoft.com/office/drawing/2014/main" id="{35345357-321B-4C81-9833-7E0C23E77066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6" name="橢圓 475">
                  <a:extLst>
                    <a:ext uri="{FF2B5EF4-FFF2-40B4-BE49-F238E27FC236}">
                      <a16:creationId xmlns:a16="http://schemas.microsoft.com/office/drawing/2014/main" id="{31A78F59-A87A-4222-93EA-AAA51BED4117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7" name="橢圓 476">
                  <a:extLst>
                    <a:ext uri="{FF2B5EF4-FFF2-40B4-BE49-F238E27FC236}">
                      <a16:creationId xmlns:a16="http://schemas.microsoft.com/office/drawing/2014/main" id="{EE263710-E0CB-483E-AEAA-C22E78F9D701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78" name="直線接點 477">
                  <a:extLst>
                    <a:ext uri="{FF2B5EF4-FFF2-40B4-BE49-F238E27FC236}">
                      <a16:creationId xmlns:a16="http://schemas.microsoft.com/office/drawing/2014/main" id="{DB9978DD-AC2A-4870-9722-8200A70BC4D0}"/>
                    </a:ext>
                  </a:extLst>
                </p:cNvPr>
                <p:cNvCxnSpPr>
                  <a:cxnSpLocks/>
                  <a:stCxn id="471" idx="5"/>
                  <a:endCxn id="476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直線接點 478">
                  <a:extLst>
                    <a:ext uri="{FF2B5EF4-FFF2-40B4-BE49-F238E27FC236}">
                      <a16:creationId xmlns:a16="http://schemas.microsoft.com/office/drawing/2014/main" id="{7B730A8E-D940-4B10-BB85-5DC6D84F4C7F}"/>
                    </a:ext>
                  </a:extLst>
                </p:cNvPr>
                <p:cNvCxnSpPr>
                  <a:cxnSpLocks/>
                  <a:stCxn id="472" idx="3"/>
                  <a:endCxn id="475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直線接點 479">
                  <a:extLst>
                    <a:ext uri="{FF2B5EF4-FFF2-40B4-BE49-F238E27FC236}">
                      <a16:creationId xmlns:a16="http://schemas.microsoft.com/office/drawing/2014/main" id="{1B6D9670-4B2A-4D26-990A-31CDBCA8BD3A}"/>
                    </a:ext>
                  </a:extLst>
                </p:cNvPr>
                <p:cNvCxnSpPr>
                  <a:cxnSpLocks/>
                  <a:stCxn id="473" idx="3"/>
                  <a:endCxn id="476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直線接點 480">
                  <a:extLst>
                    <a:ext uri="{FF2B5EF4-FFF2-40B4-BE49-F238E27FC236}">
                      <a16:creationId xmlns:a16="http://schemas.microsoft.com/office/drawing/2014/main" id="{EB812C88-2744-4A6F-B635-0B8EBA09AF98}"/>
                    </a:ext>
                  </a:extLst>
                </p:cNvPr>
                <p:cNvCxnSpPr>
                  <a:cxnSpLocks/>
                  <a:stCxn id="472" idx="5"/>
                  <a:endCxn id="477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3" name="群組 392">
              <a:extLst>
                <a:ext uri="{FF2B5EF4-FFF2-40B4-BE49-F238E27FC236}">
                  <a16:creationId xmlns:a16="http://schemas.microsoft.com/office/drawing/2014/main" id="{C5B2E306-F4A0-4769-BF5F-ADB1ABB8FE4B}"/>
                </a:ext>
              </a:extLst>
            </p:cNvPr>
            <p:cNvGrpSpPr/>
            <p:nvPr/>
          </p:nvGrpSpPr>
          <p:grpSpPr>
            <a:xfrm>
              <a:off x="4070489" y="2908736"/>
              <a:ext cx="633006" cy="328126"/>
              <a:chOff x="4079612" y="2820646"/>
              <a:chExt cx="1039982" cy="539087"/>
            </a:xfrm>
          </p:grpSpPr>
          <p:sp>
            <p:nvSpPr>
              <p:cNvPr id="454" name="矩形: 圓角 453">
                <a:extLst>
                  <a:ext uri="{FF2B5EF4-FFF2-40B4-BE49-F238E27FC236}">
                    <a16:creationId xmlns:a16="http://schemas.microsoft.com/office/drawing/2014/main" id="{DBBDE5B4-476E-4178-AEF7-8DC9EF20C971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55" name="群組 454">
                <a:extLst>
                  <a:ext uri="{FF2B5EF4-FFF2-40B4-BE49-F238E27FC236}">
                    <a16:creationId xmlns:a16="http://schemas.microsoft.com/office/drawing/2014/main" id="{FDE19908-4A68-4754-AB12-B0AD3CAA560F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56" name="直線接點 455">
                  <a:extLst>
                    <a:ext uri="{FF2B5EF4-FFF2-40B4-BE49-F238E27FC236}">
                      <a16:creationId xmlns:a16="http://schemas.microsoft.com/office/drawing/2014/main" id="{9369FB22-553C-4699-93A1-69675EC952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7" name="橢圓 456">
                  <a:extLst>
                    <a:ext uri="{FF2B5EF4-FFF2-40B4-BE49-F238E27FC236}">
                      <a16:creationId xmlns:a16="http://schemas.microsoft.com/office/drawing/2014/main" id="{0063DF2D-3B87-434A-BCC0-481724CCC78B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8" name="橢圓 457">
                  <a:extLst>
                    <a:ext uri="{FF2B5EF4-FFF2-40B4-BE49-F238E27FC236}">
                      <a16:creationId xmlns:a16="http://schemas.microsoft.com/office/drawing/2014/main" id="{5B779463-4C61-49D0-8F34-8AAFE3C0DE03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9" name="橢圓 458">
                  <a:extLst>
                    <a:ext uri="{FF2B5EF4-FFF2-40B4-BE49-F238E27FC236}">
                      <a16:creationId xmlns:a16="http://schemas.microsoft.com/office/drawing/2014/main" id="{3EA08E0A-EBCF-4B32-BF84-944B2FE595AD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60" name="直線接點 459">
                  <a:extLst>
                    <a:ext uri="{FF2B5EF4-FFF2-40B4-BE49-F238E27FC236}">
                      <a16:creationId xmlns:a16="http://schemas.microsoft.com/office/drawing/2014/main" id="{73C9AA82-94FF-4658-8549-BA62B3EF8F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1" name="橢圓 460">
                  <a:extLst>
                    <a:ext uri="{FF2B5EF4-FFF2-40B4-BE49-F238E27FC236}">
                      <a16:creationId xmlns:a16="http://schemas.microsoft.com/office/drawing/2014/main" id="{365296E9-26DA-4AAC-A498-3A01F31D0FA6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2" name="橢圓 461">
                  <a:extLst>
                    <a:ext uri="{FF2B5EF4-FFF2-40B4-BE49-F238E27FC236}">
                      <a16:creationId xmlns:a16="http://schemas.microsoft.com/office/drawing/2014/main" id="{187D7C3C-0B9D-437A-B380-CF9DE637DE8D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63" name="橢圓 462">
                  <a:extLst>
                    <a:ext uri="{FF2B5EF4-FFF2-40B4-BE49-F238E27FC236}">
                      <a16:creationId xmlns:a16="http://schemas.microsoft.com/office/drawing/2014/main" id="{8BBB6CE7-FA4F-475B-A979-F0EBF3C3BF2E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64" name="直線接點 463">
                  <a:extLst>
                    <a:ext uri="{FF2B5EF4-FFF2-40B4-BE49-F238E27FC236}">
                      <a16:creationId xmlns:a16="http://schemas.microsoft.com/office/drawing/2014/main" id="{481A4AD6-0BF6-4C2E-BFED-EBAF73C15DE9}"/>
                    </a:ext>
                  </a:extLst>
                </p:cNvPr>
                <p:cNvCxnSpPr>
                  <a:cxnSpLocks/>
                  <a:stCxn id="457" idx="5"/>
                  <a:endCxn id="462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直線接點 464">
                  <a:extLst>
                    <a:ext uri="{FF2B5EF4-FFF2-40B4-BE49-F238E27FC236}">
                      <a16:creationId xmlns:a16="http://schemas.microsoft.com/office/drawing/2014/main" id="{DD5B3D31-1990-4135-BE0F-FC2ACC9C838B}"/>
                    </a:ext>
                  </a:extLst>
                </p:cNvPr>
                <p:cNvCxnSpPr>
                  <a:cxnSpLocks/>
                  <a:stCxn id="458" idx="3"/>
                  <a:endCxn id="461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直線接點 465">
                  <a:extLst>
                    <a:ext uri="{FF2B5EF4-FFF2-40B4-BE49-F238E27FC236}">
                      <a16:creationId xmlns:a16="http://schemas.microsoft.com/office/drawing/2014/main" id="{E2E6820C-CE91-45E1-87A2-A41EE0B33C6F}"/>
                    </a:ext>
                  </a:extLst>
                </p:cNvPr>
                <p:cNvCxnSpPr>
                  <a:cxnSpLocks/>
                  <a:stCxn id="459" idx="3"/>
                  <a:endCxn id="462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直線接點 466">
                  <a:extLst>
                    <a:ext uri="{FF2B5EF4-FFF2-40B4-BE49-F238E27FC236}">
                      <a16:creationId xmlns:a16="http://schemas.microsoft.com/office/drawing/2014/main" id="{17084A26-0203-4C9D-BE5F-14FBF346A01D}"/>
                    </a:ext>
                  </a:extLst>
                </p:cNvPr>
                <p:cNvCxnSpPr>
                  <a:cxnSpLocks/>
                  <a:stCxn id="458" idx="5"/>
                  <a:endCxn id="463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4" name="群組 393">
              <a:extLst>
                <a:ext uri="{FF2B5EF4-FFF2-40B4-BE49-F238E27FC236}">
                  <a16:creationId xmlns:a16="http://schemas.microsoft.com/office/drawing/2014/main" id="{7F569E11-B9C8-48F1-842E-3B06B8A02019}"/>
                </a:ext>
              </a:extLst>
            </p:cNvPr>
            <p:cNvGrpSpPr/>
            <p:nvPr/>
          </p:nvGrpSpPr>
          <p:grpSpPr>
            <a:xfrm>
              <a:off x="4202391" y="2928211"/>
              <a:ext cx="633006" cy="328126"/>
              <a:chOff x="4079612" y="2820646"/>
              <a:chExt cx="1039982" cy="539087"/>
            </a:xfrm>
          </p:grpSpPr>
          <p:sp>
            <p:nvSpPr>
              <p:cNvPr id="440" name="矩形: 圓角 439">
                <a:extLst>
                  <a:ext uri="{FF2B5EF4-FFF2-40B4-BE49-F238E27FC236}">
                    <a16:creationId xmlns:a16="http://schemas.microsoft.com/office/drawing/2014/main" id="{8E9DAAC3-8074-441F-A3E7-869AD61710B2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41" name="群組 440">
                <a:extLst>
                  <a:ext uri="{FF2B5EF4-FFF2-40B4-BE49-F238E27FC236}">
                    <a16:creationId xmlns:a16="http://schemas.microsoft.com/office/drawing/2014/main" id="{D5B32830-5601-4022-9084-D06CD0F3806F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42" name="直線接點 441">
                  <a:extLst>
                    <a:ext uri="{FF2B5EF4-FFF2-40B4-BE49-F238E27FC236}">
                      <a16:creationId xmlns:a16="http://schemas.microsoft.com/office/drawing/2014/main" id="{96630CC5-2B62-49C6-8F88-3F711A0F9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43" name="橢圓 442">
                  <a:extLst>
                    <a:ext uri="{FF2B5EF4-FFF2-40B4-BE49-F238E27FC236}">
                      <a16:creationId xmlns:a16="http://schemas.microsoft.com/office/drawing/2014/main" id="{8F6C5E66-F73B-4FA5-A55C-6B7025050E4D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4" name="橢圓 443">
                  <a:extLst>
                    <a:ext uri="{FF2B5EF4-FFF2-40B4-BE49-F238E27FC236}">
                      <a16:creationId xmlns:a16="http://schemas.microsoft.com/office/drawing/2014/main" id="{341561C1-0D65-4CF2-8FC0-4011A221E2EA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5" name="橢圓 444">
                  <a:extLst>
                    <a:ext uri="{FF2B5EF4-FFF2-40B4-BE49-F238E27FC236}">
                      <a16:creationId xmlns:a16="http://schemas.microsoft.com/office/drawing/2014/main" id="{29635B38-D4A0-45EF-AE59-A2DFBFE33A39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46" name="直線接點 445">
                  <a:extLst>
                    <a:ext uri="{FF2B5EF4-FFF2-40B4-BE49-F238E27FC236}">
                      <a16:creationId xmlns:a16="http://schemas.microsoft.com/office/drawing/2014/main" id="{BD0CE22D-9EEA-4295-97FF-E1470C7EA7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47" name="橢圓 446">
                  <a:extLst>
                    <a:ext uri="{FF2B5EF4-FFF2-40B4-BE49-F238E27FC236}">
                      <a16:creationId xmlns:a16="http://schemas.microsoft.com/office/drawing/2014/main" id="{AD448451-5D45-44A4-8BDE-17A7BFFC1805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8" name="橢圓 447">
                  <a:extLst>
                    <a:ext uri="{FF2B5EF4-FFF2-40B4-BE49-F238E27FC236}">
                      <a16:creationId xmlns:a16="http://schemas.microsoft.com/office/drawing/2014/main" id="{6AC59C5B-11FF-456B-AC4F-7D8F04660BCC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9" name="橢圓 448">
                  <a:extLst>
                    <a:ext uri="{FF2B5EF4-FFF2-40B4-BE49-F238E27FC236}">
                      <a16:creationId xmlns:a16="http://schemas.microsoft.com/office/drawing/2014/main" id="{81D5372B-8501-415E-8704-0CC7E80E39C9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50" name="直線接點 449">
                  <a:extLst>
                    <a:ext uri="{FF2B5EF4-FFF2-40B4-BE49-F238E27FC236}">
                      <a16:creationId xmlns:a16="http://schemas.microsoft.com/office/drawing/2014/main" id="{39F3077B-9D20-4C9D-9A3E-2D7183A90952}"/>
                    </a:ext>
                  </a:extLst>
                </p:cNvPr>
                <p:cNvCxnSpPr>
                  <a:cxnSpLocks/>
                  <a:stCxn id="443" idx="5"/>
                  <a:endCxn id="448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直線接點 450">
                  <a:extLst>
                    <a:ext uri="{FF2B5EF4-FFF2-40B4-BE49-F238E27FC236}">
                      <a16:creationId xmlns:a16="http://schemas.microsoft.com/office/drawing/2014/main" id="{CC933C74-5685-4BEE-821B-D4CA167E76FB}"/>
                    </a:ext>
                  </a:extLst>
                </p:cNvPr>
                <p:cNvCxnSpPr>
                  <a:cxnSpLocks/>
                  <a:stCxn id="444" idx="3"/>
                  <a:endCxn id="447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直線接點 451">
                  <a:extLst>
                    <a:ext uri="{FF2B5EF4-FFF2-40B4-BE49-F238E27FC236}">
                      <a16:creationId xmlns:a16="http://schemas.microsoft.com/office/drawing/2014/main" id="{8BFF3737-454B-46E2-9B3F-2D114DF7AF4D}"/>
                    </a:ext>
                  </a:extLst>
                </p:cNvPr>
                <p:cNvCxnSpPr>
                  <a:cxnSpLocks/>
                  <a:stCxn id="445" idx="3"/>
                  <a:endCxn id="448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直線接點 452">
                  <a:extLst>
                    <a:ext uri="{FF2B5EF4-FFF2-40B4-BE49-F238E27FC236}">
                      <a16:creationId xmlns:a16="http://schemas.microsoft.com/office/drawing/2014/main" id="{7540CDC2-ABFC-4F9C-B60E-690789A532D2}"/>
                    </a:ext>
                  </a:extLst>
                </p:cNvPr>
                <p:cNvCxnSpPr>
                  <a:cxnSpLocks/>
                  <a:stCxn id="444" idx="5"/>
                  <a:endCxn id="449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5" name="群組 394">
              <a:extLst>
                <a:ext uri="{FF2B5EF4-FFF2-40B4-BE49-F238E27FC236}">
                  <a16:creationId xmlns:a16="http://schemas.microsoft.com/office/drawing/2014/main" id="{A00BBE5C-F04E-4D45-A964-DE528B6562D6}"/>
                </a:ext>
              </a:extLst>
            </p:cNvPr>
            <p:cNvGrpSpPr/>
            <p:nvPr/>
          </p:nvGrpSpPr>
          <p:grpSpPr>
            <a:xfrm>
              <a:off x="4334293" y="2947686"/>
              <a:ext cx="633006" cy="328126"/>
              <a:chOff x="4079612" y="2820646"/>
              <a:chExt cx="1039982" cy="539087"/>
            </a:xfrm>
          </p:grpSpPr>
          <p:sp>
            <p:nvSpPr>
              <p:cNvPr id="426" name="矩形: 圓角 425">
                <a:extLst>
                  <a:ext uri="{FF2B5EF4-FFF2-40B4-BE49-F238E27FC236}">
                    <a16:creationId xmlns:a16="http://schemas.microsoft.com/office/drawing/2014/main" id="{63BE2DB7-DC34-42C7-A1F1-040113FAB0AF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27" name="群組 426">
                <a:extLst>
                  <a:ext uri="{FF2B5EF4-FFF2-40B4-BE49-F238E27FC236}">
                    <a16:creationId xmlns:a16="http://schemas.microsoft.com/office/drawing/2014/main" id="{6E1C0AFF-14BD-4101-9DC6-EE4A4D3B5509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28" name="直線接點 427">
                  <a:extLst>
                    <a:ext uri="{FF2B5EF4-FFF2-40B4-BE49-F238E27FC236}">
                      <a16:creationId xmlns:a16="http://schemas.microsoft.com/office/drawing/2014/main" id="{7DF0A7B3-CA72-44A2-A885-A0C0FEC1B6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29" name="橢圓 428">
                  <a:extLst>
                    <a:ext uri="{FF2B5EF4-FFF2-40B4-BE49-F238E27FC236}">
                      <a16:creationId xmlns:a16="http://schemas.microsoft.com/office/drawing/2014/main" id="{95FEBA24-1FC7-49EA-8A22-698DA7C308AB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0" name="橢圓 429">
                  <a:extLst>
                    <a:ext uri="{FF2B5EF4-FFF2-40B4-BE49-F238E27FC236}">
                      <a16:creationId xmlns:a16="http://schemas.microsoft.com/office/drawing/2014/main" id="{2570A07E-800C-4FB9-871B-2405ED897A5E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1" name="橢圓 430">
                  <a:extLst>
                    <a:ext uri="{FF2B5EF4-FFF2-40B4-BE49-F238E27FC236}">
                      <a16:creationId xmlns:a16="http://schemas.microsoft.com/office/drawing/2014/main" id="{E7058410-B8FD-4BFD-9024-CD11319F08F1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32" name="直線接點 431">
                  <a:extLst>
                    <a:ext uri="{FF2B5EF4-FFF2-40B4-BE49-F238E27FC236}">
                      <a16:creationId xmlns:a16="http://schemas.microsoft.com/office/drawing/2014/main" id="{E0E1068F-2772-40DD-8E5A-A04BDA892B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33" name="橢圓 432">
                  <a:extLst>
                    <a:ext uri="{FF2B5EF4-FFF2-40B4-BE49-F238E27FC236}">
                      <a16:creationId xmlns:a16="http://schemas.microsoft.com/office/drawing/2014/main" id="{687CE446-1300-4D3F-AB4C-112DB174EF64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4" name="橢圓 433">
                  <a:extLst>
                    <a:ext uri="{FF2B5EF4-FFF2-40B4-BE49-F238E27FC236}">
                      <a16:creationId xmlns:a16="http://schemas.microsoft.com/office/drawing/2014/main" id="{B1D23769-5332-4BD1-A71C-52DDC8AC389F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5" name="橢圓 434">
                  <a:extLst>
                    <a:ext uri="{FF2B5EF4-FFF2-40B4-BE49-F238E27FC236}">
                      <a16:creationId xmlns:a16="http://schemas.microsoft.com/office/drawing/2014/main" id="{0A8E101A-7A97-4A6C-9068-4C6441108A71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36" name="直線接點 435">
                  <a:extLst>
                    <a:ext uri="{FF2B5EF4-FFF2-40B4-BE49-F238E27FC236}">
                      <a16:creationId xmlns:a16="http://schemas.microsoft.com/office/drawing/2014/main" id="{9694C648-E6D7-43AD-8062-B0C441E69EA9}"/>
                    </a:ext>
                  </a:extLst>
                </p:cNvPr>
                <p:cNvCxnSpPr>
                  <a:cxnSpLocks/>
                  <a:stCxn id="429" idx="5"/>
                  <a:endCxn id="434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線接點 436">
                  <a:extLst>
                    <a:ext uri="{FF2B5EF4-FFF2-40B4-BE49-F238E27FC236}">
                      <a16:creationId xmlns:a16="http://schemas.microsoft.com/office/drawing/2014/main" id="{FE5C5182-A531-4201-B5C8-016367BC8C42}"/>
                    </a:ext>
                  </a:extLst>
                </p:cNvPr>
                <p:cNvCxnSpPr>
                  <a:cxnSpLocks/>
                  <a:stCxn id="430" idx="3"/>
                  <a:endCxn id="433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線接點 437">
                  <a:extLst>
                    <a:ext uri="{FF2B5EF4-FFF2-40B4-BE49-F238E27FC236}">
                      <a16:creationId xmlns:a16="http://schemas.microsoft.com/office/drawing/2014/main" id="{A4A61C8E-D2A3-4BC7-BCA6-B5DBCC3F1BC9}"/>
                    </a:ext>
                  </a:extLst>
                </p:cNvPr>
                <p:cNvCxnSpPr>
                  <a:cxnSpLocks/>
                  <a:stCxn id="431" idx="3"/>
                  <a:endCxn id="434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線接點 438">
                  <a:extLst>
                    <a:ext uri="{FF2B5EF4-FFF2-40B4-BE49-F238E27FC236}">
                      <a16:creationId xmlns:a16="http://schemas.microsoft.com/office/drawing/2014/main" id="{D060C0CE-A8A9-4D1E-AF83-219EEDEA5705}"/>
                    </a:ext>
                  </a:extLst>
                </p:cNvPr>
                <p:cNvCxnSpPr>
                  <a:cxnSpLocks/>
                  <a:stCxn id="430" idx="5"/>
                  <a:endCxn id="435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6" name="群組 395">
              <a:extLst>
                <a:ext uri="{FF2B5EF4-FFF2-40B4-BE49-F238E27FC236}">
                  <a16:creationId xmlns:a16="http://schemas.microsoft.com/office/drawing/2014/main" id="{B4C672ED-0B76-4793-95F3-F303CD08797A}"/>
                </a:ext>
              </a:extLst>
            </p:cNvPr>
            <p:cNvGrpSpPr/>
            <p:nvPr/>
          </p:nvGrpSpPr>
          <p:grpSpPr>
            <a:xfrm>
              <a:off x="4466195" y="2967161"/>
              <a:ext cx="633006" cy="328126"/>
              <a:chOff x="4079612" y="2820646"/>
              <a:chExt cx="1039982" cy="539087"/>
            </a:xfrm>
          </p:grpSpPr>
          <p:sp>
            <p:nvSpPr>
              <p:cNvPr id="412" name="矩形: 圓角 411">
                <a:extLst>
                  <a:ext uri="{FF2B5EF4-FFF2-40B4-BE49-F238E27FC236}">
                    <a16:creationId xmlns:a16="http://schemas.microsoft.com/office/drawing/2014/main" id="{F054773B-6572-46A0-95D9-C1D66F0E5B3E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13" name="群組 412">
                <a:extLst>
                  <a:ext uri="{FF2B5EF4-FFF2-40B4-BE49-F238E27FC236}">
                    <a16:creationId xmlns:a16="http://schemas.microsoft.com/office/drawing/2014/main" id="{23DFFE45-5A8B-4D7A-A187-5B02F8207D5D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14" name="直線接點 413">
                  <a:extLst>
                    <a:ext uri="{FF2B5EF4-FFF2-40B4-BE49-F238E27FC236}">
                      <a16:creationId xmlns:a16="http://schemas.microsoft.com/office/drawing/2014/main" id="{C65B3BE0-ECA8-47AD-AC97-F751F22454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5" name="橢圓 414">
                  <a:extLst>
                    <a:ext uri="{FF2B5EF4-FFF2-40B4-BE49-F238E27FC236}">
                      <a16:creationId xmlns:a16="http://schemas.microsoft.com/office/drawing/2014/main" id="{E07E7EB0-E363-4CCB-A69C-B2CA14B606B6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6" name="橢圓 415">
                  <a:extLst>
                    <a:ext uri="{FF2B5EF4-FFF2-40B4-BE49-F238E27FC236}">
                      <a16:creationId xmlns:a16="http://schemas.microsoft.com/office/drawing/2014/main" id="{3F148BC2-E8BF-449F-9D23-5E7DD2FA2635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7" name="橢圓 416">
                  <a:extLst>
                    <a:ext uri="{FF2B5EF4-FFF2-40B4-BE49-F238E27FC236}">
                      <a16:creationId xmlns:a16="http://schemas.microsoft.com/office/drawing/2014/main" id="{92D9D4CB-CEDF-40F9-A582-9B182A8159BA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18" name="直線接點 417">
                  <a:extLst>
                    <a:ext uri="{FF2B5EF4-FFF2-40B4-BE49-F238E27FC236}">
                      <a16:creationId xmlns:a16="http://schemas.microsoft.com/office/drawing/2014/main" id="{8881F58F-605C-4284-B21C-6B617BABB4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9" name="橢圓 418">
                  <a:extLst>
                    <a:ext uri="{FF2B5EF4-FFF2-40B4-BE49-F238E27FC236}">
                      <a16:creationId xmlns:a16="http://schemas.microsoft.com/office/drawing/2014/main" id="{769E05A7-0F4E-42C5-9121-2E5B11CF0814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0" name="橢圓 419">
                  <a:extLst>
                    <a:ext uri="{FF2B5EF4-FFF2-40B4-BE49-F238E27FC236}">
                      <a16:creationId xmlns:a16="http://schemas.microsoft.com/office/drawing/2014/main" id="{0877BE20-B76B-4AF8-B3A2-4AA9C5EB0085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21" name="橢圓 420">
                  <a:extLst>
                    <a:ext uri="{FF2B5EF4-FFF2-40B4-BE49-F238E27FC236}">
                      <a16:creationId xmlns:a16="http://schemas.microsoft.com/office/drawing/2014/main" id="{2CA9BB7B-4AE5-4063-B1F2-0FBD7FDE78CC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22" name="直線接點 421">
                  <a:extLst>
                    <a:ext uri="{FF2B5EF4-FFF2-40B4-BE49-F238E27FC236}">
                      <a16:creationId xmlns:a16="http://schemas.microsoft.com/office/drawing/2014/main" id="{A4098DB6-59FC-4C6F-B432-69BCA3E595B2}"/>
                    </a:ext>
                  </a:extLst>
                </p:cNvPr>
                <p:cNvCxnSpPr>
                  <a:cxnSpLocks/>
                  <a:stCxn id="415" idx="5"/>
                  <a:endCxn id="420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線接點 422">
                  <a:extLst>
                    <a:ext uri="{FF2B5EF4-FFF2-40B4-BE49-F238E27FC236}">
                      <a16:creationId xmlns:a16="http://schemas.microsoft.com/office/drawing/2014/main" id="{3CC75288-6D6E-4C26-B1F1-5EF2560CDE27}"/>
                    </a:ext>
                  </a:extLst>
                </p:cNvPr>
                <p:cNvCxnSpPr>
                  <a:cxnSpLocks/>
                  <a:stCxn id="416" idx="3"/>
                  <a:endCxn id="419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直線接點 423">
                  <a:extLst>
                    <a:ext uri="{FF2B5EF4-FFF2-40B4-BE49-F238E27FC236}">
                      <a16:creationId xmlns:a16="http://schemas.microsoft.com/office/drawing/2014/main" id="{12FCAFE1-1E08-4B7D-9B1B-17E53D4C398A}"/>
                    </a:ext>
                  </a:extLst>
                </p:cNvPr>
                <p:cNvCxnSpPr>
                  <a:cxnSpLocks/>
                  <a:stCxn id="417" idx="3"/>
                  <a:endCxn id="420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直線接點 424">
                  <a:extLst>
                    <a:ext uri="{FF2B5EF4-FFF2-40B4-BE49-F238E27FC236}">
                      <a16:creationId xmlns:a16="http://schemas.microsoft.com/office/drawing/2014/main" id="{71534680-4699-4192-B2CF-466F4CD24E3F}"/>
                    </a:ext>
                  </a:extLst>
                </p:cNvPr>
                <p:cNvCxnSpPr>
                  <a:cxnSpLocks/>
                  <a:stCxn id="416" idx="5"/>
                  <a:endCxn id="421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97" name="群組 396">
              <a:extLst>
                <a:ext uri="{FF2B5EF4-FFF2-40B4-BE49-F238E27FC236}">
                  <a16:creationId xmlns:a16="http://schemas.microsoft.com/office/drawing/2014/main" id="{AAE42435-D559-47D8-B14C-102A1426C0D2}"/>
                </a:ext>
              </a:extLst>
            </p:cNvPr>
            <p:cNvGrpSpPr/>
            <p:nvPr/>
          </p:nvGrpSpPr>
          <p:grpSpPr>
            <a:xfrm>
              <a:off x="4598093" y="2986632"/>
              <a:ext cx="633006" cy="328126"/>
              <a:chOff x="4079612" y="2820646"/>
              <a:chExt cx="1039982" cy="539087"/>
            </a:xfrm>
          </p:grpSpPr>
          <p:sp>
            <p:nvSpPr>
              <p:cNvPr id="398" name="矩形: 圓角 397">
                <a:extLst>
                  <a:ext uri="{FF2B5EF4-FFF2-40B4-BE49-F238E27FC236}">
                    <a16:creationId xmlns:a16="http://schemas.microsoft.com/office/drawing/2014/main" id="{5C5412EA-442A-4435-BFD2-5DFD00AA4C3B}"/>
                  </a:ext>
                </a:extLst>
              </p:cNvPr>
              <p:cNvSpPr/>
              <p:nvPr/>
            </p:nvSpPr>
            <p:spPr>
              <a:xfrm>
                <a:off x="4079612" y="2820646"/>
                <a:ext cx="1039982" cy="53908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99" name="群組 398">
                <a:extLst>
                  <a:ext uri="{FF2B5EF4-FFF2-40B4-BE49-F238E27FC236}">
                    <a16:creationId xmlns:a16="http://schemas.microsoft.com/office/drawing/2014/main" id="{9A00A725-629C-41C6-BD5C-F2895E22E48A}"/>
                  </a:ext>
                </a:extLst>
              </p:cNvPr>
              <p:cNvGrpSpPr/>
              <p:nvPr/>
            </p:nvGrpSpPr>
            <p:grpSpPr>
              <a:xfrm>
                <a:off x="4122295" y="2863559"/>
                <a:ext cx="963740" cy="462063"/>
                <a:chOff x="4122295" y="2863559"/>
                <a:chExt cx="963740" cy="462063"/>
              </a:xfrm>
            </p:grpSpPr>
            <p:cxnSp>
              <p:nvCxnSpPr>
                <p:cNvPr id="400" name="直線接點 399">
                  <a:extLst>
                    <a:ext uri="{FF2B5EF4-FFF2-40B4-BE49-F238E27FC236}">
                      <a16:creationId xmlns:a16="http://schemas.microsoft.com/office/drawing/2014/main" id="{0C3D0147-7369-42A1-B8BA-E9F0D05A87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2941522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1" name="橢圓 400">
                  <a:extLst>
                    <a:ext uri="{FF2B5EF4-FFF2-40B4-BE49-F238E27FC236}">
                      <a16:creationId xmlns:a16="http://schemas.microsoft.com/office/drawing/2014/main" id="{96431E7B-902D-4D34-AC0E-7415973663C0}"/>
                    </a:ext>
                  </a:extLst>
                </p:cNvPr>
                <p:cNvSpPr/>
                <p:nvPr/>
              </p:nvSpPr>
              <p:spPr>
                <a:xfrm>
                  <a:off x="4122295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2" name="橢圓 401">
                  <a:extLst>
                    <a:ext uri="{FF2B5EF4-FFF2-40B4-BE49-F238E27FC236}">
                      <a16:creationId xmlns:a16="http://schemas.microsoft.com/office/drawing/2014/main" id="{64E93AA7-B8AF-400F-AEE9-2232E6ED19CC}"/>
                    </a:ext>
                  </a:extLst>
                </p:cNvPr>
                <p:cNvSpPr/>
                <p:nvPr/>
              </p:nvSpPr>
              <p:spPr>
                <a:xfrm>
                  <a:off x="4532153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3" name="橢圓 402">
                  <a:extLst>
                    <a:ext uri="{FF2B5EF4-FFF2-40B4-BE49-F238E27FC236}">
                      <a16:creationId xmlns:a16="http://schemas.microsoft.com/office/drawing/2014/main" id="{D7DF3BF4-975E-4EFC-A9F6-5270A98C5041}"/>
                    </a:ext>
                  </a:extLst>
                </p:cNvPr>
                <p:cNvSpPr/>
                <p:nvPr/>
              </p:nvSpPr>
              <p:spPr>
                <a:xfrm>
                  <a:off x="4930108" y="2863559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04" name="直線接點 403">
                  <a:extLst>
                    <a:ext uri="{FF2B5EF4-FFF2-40B4-BE49-F238E27FC236}">
                      <a16:creationId xmlns:a16="http://schemas.microsoft.com/office/drawing/2014/main" id="{CDA327D2-8C22-4CAA-8D6F-9B9A89720E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07028" y="3247658"/>
                  <a:ext cx="796855" cy="0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05" name="橢圓 404">
                  <a:extLst>
                    <a:ext uri="{FF2B5EF4-FFF2-40B4-BE49-F238E27FC236}">
                      <a16:creationId xmlns:a16="http://schemas.microsoft.com/office/drawing/2014/main" id="{EFC8FF89-CA63-4567-A9A3-0E9098314949}"/>
                    </a:ext>
                  </a:extLst>
                </p:cNvPr>
                <p:cNvSpPr/>
                <p:nvPr/>
              </p:nvSpPr>
              <p:spPr>
                <a:xfrm>
                  <a:off x="4122295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6" name="橢圓 405">
                  <a:extLst>
                    <a:ext uri="{FF2B5EF4-FFF2-40B4-BE49-F238E27FC236}">
                      <a16:creationId xmlns:a16="http://schemas.microsoft.com/office/drawing/2014/main" id="{CBE2C44C-B2B1-44A5-9E00-B9E3BA9AFF67}"/>
                    </a:ext>
                  </a:extLst>
                </p:cNvPr>
                <p:cNvSpPr/>
                <p:nvPr/>
              </p:nvSpPr>
              <p:spPr>
                <a:xfrm>
                  <a:off x="4532153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07" name="橢圓 406">
                  <a:extLst>
                    <a:ext uri="{FF2B5EF4-FFF2-40B4-BE49-F238E27FC236}">
                      <a16:creationId xmlns:a16="http://schemas.microsoft.com/office/drawing/2014/main" id="{293EA477-EC40-4439-A2ED-A5B8B9E11E4B}"/>
                    </a:ext>
                  </a:extLst>
                </p:cNvPr>
                <p:cNvSpPr/>
                <p:nvPr/>
              </p:nvSpPr>
              <p:spPr>
                <a:xfrm>
                  <a:off x="4930108" y="3169695"/>
                  <a:ext cx="155927" cy="155927"/>
                </a:xfrm>
                <a:prstGeom prst="ellips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408" name="直線接點 407">
                  <a:extLst>
                    <a:ext uri="{FF2B5EF4-FFF2-40B4-BE49-F238E27FC236}">
                      <a16:creationId xmlns:a16="http://schemas.microsoft.com/office/drawing/2014/main" id="{EA82B648-DE87-4A61-9912-A603A5C03EE1}"/>
                    </a:ext>
                  </a:extLst>
                </p:cNvPr>
                <p:cNvCxnSpPr>
                  <a:cxnSpLocks/>
                  <a:stCxn id="401" idx="5"/>
                  <a:endCxn id="406" idx="1"/>
                </p:cNvCxnSpPr>
                <p:nvPr/>
              </p:nvCxnSpPr>
              <p:spPr>
                <a:xfrm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直線接點 408">
                  <a:extLst>
                    <a:ext uri="{FF2B5EF4-FFF2-40B4-BE49-F238E27FC236}">
                      <a16:creationId xmlns:a16="http://schemas.microsoft.com/office/drawing/2014/main" id="{98D5D2D3-2BAC-48E4-AAA1-E837F5E5FE9C}"/>
                    </a:ext>
                  </a:extLst>
                </p:cNvPr>
                <p:cNvCxnSpPr>
                  <a:cxnSpLocks/>
                  <a:stCxn id="402" idx="3"/>
                  <a:endCxn id="405" idx="7"/>
                </p:cNvCxnSpPr>
                <p:nvPr/>
              </p:nvCxnSpPr>
              <p:spPr>
                <a:xfrm flipH="1">
                  <a:off x="4255387" y="2996651"/>
                  <a:ext cx="299601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直線接點 409">
                  <a:extLst>
                    <a:ext uri="{FF2B5EF4-FFF2-40B4-BE49-F238E27FC236}">
                      <a16:creationId xmlns:a16="http://schemas.microsoft.com/office/drawing/2014/main" id="{CBE4A51F-53E1-4A4B-93B2-C5D6FC81A6C0}"/>
                    </a:ext>
                  </a:extLst>
                </p:cNvPr>
                <p:cNvCxnSpPr>
                  <a:cxnSpLocks/>
                  <a:stCxn id="403" idx="3"/>
                  <a:endCxn id="406" idx="7"/>
                </p:cNvCxnSpPr>
                <p:nvPr/>
              </p:nvCxnSpPr>
              <p:spPr>
                <a:xfrm flipH="1"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直線接點 410">
                  <a:extLst>
                    <a:ext uri="{FF2B5EF4-FFF2-40B4-BE49-F238E27FC236}">
                      <a16:creationId xmlns:a16="http://schemas.microsoft.com/office/drawing/2014/main" id="{B6EEAD40-D831-47E6-92E5-407D0132F529}"/>
                    </a:ext>
                  </a:extLst>
                </p:cNvPr>
                <p:cNvCxnSpPr>
                  <a:cxnSpLocks/>
                  <a:stCxn id="402" idx="5"/>
                  <a:endCxn id="407" idx="1"/>
                </p:cNvCxnSpPr>
                <p:nvPr/>
              </p:nvCxnSpPr>
              <p:spPr>
                <a:xfrm>
                  <a:off x="4665245" y="2996651"/>
                  <a:ext cx="287698" cy="195879"/>
                </a:xfrm>
                <a:prstGeom prst="line">
                  <a:avLst/>
                </a:prstGeom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538" name="左中括弧 537">
            <a:extLst>
              <a:ext uri="{FF2B5EF4-FFF2-40B4-BE49-F238E27FC236}">
                <a16:creationId xmlns:a16="http://schemas.microsoft.com/office/drawing/2014/main" id="{8A683BB3-C168-4E90-B36C-3E05236FAD97}"/>
              </a:ext>
            </a:extLst>
          </p:cNvPr>
          <p:cNvSpPr/>
          <p:nvPr/>
        </p:nvSpPr>
        <p:spPr>
          <a:xfrm rot="16200000">
            <a:off x="2014106" y="756335"/>
            <a:ext cx="94909" cy="1874506"/>
          </a:xfrm>
          <a:prstGeom prst="leftBracket">
            <a:avLst/>
          </a:prstGeom>
          <a:ln w="38100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prstClr val="black"/>
              </a:solidFill>
              <a:latin typeface="Calibri"/>
              <a:ea typeface="微軟正黑體"/>
            </a:endParaRP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0A2F7D6-CAB7-49BB-B410-DB3F52886541}"/>
              </a:ext>
            </a:extLst>
          </p:cNvPr>
          <p:cNvCxnSpPr/>
          <p:nvPr/>
        </p:nvCxnSpPr>
        <p:spPr>
          <a:xfrm>
            <a:off x="2042894" y="1877769"/>
            <a:ext cx="2076142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1" name="直線單箭頭接點 540">
            <a:extLst>
              <a:ext uri="{FF2B5EF4-FFF2-40B4-BE49-F238E27FC236}">
                <a16:creationId xmlns:a16="http://schemas.microsoft.com/office/drawing/2014/main" id="{3886D2B0-5954-4FA4-8CF8-875D0DD8B87A}"/>
              </a:ext>
            </a:extLst>
          </p:cNvPr>
          <p:cNvCxnSpPr>
            <a:cxnSpLocks/>
          </p:cNvCxnSpPr>
          <p:nvPr/>
        </p:nvCxnSpPr>
        <p:spPr>
          <a:xfrm>
            <a:off x="2048927" y="1741043"/>
            <a:ext cx="0" cy="1367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39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標題 583">
            <a:extLst>
              <a:ext uri="{FF2B5EF4-FFF2-40B4-BE49-F238E27FC236}">
                <a16:creationId xmlns:a16="http://schemas.microsoft.com/office/drawing/2014/main" id="{B5B62F91-178D-4DFF-AF85-C5A278C9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</a:t>
            </a:r>
            <a:r>
              <a:rPr lang="en-US" altLang="zh-TW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 Tumor Purity Prediction Equation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grpSp>
        <p:nvGrpSpPr>
          <p:cNvPr id="656" name="群組 655">
            <a:extLst>
              <a:ext uri="{FF2B5EF4-FFF2-40B4-BE49-F238E27FC236}">
                <a16:creationId xmlns:a16="http://schemas.microsoft.com/office/drawing/2014/main" id="{972197C5-9A72-4F77-B540-B932B8F49549}"/>
              </a:ext>
            </a:extLst>
          </p:cNvPr>
          <p:cNvGrpSpPr/>
          <p:nvPr/>
        </p:nvGrpSpPr>
        <p:grpSpPr>
          <a:xfrm>
            <a:off x="5433630" y="779891"/>
            <a:ext cx="1264684" cy="410417"/>
            <a:chOff x="7386226" y="998447"/>
            <a:chExt cx="1264684" cy="410417"/>
          </a:xfrm>
        </p:grpSpPr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8CC646C-6F7F-4B2F-A385-3EA65F95B9E2}"/>
                </a:ext>
              </a:extLst>
            </p:cNvPr>
            <p:cNvSpPr txBox="1"/>
            <p:nvPr/>
          </p:nvSpPr>
          <p:spPr>
            <a:xfrm>
              <a:off x="7592607" y="1162643"/>
              <a:ext cx="99418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Somatic variant</a:t>
              </a:r>
              <a:endPara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grpSp>
          <p:nvGrpSpPr>
            <p:cNvPr id="655" name="群組 654">
              <a:extLst>
                <a:ext uri="{FF2B5EF4-FFF2-40B4-BE49-F238E27FC236}">
                  <a16:creationId xmlns:a16="http://schemas.microsoft.com/office/drawing/2014/main" id="{C01D9C72-DC48-44D4-AF42-6A551D23188C}"/>
                </a:ext>
              </a:extLst>
            </p:cNvPr>
            <p:cNvGrpSpPr/>
            <p:nvPr/>
          </p:nvGrpSpPr>
          <p:grpSpPr>
            <a:xfrm>
              <a:off x="7386226" y="1121557"/>
              <a:ext cx="206381" cy="164196"/>
              <a:chOff x="7163982" y="1121557"/>
              <a:chExt cx="428625" cy="164196"/>
            </a:xfrm>
          </p:grpSpPr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164AF24F-0B3D-4AD6-AE74-ACC7D0FE2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982" y="1285753"/>
                <a:ext cx="428625" cy="0"/>
              </a:xfrm>
              <a:prstGeom prst="line">
                <a:avLst/>
              </a:pr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8B5344FD-4CE6-4674-A3B6-3562D5E74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3982" y="1121557"/>
                <a:ext cx="428625" cy="0"/>
              </a:xfrm>
              <a:prstGeom prst="line">
                <a:avLst/>
              </a:pr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6B2826FE-ADF2-4BD3-99D6-12486C815A00}"/>
                </a:ext>
              </a:extLst>
            </p:cNvPr>
            <p:cNvSpPr txBox="1"/>
            <p:nvPr/>
          </p:nvSpPr>
          <p:spPr>
            <a:xfrm>
              <a:off x="7592607" y="998447"/>
              <a:ext cx="10583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Germline variant</a:t>
              </a:r>
              <a:endParaRPr kumimoji="0" lang="zh-TW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964BF81F-C9A1-4026-8B76-97B493548BFA}"/>
              </a:ext>
            </a:extLst>
          </p:cNvPr>
          <p:cNvGrpSpPr/>
          <p:nvPr/>
        </p:nvGrpSpPr>
        <p:grpSpPr>
          <a:xfrm>
            <a:off x="445299" y="1903828"/>
            <a:ext cx="1345240" cy="1500907"/>
            <a:chOff x="2512677" y="936374"/>
            <a:chExt cx="1345240" cy="1500907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AEB02BAA-7F5C-405F-A271-6B3A1A1D53BC}"/>
                </a:ext>
              </a:extLst>
            </p:cNvPr>
            <p:cNvSpPr txBox="1"/>
            <p:nvPr/>
          </p:nvSpPr>
          <p:spPr>
            <a:xfrm>
              <a:off x="2512677" y="936374"/>
              <a:ext cx="13452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Normal cells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2F3A6DB3-BFED-479B-8927-247C24E387E8}"/>
                </a:ext>
              </a:extLst>
            </p:cNvPr>
            <p:cNvGrpSpPr/>
            <p:nvPr/>
          </p:nvGrpSpPr>
          <p:grpSpPr>
            <a:xfrm>
              <a:off x="2600297" y="1267281"/>
              <a:ext cx="1170000" cy="1170000"/>
              <a:chOff x="114655" y="3347955"/>
              <a:chExt cx="950122" cy="950122"/>
            </a:xfrm>
          </p:grpSpPr>
          <p:sp>
            <p:nvSpPr>
              <p:cNvPr id="7" name="橢圓 6">
                <a:extLst>
                  <a:ext uri="{FF2B5EF4-FFF2-40B4-BE49-F238E27FC236}">
                    <a16:creationId xmlns:a16="http://schemas.microsoft.com/office/drawing/2014/main" id="{E65A717C-C5AB-434A-B1FE-CFCB2611A5C3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FB536262-37AC-48AF-A10D-D87BFDE5B996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14B16513-18CE-4F3F-B5D2-67E07386D8B7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" name="手繪多邊形: 圖案 9">
                <a:extLst>
                  <a:ext uri="{FF2B5EF4-FFF2-40B4-BE49-F238E27FC236}">
                    <a16:creationId xmlns:a16="http://schemas.microsoft.com/office/drawing/2014/main" id="{1062F603-471C-47CE-99F3-0096A684BFCF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3175A315-344F-4F29-B349-8FB5891AD794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12175C94-7BC0-41A0-BBD7-2FB9D56D0784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" name="手繪多邊形: 圖案 12">
                <a:extLst>
                  <a:ext uri="{FF2B5EF4-FFF2-40B4-BE49-F238E27FC236}">
                    <a16:creationId xmlns:a16="http://schemas.microsoft.com/office/drawing/2014/main" id="{8E43254A-A068-4398-A6D6-8FB84B42C3AB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B309CE1A-7CF3-44E0-88D1-F8E8BCAAC799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FD4B9ECA-50A0-4E3A-AA3A-258E6DEDE21A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" name="手繪多邊形: 圖案 15">
                <a:extLst>
                  <a:ext uri="{FF2B5EF4-FFF2-40B4-BE49-F238E27FC236}">
                    <a16:creationId xmlns:a16="http://schemas.microsoft.com/office/drawing/2014/main" id="{32C6EE41-703E-42E4-9FE5-08AB6828B593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B9E0A21F-A8C9-40E6-A123-B9B043146F7C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043166D9-4F31-4C47-9D42-58FC7448BF27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" name="橢圓 18">
                <a:extLst>
                  <a:ext uri="{FF2B5EF4-FFF2-40B4-BE49-F238E27FC236}">
                    <a16:creationId xmlns:a16="http://schemas.microsoft.com/office/drawing/2014/main" id="{C576FAFE-B6D9-4BA4-ACC3-D35D9D1789AC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" name="橢圓 19">
                <a:extLst>
                  <a:ext uri="{FF2B5EF4-FFF2-40B4-BE49-F238E27FC236}">
                    <a16:creationId xmlns:a16="http://schemas.microsoft.com/office/drawing/2014/main" id="{5A04E97A-18A4-4A66-821F-B35C6267E1A2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" name="橢圓 20">
                <a:extLst>
                  <a:ext uri="{FF2B5EF4-FFF2-40B4-BE49-F238E27FC236}">
                    <a16:creationId xmlns:a16="http://schemas.microsoft.com/office/drawing/2014/main" id="{430323F6-B7E0-467D-978C-DA8707ACA3D7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A785E4F-E4B0-4085-8C50-829D64337A51}"/>
              </a:ext>
            </a:extLst>
          </p:cNvPr>
          <p:cNvSpPr txBox="1"/>
          <p:nvPr/>
        </p:nvSpPr>
        <p:spPr>
          <a:xfrm>
            <a:off x="3231879" y="608314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0.2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879D803-2702-4239-B637-0DF195DD15B4}"/>
              </a:ext>
            </a:extLst>
          </p:cNvPr>
          <p:cNvSpPr txBox="1"/>
          <p:nvPr/>
        </p:nvSpPr>
        <p:spPr>
          <a:xfrm>
            <a:off x="3231879" y="4972815"/>
            <a:ext cx="47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0.4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BDEDC4E-0218-401E-A4BE-2E905C70D97A}"/>
              </a:ext>
            </a:extLst>
          </p:cNvPr>
          <p:cNvSpPr txBox="1"/>
          <p:nvPr/>
        </p:nvSpPr>
        <p:spPr>
          <a:xfrm>
            <a:off x="3231879" y="386248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0.6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CD46B9D-3C46-4BF6-8A98-6EFE0DE502BD}"/>
              </a:ext>
            </a:extLst>
          </p:cNvPr>
          <p:cNvSpPr txBox="1"/>
          <p:nvPr/>
        </p:nvSpPr>
        <p:spPr>
          <a:xfrm>
            <a:off x="3231879" y="2752161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0.8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2F2F87F1-1E61-4D95-B229-D3D314AF6F4F}"/>
              </a:ext>
            </a:extLst>
          </p:cNvPr>
          <p:cNvGrpSpPr/>
          <p:nvPr/>
        </p:nvGrpSpPr>
        <p:grpSpPr>
          <a:xfrm>
            <a:off x="471801" y="4373819"/>
            <a:ext cx="1252394" cy="1500908"/>
            <a:chOff x="5092512" y="936373"/>
            <a:chExt cx="1252394" cy="1500908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DE871A2E-3A9A-4B5B-AE17-0153DF3624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33709" y="1267281"/>
              <a:ext cx="1170000" cy="1170000"/>
              <a:chOff x="-1123212" y="3002191"/>
              <a:chExt cx="950810" cy="950810"/>
            </a:xfrm>
          </p:grpSpPr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A294AD71-F4B5-4DE1-8DBD-950E558FE052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D91B87EA-8B1D-46D9-AF8E-C43E2580FA50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08ADD92A-BD75-44F5-B390-F3EF479F6B25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" name="手繪多邊形: 圖案 31">
                <a:extLst>
                  <a:ext uri="{FF2B5EF4-FFF2-40B4-BE49-F238E27FC236}">
                    <a16:creationId xmlns:a16="http://schemas.microsoft.com/office/drawing/2014/main" id="{A9AA9EB2-EA88-494C-A370-6B72FFA5C4F6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" name="手繪多邊形: 圖案 32">
                <a:extLst>
                  <a:ext uri="{FF2B5EF4-FFF2-40B4-BE49-F238E27FC236}">
                    <a16:creationId xmlns:a16="http://schemas.microsoft.com/office/drawing/2014/main" id="{E1CA2BF5-CB6C-41A3-BC78-A32D00FE6569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" name="手繪多邊形: 圖案 33">
                <a:extLst>
                  <a:ext uri="{FF2B5EF4-FFF2-40B4-BE49-F238E27FC236}">
                    <a16:creationId xmlns:a16="http://schemas.microsoft.com/office/drawing/2014/main" id="{50024736-77CD-4A87-AD38-29E3CFAC93E7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" name="手繪多邊形: 圖案 34">
                <a:extLst>
                  <a:ext uri="{FF2B5EF4-FFF2-40B4-BE49-F238E27FC236}">
                    <a16:creationId xmlns:a16="http://schemas.microsoft.com/office/drawing/2014/main" id="{A4025AE3-C86C-4D5D-A780-7CDFD59E9649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" name="手繪多邊形: 圖案 35">
                <a:extLst>
                  <a:ext uri="{FF2B5EF4-FFF2-40B4-BE49-F238E27FC236}">
                    <a16:creationId xmlns:a16="http://schemas.microsoft.com/office/drawing/2014/main" id="{B6A8462C-3FFA-4749-B68D-7E106CA6E351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" name="手繪多邊形: 圖案 36">
                <a:extLst>
                  <a:ext uri="{FF2B5EF4-FFF2-40B4-BE49-F238E27FC236}">
                    <a16:creationId xmlns:a16="http://schemas.microsoft.com/office/drawing/2014/main" id="{2469E422-AD38-4A68-B4E0-45BC2AD87700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" name="手繪多邊形: 圖案 37">
                <a:extLst>
                  <a:ext uri="{FF2B5EF4-FFF2-40B4-BE49-F238E27FC236}">
                    <a16:creationId xmlns:a16="http://schemas.microsoft.com/office/drawing/2014/main" id="{7F45BFFA-671B-447C-A24F-F56D5329C778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" name="手繪多邊形: 圖案 38">
                <a:extLst>
                  <a:ext uri="{FF2B5EF4-FFF2-40B4-BE49-F238E27FC236}">
                    <a16:creationId xmlns:a16="http://schemas.microsoft.com/office/drawing/2014/main" id="{EB586332-F3CB-44AB-8EFB-D2CE60AAFDF5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0" name="橢圓 39">
                <a:extLst>
                  <a:ext uri="{FF2B5EF4-FFF2-40B4-BE49-F238E27FC236}">
                    <a16:creationId xmlns:a16="http://schemas.microsoft.com/office/drawing/2014/main" id="{8F07DEB2-5E2D-4D00-B9B7-936F95B2BD1C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" name="橢圓 40">
                <a:extLst>
                  <a:ext uri="{FF2B5EF4-FFF2-40B4-BE49-F238E27FC236}">
                    <a16:creationId xmlns:a16="http://schemas.microsoft.com/office/drawing/2014/main" id="{F13D9359-AECF-47D6-926F-C2CF43182E8E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529BB57B-ABA2-4483-9C25-441CCFF7A97A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" name="手繪多邊形: 圖案 42">
                <a:extLst>
                  <a:ext uri="{FF2B5EF4-FFF2-40B4-BE49-F238E27FC236}">
                    <a16:creationId xmlns:a16="http://schemas.microsoft.com/office/drawing/2014/main" id="{ADBCAA64-0762-4474-9945-09A93A2DA8D9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2F911CAE-898F-48B0-873B-C2262C5860E2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" name="橢圓 44">
                <a:extLst>
                  <a:ext uri="{FF2B5EF4-FFF2-40B4-BE49-F238E27FC236}">
                    <a16:creationId xmlns:a16="http://schemas.microsoft.com/office/drawing/2014/main" id="{98A0817C-F873-4C1E-AD28-F0F14EDBB197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E9C1A3FF-8987-4E41-9FE4-67BE0AD7D92A}"/>
                </a:ext>
              </a:extLst>
            </p:cNvPr>
            <p:cNvSpPr txBox="1"/>
            <p:nvPr/>
          </p:nvSpPr>
          <p:spPr>
            <a:xfrm>
              <a:off x="5092512" y="936373"/>
              <a:ext cx="12523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Tumor cells</a:t>
              </a:r>
            </a:p>
          </p:txBody>
        </p:sp>
      </p:grpSp>
      <p:sp>
        <p:nvSpPr>
          <p:cNvPr id="46" name="右中括弧 45">
            <a:extLst>
              <a:ext uri="{FF2B5EF4-FFF2-40B4-BE49-F238E27FC236}">
                <a16:creationId xmlns:a16="http://schemas.microsoft.com/office/drawing/2014/main" id="{FB0439E6-FB6E-47D3-AC90-6FB988EB451D}"/>
              </a:ext>
            </a:extLst>
          </p:cNvPr>
          <p:cNvSpPr/>
          <p:nvPr/>
        </p:nvSpPr>
        <p:spPr>
          <a:xfrm>
            <a:off x="1873984" y="2675900"/>
            <a:ext cx="147942" cy="2748940"/>
          </a:xfrm>
          <a:prstGeom prst="rightBracket">
            <a:avLst/>
          </a:prstGeom>
          <a:ln w="38100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prstClr val="black"/>
              </a:solidFill>
              <a:latin typeface="Calibri"/>
              <a:ea typeface="微軟正黑體"/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B845FB70-EA91-4EE5-BE59-BE0371E4CD8E}"/>
              </a:ext>
            </a:extLst>
          </p:cNvPr>
          <p:cNvGrpSpPr/>
          <p:nvPr/>
        </p:nvGrpSpPr>
        <p:grpSpPr>
          <a:xfrm rot="16200000">
            <a:off x="826629" y="3968573"/>
            <a:ext cx="4441311" cy="192816"/>
            <a:chOff x="1581831" y="3022313"/>
            <a:chExt cx="2590201" cy="192816"/>
          </a:xfrm>
        </p:grpSpPr>
        <p:sp>
          <p:nvSpPr>
            <p:cNvPr id="48" name="右中括弧 47">
              <a:extLst>
                <a:ext uri="{FF2B5EF4-FFF2-40B4-BE49-F238E27FC236}">
                  <a16:creationId xmlns:a16="http://schemas.microsoft.com/office/drawing/2014/main" id="{5D7AD2C1-E35F-4640-B9D9-6A7B01FAD428}"/>
                </a:ext>
              </a:extLst>
            </p:cNvPr>
            <p:cNvSpPr/>
            <p:nvPr/>
          </p:nvSpPr>
          <p:spPr>
            <a:xfrm rot="16200000">
              <a:off x="2780524" y="1823620"/>
              <a:ext cx="192816" cy="2590201"/>
            </a:xfrm>
            <a:prstGeom prst="rightBracket">
              <a:avLst/>
            </a:prstGeom>
            <a:ln>
              <a:solidFill>
                <a:schemeClr val="bg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9" name="右中括弧 48">
              <a:extLst>
                <a:ext uri="{FF2B5EF4-FFF2-40B4-BE49-F238E27FC236}">
                  <a16:creationId xmlns:a16="http://schemas.microsoft.com/office/drawing/2014/main" id="{5E9F00BC-8DA9-4817-A2DE-B9D195C1E8BD}"/>
                </a:ext>
              </a:extLst>
            </p:cNvPr>
            <p:cNvSpPr/>
            <p:nvPr/>
          </p:nvSpPr>
          <p:spPr>
            <a:xfrm rot="16200000">
              <a:off x="2791916" y="2459779"/>
              <a:ext cx="192816" cy="1317883"/>
            </a:xfrm>
            <a:prstGeom prst="rightBracket">
              <a:avLst/>
            </a:prstGeom>
            <a:ln>
              <a:solidFill>
                <a:schemeClr val="bg1">
                  <a:lumMod val="50000"/>
                </a:schemeClr>
              </a:solidFill>
              <a:headEnd type="triangle" w="med" len="med"/>
              <a:tailEnd type="triangl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cxnSp>
        <p:nvCxnSpPr>
          <p:cNvPr id="50" name="直線單箭頭接點 49">
            <a:extLst>
              <a:ext uri="{FF2B5EF4-FFF2-40B4-BE49-F238E27FC236}">
                <a16:creationId xmlns:a16="http://schemas.microsoft.com/office/drawing/2014/main" id="{E5315364-8182-4C50-A0DB-A829D1788307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2950876" y="4045447"/>
            <a:ext cx="19281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直線接點 50">
            <a:extLst>
              <a:ext uri="{FF2B5EF4-FFF2-40B4-BE49-F238E27FC236}">
                <a16:creationId xmlns:a16="http://schemas.microsoft.com/office/drawing/2014/main" id="{BF91FDCF-24E8-4FBE-A29F-BBE7A49F097C}"/>
              </a:ext>
            </a:extLst>
          </p:cNvPr>
          <p:cNvCxnSpPr>
            <a:cxnSpLocks/>
            <a:stCxn id="46" idx="2"/>
            <a:endCxn id="49" idx="2"/>
          </p:cNvCxnSpPr>
          <p:nvPr/>
        </p:nvCxnSpPr>
        <p:spPr>
          <a:xfrm flipV="1">
            <a:off x="2021926" y="4045447"/>
            <a:ext cx="928950" cy="4923"/>
          </a:xfrm>
          <a:prstGeom prst="line">
            <a:avLst/>
          </a:prstGeom>
          <a:ln w="38100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8CBD4B63-43CC-4BEC-9D57-FD8501880A19}"/>
              </a:ext>
            </a:extLst>
          </p:cNvPr>
          <p:cNvSpPr txBox="1"/>
          <p:nvPr/>
        </p:nvSpPr>
        <p:spPr>
          <a:xfrm>
            <a:off x="3072380" y="1224198"/>
            <a:ext cx="795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Purity 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FC948866-A4CC-497B-96A8-AA30399868CE}"/>
              </a:ext>
            </a:extLst>
          </p:cNvPr>
          <p:cNvGrpSpPr/>
          <p:nvPr/>
        </p:nvGrpSpPr>
        <p:grpSpPr>
          <a:xfrm>
            <a:off x="3957937" y="6072978"/>
            <a:ext cx="534223" cy="389663"/>
            <a:chOff x="2621997" y="5780107"/>
            <a:chExt cx="940543" cy="686033"/>
          </a:xfrm>
        </p:grpSpPr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2A37EFFF-EEC3-411A-8F87-95D943A22BFF}"/>
                </a:ext>
              </a:extLst>
            </p:cNvPr>
            <p:cNvGrpSpPr/>
            <p:nvPr/>
          </p:nvGrpSpPr>
          <p:grpSpPr>
            <a:xfrm>
              <a:off x="2621997" y="6050285"/>
              <a:ext cx="374400" cy="374400"/>
              <a:chOff x="-1123212" y="3002191"/>
              <a:chExt cx="950810" cy="950810"/>
            </a:xfrm>
          </p:grpSpPr>
          <p:sp>
            <p:nvSpPr>
              <p:cNvPr id="123" name="橢圓 122">
                <a:extLst>
                  <a:ext uri="{FF2B5EF4-FFF2-40B4-BE49-F238E27FC236}">
                    <a16:creationId xmlns:a16="http://schemas.microsoft.com/office/drawing/2014/main" id="{7569B89C-4D53-4136-912A-A18A6DC0E758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A6B79F81-A96C-4AA9-BFEE-9E47A3E1EF3F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5" name="橢圓 124">
                <a:extLst>
                  <a:ext uri="{FF2B5EF4-FFF2-40B4-BE49-F238E27FC236}">
                    <a16:creationId xmlns:a16="http://schemas.microsoft.com/office/drawing/2014/main" id="{F41BAAE0-3373-4BA0-9521-B137BC2E550C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6" name="手繪多邊形: 圖案 125">
                <a:extLst>
                  <a:ext uri="{FF2B5EF4-FFF2-40B4-BE49-F238E27FC236}">
                    <a16:creationId xmlns:a16="http://schemas.microsoft.com/office/drawing/2014/main" id="{30242286-A256-4317-95BB-20C86A652649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7" name="手繪多邊形: 圖案 126">
                <a:extLst>
                  <a:ext uri="{FF2B5EF4-FFF2-40B4-BE49-F238E27FC236}">
                    <a16:creationId xmlns:a16="http://schemas.microsoft.com/office/drawing/2014/main" id="{1C37FE35-FCF3-495C-9263-9702DE06D523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55CA3599-A486-415D-81CE-F3FA08DA542A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DA735EC2-CDD6-4055-8E6D-6A8697B8D47F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0" name="手繪多邊形: 圖案 129">
                <a:extLst>
                  <a:ext uri="{FF2B5EF4-FFF2-40B4-BE49-F238E27FC236}">
                    <a16:creationId xmlns:a16="http://schemas.microsoft.com/office/drawing/2014/main" id="{95AC3ED1-8EC5-4631-B644-7C4E6302B06E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55663120-FE57-49FA-A2F8-DF755563046F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4D059108-C5CC-4BC4-A44D-7B1EE4E30DD9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9EEC1624-06C1-484F-8B89-F8D9BD86CF14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4" name="橢圓 133">
                <a:extLst>
                  <a:ext uri="{FF2B5EF4-FFF2-40B4-BE49-F238E27FC236}">
                    <a16:creationId xmlns:a16="http://schemas.microsoft.com/office/drawing/2014/main" id="{9C7DC097-F0BB-4D62-A6E7-C610D2BFB11B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5" name="橢圓 134">
                <a:extLst>
                  <a:ext uri="{FF2B5EF4-FFF2-40B4-BE49-F238E27FC236}">
                    <a16:creationId xmlns:a16="http://schemas.microsoft.com/office/drawing/2014/main" id="{6614D3A0-AB51-4D3E-9FCB-583AE3BEF479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" name="橢圓 135">
                <a:extLst>
                  <a:ext uri="{FF2B5EF4-FFF2-40B4-BE49-F238E27FC236}">
                    <a16:creationId xmlns:a16="http://schemas.microsoft.com/office/drawing/2014/main" id="{65CCD5CE-608D-4EEF-B404-123EBD13AEBD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7" name="手繪多邊形: 圖案 136">
                <a:extLst>
                  <a:ext uri="{FF2B5EF4-FFF2-40B4-BE49-F238E27FC236}">
                    <a16:creationId xmlns:a16="http://schemas.microsoft.com/office/drawing/2014/main" id="{C8FEF857-AD65-436C-94D3-8AA95E644B05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8" name="橢圓 137">
                <a:extLst>
                  <a:ext uri="{FF2B5EF4-FFF2-40B4-BE49-F238E27FC236}">
                    <a16:creationId xmlns:a16="http://schemas.microsoft.com/office/drawing/2014/main" id="{D908B7B3-D10F-45C9-89B9-3F43797F838E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9" name="橢圓 138">
                <a:extLst>
                  <a:ext uri="{FF2B5EF4-FFF2-40B4-BE49-F238E27FC236}">
                    <a16:creationId xmlns:a16="http://schemas.microsoft.com/office/drawing/2014/main" id="{FB716D97-5A29-4A4E-ABDB-2B70DDE440B9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E96D827C-38CD-469A-B2C2-5510ECC625E0}"/>
                </a:ext>
              </a:extLst>
            </p:cNvPr>
            <p:cNvGrpSpPr/>
            <p:nvPr/>
          </p:nvGrpSpPr>
          <p:grpSpPr>
            <a:xfrm>
              <a:off x="2910740" y="6091740"/>
              <a:ext cx="374400" cy="374400"/>
              <a:chOff x="114655" y="3347955"/>
              <a:chExt cx="950122" cy="950122"/>
            </a:xfrm>
          </p:grpSpPr>
          <p:sp>
            <p:nvSpPr>
              <p:cNvPr id="108" name="橢圓 107">
                <a:extLst>
                  <a:ext uri="{FF2B5EF4-FFF2-40B4-BE49-F238E27FC236}">
                    <a16:creationId xmlns:a16="http://schemas.microsoft.com/office/drawing/2014/main" id="{1C486F5B-3D0B-4279-80BA-C09F24C715E9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9" name="橢圓 108">
                <a:extLst>
                  <a:ext uri="{FF2B5EF4-FFF2-40B4-BE49-F238E27FC236}">
                    <a16:creationId xmlns:a16="http://schemas.microsoft.com/office/drawing/2014/main" id="{D3A480AE-24D3-4F98-8C2D-1EB583453B53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0" name="橢圓 109">
                <a:extLst>
                  <a:ext uri="{FF2B5EF4-FFF2-40B4-BE49-F238E27FC236}">
                    <a16:creationId xmlns:a16="http://schemas.microsoft.com/office/drawing/2014/main" id="{41EDE0EC-AC88-464A-A45E-F121C68628E7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" name="手繪多邊形: 圖案 110">
                <a:extLst>
                  <a:ext uri="{FF2B5EF4-FFF2-40B4-BE49-F238E27FC236}">
                    <a16:creationId xmlns:a16="http://schemas.microsoft.com/office/drawing/2014/main" id="{2CF6C8E8-160B-4791-9F46-858F3B53251C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" name="手繪多邊形: 圖案 111">
                <a:extLst>
                  <a:ext uri="{FF2B5EF4-FFF2-40B4-BE49-F238E27FC236}">
                    <a16:creationId xmlns:a16="http://schemas.microsoft.com/office/drawing/2014/main" id="{69A918D3-D17F-4179-B949-886777DB2B62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" name="手繪多邊形: 圖案 112">
                <a:extLst>
                  <a:ext uri="{FF2B5EF4-FFF2-40B4-BE49-F238E27FC236}">
                    <a16:creationId xmlns:a16="http://schemas.microsoft.com/office/drawing/2014/main" id="{BE2FF872-5B64-486C-866D-1D77B0BA7FB2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4" name="手繪多邊形: 圖案 113">
                <a:extLst>
                  <a:ext uri="{FF2B5EF4-FFF2-40B4-BE49-F238E27FC236}">
                    <a16:creationId xmlns:a16="http://schemas.microsoft.com/office/drawing/2014/main" id="{BB779663-3EC3-4D49-B0B0-8A1C1DC1E60E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5" name="手繪多邊形: 圖案 114">
                <a:extLst>
                  <a:ext uri="{FF2B5EF4-FFF2-40B4-BE49-F238E27FC236}">
                    <a16:creationId xmlns:a16="http://schemas.microsoft.com/office/drawing/2014/main" id="{E4A1A132-0BC6-413F-B22B-5BC0DDC654C4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" name="手繪多邊形: 圖案 115">
                <a:extLst>
                  <a:ext uri="{FF2B5EF4-FFF2-40B4-BE49-F238E27FC236}">
                    <a16:creationId xmlns:a16="http://schemas.microsoft.com/office/drawing/2014/main" id="{0FDF69AD-DFAC-4A6A-93BB-A4769183EBFD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" name="手繪多邊形: 圖案 116">
                <a:extLst>
                  <a:ext uri="{FF2B5EF4-FFF2-40B4-BE49-F238E27FC236}">
                    <a16:creationId xmlns:a16="http://schemas.microsoft.com/office/drawing/2014/main" id="{A9F5BAFD-03CB-42F3-A77E-7D408A5E34D7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8" name="手繪多邊形: 圖案 117">
                <a:extLst>
                  <a:ext uri="{FF2B5EF4-FFF2-40B4-BE49-F238E27FC236}">
                    <a16:creationId xmlns:a16="http://schemas.microsoft.com/office/drawing/2014/main" id="{BE788B0A-0D29-484D-A469-6B252E5559D6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9" name="橢圓 118">
                <a:extLst>
                  <a:ext uri="{FF2B5EF4-FFF2-40B4-BE49-F238E27FC236}">
                    <a16:creationId xmlns:a16="http://schemas.microsoft.com/office/drawing/2014/main" id="{AF2F03C7-EAF5-42F2-8BBF-D59892A692F0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A52CC028-D068-4FD8-B979-02AACFB2CEA0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1" name="橢圓 120">
                <a:extLst>
                  <a:ext uri="{FF2B5EF4-FFF2-40B4-BE49-F238E27FC236}">
                    <a16:creationId xmlns:a16="http://schemas.microsoft.com/office/drawing/2014/main" id="{37D8E70E-2E76-4246-99FF-97C42E4A8ED5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22" name="橢圓 121">
                <a:extLst>
                  <a:ext uri="{FF2B5EF4-FFF2-40B4-BE49-F238E27FC236}">
                    <a16:creationId xmlns:a16="http://schemas.microsoft.com/office/drawing/2014/main" id="{CFAFF949-3D2F-47C5-9987-C0A21A582801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B1719112-9A9C-4DBF-AC2B-E3C69C3B1F7A}"/>
                </a:ext>
              </a:extLst>
            </p:cNvPr>
            <p:cNvGrpSpPr/>
            <p:nvPr/>
          </p:nvGrpSpPr>
          <p:grpSpPr>
            <a:xfrm>
              <a:off x="3188140" y="6037816"/>
              <a:ext cx="374400" cy="374400"/>
              <a:chOff x="114655" y="3347955"/>
              <a:chExt cx="950122" cy="950122"/>
            </a:xfrm>
          </p:grpSpPr>
          <p:sp>
            <p:nvSpPr>
              <p:cNvPr id="93" name="橢圓 92">
                <a:extLst>
                  <a:ext uri="{FF2B5EF4-FFF2-40B4-BE49-F238E27FC236}">
                    <a16:creationId xmlns:a16="http://schemas.microsoft.com/office/drawing/2014/main" id="{11F00D16-EC93-4DCA-9399-4662C96D5815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4" name="橢圓 93">
                <a:extLst>
                  <a:ext uri="{FF2B5EF4-FFF2-40B4-BE49-F238E27FC236}">
                    <a16:creationId xmlns:a16="http://schemas.microsoft.com/office/drawing/2014/main" id="{62F33233-1F7D-431F-B9F5-A73808FA8C18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5" name="橢圓 94">
                <a:extLst>
                  <a:ext uri="{FF2B5EF4-FFF2-40B4-BE49-F238E27FC236}">
                    <a16:creationId xmlns:a16="http://schemas.microsoft.com/office/drawing/2014/main" id="{C8732F6C-2466-4526-A312-4D4DAE4C5416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6" name="手繪多邊形: 圖案 95">
                <a:extLst>
                  <a:ext uri="{FF2B5EF4-FFF2-40B4-BE49-F238E27FC236}">
                    <a16:creationId xmlns:a16="http://schemas.microsoft.com/office/drawing/2014/main" id="{8CAB0AF0-EE4C-43D7-BE4D-7FD2D7225C5B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7" name="手繪多邊形: 圖案 96">
                <a:extLst>
                  <a:ext uri="{FF2B5EF4-FFF2-40B4-BE49-F238E27FC236}">
                    <a16:creationId xmlns:a16="http://schemas.microsoft.com/office/drawing/2014/main" id="{216404DA-C757-4F37-9AD1-F7CF9E939150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8" name="手繪多邊形: 圖案 97">
                <a:extLst>
                  <a:ext uri="{FF2B5EF4-FFF2-40B4-BE49-F238E27FC236}">
                    <a16:creationId xmlns:a16="http://schemas.microsoft.com/office/drawing/2014/main" id="{FC421216-795E-410A-B11C-0E72B8F2EB24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9" name="手繪多邊形: 圖案 98">
                <a:extLst>
                  <a:ext uri="{FF2B5EF4-FFF2-40B4-BE49-F238E27FC236}">
                    <a16:creationId xmlns:a16="http://schemas.microsoft.com/office/drawing/2014/main" id="{E722C593-0CD6-42D4-9357-323D49CAA265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0" name="手繪多邊形: 圖案 99">
                <a:extLst>
                  <a:ext uri="{FF2B5EF4-FFF2-40B4-BE49-F238E27FC236}">
                    <a16:creationId xmlns:a16="http://schemas.microsoft.com/office/drawing/2014/main" id="{13EEA6F5-D177-44E5-AC4F-8FBD0F617DEA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1" name="手繪多邊形: 圖案 100">
                <a:extLst>
                  <a:ext uri="{FF2B5EF4-FFF2-40B4-BE49-F238E27FC236}">
                    <a16:creationId xmlns:a16="http://schemas.microsoft.com/office/drawing/2014/main" id="{377547F8-5F9A-4206-AF91-899EAA8A1DC8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2" name="手繪多邊形: 圖案 101">
                <a:extLst>
                  <a:ext uri="{FF2B5EF4-FFF2-40B4-BE49-F238E27FC236}">
                    <a16:creationId xmlns:a16="http://schemas.microsoft.com/office/drawing/2014/main" id="{84E1D18C-D8F8-4FF9-BFE4-91B9F58E806C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3" name="手繪多邊形: 圖案 102">
                <a:extLst>
                  <a:ext uri="{FF2B5EF4-FFF2-40B4-BE49-F238E27FC236}">
                    <a16:creationId xmlns:a16="http://schemas.microsoft.com/office/drawing/2014/main" id="{2D30D763-753F-498D-9A95-DABBF7ABA3E5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4" name="橢圓 103">
                <a:extLst>
                  <a:ext uri="{FF2B5EF4-FFF2-40B4-BE49-F238E27FC236}">
                    <a16:creationId xmlns:a16="http://schemas.microsoft.com/office/drawing/2014/main" id="{63C6D6F0-1589-4C14-9FAF-0E89D2FDEDCF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5" name="橢圓 104">
                <a:extLst>
                  <a:ext uri="{FF2B5EF4-FFF2-40B4-BE49-F238E27FC236}">
                    <a16:creationId xmlns:a16="http://schemas.microsoft.com/office/drawing/2014/main" id="{908054A6-C886-4DC1-B34A-8159E3607628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6" name="橢圓 105">
                <a:extLst>
                  <a:ext uri="{FF2B5EF4-FFF2-40B4-BE49-F238E27FC236}">
                    <a16:creationId xmlns:a16="http://schemas.microsoft.com/office/drawing/2014/main" id="{75A20B08-A414-4A8A-A83A-F5E3FAE42336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7" name="橢圓 106">
                <a:extLst>
                  <a:ext uri="{FF2B5EF4-FFF2-40B4-BE49-F238E27FC236}">
                    <a16:creationId xmlns:a16="http://schemas.microsoft.com/office/drawing/2014/main" id="{72A4071F-541F-4287-8047-7EB9D90E3908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D047054-E7C0-4754-9534-57498FEDB64F}"/>
                </a:ext>
              </a:extLst>
            </p:cNvPr>
            <p:cNvGrpSpPr/>
            <p:nvPr/>
          </p:nvGrpSpPr>
          <p:grpSpPr>
            <a:xfrm>
              <a:off x="2718796" y="5793550"/>
              <a:ext cx="374400" cy="374400"/>
              <a:chOff x="114655" y="3347955"/>
              <a:chExt cx="950122" cy="950122"/>
            </a:xfrm>
          </p:grpSpPr>
          <p:sp>
            <p:nvSpPr>
              <p:cNvPr id="78" name="橢圓 77">
                <a:extLst>
                  <a:ext uri="{FF2B5EF4-FFF2-40B4-BE49-F238E27FC236}">
                    <a16:creationId xmlns:a16="http://schemas.microsoft.com/office/drawing/2014/main" id="{1CB0BCB5-3BD5-43CA-B255-5ABCB141D693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9" name="橢圓 78">
                <a:extLst>
                  <a:ext uri="{FF2B5EF4-FFF2-40B4-BE49-F238E27FC236}">
                    <a16:creationId xmlns:a16="http://schemas.microsoft.com/office/drawing/2014/main" id="{A063D2C3-3B87-422E-9844-579A02A64ED0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0" name="橢圓 79">
                <a:extLst>
                  <a:ext uri="{FF2B5EF4-FFF2-40B4-BE49-F238E27FC236}">
                    <a16:creationId xmlns:a16="http://schemas.microsoft.com/office/drawing/2014/main" id="{3F7B8BBE-9E2A-454C-92CD-8AF742A8BAF6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1" name="手繪多邊形: 圖案 80">
                <a:extLst>
                  <a:ext uri="{FF2B5EF4-FFF2-40B4-BE49-F238E27FC236}">
                    <a16:creationId xmlns:a16="http://schemas.microsoft.com/office/drawing/2014/main" id="{322548F7-C8B9-4F92-8E74-98FAE45AA9BB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2" name="手繪多邊形: 圖案 81">
                <a:extLst>
                  <a:ext uri="{FF2B5EF4-FFF2-40B4-BE49-F238E27FC236}">
                    <a16:creationId xmlns:a16="http://schemas.microsoft.com/office/drawing/2014/main" id="{834ECCC2-3B88-4741-8B4F-F12AA7264B71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3" name="手繪多邊形: 圖案 82">
                <a:extLst>
                  <a:ext uri="{FF2B5EF4-FFF2-40B4-BE49-F238E27FC236}">
                    <a16:creationId xmlns:a16="http://schemas.microsoft.com/office/drawing/2014/main" id="{84D39355-67E8-475E-8189-C663A66E848A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4" name="手繪多邊形: 圖案 83">
                <a:extLst>
                  <a:ext uri="{FF2B5EF4-FFF2-40B4-BE49-F238E27FC236}">
                    <a16:creationId xmlns:a16="http://schemas.microsoft.com/office/drawing/2014/main" id="{416EFF90-7206-4992-A8CD-F250140B117F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5" name="手繪多邊形: 圖案 84">
                <a:extLst>
                  <a:ext uri="{FF2B5EF4-FFF2-40B4-BE49-F238E27FC236}">
                    <a16:creationId xmlns:a16="http://schemas.microsoft.com/office/drawing/2014/main" id="{706B2568-8C80-497D-A522-A47E85C901E5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6" name="手繪多邊形: 圖案 85">
                <a:extLst>
                  <a:ext uri="{FF2B5EF4-FFF2-40B4-BE49-F238E27FC236}">
                    <a16:creationId xmlns:a16="http://schemas.microsoft.com/office/drawing/2014/main" id="{19A8CA5E-D13E-458D-A5D0-47968BA35A89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7" name="手繪多邊形: 圖案 86">
                <a:extLst>
                  <a:ext uri="{FF2B5EF4-FFF2-40B4-BE49-F238E27FC236}">
                    <a16:creationId xmlns:a16="http://schemas.microsoft.com/office/drawing/2014/main" id="{2AE7437B-6D1A-4175-8368-A362072D8979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8" name="手繪多邊形: 圖案 87">
                <a:extLst>
                  <a:ext uri="{FF2B5EF4-FFF2-40B4-BE49-F238E27FC236}">
                    <a16:creationId xmlns:a16="http://schemas.microsoft.com/office/drawing/2014/main" id="{0906D9D8-21C3-4E3C-8733-D978B1BBE83A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D6F8AFC6-62F9-44A7-AF87-EB5758DDA550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0" name="橢圓 89">
                <a:extLst>
                  <a:ext uri="{FF2B5EF4-FFF2-40B4-BE49-F238E27FC236}">
                    <a16:creationId xmlns:a16="http://schemas.microsoft.com/office/drawing/2014/main" id="{5A71ADE1-5CE3-4FDA-BAE0-EEB5A22CFDD5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1" name="橢圓 90">
                <a:extLst>
                  <a:ext uri="{FF2B5EF4-FFF2-40B4-BE49-F238E27FC236}">
                    <a16:creationId xmlns:a16="http://schemas.microsoft.com/office/drawing/2014/main" id="{D7B02802-93AB-4794-97A0-FA03A693412E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92" name="橢圓 91">
                <a:extLst>
                  <a:ext uri="{FF2B5EF4-FFF2-40B4-BE49-F238E27FC236}">
                    <a16:creationId xmlns:a16="http://schemas.microsoft.com/office/drawing/2014/main" id="{578A1166-85A3-4B71-9140-97EB3C8C5415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131EF79D-D2CE-4DD8-8689-4BFC34BAD1F2}"/>
                </a:ext>
              </a:extLst>
            </p:cNvPr>
            <p:cNvGrpSpPr/>
            <p:nvPr/>
          </p:nvGrpSpPr>
          <p:grpSpPr>
            <a:xfrm>
              <a:off x="3042668" y="5780107"/>
              <a:ext cx="374400" cy="374400"/>
              <a:chOff x="114655" y="3347955"/>
              <a:chExt cx="950122" cy="950122"/>
            </a:xfrm>
          </p:grpSpPr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DF24A242-2930-452F-857B-3B86C76E8848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4" name="橢圓 63">
                <a:extLst>
                  <a:ext uri="{FF2B5EF4-FFF2-40B4-BE49-F238E27FC236}">
                    <a16:creationId xmlns:a16="http://schemas.microsoft.com/office/drawing/2014/main" id="{23206893-71A4-4634-AA6A-B3C6FB11D150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5" name="橢圓 64">
                <a:extLst>
                  <a:ext uri="{FF2B5EF4-FFF2-40B4-BE49-F238E27FC236}">
                    <a16:creationId xmlns:a16="http://schemas.microsoft.com/office/drawing/2014/main" id="{3CDD302D-9544-4FCE-BFDD-17BF38D051A0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6" name="手繪多邊形: 圖案 65">
                <a:extLst>
                  <a:ext uri="{FF2B5EF4-FFF2-40B4-BE49-F238E27FC236}">
                    <a16:creationId xmlns:a16="http://schemas.microsoft.com/office/drawing/2014/main" id="{66C266F7-0A7C-430F-9779-AFE2FA4C4161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7" name="手繪多邊形: 圖案 66">
                <a:extLst>
                  <a:ext uri="{FF2B5EF4-FFF2-40B4-BE49-F238E27FC236}">
                    <a16:creationId xmlns:a16="http://schemas.microsoft.com/office/drawing/2014/main" id="{ADF8A451-729B-46BD-AA58-1699D610D706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8" name="手繪多邊形: 圖案 67">
                <a:extLst>
                  <a:ext uri="{FF2B5EF4-FFF2-40B4-BE49-F238E27FC236}">
                    <a16:creationId xmlns:a16="http://schemas.microsoft.com/office/drawing/2014/main" id="{CEBE18EE-013C-4A6E-ACE3-7CDB473385C0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9" name="手繪多邊形: 圖案 68">
                <a:extLst>
                  <a:ext uri="{FF2B5EF4-FFF2-40B4-BE49-F238E27FC236}">
                    <a16:creationId xmlns:a16="http://schemas.microsoft.com/office/drawing/2014/main" id="{48269949-B8B6-4F60-A170-25F4814B81B5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0" name="手繪多邊形: 圖案 69">
                <a:extLst>
                  <a:ext uri="{FF2B5EF4-FFF2-40B4-BE49-F238E27FC236}">
                    <a16:creationId xmlns:a16="http://schemas.microsoft.com/office/drawing/2014/main" id="{B259FA0A-1D08-4712-B566-FACCC0346509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1" name="手繪多邊形: 圖案 70">
                <a:extLst>
                  <a:ext uri="{FF2B5EF4-FFF2-40B4-BE49-F238E27FC236}">
                    <a16:creationId xmlns:a16="http://schemas.microsoft.com/office/drawing/2014/main" id="{5DFCC60B-89A5-4B27-8AE3-1FC9E1C37E2D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2" name="手繪多邊形: 圖案 71">
                <a:extLst>
                  <a:ext uri="{FF2B5EF4-FFF2-40B4-BE49-F238E27FC236}">
                    <a16:creationId xmlns:a16="http://schemas.microsoft.com/office/drawing/2014/main" id="{3CA208A7-28AF-45A4-865F-1E7FABF67D23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3" name="手繪多邊形: 圖案 72">
                <a:extLst>
                  <a:ext uri="{FF2B5EF4-FFF2-40B4-BE49-F238E27FC236}">
                    <a16:creationId xmlns:a16="http://schemas.microsoft.com/office/drawing/2014/main" id="{88EB4553-FAF8-4D98-9088-E4A3E1506B5B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4" name="橢圓 73">
                <a:extLst>
                  <a:ext uri="{FF2B5EF4-FFF2-40B4-BE49-F238E27FC236}">
                    <a16:creationId xmlns:a16="http://schemas.microsoft.com/office/drawing/2014/main" id="{2E7835F7-B0ED-4AA3-92E3-55BC16B03EF5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5" name="橢圓 74">
                <a:extLst>
                  <a:ext uri="{FF2B5EF4-FFF2-40B4-BE49-F238E27FC236}">
                    <a16:creationId xmlns:a16="http://schemas.microsoft.com/office/drawing/2014/main" id="{F82003B3-5E79-4CFD-8270-8649C103A57D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6" name="橢圓 75">
                <a:extLst>
                  <a:ext uri="{FF2B5EF4-FFF2-40B4-BE49-F238E27FC236}">
                    <a16:creationId xmlns:a16="http://schemas.microsoft.com/office/drawing/2014/main" id="{6B0636BB-2BE1-4946-95B1-A6C7C7AEC4FD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7" name="橢圓 76">
                <a:extLst>
                  <a:ext uri="{FF2B5EF4-FFF2-40B4-BE49-F238E27FC236}">
                    <a16:creationId xmlns:a16="http://schemas.microsoft.com/office/drawing/2014/main" id="{EF3CA56F-548E-44EA-A1FC-C2ECD9DB756E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EC1FDCEB-F193-4AD1-89E7-0F7DD4D48CBD}"/>
              </a:ext>
            </a:extLst>
          </p:cNvPr>
          <p:cNvGrpSpPr/>
          <p:nvPr/>
        </p:nvGrpSpPr>
        <p:grpSpPr>
          <a:xfrm>
            <a:off x="3957937" y="4962650"/>
            <a:ext cx="534223" cy="389663"/>
            <a:chOff x="3764927" y="5780107"/>
            <a:chExt cx="940543" cy="686033"/>
          </a:xfrm>
        </p:grpSpPr>
        <p:grpSp>
          <p:nvGrpSpPr>
            <p:cNvPr id="141" name="群組 140">
              <a:extLst>
                <a:ext uri="{FF2B5EF4-FFF2-40B4-BE49-F238E27FC236}">
                  <a16:creationId xmlns:a16="http://schemas.microsoft.com/office/drawing/2014/main" id="{91FDE7E3-26EA-4BE8-B188-611E1675FA96}"/>
                </a:ext>
              </a:extLst>
            </p:cNvPr>
            <p:cNvGrpSpPr/>
            <p:nvPr/>
          </p:nvGrpSpPr>
          <p:grpSpPr>
            <a:xfrm>
              <a:off x="3764927" y="6050285"/>
              <a:ext cx="374400" cy="374400"/>
              <a:chOff x="-1123212" y="3002191"/>
              <a:chExt cx="950810" cy="950810"/>
            </a:xfrm>
          </p:grpSpPr>
          <p:sp>
            <p:nvSpPr>
              <p:cNvPr id="208" name="橢圓 207">
                <a:extLst>
                  <a:ext uri="{FF2B5EF4-FFF2-40B4-BE49-F238E27FC236}">
                    <a16:creationId xmlns:a16="http://schemas.microsoft.com/office/drawing/2014/main" id="{2291C032-B3F3-451C-9B5A-109D838C84AA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9" name="橢圓 208">
                <a:extLst>
                  <a:ext uri="{FF2B5EF4-FFF2-40B4-BE49-F238E27FC236}">
                    <a16:creationId xmlns:a16="http://schemas.microsoft.com/office/drawing/2014/main" id="{821630CE-4505-4D9E-97E5-9D42CB27CAC2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0" name="橢圓 209">
                <a:extLst>
                  <a:ext uri="{FF2B5EF4-FFF2-40B4-BE49-F238E27FC236}">
                    <a16:creationId xmlns:a16="http://schemas.microsoft.com/office/drawing/2014/main" id="{B5194872-EBFD-4692-B7D0-C43889D62D9F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1" name="手繪多邊形: 圖案 210">
                <a:extLst>
                  <a:ext uri="{FF2B5EF4-FFF2-40B4-BE49-F238E27FC236}">
                    <a16:creationId xmlns:a16="http://schemas.microsoft.com/office/drawing/2014/main" id="{0F935F22-2276-4CBC-BF69-ABB5DF298186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2" name="手繪多邊形: 圖案 211">
                <a:extLst>
                  <a:ext uri="{FF2B5EF4-FFF2-40B4-BE49-F238E27FC236}">
                    <a16:creationId xmlns:a16="http://schemas.microsoft.com/office/drawing/2014/main" id="{E143EC58-4519-49BD-B320-635EB8BEC3E7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3" name="手繪多邊形: 圖案 212">
                <a:extLst>
                  <a:ext uri="{FF2B5EF4-FFF2-40B4-BE49-F238E27FC236}">
                    <a16:creationId xmlns:a16="http://schemas.microsoft.com/office/drawing/2014/main" id="{CFDF3313-D9AD-4D88-A17D-395C79FB667F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4" name="手繪多邊形: 圖案 213">
                <a:extLst>
                  <a:ext uri="{FF2B5EF4-FFF2-40B4-BE49-F238E27FC236}">
                    <a16:creationId xmlns:a16="http://schemas.microsoft.com/office/drawing/2014/main" id="{BC53AF9B-E861-472F-B969-963E38E51495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5" name="手繪多邊形: 圖案 214">
                <a:extLst>
                  <a:ext uri="{FF2B5EF4-FFF2-40B4-BE49-F238E27FC236}">
                    <a16:creationId xmlns:a16="http://schemas.microsoft.com/office/drawing/2014/main" id="{EA0FAF58-6059-4590-9344-3C6DF786C25A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6" name="手繪多邊形: 圖案 215">
                <a:extLst>
                  <a:ext uri="{FF2B5EF4-FFF2-40B4-BE49-F238E27FC236}">
                    <a16:creationId xmlns:a16="http://schemas.microsoft.com/office/drawing/2014/main" id="{1963C742-A6C7-45B8-879A-C460F3AD9B80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7" name="手繪多邊形: 圖案 216">
                <a:extLst>
                  <a:ext uri="{FF2B5EF4-FFF2-40B4-BE49-F238E27FC236}">
                    <a16:creationId xmlns:a16="http://schemas.microsoft.com/office/drawing/2014/main" id="{65A9432C-E010-434D-A3E4-5C4A50CEE147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8" name="手繪多邊形: 圖案 217">
                <a:extLst>
                  <a:ext uri="{FF2B5EF4-FFF2-40B4-BE49-F238E27FC236}">
                    <a16:creationId xmlns:a16="http://schemas.microsoft.com/office/drawing/2014/main" id="{C3F7BF21-719E-4332-9A9B-C178E1D6C69B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19" name="橢圓 218">
                <a:extLst>
                  <a:ext uri="{FF2B5EF4-FFF2-40B4-BE49-F238E27FC236}">
                    <a16:creationId xmlns:a16="http://schemas.microsoft.com/office/drawing/2014/main" id="{36A3CD13-1A74-42A5-A367-CC78B9B8C31D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20" name="橢圓 219">
                <a:extLst>
                  <a:ext uri="{FF2B5EF4-FFF2-40B4-BE49-F238E27FC236}">
                    <a16:creationId xmlns:a16="http://schemas.microsoft.com/office/drawing/2014/main" id="{FA381DBB-B0EB-4F27-888B-1B73095DC1D6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21" name="橢圓 220">
                <a:extLst>
                  <a:ext uri="{FF2B5EF4-FFF2-40B4-BE49-F238E27FC236}">
                    <a16:creationId xmlns:a16="http://schemas.microsoft.com/office/drawing/2014/main" id="{716B679C-35CA-40CA-B6C3-B4263118B31A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26397137-3303-4BED-B8C9-1592C1F3C83B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23" name="橢圓 222">
                <a:extLst>
                  <a:ext uri="{FF2B5EF4-FFF2-40B4-BE49-F238E27FC236}">
                    <a16:creationId xmlns:a16="http://schemas.microsoft.com/office/drawing/2014/main" id="{C16A1D8B-6E37-4317-AC7C-136067DAB74A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24" name="橢圓 223">
                <a:extLst>
                  <a:ext uri="{FF2B5EF4-FFF2-40B4-BE49-F238E27FC236}">
                    <a16:creationId xmlns:a16="http://schemas.microsoft.com/office/drawing/2014/main" id="{78AD150C-A6F3-4451-B5F5-D62BCE1B6F05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0E045FD2-551A-4886-B4B9-60F7EC47DD9A}"/>
                </a:ext>
              </a:extLst>
            </p:cNvPr>
            <p:cNvGrpSpPr/>
            <p:nvPr/>
          </p:nvGrpSpPr>
          <p:grpSpPr>
            <a:xfrm>
              <a:off x="4053670" y="6091740"/>
              <a:ext cx="374400" cy="374400"/>
              <a:chOff x="-1123212" y="3002191"/>
              <a:chExt cx="950810" cy="950810"/>
            </a:xfrm>
          </p:grpSpPr>
          <p:sp>
            <p:nvSpPr>
              <p:cNvPr id="191" name="橢圓 190">
                <a:extLst>
                  <a:ext uri="{FF2B5EF4-FFF2-40B4-BE49-F238E27FC236}">
                    <a16:creationId xmlns:a16="http://schemas.microsoft.com/office/drawing/2014/main" id="{6B67F169-975C-4894-8CC6-C5B6134EC670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2" name="橢圓 191">
                <a:extLst>
                  <a:ext uri="{FF2B5EF4-FFF2-40B4-BE49-F238E27FC236}">
                    <a16:creationId xmlns:a16="http://schemas.microsoft.com/office/drawing/2014/main" id="{BC817284-4196-4CDD-ACC7-5FF0E3B8C62F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3" name="橢圓 192">
                <a:extLst>
                  <a:ext uri="{FF2B5EF4-FFF2-40B4-BE49-F238E27FC236}">
                    <a16:creationId xmlns:a16="http://schemas.microsoft.com/office/drawing/2014/main" id="{5D894B9F-7B83-44AF-95C2-B45A27AF9CC3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4" name="手繪多邊形: 圖案 193">
                <a:extLst>
                  <a:ext uri="{FF2B5EF4-FFF2-40B4-BE49-F238E27FC236}">
                    <a16:creationId xmlns:a16="http://schemas.microsoft.com/office/drawing/2014/main" id="{D0FD3EFB-3452-4CE0-9D49-6C6D77DE1D4A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5" name="手繪多邊形: 圖案 194">
                <a:extLst>
                  <a:ext uri="{FF2B5EF4-FFF2-40B4-BE49-F238E27FC236}">
                    <a16:creationId xmlns:a16="http://schemas.microsoft.com/office/drawing/2014/main" id="{CF730D6F-CAC5-41C1-9AE4-2EF6C5AFFDC6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6" name="手繪多邊形: 圖案 195">
                <a:extLst>
                  <a:ext uri="{FF2B5EF4-FFF2-40B4-BE49-F238E27FC236}">
                    <a16:creationId xmlns:a16="http://schemas.microsoft.com/office/drawing/2014/main" id="{D25F2C9F-0BB8-40AC-8768-2E686F272E04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7" name="手繪多邊形: 圖案 196">
                <a:extLst>
                  <a:ext uri="{FF2B5EF4-FFF2-40B4-BE49-F238E27FC236}">
                    <a16:creationId xmlns:a16="http://schemas.microsoft.com/office/drawing/2014/main" id="{4BD58ED1-9F1B-4B94-A3FB-F783AED8B1F5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8" name="手繪多邊形: 圖案 197">
                <a:extLst>
                  <a:ext uri="{FF2B5EF4-FFF2-40B4-BE49-F238E27FC236}">
                    <a16:creationId xmlns:a16="http://schemas.microsoft.com/office/drawing/2014/main" id="{7241E6BF-3783-4EAE-9BE9-82CE6ED59E7B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9" name="手繪多邊形: 圖案 198">
                <a:extLst>
                  <a:ext uri="{FF2B5EF4-FFF2-40B4-BE49-F238E27FC236}">
                    <a16:creationId xmlns:a16="http://schemas.microsoft.com/office/drawing/2014/main" id="{C639472A-2FA2-43CA-9E6E-E570DCDF179E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0" name="手繪多邊形: 圖案 199">
                <a:extLst>
                  <a:ext uri="{FF2B5EF4-FFF2-40B4-BE49-F238E27FC236}">
                    <a16:creationId xmlns:a16="http://schemas.microsoft.com/office/drawing/2014/main" id="{F8216A3A-3A7A-4F5D-B3BD-4F5D7E5ECCE0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1" name="手繪多邊形: 圖案 200">
                <a:extLst>
                  <a:ext uri="{FF2B5EF4-FFF2-40B4-BE49-F238E27FC236}">
                    <a16:creationId xmlns:a16="http://schemas.microsoft.com/office/drawing/2014/main" id="{3A267BD7-3E0F-459E-82FB-FF23A732E3DD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2" name="橢圓 201">
                <a:extLst>
                  <a:ext uri="{FF2B5EF4-FFF2-40B4-BE49-F238E27FC236}">
                    <a16:creationId xmlns:a16="http://schemas.microsoft.com/office/drawing/2014/main" id="{A54455D8-5A41-40F7-92B8-77709025DABE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3" name="橢圓 202">
                <a:extLst>
                  <a:ext uri="{FF2B5EF4-FFF2-40B4-BE49-F238E27FC236}">
                    <a16:creationId xmlns:a16="http://schemas.microsoft.com/office/drawing/2014/main" id="{86B41553-5DE0-4BBD-9BE5-D7F6B4FD8FFA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4" name="橢圓 203">
                <a:extLst>
                  <a:ext uri="{FF2B5EF4-FFF2-40B4-BE49-F238E27FC236}">
                    <a16:creationId xmlns:a16="http://schemas.microsoft.com/office/drawing/2014/main" id="{EDB68789-9A80-44BB-92E1-BA00048E7CCA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5" name="手繪多邊形: 圖案 204">
                <a:extLst>
                  <a:ext uri="{FF2B5EF4-FFF2-40B4-BE49-F238E27FC236}">
                    <a16:creationId xmlns:a16="http://schemas.microsoft.com/office/drawing/2014/main" id="{3587AFCF-2736-4F40-BB62-7F52BEF7F04D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6" name="橢圓 205">
                <a:extLst>
                  <a:ext uri="{FF2B5EF4-FFF2-40B4-BE49-F238E27FC236}">
                    <a16:creationId xmlns:a16="http://schemas.microsoft.com/office/drawing/2014/main" id="{2ADE3E23-EFC7-4479-B988-E0B3A54C9DF3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07" name="橢圓 206">
                <a:extLst>
                  <a:ext uri="{FF2B5EF4-FFF2-40B4-BE49-F238E27FC236}">
                    <a16:creationId xmlns:a16="http://schemas.microsoft.com/office/drawing/2014/main" id="{8450A7CF-EFF3-4B67-A843-EBB2A3618ABD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43" name="群組 142">
              <a:extLst>
                <a:ext uri="{FF2B5EF4-FFF2-40B4-BE49-F238E27FC236}">
                  <a16:creationId xmlns:a16="http://schemas.microsoft.com/office/drawing/2014/main" id="{ACCF75E5-FF82-4751-B19B-8DD5D13376C6}"/>
                </a:ext>
              </a:extLst>
            </p:cNvPr>
            <p:cNvGrpSpPr/>
            <p:nvPr/>
          </p:nvGrpSpPr>
          <p:grpSpPr>
            <a:xfrm>
              <a:off x="4331070" y="6037816"/>
              <a:ext cx="374400" cy="374400"/>
              <a:chOff x="114655" y="3347955"/>
              <a:chExt cx="950122" cy="950122"/>
            </a:xfrm>
          </p:grpSpPr>
          <p:sp>
            <p:nvSpPr>
              <p:cNvPr id="176" name="橢圓 175">
                <a:extLst>
                  <a:ext uri="{FF2B5EF4-FFF2-40B4-BE49-F238E27FC236}">
                    <a16:creationId xmlns:a16="http://schemas.microsoft.com/office/drawing/2014/main" id="{0B84AEC4-FECB-40F3-AFF2-808BA51768AC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7" name="橢圓 176">
                <a:extLst>
                  <a:ext uri="{FF2B5EF4-FFF2-40B4-BE49-F238E27FC236}">
                    <a16:creationId xmlns:a16="http://schemas.microsoft.com/office/drawing/2014/main" id="{1E71FBF5-ED69-4F51-AB07-60215EB4B1B2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8" name="橢圓 177">
                <a:extLst>
                  <a:ext uri="{FF2B5EF4-FFF2-40B4-BE49-F238E27FC236}">
                    <a16:creationId xmlns:a16="http://schemas.microsoft.com/office/drawing/2014/main" id="{DF4BBC4C-77DA-41C1-8354-28BF731DA0F1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9" name="手繪多邊形: 圖案 178">
                <a:extLst>
                  <a:ext uri="{FF2B5EF4-FFF2-40B4-BE49-F238E27FC236}">
                    <a16:creationId xmlns:a16="http://schemas.microsoft.com/office/drawing/2014/main" id="{26A182E0-FE21-42FE-BD58-48CE2EE5A40E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0" name="手繪多邊形: 圖案 179">
                <a:extLst>
                  <a:ext uri="{FF2B5EF4-FFF2-40B4-BE49-F238E27FC236}">
                    <a16:creationId xmlns:a16="http://schemas.microsoft.com/office/drawing/2014/main" id="{AF6098D5-E26A-4C20-AE14-52EA9317AC6D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1" name="手繪多邊形: 圖案 180">
                <a:extLst>
                  <a:ext uri="{FF2B5EF4-FFF2-40B4-BE49-F238E27FC236}">
                    <a16:creationId xmlns:a16="http://schemas.microsoft.com/office/drawing/2014/main" id="{0C3AA82D-F65C-4A49-AE6F-AC5D37CAC79B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2" name="手繪多邊形: 圖案 181">
                <a:extLst>
                  <a:ext uri="{FF2B5EF4-FFF2-40B4-BE49-F238E27FC236}">
                    <a16:creationId xmlns:a16="http://schemas.microsoft.com/office/drawing/2014/main" id="{85D55DE0-F309-4746-8F7A-9CF9B4A1B61C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3" name="手繪多邊形: 圖案 182">
                <a:extLst>
                  <a:ext uri="{FF2B5EF4-FFF2-40B4-BE49-F238E27FC236}">
                    <a16:creationId xmlns:a16="http://schemas.microsoft.com/office/drawing/2014/main" id="{8C1154A4-5A63-4395-A9EB-01EC6028F294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4" name="手繪多邊形: 圖案 183">
                <a:extLst>
                  <a:ext uri="{FF2B5EF4-FFF2-40B4-BE49-F238E27FC236}">
                    <a16:creationId xmlns:a16="http://schemas.microsoft.com/office/drawing/2014/main" id="{D725B370-AD66-4005-B773-F3B7CC26AF3E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5" name="手繪多邊形: 圖案 184">
                <a:extLst>
                  <a:ext uri="{FF2B5EF4-FFF2-40B4-BE49-F238E27FC236}">
                    <a16:creationId xmlns:a16="http://schemas.microsoft.com/office/drawing/2014/main" id="{1A839AC0-E32D-4B36-9996-D57499B78BAE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6" name="手繪多邊形: 圖案 185">
                <a:extLst>
                  <a:ext uri="{FF2B5EF4-FFF2-40B4-BE49-F238E27FC236}">
                    <a16:creationId xmlns:a16="http://schemas.microsoft.com/office/drawing/2014/main" id="{6957B5F1-C70F-426A-8952-2957E9255A24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7" name="橢圓 186">
                <a:extLst>
                  <a:ext uri="{FF2B5EF4-FFF2-40B4-BE49-F238E27FC236}">
                    <a16:creationId xmlns:a16="http://schemas.microsoft.com/office/drawing/2014/main" id="{8A95DF84-67F2-4966-85BC-9BF47AB2F0C4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8" name="橢圓 187">
                <a:extLst>
                  <a:ext uri="{FF2B5EF4-FFF2-40B4-BE49-F238E27FC236}">
                    <a16:creationId xmlns:a16="http://schemas.microsoft.com/office/drawing/2014/main" id="{8DE0A468-7E89-4D53-9774-8D6B81843B0A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89" name="橢圓 188">
                <a:extLst>
                  <a:ext uri="{FF2B5EF4-FFF2-40B4-BE49-F238E27FC236}">
                    <a16:creationId xmlns:a16="http://schemas.microsoft.com/office/drawing/2014/main" id="{1D8CFB3A-0D72-4AA4-A62C-EA9DBBB8CB53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90" name="橢圓 189">
                <a:extLst>
                  <a:ext uri="{FF2B5EF4-FFF2-40B4-BE49-F238E27FC236}">
                    <a16:creationId xmlns:a16="http://schemas.microsoft.com/office/drawing/2014/main" id="{6856AB75-D89D-4BD1-A869-E711ACACF89F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44" name="群組 143">
              <a:extLst>
                <a:ext uri="{FF2B5EF4-FFF2-40B4-BE49-F238E27FC236}">
                  <a16:creationId xmlns:a16="http://schemas.microsoft.com/office/drawing/2014/main" id="{78C13A36-A48A-445B-A1BF-AA97053B5368}"/>
                </a:ext>
              </a:extLst>
            </p:cNvPr>
            <p:cNvGrpSpPr/>
            <p:nvPr/>
          </p:nvGrpSpPr>
          <p:grpSpPr>
            <a:xfrm>
              <a:off x="3861726" y="5793550"/>
              <a:ext cx="374400" cy="374400"/>
              <a:chOff x="114655" y="3347955"/>
              <a:chExt cx="950122" cy="950122"/>
            </a:xfrm>
          </p:grpSpPr>
          <p:sp>
            <p:nvSpPr>
              <p:cNvPr id="161" name="橢圓 160">
                <a:extLst>
                  <a:ext uri="{FF2B5EF4-FFF2-40B4-BE49-F238E27FC236}">
                    <a16:creationId xmlns:a16="http://schemas.microsoft.com/office/drawing/2014/main" id="{25C3222C-F9B8-4E53-A2EE-CD70339D5468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2" name="橢圓 161">
                <a:extLst>
                  <a:ext uri="{FF2B5EF4-FFF2-40B4-BE49-F238E27FC236}">
                    <a16:creationId xmlns:a16="http://schemas.microsoft.com/office/drawing/2014/main" id="{339D2F2F-698C-43D5-8F8B-B512379DA72E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3" name="橢圓 162">
                <a:extLst>
                  <a:ext uri="{FF2B5EF4-FFF2-40B4-BE49-F238E27FC236}">
                    <a16:creationId xmlns:a16="http://schemas.microsoft.com/office/drawing/2014/main" id="{01F574E5-C397-4508-88F7-F414119663B3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4" name="手繪多邊形: 圖案 163">
                <a:extLst>
                  <a:ext uri="{FF2B5EF4-FFF2-40B4-BE49-F238E27FC236}">
                    <a16:creationId xmlns:a16="http://schemas.microsoft.com/office/drawing/2014/main" id="{AC5E4512-24D6-429A-8BF6-57AD7E26D3A3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5" name="手繪多邊形: 圖案 164">
                <a:extLst>
                  <a:ext uri="{FF2B5EF4-FFF2-40B4-BE49-F238E27FC236}">
                    <a16:creationId xmlns:a16="http://schemas.microsoft.com/office/drawing/2014/main" id="{044AFA8E-73AA-4D67-8750-138DF82C6CCD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6" name="手繪多邊形: 圖案 165">
                <a:extLst>
                  <a:ext uri="{FF2B5EF4-FFF2-40B4-BE49-F238E27FC236}">
                    <a16:creationId xmlns:a16="http://schemas.microsoft.com/office/drawing/2014/main" id="{B35F0DAC-3688-45BC-9F95-BD523756B081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7" name="手繪多邊形: 圖案 166">
                <a:extLst>
                  <a:ext uri="{FF2B5EF4-FFF2-40B4-BE49-F238E27FC236}">
                    <a16:creationId xmlns:a16="http://schemas.microsoft.com/office/drawing/2014/main" id="{9A371E05-581C-4547-9143-58ACC449DCC6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8" name="手繪多邊形: 圖案 167">
                <a:extLst>
                  <a:ext uri="{FF2B5EF4-FFF2-40B4-BE49-F238E27FC236}">
                    <a16:creationId xmlns:a16="http://schemas.microsoft.com/office/drawing/2014/main" id="{677E42BB-7BF1-4D7E-87D8-8708CEBFB222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9" name="手繪多邊形: 圖案 168">
                <a:extLst>
                  <a:ext uri="{FF2B5EF4-FFF2-40B4-BE49-F238E27FC236}">
                    <a16:creationId xmlns:a16="http://schemas.microsoft.com/office/drawing/2014/main" id="{FAF6CB8F-1F96-4C5A-878C-8486B472CF62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0" name="手繪多邊形: 圖案 169">
                <a:extLst>
                  <a:ext uri="{FF2B5EF4-FFF2-40B4-BE49-F238E27FC236}">
                    <a16:creationId xmlns:a16="http://schemas.microsoft.com/office/drawing/2014/main" id="{614AB2E6-B256-40EE-AC1A-C1F82E0731A4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1" name="手繪多邊形: 圖案 170">
                <a:extLst>
                  <a:ext uri="{FF2B5EF4-FFF2-40B4-BE49-F238E27FC236}">
                    <a16:creationId xmlns:a16="http://schemas.microsoft.com/office/drawing/2014/main" id="{C07442A3-CE0D-4393-A406-F60682E241E3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2" name="橢圓 171">
                <a:extLst>
                  <a:ext uri="{FF2B5EF4-FFF2-40B4-BE49-F238E27FC236}">
                    <a16:creationId xmlns:a16="http://schemas.microsoft.com/office/drawing/2014/main" id="{0827C25F-DFD5-4C28-A99F-CC3DC065BE9E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3" name="橢圓 172">
                <a:extLst>
                  <a:ext uri="{FF2B5EF4-FFF2-40B4-BE49-F238E27FC236}">
                    <a16:creationId xmlns:a16="http://schemas.microsoft.com/office/drawing/2014/main" id="{8CB43B7D-FFCF-432D-ABCA-86D467A35296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4" name="橢圓 173">
                <a:extLst>
                  <a:ext uri="{FF2B5EF4-FFF2-40B4-BE49-F238E27FC236}">
                    <a16:creationId xmlns:a16="http://schemas.microsoft.com/office/drawing/2014/main" id="{013D86D1-54A2-48ED-A8DE-2D8CA5F66325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75" name="橢圓 174">
                <a:extLst>
                  <a:ext uri="{FF2B5EF4-FFF2-40B4-BE49-F238E27FC236}">
                    <a16:creationId xmlns:a16="http://schemas.microsoft.com/office/drawing/2014/main" id="{8F26E8E8-B36F-4E61-A5A8-7D428CB66517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852FC625-4837-4871-A715-50F543D62A61}"/>
                </a:ext>
              </a:extLst>
            </p:cNvPr>
            <p:cNvGrpSpPr/>
            <p:nvPr/>
          </p:nvGrpSpPr>
          <p:grpSpPr>
            <a:xfrm>
              <a:off x="4185598" y="5780107"/>
              <a:ext cx="374400" cy="374400"/>
              <a:chOff x="114655" y="3347955"/>
              <a:chExt cx="950122" cy="950122"/>
            </a:xfrm>
          </p:grpSpPr>
          <p:sp>
            <p:nvSpPr>
              <p:cNvPr id="146" name="橢圓 145">
                <a:extLst>
                  <a:ext uri="{FF2B5EF4-FFF2-40B4-BE49-F238E27FC236}">
                    <a16:creationId xmlns:a16="http://schemas.microsoft.com/office/drawing/2014/main" id="{B7C9964C-168D-44CE-ABEA-01E0FC3AE16B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47" name="橢圓 146">
                <a:extLst>
                  <a:ext uri="{FF2B5EF4-FFF2-40B4-BE49-F238E27FC236}">
                    <a16:creationId xmlns:a16="http://schemas.microsoft.com/office/drawing/2014/main" id="{566EDC29-266E-4CB0-B2D5-336A0F8251EA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48" name="橢圓 147">
                <a:extLst>
                  <a:ext uri="{FF2B5EF4-FFF2-40B4-BE49-F238E27FC236}">
                    <a16:creationId xmlns:a16="http://schemas.microsoft.com/office/drawing/2014/main" id="{DB7F96C0-D653-42EB-A795-C62FA39279F3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1E6B68DA-A0D4-4775-BCC9-071DBE0B73EE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0" name="手繪多邊形: 圖案 149">
                <a:extLst>
                  <a:ext uri="{FF2B5EF4-FFF2-40B4-BE49-F238E27FC236}">
                    <a16:creationId xmlns:a16="http://schemas.microsoft.com/office/drawing/2014/main" id="{B5343037-FF10-46F1-8DBC-E6707B86EB18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1" name="手繪多邊形: 圖案 150">
                <a:extLst>
                  <a:ext uri="{FF2B5EF4-FFF2-40B4-BE49-F238E27FC236}">
                    <a16:creationId xmlns:a16="http://schemas.microsoft.com/office/drawing/2014/main" id="{79DF50F3-181D-474F-99D7-2B4ADE5E0C03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2" name="手繪多邊形: 圖案 151">
                <a:extLst>
                  <a:ext uri="{FF2B5EF4-FFF2-40B4-BE49-F238E27FC236}">
                    <a16:creationId xmlns:a16="http://schemas.microsoft.com/office/drawing/2014/main" id="{C739137A-A047-4CFC-8D54-5D06222787C5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3" name="手繪多邊形: 圖案 152">
                <a:extLst>
                  <a:ext uri="{FF2B5EF4-FFF2-40B4-BE49-F238E27FC236}">
                    <a16:creationId xmlns:a16="http://schemas.microsoft.com/office/drawing/2014/main" id="{9895486F-CD46-47AD-B27C-83DA70AB2D77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4" name="手繪多邊形: 圖案 153">
                <a:extLst>
                  <a:ext uri="{FF2B5EF4-FFF2-40B4-BE49-F238E27FC236}">
                    <a16:creationId xmlns:a16="http://schemas.microsoft.com/office/drawing/2014/main" id="{8C6BECFC-8C71-471F-ADE3-0C10556FEFD7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5" name="手繪多邊形: 圖案 154">
                <a:extLst>
                  <a:ext uri="{FF2B5EF4-FFF2-40B4-BE49-F238E27FC236}">
                    <a16:creationId xmlns:a16="http://schemas.microsoft.com/office/drawing/2014/main" id="{945968F8-3EDA-4EC4-8BE5-B2AB7DDAF461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6" name="手繪多邊形: 圖案 155">
                <a:extLst>
                  <a:ext uri="{FF2B5EF4-FFF2-40B4-BE49-F238E27FC236}">
                    <a16:creationId xmlns:a16="http://schemas.microsoft.com/office/drawing/2014/main" id="{F88824A9-CCDF-4254-BD66-6873D0B8786F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7" name="橢圓 156">
                <a:extLst>
                  <a:ext uri="{FF2B5EF4-FFF2-40B4-BE49-F238E27FC236}">
                    <a16:creationId xmlns:a16="http://schemas.microsoft.com/office/drawing/2014/main" id="{4F579C5F-B4C8-4C29-83C4-B76D49ACDAA9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8" name="橢圓 157">
                <a:extLst>
                  <a:ext uri="{FF2B5EF4-FFF2-40B4-BE49-F238E27FC236}">
                    <a16:creationId xmlns:a16="http://schemas.microsoft.com/office/drawing/2014/main" id="{A7FE9D81-3DA2-4CC9-A219-08285A1AD7B7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59" name="橢圓 158">
                <a:extLst>
                  <a:ext uri="{FF2B5EF4-FFF2-40B4-BE49-F238E27FC236}">
                    <a16:creationId xmlns:a16="http://schemas.microsoft.com/office/drawing/2014/main" id="{81007141-BF79-47FA-8EFF-A5F38AC5FF7B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60" name="橢圓 159">
                <a:extLst>
                  <a:ext uri="{FF2B5EF4-FFF2-40B4-BE49-F238E27FC236}">
                    <a16:creationId xmlns:a16="http://schemas.microsoft.com/office/drawing/2014/main" id="{802E7DFD-AC90-4D78-8700-DDD1E81D263A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A61A0071-98ED-4171-AFE2-23F6BB3FB9DE}"/>
              </a:ext>
            </a:extLst>
          </p:cNvPr>
          <p:cNvGrpSpPr/>
          <p:nvPr/>
        </p:nvGrpSpPr>
        <p:grpSpPr>
          <a:xfrm>
            <a:off x="3957937" y="3852323"/>
            <a:ext cx="534223" cy="389663"/>
            <a:chOff x="4902755" y="5780107"/>
            <a:chExt cx="940543" cy="686033"/>
          </a:xfrm>
        </p:grpSpPr>
        <p:grpSp>
          <p:nvGrpSpPr>
            <p:cNvPr id="226" name="群組 225">
              <a:extLst>
                <a:ext uri="{FF2B5EF4-FFF2-40B4-BE49-F238E27FC236}">
                  <a16:creationId xmlns:a16="http://schemas.microsoft.com/office/drawing/2014/main" id="{7829D2B5-CD5E-4931-8334-4E5F3E445412}"/>
                </a:ext>
              </a:extLst>
            </p:cNvPr>
            <p:cNvGrpSpPr/>
            <p:nvPr/>
          </p:nvGrpSpPr>
          <p:grpSpPr>
            <a:xfrm>
              <a:off x="4902755" y="6050285"/>
              <a:ext cx="374400" cy="374400"/>
              <a:chOff x="-1123212" y="3002191"/>
              <a:chExt cx="950810" cy="950810"/>
            </a:xfrm>
          </p:grpSpPr>
          <p:sp>
            <p:nvSpPr>
              <p:cNvPr id="295" name="橢圓 294">
                <a:extLst>
                  <a:ext uri="{FF2B5EF4-FFF2-40B4-BE49-F238E27FC236}">
                    <a16:creationId xmlns:a16="http://schemas.microsoft.com/office/drawing/2014/main" id="{D658BE36-DFDE-4A47-89CA-70DBB52766D3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6" name="橢圓 295">
                <a:extLst>
                  <a:ext uri="{FF2B5EF4-FFF2-40B4-BE49-F238E27FC236}">
                    <a16:creationId xmlns:a16="http://schemas.microsoft.com/office/drawing/2014/main" id="{7D94375D-E86F-4441-B00B-2FF10BD608EC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7" name="橢圓 296">
                <a:extLst>
                  <a:ext uri="{FF2B5EF4-FFF2-40B4-BE49-F238E27FC236}">
                    <a16:creationId xmlns:a16="http://schemas.microsoft.com/office/drawing/2014/main" id="{47523C78-D943-48C2-8498-6AD541EDBF82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8" name="手繪多邊形: 圖案 297">
                <a:extLst>
                  <a:ext uri="{FF2B5EF4-FFF2-40B4-BE49-F238E27FC236}">
                    <a16:creationId xmlns:a16="http://schemas.microsoft.com/office/drawing/2014/main" id="{404D8A38-4EA6-4CB4-9D9D-92D7F88B3248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9" name="手繪多邊形: 圖案 298">
                <a:extLst>
                  <a:ext uri="{FF2B5EF4-FFF2-40B4-BE49-F238E27FC236}">
                    <a16:creationId xmlns:a16="http://schemas.microsoft.com/office/drawing/2014/main" id="{654B998B-432D-4ABB-9DE2-932609890108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6686A7AD-E3D5-40BF-8868-146EAAE11DDC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6BCC787E-0965-463A-8B03-FB909D2B6D68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5DC94AF0-269E-4680-B267-9FEC726F55CD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3" name="手繪多邊形: 圖案 302">
                <a:extLst>
                  <a:ext uri="{FF2B5EF4-FFF2-40B4-BE49-F238E27FC236}">
                    <a16:creationId xmlns:a16="http://schemas.microsoft.com/office/drawing/2014/main" id="{B51530B3-32C8-4868-B18D-0D7DB798B328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4" name="手繪多邊形: 圖案 303">
                <a:extLst>
                  <a:ext uri="{FF2B5EF4-FFF2-40B4-BE49-F238E27FC236}">
                    <a16:creationId xmlns:a16="http://schemas.microsoft.com/office/drawing/2014/main" id="{1A2C8FCC-F81E-4779-8E0F-19BA81BAAE0A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43AC6CFF-073E-476F-9975-9085FFB4B186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6" name="橢圓 305">
                <a:extLst>
                  <a:ext uri="{FF2B5EF4-FFF2-40B4-BE49-F238E27FC236}">
                    <a16:creationId xmlns:a16="http://schemas.microsoft.com/office/drawing/2014/main" id="{1FE1E1AA-3EBF-4198-BCE2-9726A5236E58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7" name="橢圓 306">
                <a:extLst>
                  <a:ext uri="{FF2B5EF4-FFF2-40B4-BE49-F238E27FC236}">
                    <a16:creationId xmlns:a16="http://schemas.microsoft.com/office/drawing/2014/main" id="{EFFECF18-E23A-490D-814C-AF683F12F3F8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8" name="橢圓 307">
                <a:extLst>
                  <a:ext uri="{FF2B5EF4-FFF2-40B4-BE49-F238E27FC236}">
                    <a16:creationId xmlns:a16="http://schemas.microsoft.com/office/drawing/2014/main" id="{C1AAF9B2-9971-4FB0-B804-6BC09CC9E6DC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09" name="手繪多邊形: 圖案 308">
                <a:extLst>
                  <a:ext uri="{FF2B5EF4-FFF2-40B4-BE49-F238E27FC236}">
                    <a16:creationId xmlns:a16="http://schemas.microsoft.com/office/drawing/2014/main" id="{B5F212F1-C513-4448-896E-9DF89E238763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10" name="橢圓 309">
                <a:extLst>
                  <a:ext uri="{FF2B5EF4-FFF2-40B4-BE49-F238E27FC236}">
                    <a16:creationId xmlns:a16="http://schemas.microsoft.com/office/drawing/2014/main" id="{F2C80D93-26B0-4DBD-B840-E86987AB95D1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11" name="橢圓 310">
                <a:extLst>
                  <a:ext uri="{FF2B5EF4-FFF2-40B4-BE49-F238E27FC236}">
                    <a16:creationId xmlns:a16="http://schemas.microsoft.com/office/drawing/2014/main" id="{B7C009F3-63CD-48D4-A9B4-A7A9F15486E3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227" name="群組 226">
              <a:extLst>
                <a:ext uri="{FF2B5EF4-FFF2-40B4-BE49-F238E27FC236}">
                  <a16:creationId xmlns:a16="http://schemas.microsoft.com/office/drawing/2014/main" id="{5A905210-CE35-425E-837A-EA84A5A4BCB9}"/>
                </a:ext>
              </a:extLst>
            </p:cNvPr>
            <p:cNvGrpSpPr/>
            <p:nvPr/>
          </p:nvGrpSpPr>
          <p:grpSpPr>
            <a:xfrm>
              <a:off x="5191498" y="6091740"/>
              <a:ext cx="374400" cy="374400"/>
              <a:chOff x="-1123212" y="3002191"/>
              <a:chExt cx="950810" cy="950810"/>
            </a:xfrm>
          </p:grpSpPr>
          <p:sp>
            <p:nvSpPr>
              <p:cNvPr id="278" name="橢圓 277">
                <a:extLst>
                  <a:ext uri="{FF2B5EF4-FFF2-40B4-BE49-F238E27FC236}">
                    <a16:creationId xmlns:a16="http://schemas.microsoft.com/office/drawing/2014/main" id="{EF0EA52D-8476-4FA6-9A78-D118D1C54E1A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9" name="橢圓 278">
                <a:extLst>
                  <a:ext uri="{FF2B5EF4-FFF2-40B4-BE49-F238E27FC236}">
                    <a16:creationId xmlns:a16="http://schemas.microsoft.com/office/drawing/2014/main" id="{0847CF28-0853-4479-99E6-3702857B25F1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0" name="橢圓 279">
                <a:extLst>
                  <a:ext uri="{FF2B5EF4-FFF2-40B4-BE49-F238E27FC236}">
                    <a16:creationId xmlns:a16="http://schemas.microsoft.com/office/drawing/2014/main" id="{E4A6F03E-8045-4139-888B-5D4296F6E38C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1" name="手繪多邊形: 圖案 280">
                <a:extLst>
                  <a:ext uri="{FF2B5EF4-FFF2-40B4-BE49-F238E27FC236}">
                    <a16:creationId xmlns:a16="http://schemas.microsoft.com/office/drawing/2014/main" id="{070CAFE5-E2F2-4A62-88E7-1238D0ED5A0D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2" name="手繪多邊形: 圖案 281">
                <a:extLst>
                  <a:ext uri="{FF2B5EF4-FFF2-40B4-BE49-F238E27FC236}">
                    <a16:creationId xmlns:a16="http://schemas.microsoft.com/office/drawing/2014/main" id="{97AA5773-D176-434F-B53E-C3EE0463DB1B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3" name="手繪多邊形: 圖案 282">
                <a:extLst>
                  <a:ext uri="{FF2B5EF4-FFF2-40B4-BE49-F238E27FC236}">
                    <a16:creationId xmlns:a16="http://schemas.microsoft.com/office/drawing/2014/main" id="{D6EB61F1-4682-4DE3-9323-D39AA5C6BAD9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4" name="手繪多邊形: 圖案 283">
                <a:extLst>
                  <a:ext uri="{FF2B5EF4-FFF2-40B4-BE49-F238E27FC236}">
                    <a16:creationId xmlns:a16="http://schemas.microsoft.com/office/drawing/2014/main" id="{A5CC1C0F-28F2-46C9-A4D9-26980D908562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5" name="手繪多邊形: 圖案 284">
                <a:extLst>
                  <a:ext uri="{FF2B5EF4-FFF2-40B4-BE49-F238E27FC236}">
                    <a16:creationId xmlns:a16="http://schemas.microsoft.com/office/drawing/2014/main" id="{D7F580EF-BBE8-4C07-BC5E-36691C94E308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6" name="手繪多邊形: 圖案 285">
                <a:extLst>
                  <a:ext uri="{FF2B5EF4-FFF2-40B4-BE49-F238E27FC236}">
                    <a16:creationId xmlns:a16="http://schemas.microsoft.com/office/drawing/2014/main" id="{EF3B8B0A-2F5E-40C5-8BF9-4D60D87AA4C4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7" name="手繪多邊形: 圖案 286">
                <a:extLst>
                  <a:ext uri="{FF2B5EF4-FFF2-40B4-BE49-F238E27FC236}">
                    <a16:creationId xmlns:a16="http://schemas.microsoft.com/office/drawing/2014/main" id="{4599F0F6-28AA-4BCA-8CCD-84228C4142FF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8" name="手繪多邊形: 圖案 287">
                <a:extLst>
                  <a:ext uri="{FF2B5EF4-FFF2-40B4-BE49-F238E27FC236}">
                    <a16:creationId xmlns:a16="http://schemas.microsoft.com/office/drawing/2014/main" id="{FE448B0F-7E96-4D0A-82FE-979EA0DCC4AF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89" name="橢圓 288">
                <a:extLst>
                  <a:ext uri="{FF2B5EF4-FFF2-40B4-BE49-F238E27FC236}">
                    <a16:creationId xmlns:a16="http://schemas.microsoft.com/office/drawing/2014/main" id="{2FD228F6-0634-4E57-A252-371EC7415A5A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0" name="橢圓 289">
                <a:extLst>
                  <a:ext uri="{FF2B5EF4-FFF2-40B4-BE49-F238E27FC236}">
                    <a16:creationId xmlns:a16="http://schemas.microsoft.com/office/drawing/2014/main" id="{41C992EC-32E8-49BD-9B33-E2851AEEA649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1" name="橢圓 290">
                <a:extLst>
                  <a:ext uri="{FF2B5EF4-FFF2-40B4-BE49-F238E27FC236}">
                    <a16:creationId xmlns:a16="http://schemas.microsoft.com/office/drawing/2014/main" id="{21ACD4BE-94FF-49A5-85F6-6321213986F1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2" name="手繪多邊形: 圖案 291">
                <a:extLst>
                  <a:ext uri="{FF2B5EF4-FFF2-40B4-BE49-F238E27FC236}">
                    <a16:creationId xmlns:a16="http://schemas.microsoft.com/office/drawing/2014/main" id="{2DEE0845-AEB8-47EF-B511-33052B1F7E15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3" name="橢圓 292">
                <a:extLst>
                  <a:ext uri="{FF2B5EF4-FFF2-40B4-BE49-F238E27FC236}">
                    <a16:creationId xmlns:a16="http://schemas.microsoft.com/office/drawing/2014/main" id="{C9CBD12C-44B1-44D5-A3D2-0F17B88A5BD6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94" name="橢圓 293">
                <a:extLst>
                  <a:ext uri="{FF2B5EF4-FFF2-40B4-BE49-F238E27FC236}">
                    <a16:creationId xmlns:a16="http://schemas.microsoft.com/office/drawing/2014/main" id="{AFA39AE3-93C6-4CC2-A705-51390BA614AC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228" name="群組 227">
              <a:extLst>
                <a:ext uri="{FF2B5EF4-FFF2-40B4-BE49-F238E27FC236}">
                  <a16:creationId xmlns:a16="http://schemas.microsoft.com/office/drawing/2014/main" id="{FF7214FF-71C3-44AB-836E-74345D86825C}"/>
                </a:ext>
              </a:extLst>
            </p:cNvPr>
            <p:cNvGrpSpPr/>
            <p:nvPr/>
          </p:nvGrpSpPr>
          <p:grpSpPr>
            <a:xfrm>
              <a:off x="5468898" y="6037816"/>
              <a:ext cx="374400" cy="374400"/>
              <a:chOff x="-1123212" y="3002191"/>
              <a:chExt cx="950810" cy="950810"/>
            </a:xfrm>
          </p:grpSpPr>
          <p:sp>
            <p:nvSpPr>
              <p:cNvPr id="261" name="橢圓 260">
                <a:extLst>
                  <a:ext uri="{FF2B5EF4-FFF2-40B4-BE49-F238E27FC236}">
                    <a16:creationId xmlns:a16="http://schemas.microsoft.com/office/drawing/2014/main" id="{343C9634-2F99-4DA8-9011-78FA39D34C25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2" name="橢圓 261">
                <a:extLst>
                  <a:ext uri="{FF2B5EF4-FFF2-40B4-BE49-F238E27FC236}">
                    <a16:creationId xmlns:a16="http://schemas.microsoft.com/office/drawing/2014/main" id="{3EAD54A6-E6D2-41B2-9898-69F2282AD0E8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3" name="橢圓 262">
                <a:extLst>
                  <a:ext uri="{FF2B5EF4-FFF2-40B4-BE49-F238E27FC236}">
                    <a16:creationId xmlns:a16="http://schemas.microsoft.com/office/drawing/2014/main" id="{4A6AC1CA-5149-4BCA-9954-D94E6AFAA291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4" name="手繪多邊形: 圖案 263">
                <a:extLst>
                  <a:ext uri="{FF2B5EF4-FFF2-40B4-BE49-F238E27FC236}">
                    <a16:creationId xmlns:a16="http://schemas.microsoft.com/office/drawing/2014/main" id="{BA98C95D-D6CB-4025-923E-24DAFDCC041D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5" name="手繪多邊形: 圖案 264">
                <a:extLst>
                  <a:ext uri="{FF2B5EF4-FFF2-40B4-BE49-F238E27FC236}">
                    <a16:creationId xmlns:a16="http://schemas.microsoft.com/office/drawing/2014/main" id="{7A5C597C-955C-474F-9ECA-EDF9144CBCEB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6" name="手繪多邊形: 圖案 265">
                <a:extLst>
                  <a:ext uri="{FF2B5EF4-FFF2-40B4-BE49-F238E27FC236}">
                    <a16:creationId xmlns:a16="http://schemas.microsoft.com/office/drawing/2014/main" id="{7C8D4B5F-35F1-4D34-8E71-74FF48DDD89A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7" name="手繪多邊形: 圖案 266">
                <a:extLst>
                  <a:ext uri="{FF2B5EF4-FFF2-40B4-BE49-F238E27FC236}">
                    <a16:creationId xmlns:a16="http://schemas.microsoft.com/office/drawing/2014/main" id="{327F51BF-401C-423F-AED4-A83A7B8C3B41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8" name="手繪多邊形: 圖案 267">
                <a:extLst>
                  <a:ext uri="{FF2B5EF4-FFF2-40B4-BE49-F238E27FC236}">
                    <a16:creationId xmlns:a16="http://schemas.microsoft.com/office/drawing/2014/main" id="{E650145D-4ADF-4319-88F2-F3CCBB3F8BC5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9" name="手繪多邊形: 圖案 268">
                <a:extLst>
                  <a:ext uri="{FF2B5EF4-FFF2-40B4-BE49-F238E27FC236}">
                    <a16:creationId xmlns:a16="http://schemas.microsoft.com/office/drawing/2014/main" id="{DEE6ECF1-5048-412A-ADD2-C36ED79910A0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0" name="手繪多邊形: 圖案 269">
                <a:extLst>
                  <a:ext uri="{FF2B5EF4-FFF2-40B4-BE49-F238E27FC236}">
                    <a16:creationId xmlns:a16="http://schemas.microsoft.com/office/drawing/2014/main" id="{EEFA30EC-A98D-47EB-AB41-F430453956B1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1" name="手繪多邊形: 圖案 270">
                <a:extLst>
                  <a:ext uri="{FF2B5EF4-FFF2-40B4-BE49-F238E27FC236}">
                    <a16:creationId xmlns:a16="http://schemas.microsoft.com/office/drawing/2014/main" id="{D235555B-1BF9-4571-BE14-FB9E27444044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2" name="橢圓 271">
                <a:extLst>
                  <a:ext uri="{FF2B5EF4-FFF2-40B4-BE49-F238E27FC236}">
                    <a16:creationId xmlns:a16="http://schemas.microsoft.com/office/drawing/2014/main" id="{6250C2BD-F88F-4C30-AF6E-A39A6E7CC40D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3" name="橢圓 272">
                <a:extLst>
                  <a:ext uri="{FF2B5EF4-FFF2-40B4-BE49-F238E27FC236}">
                    <a16:creationId xmlns:a16="http://schemas.microsoft.com/office/drawing/2014/main" id="{DCB7891B-69E4-4FF7-872B-6BF088742DDE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4" name="橢圓 273">
                <a:extLst>
                  <a:ext uri="{FF2B5EF4-FFF2-40B4-BE49-F238E27FC236}">
                    <a16:creationId xmlns:a16="http://schemas.microsoft.com/office/drawing/2014/main" id="{BCF87854-B2E7-49A3-8D97-1A1527139043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5" name="手繪多邊形: 圖案 274">
                <a:extLst>
                  <a:ext uri="{FF2B5EF4-FFF2-40B4-BE49-F238E27FC236}">
                    <a16:creationId xmlns:a16="http://schemas.microsoft.com/office/drawing/2014/main" id="{952CEC88-25B4-41B9-BC6A-BF27AB2D8620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6" name="橢圓 275">
                <a:extLst>
                  <a:ext uri="{FF2B5EF4-FFF2-40B4-BE49-F238E27FC236}">
                    <a16:creationId xmlns:a16="http://schemas.microsoft.com/office/drawing/2014/main" id="{F5C8FFC6-DFC2-4114-92BD-90DBC1E89C89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77" name="橢圓 276">
                <a:extLst>
                  <a:ext uri="{FF2B5EF4-FFF2-40B4-BE49-F238E27FC236}">
                    <a16:creationId xmlns:a16="http://schemas.microsoft.com/office/drawing/2014/main" id="{DD744636-F3B9-465F-B3CF-BAB6CF7A44A9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229" name="群組 228">
              <a:extLst>
                <a:ext uri="{FF2B5EF4-FFF2-40B4-BE49-F238E27FC236}">
                  <a16:creationId xmlns:a16="http://schemas.microsoft.com/office/drawing/2014/main" id="{EE247ED3-CAD4-41CF-B8F5-BD1ADD34493E}"/>
                </a:ext>
              </a:extLst>
            </p:cNvPr>
            <p:cNvGrpSpPr/>
            <p:nvPr/>
          </p:nvGrpSpPr>
          <p:grpSpPr>
            <a:xfrm>
              <a:off x="4999554" y="5793550"/>
              <a:ext cx="374400" cy="374400"/>
              <a:chOff x="114655" y="3347955"/>
              <a:chExt cx="950122" cy="950122"/>
            </a:xfrm>
          </p:grpSpPr>
          <p:sp>
            <p:nvSpPr>
              <p:cNvPr id="246" name="橢圓 245">
                <a:extLst>
                  <a:ext uri="{FF2B5EF4-FFF2-40B4-BE49-F238E27FC236}">
                    <a16:creationId xmlns:a16="http://schemas.microsoft.com/office/drawing/2014/main" id="{E7B48AE6-BC74-4DEF-B192-2FEC5BBA679B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7" name="橢圓 246">
                <a:extLst>
                  <a:ext uri="{FF2B5EF4-FFF2-40B4-BE49-F238E27FC236}">
                    <a16:creationId xmlns:a16="http://schemas.microsoft.com/office/drawing/2014/main" id="{E673B064-D96B-4344-8519-AD8284FA96DC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8" name="橢圓 247">
                <a:extLst>
                  <a:ext uri="{FF2B5EF4-FFF2-40B4-BE49-F238E27FC236}">
                    <a16:creationId xmlns:a16="http://schemas.microsoft.com/office/drawing/2014/main" id="{C4E804A5-1473-4E89-890B-B018F78B9A55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9" name="手繪多邊形: 圖案 248">
                <a:extLst>
                  <a:ext uri="{FF2B5EF4-FFF2-40B4-BE49-F238E27FC236}">
                    <a16:creationId xmlns:a16="http://schemas.microsoft.com/office/drawing/2014/main" id="{1B16148B-B210-444E-A7E9-3FF7D56FF6E8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0" name="手繪多邊形: 圖案 249">
                <a:extLst>
                  <a:ext uri="{FF2B5EF4-FFF2-40B4-BE49-F238E27FC236}">
                    <a16:creationId xmlns:a16="http://schemas.microsoft.com/office/drawing/2014/main" id="{3D5B0CF6-1CCF-4418-9B0A-2905D352D5FD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1" name="手繪多邊形: 圖案 250">
                <a:extLst>
                  <a:ext uri="{FF2B5EF4-FFF2-40B4-BE49-F238E27FC236}">
                    <a16:creationId xmlns:a16="http://schemas.microsoft.com/office/drawing/2014/main" id="{162F6562-DC99-4166-A713-D0C3D173B7F8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2" name="手繪多邊形: 圖案 251">
                <a:extLst>
                  <a:ext uri="{FF2B5EF4-FFF2-40B4-BE49-F238E27FC236}">
                    <a16:creationId xmlns:a16="http://schemas.microsoft.com/office/drawing/2014/main" id="{BE1D12EA-BA88-477F-9443-D8D488D2EA05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3" name="手繪多邊形: 圖案 252">
                <a:extLst>
                  <a:ext uri="{FF2B5EF4-FFF2-40B4-BE49-F238E27FC236}">
                    <a16:creationId xmlns:a16="http://schemas.microsoft.com/office/drawing/2014/main" id="{B21434E3-08E7-4EE6-8E6A-6CE69A564B61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4" name="手繪多邊形: 圖案 253">
                <a:extLst>
                  <a:ext uri="{FF2B5EF4-FFF2-40B4-BE49-F238E27FC236}">
                    <a16:creationId xmlns:a16="http://schemas.microsoft.com/office/drawing/2014/main" id="{0C4BDD12-32CF-4076-9837-BD2A79184E07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5" name="手繪多邊形: 圖案 254">
                <a:extLst>
                  <a:ext uri="{FF2B5EF4-FFF2-40B4-BE49-F238E27FC236}">
                    <a16:creationId xmlns:a16="http://schemas.microsoft.com/office/drawing/2014/main" id="{7DC33D78-EEC8-44A3-90AA-16684F26C698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6" name="手繪多邊形: 圖案 255">
                <a:extLst>
                  <a:ext uri="{FF2B5EF4-FFF2-40B4-BE49-F238E27FC236}">
                    <a16:creationId xmlns:a16="http://schemas.microsoft.com/office/drawing/2014/main" id="{296B2645-6E2E-4427-A26A-5C90E8E4AC53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7" name="橢圓 256">
                <a:extLst>
                  <a:ext uri="{FF2B5EF4-FFF2-40B4-BE49-F238E27FC236}">
                    <a16:creationId xmlns:a16="http://schemas.microsoft.com/office/drawing/2014/main" id="{C9D5BDFD-3B6A-4A8B-831D-EA2D62C94493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8" name="橢圓 257">
                <a:extLst>
                  <a:ext uri="{FF2B5EF4-FFF2-40B4-BE49-F238E27FC236}">
                    <a16:creationId xmlns:a16="http://schemas.microsoft.com/office/drawing/2014/main" id="{9555D9F1-73AE-412E-B7A1-F73ECA5ECF8D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59" name="橢圓 258">
                <a:extLst>
                  <a:ext uri="{FF2B5EF4-FFF2-40B4-BE49-F238E27FC236}">
                    <a16:creationId xmlns:a16="http://schemas.microsoft.com/office/drawing/2014/main" id="{D209FC0E-2F3E-4D20-8BE8-1574D8E93EE7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60" name="橢圓 259">
                <a:extLst>
                  <a:ext uri="{FF2B5EF4-FFF2-40B4-BE49-F238E27FC236}">
                    <a16:creationId xmlns:a16="http://schemas.microsoft.com/office/drawing/2014/main" id="{1CFEF659-6262-4D5D-AF57-FCAA68FA3460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230" name="群組 229">
              <a:extLst>
                <a:ext uri="{FF2B5EF4-FFF2-40B4-BE49-F238E27FC236}">
                  <a16:creationId xmlns:a16="http://schemas.microsoft.com/office/drawing/2014/main" id="{B3CBFFFA-B344-4688-9EE3-EFFAFA5B01F4}"/>
                </a:ext>
              </a:extLst>
            </p:cNvPr>
            <p:cNvGrpSpPr/>
            <p:nvPr/>
          </p:nvGrpSpPr>
          <p:grpSpPr>
            <a:xfrm>
              <a:off x="5323426" y="5780107"/>
              <a:ext cx="374400" cy="374400"/>
              <a:chOff x="114655" y="3347955"/>
              <a:chExt cx="950122" cy="950122"/>
            </a:xfrm>
          </p:grpSpPr>
          <p:sp>
            <p:nvSpPr>
              <p:cNvPr id="231" name="橢圓 230">
                <a:extLst>
                  <a:ext uri="{FF2B5EF4-FFF2-40B4-BE49-F238E27FC236}">
                    <a16:creationId xmlns:a16="http://schemas.microsoft.com/office/drawing/2014/main" id="{53B49DB7-D45B-40E9-9599-64B2443B9C20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2" name="橢圓 231">
                <a:extLst>
                  <a:ext uri="{FF2B5EF4-FFF2-40B4-BE49-F238E27FC236}">
                    <a16:creationId xmlns:a16="http://schemas.microsoft.com/office/drawing/2014/main" id="{1A2EF7DB-502E-43D4-ADCB-496D42081E54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3" name="橢圓 232">
                <a:extLst>
                  <a:ext uri="{FF2B5EF4-FFF2-40B4-BE49-F238E27FC236}">
                    <a16:creationId xmlns:a16="http://schemas.microsoft.com/office/drawing/2014/main" id="{2A60A656-8D17-4E44-8E1E-8070A3CC605C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4" name="手繪多邊形: 圖案 233">
                <a:extLst>
                  <a:ext uri="{FF2B5EF4-FFF2-40B4-BE49-F238E27FC236}">
                    <a16:creationId xmlns:a16="http://schemas.microsoft.com/office/drawing/2014/main" id="{4F035B2D-F2E0-424A-A6A5-E23E78341FAB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5" name="手繪多邊形: 圖案 234">
                <a:extLst>
                  <a:ext uri="{FF2B5EF4-FFF2-40B4-BE49-F238E27FC236}">
                    <a16:creationId xmlns:a16="http://schemas.microsoft.com/office/drawing/2014/main" id="{16293B6A-3606-47BD-B657-224ED5457AC7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6" name="手繪多邊形: 圖案 235">
                <a:extLst>
                  <a:ext uri="{FF2B5EF4-FFF2-40B4-BE49-F238E27FC236}">
                    <a16:creationId xmlns:a16="http://schemas.microsoft.com/office/drawing/2014/main" id="{7855C22F-8CD7-460C-A10B-7F8174E0ED9F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7" name="手繪多邊形: 圖案 236">
                <a:extLst>
                  <a:ext uri="{FF2B5EF4-FFF2-40B4-BE49-F238E27FC236}">
                    <a16:creationId xmlns:a16="http://schemas.microsoft.com/office/drawing/2014/main" id="{16F3D035-197D-4C04-832D-2C869FAB9D1F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8" name="手繪多邊形: 圖案 237">
                <a:extLst>
                  <a:ext uri="{FF2B5EF4-FFF2-40B4-BE49-F238E27FC236}">
                    <a16:creationId xmlns:a16="http://schemas.microsoft.com/office/drawing/2014/main" id="{1570502F-E087-46BA-90F1-B676A0B33146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E1D2EE20-A5BC-4EEA-AE5D-2785F30131BE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0CC0B669-F3E4-4F03-8DAF-450A19E8B79C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1" name="手繪多邊形: 圖案 240">
                <a:extLst>
                  <a:ext uri="{FF2B5EF4-FFF2-40B4-BE49-F238E27FC236}">
                    <a16:creationId xmlns:a16="http://schemas.microsoft.com/office/drawing/2014/main" id="{47D98BEB-7847-4AF1-B325-DB442E36EC95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2" name="橢圓 241">
                <a:extLst>
                  <a:ext uri="{FF2B5EF4-FFF2-40B4-BE49-F238E27FC236}">
                    <a16:creationId xmlns:a16="http://schemas.microsoft.com/office/drawing/2014/main" id="{B4BD5D93-C584-4719-9E2F-165238C3BA33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3" name="橢圓 242">
                <a:extLst>
                  <a:ext uri="{FF2B5EF4-FFF2-40B4-BE49-F238E27FC236}">
                    <a16:creationId xmlns:a16="http://schemas.microsoft.com/office/drawing/2014/main" id="{D76B926C-A459-41C1-9DF4-EB3BE2E74EDD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4" name="橢圓 243">
                <a:extLst>
                  <a:ext uri="{FF2B5EF4-FFF2-40B4-BE49-F238E27FC236}">
                    <a16:creationId xmlns:a16="http://schemas.microsoft.com/office/drawing/2014/main" id="{999DFF80-AB1C-4060-8319-7A8EE1E1E1B7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245" name="橢圓 244">
                <a:extLst>
                  <a:ext uri="{FF2B5EF4-FFF2-40B4-BE49-F238E27FC236}">
                    <a16:creationId xmlns:a16="http://schemas.microsoft.com/office/drawing/2014/main" id="{5713BA93-E30A-44BF-B549-4535A879B61A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312" name="群組 311">
            <a:extLst>
              <a:ext uri="{FF2B5EF4-FFF2-40B4-BE49-F238E27FC236}">
                <a16:creationId xmlns:a16="http://schemas.microsoft.com/office/drawing/2014/main" id="{783F67DE-0E27-4A24-B15E-BAAC04079D4B}"/>
              </a:ext>
            </a:extLst>
          </p:cNvPr>
          <p:cNvGrpSpPr/>
          <p:nvPr/>
        </p:nvGrpSpPr>
        <p:grpSpPr>
          <a:xfrm>
            <a:off x="3957937" y="2741996"/>
            <a:ext cx="534223" cy="389663"/>
            <a:chOff x="6096000" y="5780107"/>
            <a:chExt cx="940543" cy="686033"/>
          </a:xfrm>
        </p:grpSpPr>
        <p:grpSp>
          <p:nvGrpSpPr>
            <p:cNvPr id="313" name="群組 312">
              <a:extLst>
                <a:ext uri="{FF2B5EF4-FFF2-40B4-BE49-F238E27FC236}">
                  <a16:creationId xmlns:a16="http://schemas.microsoft.com/office/drawing/2014/main" id="{86131672-2885-49F1-86C7-2A6ADFA96FE0}"/>
                </a:ext>
              </a:extLst>
            </p:cNvPr>
            <p:cNvGrpSpPr/>
            <p:nvPr/>
          </p:nvGrpSpPr>
          <p:grpSpPr>
            <a:xfrm>
              <a:off x="6096000" y="6050285"/>
              <a:ext cx="374400" cy="374400"/>
              <a:chOff x="-1123212" y="3002191"/>
              <a:chExt cx="950810" cy="950810"/>
            </a:xfrm>
          </p:grpSpPr>
          <p:sp>
            <p:nvSpPr>
              <p:cNvPr id="384" name="橢圓 383">
                <a:extLst>
                  <a:ext uri="{FF2B5EF4-FFF2-40B4-BE49-F238E27FC236}">
                    <a16:creationId xmlns:a16="http://schemas.microsoft.com/office/drawing/2014/main" id="{83530721-4FCC-4E44-AE04-D363B4E85E4F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5" name="橢圓 384">
                <a:extLst>
                  <a:ext uri="{FF2B5EF4-FFF2-40B4-BE49-F238E27FC236}">
                    <a16:creationId xmlns:a16="http://schemas.microsoft.com/office/drawing/2014/main" id="{2D49789A-3349-49C6-AB09-8BC11874ABA5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6" name="橢圓 385">
                <a:extLst>
                  <a:ext uri="{FF2B5EF4-FFF2-40B4-BE49-F238E27FC236}">
                    <a16:creationId xmlns:a16="http://schemas.microsoft.com/office/drawing/2014/main" id="{7B8A5C9A-63EB-4A61-83EF-8D357F0B8954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7" name="手繪多邊形: 圖案 386">
                <a:extLst>
                  <a:ext uri="{FF2B5EF4-FFF2-40B4-BE49-F238E27FC236}">
                    <a16:creationId xmlns:a16="http://schemas.microsoft.com/office/drawing/2014/main" id="{E153B803-1091-46AF-997F-82BCA096C1FF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8" name="手繪多邊形: 圖案 387">
                <a:extLst>
                  <a:ext uri="{FF2B5EF4-FFF2-40B4-BE49-F238E27FC236}">
                    <a16:creationId xmlns:a16="http://schemas.microsoft.com/office/drawing/2014/main" id="{609D1A39-BF08-431D-9DC6-C535CF2A0756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9" name="手繪多邊形: 圖案 388">
                <a:extLst>
                  <a:ext uri="{FF2B5EF4-FFF2-40B4-BE49-F238E27FC236}">
                    <a16:creationId xmlns:a16="http://schemas.microsoft.com/office/drawing/2014/main" id="{F3368065-E6BB-490B-85AC-45A3EDB0774A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0" name="手繪多邊形: 圖案 389">
                <a:extLst>
                  <a:ext uri="{FF2B5EF4-FFF2-40B4-BE49-F238E27FC236}">
                    <a16:creationId xmlns:a16="http://schemas.microsoft.com/office/drawing/2014/main" id="{A80425B6-F90D-4B6E-B3BE-5699C9141A06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1" name="手繪多邊形: 圖案 390">
                <a:extLst>
                  <a:ext uri="{FF2B5EF4-FFF2-40B4-BE49-F238E27FC236}">
                    <a16:creationId xmlns:a16="http://schemas.microsoft.com/office/drawing/2014/main" id="{E2C179AB-6441-4F53-B180-A5660E217BF4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2" name="手繪多邊形: 圖案 391">
                <a:extLst>
                  <a:ext uri="{FF2B5EF4-FFF2-40B4-BE49-F238E27FC236}">
                    <a16:creationId xmlns:a16="http://schemas.microsoft.com/office/drawing/2014/main" id="{78D4319E-D6AC-431E-88E0-8B313ED7F172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3" name="手繪多邊形: 圖案 392">
                <a:extLst>
                  <a:ext uri="{FF2B5EF4-FFF2-40B4-BE49-F238E27FC236}">
                    <a16:creationId xmlns:a16="http://schemas.microsoft.com/office/drawing/2014/main" id="{BB7165A9-E025-4C62-95F6-227ACF3198B2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4" name="手繪多邊形: 圖案 393">
                <a:extLst>
                  <a:ext uri="{FF2B5EF4-FFF2-40B4-BE49-F238E27FC236}">
                    <a16:creationId xmlns:a16="http://schemas.microsoft.com/office/drawing/2014/main" id="{6C2CC95F-67EB-48AC-8C91-93F242E5C82C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5" name="橢圓 394">
                <a:extLst>
                  <a:ext uri="{FF2B5EF4-FFF2-40B4-BE49-F238E27FC236}">
                    <a16:creationId xmlns:a16="http://schemas.microsoft.com/office/drawing/2014/main" id="{B7D24B06-C229-4033-ADB5-4D8EECAE52A2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6" name="橢圓 395">
                <a:extLst>
                  <a:ext uri="{FF2B5EF4-FFF2-40B4-BE49-F238E27FC236}">
                    <a16:creationId xmlns:a16="http://schemas.microsoft.com/office/drawing/2014/main" id="{A63A6501-7CB2-4136-9324-C783E5E46C83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7" name="橢圓 396">
                <a:extLst>
                  <a:ext uri="{FF2B5EF4-FFF2-40B4-BE49-F238E27FC236}">
                    <a16:creationId xmlns:a16="http://schemas.microsoft.com/office/drawing/2014/main" id="{5A74EC4C-2DE1-4239-8197-C6F6F4E6DDB6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8" name="手繪多邊形: 圖案 397">
                <a:extLst>
                  <a:ext uri="{FF2B5EF4-FFF2-40B4-BE49-F238E27FC236}">
                    <a16:creationId xmlns:a16="http://schemas.microsoft.com/office/drawing/2014/main" id="{AF8F2DB6-3B9E-414F-913A-1FAC845C1903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99" name="橢圓 398">
                <a:extLst>
                  <a:ext uri="{FF2B5EF4-FFF2-40B4-BE49-F238E27FC236}">
                    <a16:creationId xmlns:a16="http://schemas.microsoft.com/office/drawing/2014/main" id="{0DC8F236-45E0-4145-A0AF-5C1A09DADA96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00" name="橢圓 399">
                <a:extLst>
                  <a:ext uri="{FF2B5EF4-FFF2-40B4-BE49-F238E27FC236}">
                    <a16:creationId xmlns:a16="http://schemas.microsoft.com/office/drawing/2014/main" id="{B6D4437E-3697-47F4-85E7-6466695784EC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314" name="群組 313">
              <a:extLst>
                <a:ext uri="{FF2B5EF4-FFF2-40B4-BE49-F238E27FC236}">
                  <a16:creationId xmlns:a16="http://schemas.microsoft.com/office/drawing/2014/main" id="{669BF001-7035-4D84-9A19-12FB247C95F1}"/>
                </a:ext>
              </a:extLst>
            </p:cNvPr>
            <p:cNvGrpSpPr/>
            <p:nvPr/>
          </p:nvGrpSpPr>
          <p:grpSpPr>
            <a:xfrm>
              <a:off x="6384743" y="6091740"/>
              <a:ext cx="374400" cy="374400"/>
              <a:chOff x="-1123212" y="3002191"/>
              <a:chExt cx="950810" cy="950810"/>
            </a:xfrm>
          </p:grpSpPr>
          <p:sp>
            <p:nvSpPr>
              <p:cNvPr id="367" name="橢圓 366">
                <a:extLst>
                  <a:ext uri="{FF2B5EF4-FFF2-40B4-BE49-F238E27FC236}">
                    <a16:creationId xmlns:a16="http://schemas.microsoft.com/office/drawing/2014/main" id="{4F88B8DB-9A48-4F85-BC64-40E825B2E1D4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8" name="橢圓 367">
                <a:extLst>
                  <a:ext uri="{FF2B5EF4-FFF2-40B4-BE49-F238E27FC236}">
                    <a16:creationId xmlns:a16="http://schemas.microsoft.com/office/drawing/2014/main" id="{F550B0FA-4CA3-4288-8AB3-6EB7E9E9BAC6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9" name="橢圓 368">
                <a:extLst>
                  <a:ext uri="{FF2B5EF4-FFF2-40B4-BE49-F238E27FC236}">
                    <a16:creationId xmlns:a16="http://schemas.microsoft.com/office/drawing/2014/main" id="{0E04416E-8DF6-424D-BFC3-E7B29AA86106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0" name="手繪多邊形: 圖案 369">
                <a:extLst>
                  <a:ext uri="{FF2B5EF4-FFF2-40B4-BE49-F238E27FC236}">
                    <a16:creationId xmlns:a16="http://schemas.microsoft.com/office/drawing/2014/main" id="{C7E618DE-AE59-4F4B-A67B-4B8DC7ED7B70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1" name="手繪多邊形: 圖案 370">
                <a:extLst>
                  <a:ext uri="{FF2B5EF4-FFF2-40B4-BE49-F238E27FC236}">
                    <a16:creationId xmlns:a16="http://schemas.microsoft.com/office/drawing/2014/main" id="{88E9AC1F-FC02-4D81-878A-9415F184E920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2" name="手繪多邊形: 圖案 371">
                <a:extLst>
                  <a:ext uri="{FF2B5EF4-FFF2-40B4-BE49-F238E27FC236}">
                    <a16:creationId xmlns:a16="http://schemas.microsoft.com/office/drawing/2014/main" id="{4536715C-D0AF-447E-90F4-60D66501F3B0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3" name="手繪多邊形: 圖案 372">
                <a:extLst>
                  <a:ext uri="{FF2B5EF4-FFF2-40B4-BE49-F238E27FC236}">
                    <a16:creationId xmlns:a16="http://schemas.microsoft.com/office/drawing/2014/main" id="{1669D4AB-0A0B-4FE5-874D-7D4CFE6F5EE2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4" name="手繪多邊形: 圖案 373">
                <a:extLst>
                  <a:ext uri="{FF2B5EF4-FFF2-40B4-BE49-F238E27FC236}">
                    <a16:creationId xmlns:a16="http://schemas.microsoft.com/office/drawing/2014/main" id="{E382005F-84C6-49B8-ADDB-FD90E6CF71CF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5" name="手繪多邊形: 圖案 374">
                <a:extLst>
                  <a:ext uri="{FF2B5EF4-FFF2-40B4-BE49-F238E27FC236}">
                    <a16:creationId xmlns:a16="http://schemas.microsoft.com/office/drawing/2014/main" id="{024DDF1F-9CFB-4988-8F38-BD63833C4886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6" name="手繪多邊形: 圖案 375">
                <a:extLst>
                  <a:ext uri="{FF2B5EF4-FFF2-40B4-BE49-F238E27FC236}">
                    <a16:creationId xmlns:a16="http://schemas.microsoft.com/office/drawing/2014/main" id="{F749B60D-D5AE-432F-8DEC-D0DEDEBA0879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7" name="手繪多邊形: 圖案 376">
                <a:extLst>
                  <a:ext uri="{FF2B5EF4-FFF2-40B4-BE49-F238E27FC236}">
                    <a16:creationId xmlns:a16="http://schemas.microsoft.com/office/drawing/2014/main" id="{80B9FD58-0DB2-45B1-AEB2-275078154A8A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8" name="橢圓 377">
                <a:extLst>
                  <a:ext uri="{FF2B5EF4-FFF2-40B4-BE49-F238E27FC236}">
                    <a16:creationId xmlns:a16="http://schemas.microsoft.com/office/drawing/2014/main" id="{D3E914C0-25D7-4E56-AD98-0D0F4F0B8BA3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79" name="橢圓 378">
                <a:extLst>
                  <a:ext uri="{FF2B5EF4-FFF2-40B4-BE49-F238E27FC236}">
                    <a16:creationId xmlns:a16="http://schemas.microsoft.com/office/drawing/2014/main" id="{60453EF9-9975-4C1C-B7B4-D089E308326F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0" name="橢圓 379">
                <a:extLst>
                  <a:ext uri="{FF2B5EF4-FFF2-40B4-BE49-F238E27FC236}">
                    <a16:creationId xmlns:a16="http://schemas.microsoft.com/office/drawing/2014/main" id="{5E7220AC-3D8D-42FC-B270-809843DC985E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1" name="手繪多邊形: 圖案 380">
                <a:extLst>
                  <a:ext uri="{FF2B5EF4-FFF2-40B4-BE49-F238E27FC236}">
                    <a16:creationId xmlns:a16="http://schemas.microsoft.com/office/drawing/2014/main" id="{D647844C-BFA5-4D99-A19A-FCB8E52DAC39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2" name="橢圓 381">
                <a:extLst>
                  <a:ext uri="{FF2B5EF4-FFF2-40B4-BE49-F238E27FC236}">
                    <a16:creationId xmlns:a16="http://schemas.microsoft.com/office/drawing/2014/main" id="{2DF0002C-4B1E-4CAD-A5A7-222306E402A1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83" name="橢圓 382">
                <a:extLst>
                  <a:ext uri="{FF2B5EF4-FFF2-40B4-BE49-F238E27FC236}">
                    <a16:creationId xmlns:a16="http://schemas.microsoft.com/office/drawing/2014/main" id="{34692557-53FA-49F2-84AC-C5BDC6115DDA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315" name="群組 314">
              <a:extLst>
                <a:ext uri="{FF2B5EF4-FFF2-40B4-BE49-F238E27FC236}">
                  <a16:creationId xmlns:a16="http://schemas.microsoft.com/office/drawing/2014/main" id="{44EF4589-1813-4DA0-96B7-CADD56206C4F}"/>
                </a:ext>
              </a:extLst>
            </p:cNvPr>
            <p:cNvGrpSpPr/>
            <p:nvPr/>
          </p:nvGrpSpPr>
          <p:grpSpPr>
            <a:xfrm>
              <a:off x="6662143" y="6037816"/>
              <a:ext cx="374400" cy="374400"/>
              <a:chOff x="-1123212" y="3002191"/>
              <a:chExt cx="950810" cy="950810"/>
            </a:xfrm>
          </p:grpSpPr>
          <p:sp>
            <p:nvSpPr>
              <p:cNvPr id="350" name="橢圓 349">
                <a:extLst>
                  <a:ext uri="{FF2B5EF4-FFF2-40B4-BE49-F238E27FC236}">
                    <a16:creationId xmlns:a16="http://schemas.microsoft.com/office/drawing/2014/main" id="{E6D60CE7-2481-42CF-A04B-7474B184DA4E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1" name="橢圓 350">
                <a:extLst>
                  <a:ext uri="{FF2B5EF4-FFF2-40B4-BE49-F238E27FC236}">
                    <a16:creationId xmlns:a16="http://schemas.microsoft.com/office/drawing/2014/main" id="{622AFE55-4859-4913-8D26-3C414AC7AC19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2" name="橢圓 351">
                <a:extLst>
                  <a:ext uri="{FF2B5EF4-FFF2-40B4-BE49-F238E27FC236}">
                    <a16:creationId xmlns:a16="http://schemas.microsoft.com/office/drawing/2014/main" id="{FAD3C0B5-7FEB-4FE0-89AD-8DC4182A0ECC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3" name="手繪多邊形: 圖案 352">
                <a:extLst>
                  <a:ext uri="{FF2B5EF4-FFF2-40B4-BE49-F238E27FC236}">
                    <a16:creationId xmlns:a16="http://schemas.microsoft.com/office/drawing/2014/main" id="{2B810C0C-481C-4066-A811-057E7EC33195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4" name="手繪多邊形: 圖案 353">
                <a:extLst>
                  <a:ext uri="{FF2B5EF4-FFF2-40B4-BE49-F238E27FC236}">
                    <a16:creationId xmlns:a16="http://schemas.microsoft.com/office/drawing/2014/main" id="{3A175A95-E76E-4C32-8319-9559163A4FBE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5" name="手繪多邊形: 圖案 354">
                <a:extLst>
                  <a:ext uri="{FF2B5EF4-FFF2-40B4-BE49-F238E27FC236}">
                    <a16:creationId xmlns:a16="http://schemas.microsoft.com/office/drawing/2014/main" id="{630D2B50-C0DA-4034-A2D1-27E6D9896594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6" name="手繪多邊形: 圖案 355">
                <a:extLst>
                  <a:ext uri="{FF2B5EF4-FFF2-40B4-BE49-F238E27FC236}">
                    <a16:creationId xmlns:a16="http://schemas.microsoft.com/office/drawing/2014/main" id="{21BB3661-90DA-46F7-A498-BB95624A97C0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7" name="手繪多邊形: 圖案 356">
                <a:extLst>
                  <a:ext uri="{FF2B5EF4-FFF2-40B4-BE49-F238E27FC236}">
                    <a16:creationId xmlns:a16="http://schemas.microsoft.com/office/drawing/2014/main" id="{63D61A25-E4CF-4A15-BE45-AD8A3E5BDB70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8" name="手繪多邊形: 圖案 357">
                <a:extLst>
                  <a:ext uri="{FF2B5EF4-FFF2-40B4-BE49-F238E27FC236}">
                    <a16:creationId xmlns:a16="http://schemas.microsoft.com/office/drawing/2014/main" id="{6B840FFF-8553-4BFC-9186-D9EAE3AA8EC8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59" name="手繪多邊形: 圖案 358">
                <a:extLst>
                  <a:ext uri="{FF2B5EF4-FFF2-40B4-BE49-F238E27FC236}">
                    <a16:creationId xmlns:a16="http://schemas.microsoft.com/office/drawing/2014/main" id="{ED9C786B-987C-4B33-8F2E-3622814AAA02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0" name="手繪多邊形: 圖案 359">
                <a:extLst>
                  <a:ext uri="{FF2B5EF4-FFF2-40B4-BE49-F238E27FC236}">
                    <a16:creationId xmlns:a16="http://schemas.microsoft.com/office/drawing/2014/main" id="{D466F8A2-D9CF-4437-83F0-B39863650BA5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1" name="橢圓 360">
                <a:extLst>
                  <a:ext uri="{FF2B5EF4-FFF2-40B4-BE49-F238E27FC236}">
                    <a16:creationId xmlns:a16="http://schemas.microsoft.com/office/drawing/2014/main" id="{6817DA46-4F74-4479-AB0B-59918DA759B6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2" name="橢圓 361">
                <a:extLst>
                  <a:ext uri="{FF2B5EF4-FFF2-40B4-BE49-F238E27FC236}">
                    <a16:creationId xmlns:a16="http://schemas.microsoft.com/office/drawing/2014/main" id="{AA260139-B248-49AF-B999-B1ABD8DF650F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3" name="橢圓 362">
                <a:extLst>
                  <a:ext uri="{FF2B5EF4-FFF2-40B4-BE49-F238E27FC236}">
                    <a16:creationId xmlns:a16="http://schemas.microsoft.com/office/drawing/2014/main" id="{822C62AC-E22E-4027-800E-1E7B6BA90E58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4" name="手繪多邊形: 圖案 363">
                <a:extLst>
                  <a:ext uri="{FF2B5EF4-FFF2-40B4-BE49-F238E27FC236}">
                    <a16:creationId xmlns:a16="http://schemas.microsoft.com/office/drawing/2014/main" id="{AE3CF131-EEC8-4BB3-8F68-6553CA473566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5" name="橢圓 364">
                <a:extLst>
                  <a:ext uri="{FF2B5EF4-FFF2-40B4-BE49-F238E27FC236}">
                    <a16:creationId xmlns:a16="http://schemas.microsoft.com/office/drawing/2014/main" id="{8DE00066-819F-4417-8F7B-6D278EBB88D9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66" name="橢圓 365">
                <a:extLst>
                  <a:ext uri="{FF2B5EF4-FFF2-40B4-BE49-F238E27FC236}">
                    <a16:creationId xmlns:a16="http://schemas.microsoft.com/office/drawing/2014/main" id="{200197F4-E998-4DC5-A5BD-A81E479EA8E3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316" name="群組 315">
              <a:extLst>
                <a:ext uri="{FF2B5EF4-FFF2-40B4-BE49-F238E27FC236}">
                  <a16:creationId xmlns:a16="http://schemas.microsoft.com/office/drawing/2014/main" id="{167D6439-41FE-4E9F-A2FE-364914BDEF3D}"/>
                </a:ext>
              </a:extLst>
            </p:cNvPr>
            <p:cNvGrpSpPr/>
            <p:nvPr/>
          </p:nvGrpSpPr>
          <p:grpSpPr>
            <a:xfrm>
              <a:off x="6192799" y="5793550"/>
              <a:ext cx="374400" cy="374400"/>
              <a:chOff x="-1123212" y="3002191"/>
              <a:chExt cx="950810" cy="950810"/>
            </a:xfrm>
          </p:grpSpPr>
          <p:sp>
            <p:nvSpPr>
              <p:cNvPr id="333" name="橢圓 332">
                <a:extLst>
                  <a:ext uri="{FF2B5EF4-FFF2-40B4-BE49-F238E27FC236}">
                    <a16:creationId xmlns:a16="http://schemas.microsoft.com/office/drawing/2014/main" id="{30A30430-2DDC-4204-9C48-824BB974161F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4" name="橢圓 333">
                <a:extLst>
                  <a:ext uri="{FF2B5EF4-FFF2-40B4-BE49-F238E27FC236}">
                    <a16:creationId xmlns:a16="http://schemas.microsoft.com/office/drawing/2014/main" id="{FE11C2E1-E668-4901-8081-6711A2192535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5" name="橢圓 334">
                <a:extLst>
                  <a:ext uri="{FF2B5EF4-FFF2-40B4-BE49-F238E27FC236}">
                    <a16:creationId xmlns:a16="http://schemas.microsoft.com/office/drawing/2014/main" id="{05397C1D-6E83-4C42-BFEA-690B156A4D79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6" name="手繪多邊形: 圖案 335">
                <a:extLst>
                  <a:ext uri="{FF2B5EF4-FFF2-40B4-BE49-F238E27FC236}">
                    <a16:creationId xmlns:a16="http://schemas.microsoft.com/office/drawing/2014/main" id="{5BE46217-4E87-4D91-8280-C9B59DBFEA4F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7" name="手繪多邊形: 圖案 336">
                <a:extLst>
                  <a:ext uri="{FF2B5EF4-FFF2-40B4-BE49-F238E27FC236}">
                    <a16:creationId xmlns:a16="http://schemas.microsoft.com/office/drawing/2014/main" id="{DF69BD2A-091E-49C0-933B-2A65665B588B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8" name="手繪多邊形: 圖案 337">
                <a:extLst>
                  <a:ext uri="{FF2B5EF4-FFF2-40B4-BE49-F238E27FC236}">
                    <a16:creationId xmlns:a16="http://schemas.microsoft.com/office/drawing/2014/main" id="{7234FC38-E980-4513-9410-8EF8184361A3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9" name="手繪多邊形: 圖案 338">
                <a:extLst>
                  <a:ext uri="{FF2B5EF4-FFF2-40B4-BE49-F238E27FC236}">
                    <a16:creationId xmlns:a16="http://schemas.microsoft.com/office/drawing/2014/main" id="{A732A17B-CA67-478C-8553-2964A02C358A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0" name="手繪多邊形: 圖案 339">
                <a:extLst>
                  <a:ext uri="{FF2B5EF4-FFF2-40B4-BE49-F238E27FC236}">
                    <a16:creationId xmlns:a16="http://schemas.microsoft.com/office/drawing/2014/main" id="{D8D6C318-57D7-4DE8-9063-95BFB98EFBAC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1" name="手繪多邊形: 圖案 340">
                <a:extLst>
                  <a:ext uri="{FF2B5EF4-FFF2-40B4-BE49-F238E27FC236}">
                    <a16:creationId xmlns:a16="http://schemas.microsoft.com/office/drawing/2014/main" id="{9927FD04-9997-445B-A3C4-1730D21FBABE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2" name="手繪多邊形: 圖案 341">
                <a:extLst>
                  <a:ext uri="{FF2B5EF4-FFF2-40B4-BE49-F238E27FC236}">
                    <a16:creationId xmlns:a16="http://schemas.microsoft.com/office/drawing/2014/main" id="{AD2C1273-732D-4881-B7FD-8D3280AC04EB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3" name="手繪多邊形: 圖案 342">
                <a:extLst>
                  <a:ext uri="{FF2B5EF4-FFF2-40B4-BE49-F238E27FC236}">
                    <a16:creationId xmlns:a16="http://schemas.microsoft.com/office/drawing/2014/main" id="{F3A2DD43-D288-4DE1-9A4A-473970B14281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4" name="橢圓 343">
                <a:extLst>
                  <a:ext uri="{FF2B5EF4-FFF2-40B4-BE49-F238E27FC236}">
                    <a16:creationId xmlns:a16="http://schemas.microsoft.com/office/drawing/2014/main" id="{CE1DF1B0-C175-4AD4-A72A-D2269CC3BE03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5" name="橢圓 344">
                <a:extLst>
                  <a:ext uri="{FF2B5EF4-FFF2-40B4-BE49-F238E27FC236}">
                    <a16:creationId xmlns:a16="http://schemas.microsoft.com/office/drawing/2014/main" id="{ACBC86D9-716E-461F-AFE4-7F0EA4F321A0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6" name="橢圓 345">
                <a:extLst>
                  <a:ext uri="{FF2B5EF4-FFF2-40B4-BE49-F238E27FC236}">
                    <a16:creationId xmlns:a16="http://schemas.microsoft.com/office/drawing/2014/main" id="{3B726591-AB8F-48B9-93C8-506FA8081D7C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7" name="手繪多邊形: 圖案 346">
                <a:extLst>
                  <a:ext uri="{FF2B5EF4-FFF2-40B4-BE49-F238E27FC236}">
                    <a16:creationId xmlns:a16="http://schemas.microsoft.com/office/drawing/2014/main" id="{59078CF5-979C-4098-9128-9992755DD29E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8" name="橢圓 347">
                <a:extLst>
                  <a:ext uri="{FF2B5EF4-FFF2-40B4-BE49-F238E27FC236}">
                    <a16:creationId xmlns:a16="http://schemas.microsoft.com/office/drawing/2014/main" id="{85391114-B811-4A96-BEFE-98407E0F84FF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49" name="橢圓 348">
                <a:extLst>
                  <a:ext uri="{FF2B5EF4-FFF2-40B4-BE49-F238E27FC236}">
                    <a16:creationId xmlns:a16="http://schemas.microsoft.com/office/drawing/2014/main" id="{CC748B83-741B-465B-BD92-B6F4B7269425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317" name="群組 316">
              <a:extLst>
                <a:ext uri="{FF2B5EF4-FFF2-40B4-BE49-F238E27FC236}">
                  <a16:creationId xmlns:a16="http://schemas.microsoft.com/office/drawing/2014/main" id="{0DDEB057-E558-449A-BBD2-1A447ADDCFD9}"/>
                </a:ext>
              </a:extLst>
            </p:cNvPr>
            <p:cNvGrpSpPr/>
            <p:nvPr/>
          </p:nvGrpSpPr>
          <p:grpSpPr>
            <a:xfrm>
              <a:off x="6516671" y="5780107"/>
              <a:ext cx="374400" cy="374400"/>
              <a:chOff x="114655" y="3347955"/>
              <a:chExt cx="950122" cy="950122"/>
            </a:xfrm>
          </p:grpSpPr>
          <p:sp>
            <p:nvSpPr>
              <p:cNvPr id="318" name="橢圓 317">
                <a:extLst>
                  <a:ext uri="{FF2B5EF4-FFF2-40B4-BE49-F238E27FC236}">
                    <a16:creationId xmlns:a16="http://schemas.microsoft.com/office/drawing/2014/main" id="{6C6FE751-B111-4C97-B16F-93DA550DCBE0}"/>
                  </a:ext>
                </a:extLst>
              </p:cNvPr>
              <p:cNvSpPr/>
              <p:nvPr/>
            </p:nvSpPr>
            <p:spPr>
              <a:xfrm>
                <a:off x="114655" y="3347955"/>
                <a:ext cx="950122" cy="950122"/>
              </a:xfrm>
              <a:prstGeom prst="ellipse">
                <a:avLst/>
              </a:prstGeom>
              <a:solidFill>
                <a:srgbClr val="DEEBF7"/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19" name="橢圓 318">
                <a:extLst>
                  <a:ext uri="{FF2B5EF4-FFF2-40B4-BE49-F238E27FC236}">
                    <a16:creationId xmlns:a16="http://schemas.microsoft.com/office/drawing/2014/main" id="{9311DF4B-B0F0-4D38-A5D5-922DD24EC42C}"/>
                  </a:ext>
                </a:extLst>
              </p:cNvPr>
              <p:cNvSpPr/>
              <p:nvPr/>
            </p:nvSpPr>
            <p:spPr>
              <a:xfrm>
                <a:off x="549540" y="3868935"/>
                <a:ext cx="459581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0" name="橢圓 319">
                <a:extLst>
                  <a:ext uri="{FF2B5EF4-FFF2-40B4-BE49-F238E27FC236}">
                    <a16:creationId xmlns:a16="http://schemas.microsoft.com/office/drawing/2014/main" id="{B5424FD6-B5DD-441D-85C5-6FD3BE97D6A8}"/>
                  </a:ext>
                </a:extLst>
              </p:cNvPr>
              <p:cNvSpPr/>
              <p:nvPr/>
            </p:nvSpPr>
            <p:spPr>
              <a:xfrm>
                <a:off x="170546" y="3654587"/>
                <a:ext cx="380294" cy="155910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1" name="手繪多邊形: 圖案 320">
                <a:extLst>
                  <a:ext uri="{FF2B5EF4-FFF2-40B4-BE49-F238E27FC236}">
                    <a16:creationId xmlns:a16="http://schemas.microsoft.com/office/drawing/2014/main" id="{50DE1CDF-884B-4EF9-99BF-CD5EACB85290}"/>
                  </a:ext>
                </a:extLst>
              </p:cNvPr>
              <p:cNvSpPr/>
              <p:nvPr/>
            </p:nvSpPr>
            <p:spPr>
              <a:xfrm>
                <a:off x="752080" y="3654587"/>
                <a:ext cx="103512" cy="155910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2" name="手繪多邊形: 圖案 321">
                <a:extLst>
                  <a:ext uri="{FF2B5EF4-FFF2-40B4-BE49-F238E27FC236}">
                    <a16:creationId xmlns:a16="http://schemas.microsoft.com/office/drawing/2014/main" id="{5B3DCF58-75C4-4099-83DC-BE8C54D91C1F}"/>
                  </a:ext>
                </a:extLst>
              </p:cNvPr>
              <p:cNvSpPr/>
              <p:nvPr/>
            </p:nvSpPr>
            <p:spPr>
              <a:xfrm>
                <a:off x="549538" y="3730145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3" name="手繪多邊形: 圖案 322">
                <a:extLst>
                  <a:ext uri="{FF2B5EF4-FFF2-40B4-BE49-F238E27FC236}">
                    <a16:creationId xmlns:a16="http://schemas.microsoft.com/office/drawing/2014/main" id="{F634467A-7BD3-401A-BDE2-E4917F370754}"/>
                  </a:ext>
                </a:extLst>
              </p:cNvPr>
              <p:cNvSpPr/>
              <p:nvPr/>
            </p:nvSpPr>
            <p:spPr>
              <a:xfrm>
                <a:off x="550250" y="3656454"/>
                <a:ext cx="201830" cy="15217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16539310-554C-4D94-9D75-19681E99B7E9}"/>
                  </a:ext>
                </a:extLst>
              </p:cNvPr>
              <p:cNvSpPr/>
              <p:nvPr/>
            </p:nvSpPr>
            <p:spPr>
              <a:xfrm>
                <a:off x="855592" y="3659810"/>
                <a:ext cx="153528" cy="145464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5" name="手繪多邊形: 圖案 324">
                <a:extLst>
                  <a:ext uri="{FF2B5EF4-FFF2-40B4-BE49-F238E27FC236}">
                    <a16:creationId xmlns:a16="http://schemas.microsoft.com/office/drawing/2014/main" id="{00D7701E-40EF-4CFB-BDC5-8016698FEB50}"/>
                  </a:ext>
                </a:extLst>
              </p:cNvPr>
              <p:cNvSpPr/>
              <p:nvPr/>
            </p:nvSpPr>
            <p:spPr>
              <a:xfrm>
                <a:off x="310194" y="3868935"/>
                <a:ext cx="100999" cy="155910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6" name="手繪多邊形: 圖案 325">
                <a:extLst>
                  <a:ext uri="{FF2B5EF4-FFF2-40B4-BE49-F238E27FC236}">
                    <a16:creationId xmlns:a16="http://schemas.microsoft.com/office/drawing/2014/main" id="{B7ABC3DC-2D86-40FA-A677-6AD9084E3653}"/>
                  </a:ext>
                </a:extLst>
              </p:cNvPr>
              <p:cNvSpPr/>
              <p:nvPr/>
            </p:nvSpPr>
            <p:spPr>
              <a:xfrm>
                <a:off x="549538" y="3944494"/>
                <a:ext cx="1302" cy="4795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7" name="手繪多邊形: 圖案 326">
                <a:extLst>
                  <a:ext uri="{FF2B5EF4-FFF2-40B4-BE49-F238E27FC236}">
                    <a16:creationId xmlns:a16="http://schemas.microsoft.com/office/drawing/2014/main" id="{6915D282-8AC3-4CF5-9825-63B6FFF70F12}"/>
                  </a:ext>
                </a:extLst>
              </p:cNvPr>
              <p:cNvSpPr/>
              <p:nvPr/>
            </p:nvSpPr>
            <p:spPr>
              <a:xfrm>
                <a:off x="411192" y="3873116"/>
                <a:ext cx="139058" cy="147551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FBB808E4-03D1-4480-AA37-5FE48D6BC3CA}"/>
                  </a:ext>
                </a:extLst>
              </p:cNvPr>
              <p:cNvSpPr/>
              <p:nvPr/>
            </p:nvSpPr>
            <p:spPr>
              <a:xfrm>
                <a:off x="170546" y="3873115"/>
                <a:ext cx="139647" cy="147550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29" name="橢圓 328">
                <a:extLst>
                  <a:ext uri="{FF2B5EF4-FFF2-40B4-BE49-F238E27FC236}">
                    <a16:creationId xmlns:a16="http://schemas.microsoft.com/office/drawing/2014/main" id="{C22EDF10-C5F7-4891-92A2-89222C5894E3}"/>
                  </a:ext>
                </a:extLst>
              </p:cNvPr>
              <p:cNvSpPr/>
              <p:nvPr/>
            </p:nvSpPr>
            <p:spPr>
              <a:xfrm>
                <a:off x="549539" y="3654587"/>
                <a:ext cx="459581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0" name="橢圓 329">
                <a:extLst>
                  <a:ext uri="{FF2B5EF4-FFF2-40B4-BE49-F238E27FC236}">
                    <a16:creationId xmlns:a16="http://schemas.microsoft.com/office/drawing/2014/main" id="{9CDCFF8F-4B8A-4CEB-A528-BC963C825AC4}"/>
                  </a:ext>
                </a:extLst>
              </p:cNvPr>
              <p:cNvSpPr/>
              <p:nvPr/>
            </p:nvSpPr>
            <p:spPr>
              <a:xfrm>
                <a:off x="517380" y="3664120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1" name="橢圓 330">
                <a:extLst>
                  <a:ext uri="{FF2B5EF4-FFF2-40B4-BE49-F238E27FC236}">
                    <a16:creationId xmlns:a16="http://schemas.microsoft.com/office/drawing/2014/main" id="{D7B0C1D7-19AB-427D-85A0-81651BCD1497}"/>
                  </a:ext>
                </a:extLst>
              </p:cNvPr>
              <p:cNvSpPr/>
              <p:nvPr/>
            </p:nvSpPr>
            <p:spPr>
              <a:xfrm>
                <a:off x="170546" y="3868935"/>
                <a:ext cx="380294" cy="155910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332" name="橢圓 331">
                <a:extLst>
                  <a:ext uri="{FF2B5EF4-FFF2-40B4-BE49-F238E27FC236}">
                    <a16:creationId xmlns:a16="http://schemas.microsoft.com/office/drawing/2014/main" id="{FF3B32F1-0CA7-4466-B27A-EBEB3E1C14FD}"/>
                  </a:ext>
                </a:extLst>
              </p:cNvPr>
              <p:cNvSpPr/>
              <p:nvPr/>
            </p:nvSpPr>
            <p:spPr>
              <a:xfrm>
                <a:off x="517380" y="3878468"/>
                <a:ext cx="65049" cy="13684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401" name="群組 400">
            <a:extLst>
              <a:ext uri="{FF2B5EF4-FFF2-40B4-BE49-F238E27FC236}">
                <a16:creationId xmlns:a16="http://schemas.microsoft.com/office/drawing/2014/main" id="{7D466AA2-1804-4D18-8934-5C597EB02E80}"/>
              </a:ext>
            </a:extLst>
          </p:cNvPr>
          <p:cNvGrpSpPr/>
          <p:nvPr/>
        </p:nvGrpSpPr>
        <p:grpSpPr>
          <a:xfrm>
            <a:off x="3957937" y="1631668"/>
            <a:ext cx="534223" cy="389663"/>
            <a:chOff x="4818844" y="5841973"/>
            <a:chExt cx="940543" cy="686033"/>
          </a:xfrm>
        </p:grpSpPr>
        <p:grpSp>
          <p:nvGrpSpPr>
            <p:cNvPr id="402" name="群組 401">
              <a:extLst>
                <a:ext uri="{FF2B5EF4-FFF2-40B4-BE49-F238E27FC236}">
                  <a16:creationId xmlns:a16="http://schemas.microsoft.com/office/drawing/2014/main" id="{4B9E9F93-7810-4E54-8B55-F0A2E10B4BAD}"/>
                </a:ext>
              </a:extLst>
            </p:cNvPr>
            <p:cNvGrpSpPr/>
            <p:nvPr/>
          </p:nvGrpSpPr>
          <p:grpSpPr>
            <a:xfrm>
              <a:off x="4818844" y="6112151"/>
              <a:ext cx="374400" cy="374400"/>
              <a:chOff x="-1123212" y="3002191"/>
              <a:chExt cx="950810" cy="950810"/>
            </a:xfrm>
          </p:grpSpPr>
          <p:sp>
            <p:nvSpPr>
              <p:cNvPr id="475" name="橢圓 474">
                <a:extLst>
                  <a:ext uri="{FF2B5EF4-FFF2-40B4-BE49-F238E27FC236}">
                    <a16:creationId xmlns:a16="http://schemas.microsoft.com/office/drawing/2014/main" id="{BEA7D49B-1C98-4011-B6A3-8278A0E91313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6" name="橢圓 475">
                <a:extLst>
                  <a:ext uri="{FF2B5EF4-FFF2-40B4-BE49-F238E27FC236}">
                    <a16:creationId xmlns:a16="http://schemas.microsoft.com/office/drawing/2014/main" id="{1A720163-14CB-47A1-AEC8-52516F05AEBC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7" name="橢圓 476">
                <a:extLst>
                  <a:ext uri="{FF2B5EF4-FFF2-40B4-BE49-F238E27FC236}">
                    <a16:creationId xmlns:a16="http://schemas.microsoft.com/office/drawing/2014/main" id="{F9ABAAF3-CCBA-432A-B5DA-CFF39B4F7E50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8" name="手繪多邊形: 圖案 477">
                <a:extLst>
                  <a:ext uri="{FF2B5EF4-FFF2-40B4-BE49-F238E27FC236}">
                    <a16:creationId xmlns:a16="http://schemas.microsoft.com/office/drawing/2014/main" id="{B635D783-A5AA-4253-9EEB-70D88831E4CB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9" name="手繪多邊形: 圖案 478">
                <a:extLst>
                  <a:ext uri="{FF2B5EF4-FFF2-40B4-BE49-F238E27FC236}">
                    <a16:creationId xmlns:a16="http://schemas.microsoft.com/office/drawing/2014/main" id="{C0F39C88-00EB-4306-A03D-89D2E6742987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0" name="手繪多邊形: 圖案 479">
                <a:extLst>
                  <a:ext uri="{FF2B5EF4-FFF2-40B4-BE49-F238E27FC236}">
                    <a16:creationId xmlns:a16="http://schemas.microsoft.com/office/drawing/2014/main" id="{9324110F-23D5-4E79-AE8A-ED817DF22D7A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1" name="手繪多邊形: 圖案 480">
                <a:extLst>
                  <a:ext uri="{FF2B5EF4-FFF2-40B4-BE49-F238E27FC236}">
                    <a16:creationId xmlns:a16="http://schemas.microsoft.com/office/drawing/2014/main" id="{06393F72-937B-4AD2-9760-FF15198FD38F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2" name="手繪多邊形: 圖案 481">
                <a:extLst>
                  <a:ext uri="{FF2B5EF4-FFF2-40B4-BE49-F238E27FC236}">
                    <a16:creationId xmlns:a16="http://schemas.microsoft.com/office/drawing/2014/main" id="{84B150E0-EA33-4888-8A44-8A092B37D85C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3" name="手繪多邊形: 圖案 482">
                <a:extLst>
                  <a:ext uri="{FF2B5EF4-FFF2-40B4-BE49-F238E27FC236}">
                    <a16:creationId xmlns:a16="http://schemas.microsoft.com/office/drawing/2014/main" id="{D312A7F4-4FA8-4BC2-85A2-5A1AEB90BB40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4" name="手繪多邊形: 圖案 483">
                <a:extLst>
                  <a:ext uri="{FF2B5EF4-FFF2-40B4-BE49-F238E27FC236}">
                    <a16:creationId xmlns:a16="http://schemas.microsoft.com/office/drawing/2014/main" id="{A3E4F936-50FB-4756-9D54-F36AF581C7F6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5" name="手繪多邊形: 圖案 484">
                <a:extLst>
                  <a:ext uri="{FF2B5EF4-FFF2-40B4-BE49-F238E27FC236}">
                    <a16:creationId xmlns:a16="http://schemas.microsoft.com/office/drawing/2014/main" id="{F994B95F-F7F1-4B82-9789-DD3E5D0F5A91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6" name="橢圓 485">
                <a:extLst>
                  <a:ext uri="{FF2B5EF4-FFF2-40B4-BE49-F238E27FC236}">
                    <a16:creationId xmlns:a16="http://schemas.microsoft.com/office/drawing/2014/main" id="{AA23A9CA-1399-46AB-BF64-CF102F1B0581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7" name="橢圓 486">
                <a:extLst>
                  <a:ext uri="{FF2B5EF4-FFF2-40B4-BE49-F238E27FC236}">
                    <a16:creationId xmlns:a16="http://schemas.microsoft.com/office/drawing/2014/main" id="{5116C48D-3C45-4C6F-86D6-3AA608A8B912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8" name="橢圓 487">
                <a:extLst>
                  <a:ext uri="{FF2B5EF4-FFF2-40B4-BE49-F238E27FC236}">
                    <a16:creationId xmlns:a16="http://schemas.microsoft.com/office/drawing/2014/main" id="{C7F0B9A7-66C8-423B-A853-681442244E2F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89" name="手繪多邊形: 圖案 488">
                <a:extLst>
                  <a:ext uri="{FF2B5EF4-FFF2-40B4-BE49-F238E27FC236}">
                    <a16:creationId xmlns:a16="http://schemas.microsoft.com/office/drawing/2014/main" id="{328F827E-2757-466A-824A-8F3AB06A917D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90" name="橢圓 489">
                <a:extLst>
                  <a:ext uri="{FF2B5EF4-FFF2-40B4-BE49-F238E27FC236}">
                    <a16:creationId xmlns:a16="http://schemas.microsoft.com/office/drawing/2014/main" id="{705C2296-1EC2-4496-AD4A-6CDA9B606C50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91" name="橢圓 490">
                <a:extLst>
                  <a:ext uri="{FF2B5EF4-FFF2-40B4-BE49-F238E27FC236}">
                    <a16:creationId xmlns:a16="http://schemas.microsoft.com/office/drawing/2014/main" id="{F9EC9741-5877-4870-9945-A12054D52020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403" name="群組 402">
              <a:extLst>
                <a:ext uri="{FF2B5EF4-FFF2-40B4-BE49-F238E27FC236}">
                  <a16:creationId xmlns:a16="http://schemas.microsoft.com/office/drawing/2014/main" id="{6706D47E-BCDD-46E2-82B3-A888EBE6F77E}"/>
                </a:ext>
              </a:extLst>
            </p:cNvPr>
            <p:cNvGrpSpPr/>
            <p:nvPr/>
          </p:nvGrpSpPr>
          <p:grpSpPr>
            <a:xfrm>
              <a:off x="5107587" y="6153606"/>
              <a:ext cx="374400" cy="374400"/>
              <a:chOff x="-1123212" y="3002191"/>
              <a:chExt cx="950810" cy="950810"/>
            </a:xfrm>
          </p:grpSpPr>
          <p:sp>
            <p:nvSpPr>
              <p:cNvPr id="458" name="橢圓 457">
                <a:extLst>
                  <a:ext uri="{FF2B5EF4-FFF2-40B4-BE49-F238E27FC236}">
                    <a16:creationId xmlns:a16="http://schemas.microsoft.com/office/drawing/2014/main" id="{8A6DB2AE-6B5F-426E-95EF-CC270D3C6811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9" name="橢圓 458">
                <a:extLst>
                  <a:ext uri="{FF2B5EF4-FFF2-40B4-BE49-F238E27FC236}">
                    <a16:creationId xmlns:a16="http://schemas.microsoft.com/office/drawing/2014/main" id="{391046AE-D020-49C0-8080-27B8767B528C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0" name="橢圓 459">
                <a:extLst>
                  <a:ext uri="{FF2B5EF4-FFF2-40B4-BE49-F238E27FC236}">
                    <a16:creationId xmlns:a16="http://schemas.microsoft.com/office/drawing/2014/main" id="{70ABED75-1B3C-4802-8C05-4CB59322F5C5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1" name="手繪多邊形: 圖案 460">
                <a:extLst>
                  <a:ext uri="{FF2B5EF4-FFF2-40B4-BE49-F238E27FC236}">
                    <a16:creationId xmlns:a16="http://schemas.microsoft.com/office/drawing/2014/main" id="{AFB1D7CC-2F1E-4DCB-B2CA-448BFD64AE0C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2" name="手繪多邊形: 圖案 461">
                <a:extLst>
                  <a:ext uri="{FF2B5EF4-FFF2-40B4-BE49-F238E27FC236}">
                    <a16:creationId xmlns:a16="http://schemas.microsoft.com/office/drawing/2014/main" id="{61E414C8-DB8F-45F8-ADC6-0EEFCE15EA2D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3" name="手繪多邊形: 圖案 462">
                <a:extLst>
                  <a:ext uri="{FF2B5EF4-FFF2-40B4-BE49-F238E27FC236}">
                    <a16:creationId xmlns:a16="http://schemas.microsoft.com/office/drawing/2014/main" id="{9B12D01B-D888-4D43-A234-CAECD9313FBE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4" name="手繪多邊形: 圖案 463">
                <a:extLst>
                  <a:ext uri="{FF2B5EF4-FFF2-40B4-BE49-F238E27FC236}">
                    <a16:creationId xmlns:a16="http://schemas.microsoft.com/office/drawing/2014/main" id="{999CB867-18EE-454A-8DC5-5D9B4AC2C9D5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5" name="手繪多邊形: 圖案 464">
                <a:extLst>
                  <a:ext uri="{FF2B5EF4-FFF2-40B4-BE49-F238E27FC236}">
                    <a16:creationId xmlns:a16="http://schemas.microsoft.com/office/drawing/2014/main" id="{F92AF245-8BD6-417F-A9EC-277C9600970B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6" name="手繪多邊形: 圖案 465">
                <a:extLst>
                  <a:ext uri="{FF2B5EF4-FFF2-40B4-BE49-F238E27FC236}">
                    <a16:creationId xmlns:a16="http://schemas.microsoft.com/office/drawing/2014/main" id="{0FB19196-B715-4817-88B0-E93B2DB7C5D7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7" name="手繪多邊形: 圖案 466">
                <a:extLst>
                  <a:ext uri="{FF2B5EF4-FFF2-40B4-BE49-F238E27FC236}">
                    <a16:creationId xmlns:a16="http://schemas.microsoft.com/office/drawing/2014/main" id="{E68D14B3-5337-4F22-8CE0-3BC0823DA860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8" name="手繪多邊形: 圖案 467">
                <a:extLst>
                  <a:ext uri="{FF2B5EF4-FFF2-40B4-BE49-F238E27FC236}">
                    <a16:creationId xmlns:a16="http://schemas.microsoft.com/office/drawing/2014/main" id="{CFE3772B-C825-4ACF-9C9F-F6C75EE55734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69" name="橢圓 468">
                <a:extLst>
                  <a:ext uri="{FF2B5EF4-FFF2-40B4-BE49-F238E27FC236}">
                    <a16:creationId xmlns:a16="http://schemas.microsoft.com/office/drawing/2014/main" id="{ADE86D3A-788D-48EB-A3C0-05DADE079B60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0" name="橢圓 469">
                <a:extLst>
                  <a:ext uri="{FF2B5EF4-FFF2-40B4-BE49-F238E27FC236}">
                    <a16:creationId xmlns:a16="http://schemas.microsoft.com/office/drawing/2014/main" id="{602513EE-18B7-424A-8954-0AFDAD7F72B7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1" name="橢圓 470">
                <a:extLst>
                  <a:ext uri="{FF2B5EF4-FFF2-40B4-BE49-F238E27FC236}">
                    <a16:creationId xmlns:a16="http://schemas.microsoft.com/office/drawing/2014/main" id="{6C6C1C30-4C9B-45F5-BC71-B34D06D1B3F4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2" name="手繪多邊形: 圖案 471">
                <a:extLst>
                  <a:ext uri="{FF2B5EF4-FFF2-40B4-BE49-F238E27FC236}">
                    <a16:creationId xmlns:a16="http://schemas.microsoft.com/office/drawing/2014/main" id="{5E89BAE8-7507-4258-8AF6-3389F3ECC41A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3" name="橢圓 472">
                <a:extLst>
                  <a:ext uri="{FF2B5EF4-FFF2-40B4-BE49-F238E27FC236}">
                    <a16:creationId xmlns:a16="http://schemas.microsoft.com/office/drawing/2014/main" id="{C628D9A3-58EB-4101-B303-DB0D14EE7CB6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74" name="橢圓 473">
                <a:extLst>
                  <a:ext uri="{FF2B5EF4-FFF2-40B4-BE49-F238E27FC236}">
                    <a16:creationId xmlns:a16="http://schemas.microsoft.com/office/drawing/2014/main" id="{4644CA95-0367-49DE-90CC-A107E3813447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404" name="群組 403">
              <a:extLst>
                <a:ext uri="{FF2B5EF4-FFF2-40B4-BE49-F238E27FC236}">
                  <a16:creationId xmlns:a16="http://schemas.microsoft.com/office/drawing/2014/main" id="{BD99F28A-FE2A-4FA4-8F2C-7FB9EED92A7D}"/>
                </a:ext>
              </a:extLst>
            </p:cNvPr>
            <p:cNvGrpSpPr/>
            <p:nvPr/>
          </p:nvGrpSpPr>
          <p:grpSpPr>
            <a:xfrm>
              <a:off x="5384987" y="6099682"/>
              <a:ext cx="374400" cy="374400"/>
              <a:chOff x="-1123212" y="3002191"/>
              <a:chExt cx="950810" cy="950810"/>
            </a:xfrm>
          </p:grpSpPr>
          <p:sp>
            <p:nvSpPr>
              <p:cNvPr id="441" name="橢圓 440">
                <a:extLst>
                  <a:ext uri="{FF2B5EF4-FFF2-40B4-BE49-F238E27FC236}">
                    <a16:creationId xmlns:a16="http://schemas.microsoft.com/office/drawing/2014/main" id="{D78EE3C6-5611-4553-B688-2339816A1211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2" name="橢圓 441">
                <a:extLst>
                  <a:ext uri="{FF2B5EF4-FFF2-40B4-BE49-F238E27FC236}">
                    <a16:creationId xmlns:a16="http://schemas.microsoft.com/office/drawing/2014/main" id="{A71F9D95-2B65-493F-B465-50199F2A2F05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3" name="橢圓 442">
                <a:extLst>
                  <a:ext uri="{FF2B5EF4-FFF2-40B4-BE49-F238E27FC236}">
                    <a16:creationId xmlns:a16="http://schemas.microsoft.com/office/drawing/2014/main" id="{1585DC3C-5B87-4E8A-8378-9063077697B7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4" name="手繪多邊形: 圖案 443">
                <a:extLst>
                  <a:ext uri="{FF2B5EF4-FFF2-40B4-BE49-F238E27FC236}">
                    <a16:creationId xmlns:a16="http://schemas.microsoft.com/office/drawing/2014/main" id="{80F8B93B-B102-4432-81CF-0650D2800716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5" name="手繪多邊形: 圖案 444">
                <a:extLst>
                  <a:ext uri="{FF2B5EF4-FFF2-40B4-BE49-F238E27FC236}">
                    <a16:creationId xmlns:a16="http://schemas.microsoft.com/office/drawing/2014/main" id="{7EA5CA87-A2AF-4EB1-9ED4-BCF133805D06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6" name="手繪多邊形: 圖案 445">
                <a:extLst>
                  <a:ext uri="{FF2B5EF4-FFF2-40B4-BE49-F238E27FC236}">
                    <a16:creationId xmlns:a16="http://schemas.microsoft.com/office/drawing/2014/main" id="{52ECABCB-007F-448A-991E-2C86B1106D94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7" name="手繪多邊形: 圖案 446">
                <a:extLst>
                  <a:ext uri="{FF2B5EF4-FFF2-40B4-BE49-F238E27FC236}">
                    <a16:creationId xmlns:a16="http://schemas.microsoft.com/office/drawing/2014/main" id="{3054FE2F-FB4E-4B80-9AB5-B08634A6C534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8" name="手繪多邊形: 圖案 447">
                <a:extLst>
                  <a:ext uri="{FF2B5EF4-FFF2-40B4-BE49-F238E27FC236}">
                    <a16:creationId xmlns:a16="http://schemas.microsoft.com/office/drawing/2014/main" id="{1DC383B0-3FD1-4E7B-BB4A-B8D6BDBE223D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9" name="手繪多邊形: 圖案 448">
                <a:extLst>
                  <a:ext uri="{FF2B5EF4-FFF2-40B4-BE49-F238E27FC236}">
                    <a16:creationId xmlns:a16="http://schemas.microsoft.com/office/drawing/2014/main" id="{0F9628E8-0290-44AB-9A32-AF8A04D6A69E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0" name="手繪多邊形: 圖案 449">
                <a:extLst>
                  <a:ext uri="{FF2B5EF4-FFF2-40B4-BE49-F238E27FC236}">
                    <a16:creationId xmlns:a16="http://schemas.microsoft.com/office/drawing/2014/main" id="{2741EDCA-36EA-4527-A4F8-594DECA2D7A0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1" name="手繪多邊形: 圖案 450">
                <a:extLst>
                  <a:ext uri="{FF2B5EF4-FFF2-40B4-BE49-F238E27FC236}">
                    <a16:creationId xmlns:a16="http://schemas.microsoft.com/office/drawing/2014/main" id="{2F492476-7798-4213-9885-1C6D39D68583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2" name="橢圓 451">
                <a:extLst>
                  <a:ext uri="{FF2B5EF4-FFF2-40B4-BE49-F238E27FC236}">
                    <a16:creationId xmlns:a16="http://schemas.microsoft.com/office/drawing/2014/main" id="{4CF483CF-F236-41CE-BBFC-D9E378FE76AB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3" name="橢圓 452">
                <a:extLst>
                  <a:ext uri="{FF2B5EF4-FFF2-40B4-BE49-F238E27FC236}">
                    <a16:creationId xmlns:a16="http://schemas.microsoft.com/office/drawing/2014/main" id="{1A823F5A-0A9C-4BF0-A70F-BC5ADF420A4E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4" name="橢圓 453">
                <a:extLst>
                  <a:ext uri="{FF2B5EF4-FFF2-40B4-BE49-F238E27FC236}">
                    <a16:creationId xmlns:a16="http://schemas.microsoft.com/office/drawing/2014/main" id="{D9A05C1D-D58F-4083-BBBF-65E0A3B21C18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5" name="手繪多邊形: 圖案 454">
                <a:extLst>
                  <a:ext uri="{FF2B5EF4-FFF2-40B4-BE49-F238E27FC236}">
                    <a16:creationId xmlns:a16="http://schemas.microsoft.com/office/drawing/2014/main" id="{770314FE-603F-4FB5-8C6E-2CA02747B7CA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6" name="橢圓 455">
                <a:extLst>
                  <a:ext uri="{FF2B5EF4-FFF2-40B4-BE49-F238E27FC236}">
                    <a16:creationId xmlns:a16="http://schemas.microsoft.com/office/drawing/2014/main" id="{47B89449-FAE9-4AD6-9F4B-EA46962A6D30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57" name="橢圓 456">
                <a:extLst>
                  <a:ext uri="{FF2B5EF4-FFF2-40B4-BE49-F238E27FC236}">
                    <a16:creationId xmlns:a16="http://schemas.microsoft.com/office/drawing/2014/main" id="{F1639ECD-F3CD-4D92-9C14-1BDF40A24E3A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405" name="群組 404">
              <a:extLst>
                <a:ext uri="{FF2B5EF4-FFF2-40B4-BE49-F238E27FC236}">
                  <a16:creationId xmlns:a16="http://schemas.microsoft.com/office/drawing/2014/main" id="{559A6169-A430-4026-BEEC-391FB701E740}"/>
                </a:ext>
              </a:extLst>
            </p:cNvPr>
            <p:cNvGrpSpPr/>
            <p:nvPr/>
          </p:nvGrpSpPr>
          <p:grpSpPr>
            <a:xfrm>
              <a:off x="4915643" y="5855416"/>
              <a:ext cx="374400" cy="374400"/>
              <a:chOff x="-1123212" y="3002191"/>
              <a:chExt cx="950810" cy="950810"/>
            </a:xfrm>
          </p:grpSpPr>
          <p:sp>
            <p:nvSpPr>
              <p:cNvPr id="424" name="橢圓 423">
                <a:extLst>
                  <a:ext uri="{FF2B5EF4-FFF2-40B4-BE49-F238E27FC236}">
                    <a16:creationId xmlns:a16="http://schemas.microsoft.com/office/drawing/2014/main" id="{B4D7F184-C833-4978-A7FC-C43C0C393185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5" name="橢圓 424">
                <a:extLst>
                  <a:ext uri="{FF2B5EF4-FFF2-40B4-BE49-F238E27FC236}">
                    <a16:creationId xmlns:a16="http://schemas.microsoft.com/office/drawing/2014/main" id="{10461AD2-6D6E-4A48-9626-64C2CBD69AB5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6" name="橢圓 425">
                <a:extLst>
                  <a:ext uri="{FF2B5EF4-FFF2-40B4-BE49-F238E27FC236}">
                    <a16:creationId xmlns:a16="http://schemas.microsoft.com/office/drawing/2014/main" id="{54D91356-429B-4E40-BA4B-332E0EFD823C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7" name="手繪多邊形: 圖案 426">
                <a:extLst>
                  <a:ext uri="{FF2B5EF4-FFF2-40B4-BE49-F238E27FC236}">
                    <a16:creationId xmlns:a16="http://schemas.microsoft.com/office/drawing/2014/main" id="{0DAA230B-126B-4AE1-8366-9A7EDD8B8782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8" name="手繪多邊形: 圖案 427">
                <a:extLst>
                  <a:ext uri="{FF2B5EF4-FFF2-40B4-BE49-F238E27FC236}">
                    <a16:creationId xmlns:a16="http://schemas.microsoft.com/office/drawing/2014/main" id="{39CE0927-D967-46A3-A2E9-011D82251C09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9" name="手繪多邊形: 圖案 428">
                <a:extLst>
                  <a:ext uri="{FF2B5EF4-FFF2-40B4-BE49-F238E27FC236}">
                    <a16:creationId xmlns:a16="http://schemas.microsoft.com/office/drawing/2014/main" id="{588ED8CA-C331-4F64-B483-0229248CA6DA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0" name="手繪多邊形: 圖案 429">
                <a:extLst>
                  <a:ext uri="{FF2B5EF4-FFF2-40B4-BE49-F238E27FC236}">
                    <a16:creationId xmlns:a16="http://schemas.microsoft.com/office/drawing/2014/main" id="{B8EF1697-BC6A-46B3-9638-C0CAB48580BF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1" name="手繪多邊形: 圖案 430">
                <a:extLst>
                  <a:ext uri="{FF2B5EF4-FFF2-40B4-BE49-F238E27FC236}">
                    <a16:creationId xmlns:a16="http://schemas.microsoft.com/office/drawing/2014/main" id="{260138A6-67AE-4E12-BBF7-9246A82F1EC2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2" name="手繪多邊形: 圖案 431">
                <a:extLst>
                  <a:ext uri="{FF2B5EF4-FFF2-40B4-BE49-F238E27FC236}">
                    <a16:creationId xmlns:a16="http://schemas.microsoft.com/office/drawing/2014/main" id="{DBCC63BC-0543-46E7-B9C1-B33BB70C19E7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3" name="手繪多邊形: 圖案 432">
                <a:extLst>
                  <a:ext uri="{FF2B5EF4-FFF2-40B4-BE49-F238E27FC236}">
                    <a16:creationId xmlns:a16="http://schemas.microsoft.com/office/drawing/2014/main" id="{B02B4DE5-D9E7-47F0-9C07-40A3317EE4C6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4" name="手繪多邊形: 圖案 433">
                <a:extLst>
                  <a:ext uri="{FF2B5EF4-FFF2-40B4-BE49-F238E27FC236}">
                    <a16:creationId xmlns:a16="http://schemas.microsoft.com/office/drawing/2014/main" id="{9B5132AA-3F25-4448-9105-415D3ADAF84B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5" name="橢圓 434">
                <a:extLst>
                  <a:ext uri="{FF2B5EF4-FFF2-40B4-BE49-F238E27FC236}">
                    <a16:creationId xmlns:a16="http://schemas.microsoft.com/office/drawing/2014/main" id="{BA793732-BA66-4485-B4EC-228E736FAF02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6" name="橢圓 435">
                <a:extLst>
                  <a:ext uri="{FF2B5EF4-FFF2-40B4-BE49-F238E27FC236}">
                    <a16:creationId xmlns:a16="http://schemas.microsoft.com/office/drawing/2014/main" id="{61190524-77B2-4D19-B84C-288AE9AC9C12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7" name="橢圓 436">
                <a:extLst>
                  <a:ext uri="{FF2B5EF4-FFF2-40B4-BE49-F238E27FC236}">
                    <a16:creationId xmlns:a16="http://schemas.microsoft.com/office/drawing/2014/main" id="{598FA38C-5058-41C7-86F9-724D3BA9411D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8" name="手繪多邊形: 圖案 437">
                <a:extLst>
                  <a:ext uri="{FF2B5EF4-FFF2-40B4-BE49-F238E27FC236}">
                    <a16:creationId xmlns:a16="http://schemas.microsoft.com/office/drawing/2014/main" id="{58E19E11-6607-47C2-B228-BA7261FE8476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39" name="橢圓 438">
                <a:extLst>
                  <a:ext uri="{FF2B5EF4-FFF2-40B4-BE49-F238E27FC236}">
                    <a16:creationId xmlns:a16="http://schemas.microsoft.com/office/drawing/2014/main" id="{F3DCFD5A-7394-427E-BF66-A533CE371511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40" name="橢圓 439">
                <a:extLst>
                  <a:ext uri="{FF2B5EF4-FFF2-40B4-BE49-F238E27FC236}">
                    <a16:creationId xmlns:a16="http://schemas.microsoft.com/office/drawing/2014/main" id="{918B4420-AA2C-4D53-AEEF-AF3A2845A102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406" name="群組 405">
              <a:extLst>
                <a:ext uri="{FF2B5EF4-FFF2-40B4-BE49-F238E27FC236}">
                  <a16:creationId xmlns:a16="http://schemas.microsoft.com/office/drawing/2014/main" id="{A7DBF4BB-016A-4549-9343-35A382E6071B}"/>
                </a:ext>
              </a:extLst>
            </p:cNvPr>
            <p:cNvGrpSpPr/>
            <p:nvPr/>
          </p:nvGrpSpPr>
          <p:grpSpPr>
            <a:xfrm>
              <a:off x="5239515" y="5841973"/>
              <a:ext cx="374400" cy="374400"/>
              <a:chOff x="-1123212" y="3002191"/>
              <a:chExt cx="950810" cy="950810"/>
            </a:xfrm>
          </p:grpSpPr>
          <p:sp>
            <p:nvSpPr>
              <p:cNvPr id="407" name="橢圓 406">
                <a:extLst>
                  <a:ext uri="{FF2B5EF4-FFF2-40B4-BE49-F238E27FC236}">
                    <a16:creationId xmlns:a16="http://schemas.microsoft.com/office/drawing/2014/main" id="{618795B3-4EB3-4A14-AE8F-2887AC05C036}"/>
                  </a:ext>
                </a:extLst>
              </p:cNvPr>
              <p:cNvSpPr/>
              <p:nvPr/>
            </p:nvSpPr>
            <p:spPr>
              <a:xfrm>
                <a:off x="-1123212" y="3002191"/>
                <a:ext cx="950810" cy="95081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08" name="橢圓 407">
                <a:extLst>
                  <a:ext uri="{FF2B5EF4-FFF2-40B4-BE49-F238E27FC236}">
                    <a16:creationId xmlns:a16="http://schemas.microsoft.com/office/drawing/2014/main" id="{3901D8A1-9B25-44A2-ADC7-40CAA8FEA683}"/>
                  </a:ext>
                </a:extLst>
              </p:cNvPr>
              <p:cNvSpPr/>
              <p:nvPr/>
            </p:nvSpPr>
            <p:spPr>
              <a:xfrm>
                <a:off x="-688012" y="3525245"/>
                <a:ext cx="459914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09" name="橢圓 408">
                <a:extLst>
                  <a:ext uri="{FF2B5EF4-FFF2-40B4-BE49-F238E27FC236}">
                    <a16:creationId xmlns:a16="http://schemas.microsoft.com/office/drawing/2014/main" id="{D84A4BA8-7481-46B4-B686-EA5552D3007E}"/>
                  </a:ext>
                </a:extLst>
              </p:cNvPr>
              <p:cNvSpPr/>
              <p:nvPr/>
            </p:nvSpPr>
            <p:spPr>
              <a:xfrm>
                <a:off x="-1067281" y="3309046"/>
                <a:ext cx="380569" cy="15602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0" name="手繪多邊形: 圖案 409">
                <a:extLst>
                  <a:ext uri="{FF2B5EF4-FFF2-40B4-BE49-F238E27FC236}">
                    <a16:creationId xmlns:a16="http://schemas.microsoft.com/office/drawing/2014/main" id="{13FB7B01-1EDB-4CB6-8170-1F91A6FDDAFA}"/>
                  </a:ext>
                </a:extLst>
              </p:cNvPr>
              <p:cNvSpPr/>
              <p:nvPr/>
            </p:nvSpPr>
            <p:spPr>
              <a:xfrm>
                <a:off x="-485325" y="3309045"/>
                <a:ext cx="103587" cy="156023"/>
              </a:xfrm>
              <a:custGeom>
                <a:avLst/>
                <a:gdLst>
                  <a:gd name="connsiteX0" fmla="*/ 27249 w 103512"/>
                  <a:gd name="connsiteY0" fmla="*/ 0 h 155910"/>
                  <a:gd name="connsiteX1" fmla="*/ 103512 w 103512"/>
                  <a:gd name="connsiteY1" fmla="*/ 5223 h 155910"/>
                  <a:gd name="connsiteX2" fmla="*/ 103512 w 103512"/>
                  <a:gd name="connsiteY2" fmla="*/ 150687 h 155910"/>
                  <a:gd name="connsiteX3" fmla="*/ 27249 w 103512"/>
                  <a:gd name="connsiteY3" fmla="*/ 155910 h 155910"/>
                  <a:gd name="connsiteX4" fmla="*/ 0 w 103512"/>
                  <a:gd name="connsiteY4" fmla="*/ 154043 h 155910"/>
                  <a:gd name="connsiteX5" fmla="*/ 0 w 103512"/>
                  <a:gd name="connsiteY5" fmla="*/ 1866 h 155910"/>
                  <a:gd name="connsiteX6" fmla="*/ 27249 w 103512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5910">
                    <a:moveTo>
                      <a:pt x="27249" y="0"/>
                    </a:moveTo>
                    <a:lnTo>
                      <a:pt x="103512" y="5223"/>
                    </a:lnTo>
                    <a:lnTo>
                      <a:pt x="103512" y="150687"/>
                    </a:lnTo>
                    <a:lnTo>
                      <a:pt x="27249" y="155910"/>
                    </a:lnTo>
                    <a:lnTo>
                      <a:pt x="0" y="154043"/>
                    </a:lnTo>
                    <a:lnTo>
                      <a:pt x="0" y="1866"/>
                    </a:lnTo>
                    <a:lnTo>
                      <a:pt x="27249" y="0"/>
                    </a:lnTo>
                    <a:close/>
                  </a:path>
                </a:pathLst>
              </a:cu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1" name="手繪多邊形: 圖案 410">
                <a:extLst>
                  <a:ext uri="{FF2B5EF4-FFF2-40B4-BE49-F238E27FC236}">
                    <a16:creationId xmlns:a16="http://schemas.microsoft.com/office/drawing/2014/main" id="{24A4E680-6AA9-4B37-B6C4-032EAC74CC78}"/>
                  </a:ext>
                </a:extLst>
              </p:cNvPr>
              <p:cNvSpPr/>
              <p:nvPr/>
            </p:nvSpPr>
            <p:spPr>
              <a:xfrm>
                <a:off x="-688014" y="3384658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2" name="手繪多邊形: 圖案 411">
                <a:extLst>
                  <a:ext uri="{FF2B5EF4-FFF2-40B4-BE49-F238E27FC236}">
                    <a16:creationId xmlns:a16="http://schemas.microsoft.com/office/drawing/2014/main" id="{00E6B36B-946E-4534-8693-427AC42FBCC0}"/>
                  </a:ext>
                </a:extLst>
              </p:cNvPr>
              <p:cNvSpPr/>
              <p:nvPr/>
            </p:nvSpPr>
            <p:spPr>
              <a:xfrm>
                <a:off x="-687302" y="3310913"/>
                <a:ext cx="201976" cy="152287"/>
              </a:xfrm>
              <a:custGeom>
                <a:avLst/>
                <a:gdLst>
                  <a:gd name="connsiteX0" fmla="*/ 201830 w 201830"/>
                  <a:gd name="connsiteY0" fmla="*/ 0 h 152177"/>
                  <a:gd name="connsiteX1" fmla="*/ 201830 w 201830"/>
                  <a:gd name="connsiteY1" fmla="*/ 152177 h 152177"/>
                  <a:gd name="connsiteX2" fmla="*/ 139634 w 201830"/>
                  <a:gd name="connsiteY2" fmla="*/ 147918 h 152177"/>
                  <a:gd name="connsiteX3" fmla="*/ 3957 w 201830"/>
                  <a:gd name="connsiteY3" fmla="*/ 91800 h 152177"/>
                  <a:gd name="connsiteX4" fmla="*/ 0 w 201830"/>
                  <a:gd name="connsiteY4" fmla="*/ 78486 h 152177"/>
                  <a:gd name="connsiteX5" fmla="*/ 590 w 201830"/>
                  <a:gd name="connsiteY5" fmla="*/ 76089 h 152177"/>
                  <a:gd name="connsiteX6" fmla="*/ 0 w 201830"/>
                  <a:gd name="connsiteY6" fmla="*/ 73691 h 152177"/>
                  <a:gd name="connsiteX7" fmla="*/ 3957 w 201830"/>
                  <a:gd name="connsiteY7" fmla="*/ 60378 h 152177"/>
                  <a:gd name="connsiteX8" fmla="*/ 139634 w 201830"/>
                  <a:gd name="connsiteY8" fmla="*/ 4260 h 152177"/>
                  <a:gd name="connsiteX9" fmla="*/ 201830 w 201830"/>
                  <a:gd name="connsiteY9" fmla="*/ 0 h 152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30" h="152177">
                    <a:moveTo>
                      <a:pt x="201830" y="0"/>
                    </a:moveTo>
                    <a:lnTo>
                      <a:pt x="201830" y="152177"/>
                    </a:lnTo>
                    <a:lnTo>
                      <a:pt x="139634" y="147918"/>
                    </a:lnTo>
                    <a:cubicBezTo>
                      <a:pt x="70904" y="138056"/>
                      <a:pt x="19262" y="117173"/>
                      <a:pt x="3957" y="91800"/>
                    </a:cubicBezTo>
                    <a:lnTo>
                      <a:pt x="0" y="78486"/>
                    </a:lnTo>
                    <a:lnTo>
                      <a:pt x="590" y="76089"/>
                    </a:lnTo>
                    <a:lnTo>
                      <a:pt x="0" y="73691"/>
                    </a:lnTo>
                    <a:lnTo>
                      <a:pt x="3957" y="60378"/>
                    </a:lnTo>
                    <a:cubicBezTo>
                      <a:pt x="19262" y="35005"/>
                      <a:pt x="70904" y="14122"/>
                      <a:pt x="139634" y="4260"/>
                    </a:cubicBezTo>
                    <a:lnTo>
                      <a:pt x="20183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3" name="手繪多邊形: 圖案 412">
                <a:extLst>
                  <a:ext uri="{FF2B5EF4-FFF2-40B4-BE49-F238E27FC236}">
                    <a16:creationId xmlns:a16="http://schemas.microsoft.com/office/drawing/2014/main" id="{984E2B56-52A0-48D5-B9E2-8754C75C9FE0}"/>
                  </a:ext>
                </a:extLst>
              </p:cNvPr>
              <p:cNvSpPr/>
              <p:nvPr/>
            </p:nvSpPr>
            <p:spPr>
              <a:xfrm>
                <a:off x="-381738" y="3314272"/>
                <a:ext cx="153639" cy="145569"/>
              </a:xfrm>
              <a:custGeom>
                <a:avLst/>
                <a:gdLst>
                  <a:gd name="connsiteX0" fmla="*/ 0 w 153528"/>
                  <a:gd name="connsiteY0" fmla="*/ 0 h 145464"/>
                  <a:gd name="connsiteX1" fmla="*/ 13182 w 153528"/>
                  <a:gd name="connsiteY1" fmla="*/ 903 h 145464"/>
                  <a:gd name="connsiteX2" fmla="*/ 153528 w 153528"/>
                  <a:gd name="connsiteY2" fmla="*/ 72732 h 145464"/>
                  <a:gd name="connsiteX3" fmla="*/ 13182 w 153528"/>
                  <a:gd name="connsiteY3" fmla="*/ 144561 h 145464"/>
                  <a:gd name="connsiteX4" fmla="*/ 0 w 153528"/>
                  <a:gd name="connsiteY4" fmla="*/ 145464 h 145464"/>
                  <a:gd name="connsiteX5" fmla="*/ 0 w 153528"/>
                  <a:gd name="connsiteY5" fmla="*/ 0 h 1454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528" h="145464">
                    <a:moveTo>
                      <a:pt x="0" y="0"/>
                    </a:moveTo>
                    <a:lnTo>
                      <a:pt x="13182" y="903"/>
                    </a:lnTo>
                    <a:cubicBezTo>
                      <a:pt x="95658" y="12737"/>
                      <a:pt x="153528" y="40442"/>
                      <a:pt x="153528" y="72732"/>
                    </a:cubicBezTo>
                    <a:cubicBezTo>
                      <a:pt x="153528" y="105022"/>
                      <a:pt x="95658" y="132726"/>
                      <a:pt x="13182" y="144561"/>
                    </a:cubicBezTo>
                    <a:lnTo>
                      <a:pt x="0" y="1454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4" name="手繪多邊形: 圖案 413">
                <a:extLst>
                  <a:ext uri="{FF2B5EF4-FFF2-40B4-BE49-F238E27FC236}">
                    <a16:creationId xmlns:a16="http://schemas.microsoft.com/office/drawing/2014/main" id="{CCB187B9-456A-47AA-A806-EA74016DD09D}"/>
                  </a:ext>
                </a:extLst>
              </p:cNvPr>
              <p:cNvSpPr/>
              <p:nvPr/>
            </p:nvSpPr>
            <p:spPr>
              <a:xfrm>
                <a:off x="-927531" y="3523548"/>
                <a:ext cx="101072" cy="156023"/>
              </a:xfrm>
              <a:custGeom>
                <a:avLst/>
                <a:gdLst>
                  <a:gd name="connsiteX0" fmla="*/ 50500 w 100999"/>
                  <a:gd name="connsiteY0" fmla="*/ 0 h 155910"/>
                  <a:gd name="connsiteX1" fmla="*/ 100999 w 100999"/>
                  <a:gd name="connsiteY1" fmla="*/ 4180 h 155910"/>
                  <a:gd name="connsiteX2" fmla="*/ 100999 w 100999"/>
                  <a:gd name="connsiteY2" fmla="*/ 151731 h 155910"/>
                  <a:gd name="connsiteX3" fmla="*/ 50500 w 100999"/>
                  <a:gd name="connsiteY3" fmla="*/ 155910 h 155910"/>
                  <a:gd name="connsiteX4" fmla="*/ 0 w 100999"/>
                  <a:gd name="connsiteY4" fmla="*/ 151730 h 155910"/>
                  <a:gd name="connsiteX5" fmla="*/ 0 w 100999"/>
                  <a:gd name="connsiteY5" fmla="*/ 4180 h 155910"/>
                  <a:gd name="connsiteX6" fmla="*/ 50500 w 100999"/>
                  <a:gd name="connsiteY6" fmla="*/ 0 h 155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0999" h="155910">
                    <a:moveTo>
                      <a:pt x="50500" y="0"/>
                    </a:moveTo>
                    <a:lnTo>
                      <a:pt x="100999" y="4180"/>
                    </a:lnTo>
                    <a:lnTo>
                      <a:pt x="100999" y="151731"/>
                    </a:lnTo>
                    <a:lnTo>
                      <a:pt x="50500" y="155910"/>
                    </a:lnTo>
                    <a:lnTo>
                      <a:pt x="0" y="151730"/>
                    </a:lnTo>
                    <a:lnTo>
                      <a:pt x="0" y="4180"/>
                    </a:lnTo>
                    <a:lnTo>
                      <a:pt x="50500" y="0"/>
                    </a:lnTo>
                    <a:close/>
                  </a:path>
                </a:pathLst>
              </a:custGeom>
              <a:solidFill>
                <a:srgbClr val="2E75B6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5" name="手繪多邊形: 圖案 414">
                <a:extLst>
                  <a:ext uri="{FF2B5EF4-FFF2-40B4-BE49-F238E27FC236}">
                    <a16:creationId xmlns:a16="http://schemas.microsoft.com/office/drawing/2014/main" id="{8F8D9863-0658-4BBD-9613-1E0440F86941}"/>
                  </a:ext>
                </a:extLst>
              </p:cNvPr>
              <p:cNvSpPr/>
              <p:nvPr/>
            </p:nvSpPr>
            <p:spPr>
              <a:xfrm>
                <a:off x="-688014" y="3599162"/>
                <a:ext cx="1303" cy="4798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6" name="手繪多邊形: 圖案 415">
                <a:extLst>
                  <a:ext uri="{FF2B5EF4-FFF2-40B4-BE49-F238E27FC236}">
                    <a16:creationId xmlns:a16="http://schemas.microsoft.com/office/drawing/2014/main" id="{B665996F-19E9-4F8B-9881-F98964D7FD03}"/>
                  </a:ext>
                </a:extLst>
              </p:cNvPr>
              <p:cNvSpPr/>
              <p:nvPr/>
            </p:nvSpPr>
            <p:spPr>
              <a:xfrm>
                <a:off x="-826460" y="3527732"/>
                <a:ext cx="139159" cy="147658"/>
              </a:xfrm>
              <a:custGeom>
                <a:avLst/>
                <a:gdLst>
                  <a:gd name="connsiteX0" fmla="*/ 0 w 139058"/>
                  <a:gd name="connsiteY0" fmla="*/ 0 h 147551"/>
                  <a:gd name="connsiteX1" fmla="*/ 23515 w 139058"/>
                  <a:gd name="connsiteY1" fmla="*/ 1946 h 147551"/>
                  <a:gd name="connsiteX2" fmla="*/ 135785 w 139058"/>
                  <a:gd name="connsiteY2" fmla="*/ 58064 h 147551"/>
                  <a:gd name="connsiteX3" fmla="*/ 139058 w 139058"/>
                  <a:gd name="connsiteY3" fmla="*/ 71378 h 147551"/>
                  <a:gd name="connsiteX4" fmla="*/ 138346 w 139058"/>
                  <a:gd name="connsiteY4" fmla="*/ 73775 h 147551"/>
                  <a:gd name="connsiteX5" fmla="*/ 139058 w 139058"/>
                  <a:gd name="connsiteY5" fmla="*/ 76173 h 147551"/>
                  <a:gd name="connsiteX6" fmla="*/ 135785 w 139058"/>
                  <a:gd name="connsiteY6" fmla="*/ 89486 h 147551"/>
                  <a:gd name="connsiteX7" fmla="*/ 23515 w 139058"/>
                  <a:gd name="connsiteY7" fmla="*/ 145604 h 147551"/>
                  <a:gd name="connsiteX8" fmla="*/ 0 w 139058"/>
                  <a:gd name="connsiteY8" fmla="*/ 147551 h 147551"/>
                  <a:gd name="connsiteX9" fmla="*/ 0 w 139058"/>
                  <a:gd name="connsiteY9" fmla="*/ 0 h 147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058" h="147551">
                    <a:moveTo>
                      <a:pt x="0" y="0"/>
                    </a:moveTo>
                    <a:lnTo>
                      <a:pt x="23515" y="1946"/>
                    </a:lnTo>
                    <a:cubicBezTo>
                      <a:pt x="80387" y="11808"/>
                      <a:pt x="123120" y="32691"/>
                      <a:pt x="135785" y="58064"/>
                    </a:cubicBezTo>
                    <a:lnTo>
                      <a:pt x="139058" y="71378"/>
                    </a:lnTo>
                    <a:lnTo>
                      <a:pt x="138346" y="73775"/>
                    </a:lnTo>
                    <a:lnTo>
                      <a:pt x="139058" y="76173"/>
                    </a:lnTo>
                    <a:lnTo>
                      <a:pt x="135785" y="89486"/>
                    </a:lnTo>
                    <a:cubicBezTo>
                      <a:pt x="123120" y="114859"/>
                      <a:pt x="80387" y="135742"/>
                      <a:pt x="23515" y="145604"/>
                    </a:cubicBezTo>
                    <a:lnTo>
                      <a:pt x="0" y="1475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7" name="手繪多邊形: 圖案 416">
                <a:extLst>
                  <a:ext uri="{FF2B5EF4-FFF2-40B4-BE49-F238E27FC236}">
                    <a16:creationId xmlns:a16="http://schemas.microsoft.com/office/drawing/2014/main" id="{9F0C08AD-F69C-4B7D-A3A6-F2466E60D58E}"/>
                  </a:ext>
                </a:extLst>
              </p:cNvPr>
              <p:cNvSpPr/>
              <p:nvPr/>
            </p:nvSpPr>
            <p:spPr>
              <a:xfrm>
                <a:off x="-1067281" y="3527731"/>
                <a:ext cx="139748" cy="147657"/>
              </a:xfrm>
              <a:custGeom>
                <a:avLst/>
                <a:gdLst>
                  <a:gd name="connsiteX0" fmla="*/ 139647 w 139647"/>
                  <a:gd name="connsiteY0" fmla="*/ 0 h 147550"/>
                  <a:gd name="connsiteX1" fmla="*/ 139647 w 139647"/>
                  <a:gd name="connsiteY1" fmla="*/ 147550 h 147550"/>
                  <a:gd name="connsiteX2" fmla="*/ 116133 w 139647"/>
                  <a:gd name="connsiteY2" fmla="*/ 145604 h 147550"/>
                  <a:gd name="connsiteX3" fmla="*/ 0 w 139647"/>
                  <a:gd name="connsiteY3" fmla="*/ 73775 h 147550"/>
                  <a:gd name="connsiteX4" fmla="*/ 116133 w 139647"/>
                  <a:gd name="connsiteY4" fmla="*/ 1946 h 147550"/>
                  <a:gd name="connsiteX5" fmla="*/ 139647 w 139647"/>
                  <a:gd name="connsiteY5" fmla="*/ 0 h 147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9647" h="147550">
                    <a:moveTo>
                      <a:pt x="139647" y="0"/>
                    </a:moveTo>
                    <a:lnTo>
                      <a:pt x="139647" y="147550"/>
                    </a:lnTo>
                    <a:lnTo>
                      <a:pt x="116133" y="145604"/>
                    </a:lnTo>
                    <a:cubicBezTo>
                      <a:pt x="47887" y="133770"/>
                      <a:pt x="0" y="106065"/>
                      <a:pt x="0" y="73775"/>
                    </a:cubicBezTo>
                    <a:cubicBezTo>
                      <a:pt x="0" y="41485"/>
                      <a:pt x="47887" y="13781"/>
                      <a:pt x="116133" y="1946"/>
                    </a:cubicBezTo>
                    <a:lnTo>
                      <a:pt x="139647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8" name="橢圓 417">
                <a:extLst>
                  <a:ext uri="{FF2B5EF4-FFF2-40B4-BE49-F238E27FC236}">
                    <a16:creationId xmlns:a16="http://schemas.microsoft.com/office/drawing/2014/main" id="{1384C25D-852B-491F-9253-E07FBCCD7761}"/>
                  </a:ext>
                </a:extLst>
              </p:cNvPr>
              <p:cNvSpPr/>
              <p:nvPr/>
            </p:nvSpPr>
            <p:spPr>
              <a:xfrm>
                <a:off x="-688013" y="3309045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19" name="橢圓 418">
                <a:extLst>
                  <a:ext uri="{FF2B5EF4-FFF2-40B4-BE49-F238E27FC236}">
                    <a16:creationId xmlns:a16="http://schemas.microsoft.com/office/drawing/2014/main" id="{D24BDC6B-BEF1-4356-A1EC-5073B00628EF}"/>
                  </a:ext>
                </a:extLst>
              </p:cNvPr>
              <p:cNvSpPr/>
              <p:nvPr/>
            </p:nvSpPr>
            <p:spPr>
              <a:xfrm>
                <a:off x="-720195" y="3318585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0" name="橢圓 419">
                <a:extLst>
                  <a:ext uri="{FF2B5EF4-FFF2-40B4-BE49-F238E27FC236}">
                    <a16:creationId xmlns:a16="http://schemas.microsoft.com/office/drawing/2014/main" id="{E7BCB790-4B81-4CA8-B131-D4A22F8A4A8F}"/>
                  </a:ext>
                </a:extLst>
              </p:cNvPr>
              <p:cNvSpPr/>
              <p:nvPr/>
            </p:nvSpPr>
            <p:spPr>
              <a:xfrm>
                <a:off x="-1067281" y="3523548"/>
                <a:ext cx="380569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1" name="手繪多邊形: 圖案 420">
                <a:extLst>
                  <a:ext uri="{FF2B5EF4-FFF2-40B4-BE49-F238E27FC236}">
                    <a16:creationId xmlns:a16="http://schemas.microsoft.com/office/drawing/2014/main" id="{EE2518A6-CA3F-4F7C-8BD0-72E594B63CFF}"/>
                  </a:ext>
                </a:extLst>
              </p:cNvPr>
              <p:cNvSpPr/>
              <p:nvPr/>
            </p:nvSpPr>
            <p:spPr>
              <a:xfrm>
                <a:off x="-596078" y="3530062"/>
                <a:ext cx="103512" cy="151206"/>
              </a:xfrm>
              <a:custGeom>
                <a:avLst/>
                <a:gdLst>
                  <a:gd name="connsiteX0" fmla="*/ 103512 w 103512"/>
                  <a:gd name="connsiteY0" fmla="*/ 0 h 151206"/>
                  <a:gd name="connsiteX1" fmla="*/ 103512 w 103512"/>
                  <a:gd name="connsiteY1" fmla="*/ 151206 h 151206"/>
                  <a:gd name="connsiteX2" fmla="*/ 48412 w 103512"/>
                  <a:gd name="connsiteY2" fmla="*/ 147432 h 151206"/>
                  <a:gd name="connsiteX3" fmla="*/ 0 w 103512"/>
                  <a:gd name="connsiteY3" fmla="*/ 136359 h 151206"/>
                  <a:gd name="connsiteX4" fmla="*/ 0 w 103512"/>
                  <a:gd name="connsiteY4" fmla="*/ 14847 h 151206"/>
                  <a:gd name="connsiteX5" fmla="*/ 48412 w 103512"/>
                  <a:gd name="connsiteY5" fmla="*/ 3774 h 151206"/>
                  <a:gd name="connsiteX6" fmla="*/ 103512 w 103512"/>
                  <a:gd name="connsiteY6" fmla="*/ 0 h 151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3512" h="151206">
                    <a:moveTo>
                      <a:pt x="103512" y="0"/>
                    </a:moveTo>
                    <a:lnTo>
                      <a:pt x="103512" y="151206"/>
                    </a:lnTo>
                    <a:lnTo>
                      <a:pt x="48412" y="147432"/>
                    </a:lnTo>
                    <a:lnTo>
                      <a:pt x="0" y="136359"/>
                    </a:lnTo>
                    <a:lnTo>
                      <a:pt x="0" y="14847"/>
                    </a:lnTo>
                    <a:lnTo>
                      <a:pt x="48412" y="3774"/>
                    </a:lnTo>
                    <a:lnTo>
                      <a:pt x="103512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2" name="橢圓 421">
                <a:extLst>
                  <a:ext uri="{FF2B5EF4-FFF2-40B4-BE49-F238E27FC236}">
                    <a16:creationId xmlns:a16="http://schemas.microsoft.com/office/drawing/2014/main" id="{DABC143F-5A07-4F99-8626-57065E28BB49}"/>
                  </a:ext>
                </a:extLst>
              </p:cNvPr>
              <p:cNvSpPr/>
              <p:nvPr/>
            </p:nvSpPr>
            <p:spPr>
              <a:xfrm>
                <a:off x="-688012" y="3523549"/>
                <a:ext cx="459914" cy="156023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423" name="橢圓 422">
                <a:extLst>
                  <a:ext uri="{FF2B5EF4-FFF2-40B4-BE49-F238E27FC236}">
                    <a16:creationId xmlns:a16="http://schemas.microsoft.com/office/drawing/2014/main" id="{600EEF74-4D3A-4BF8-B68D-B615B4674DDB}"/>
                  </a:ext>
                </a:extLst>
              </p:cNvPr>
              <p:cNvSpPr/>
              <p:nvPr/>
            </p:nvSpPr>
            <p:spPr>
              <a:xfrm>
                <a:off x="-720195" y="3533088"/>
                <a:ext cx="65096" cy="136943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sp>
        <p:nvSpPr>
          <p:cNvPr id="492" name="文字方塊 491">
            <a:extLst>
              <a:ext uri="{FF2B5EF4-FFF2-40B4-BE49-F238E27FC236}">
                <a16:creationId xmlns:a16="http://schemas.microsoft.com/office/drawing/2014/main" id="{1D564FF6-BD36-43F3-A099-8EAB5B4AF759}"/>
              </a:ext>
            </a:extLst>
          </p:cNvPr>
          <p:cNvSpPr txBox="1"/>
          <p:nvPr/>
        </p:nvSpPr>
        <p:spPr>
          <a:xfrm>
            <a:off x="3319242" y="1641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1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grpSp>
        <p:nvGrpSpPr>
          <p:cNvPr id="658" name="群組 657">
            <a:extLst>
              <a:ext uri="{FF2B5EF4-FFF2-40B4-BE49-F238E27FC236}">
                <a16:creationId xmlns:a16="http://schemas.microsoft.com/office/drawing/2014/main" id="{84D1B1ED-99B1-49F1-8C4C-259914597B27}"/>
              </a:ext>
            </a:extLst>
          </p:cNvPr>
          <p:cNvGrpSpPr/>
          <p:nvPr/>
        </p:nvGrpSpPr>
        <p:grpSpPr>
          <a:xfrm>
            <a:off x="4813938" y="1236309"/>
            <a:ext cx="2086900" cy="1180381"/>
            <a:chOff x="4813938" y="889263"/>
            <a:chExt cx="2086900" cy="1180381"/>
          </a:xfrm>
        </p:grpSpPr>
        <p:sp>
          <p:nvSpPr>
            <p:cNvPr id="493" name="文字方塊 492">
              <a:extLst>
                <a:ext uri="{FF2B5EF4-FFF2-40B4-BE49-F238E27FC236}">
                  <a16:creationId xmlns:a16="http://schemas.microsoft.com/office/drawing/2014/main" id="{F8A305B7-440D-47E6-93CF-A5652D5DD6BF}"/>
                </a:ext>
              </a:extLst>
            </p:cNvPr>
            <p:cNvSpPr txBox="1"/>
            <p:nvPr/>
          </p:nvSpPr>
          <p:spPr>
            <a:xfrm>
              <a:off x="5433630" y="1761867"/>
              <a:ext cx="1368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Allele frequency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94" name="文字方塊 493">
              <a:extLst>
                <a:ext uri="{FF2B5EF4-FFF2-40B4-BE49-F238E27FC236}">
                  <a16:creationId xmlns:a16="http://schemas.microsoft.com/office/drawing/2014/main" id="{56FD6718-895F-4B78-B4A0-1048DB99CD7D}"/>
                </a:ext>
              </a:extLst>
            </p:cNvPr>
            <p:cNvSpPr txBox="1"/>
            <p:nvPr/>
          </p:nvSpPr>
          <p:spPr>
            <a:xfrm rot="16200000">
              <a:off x="4701310" y="1001891"/>
              <a:ext cx="748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Variant</a:t>
              </a: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 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counts</a:t>
              </a:r>
            </a:p>
          </p:txBody>
        </p:sp>
        <p:sp>
          <p:nvSpPr>
            <p:cNvPr id="495" name="文字方塊 494">
              <a:extLst>
                <a:ext uri="{FF2B5EF4-FFF2-40B4-BE49-F238E27FC236}">
                  <a16:creationId xmlns:a16="http://schemas.microsoft.com/office/drawing/2014/main" id="{F032E2D4-B5FD-43DC-A95C-C2C4A751944C}"/>
                </a:ext>
              </a:extLst>
            </p:cNvPr>
            <p:cNvSpPr txBox="1"/>
            <p:nvPr/>
          </p:nvSpPr>
          <p:spPr>
            <a:xfrm>
              <a:off x="5916433" y="1577654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0.5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496" name="文字方塊 495">
              <a:extLst>
                <a:ext uri="{FF2B5EF4-FFF2-40B4-BE49-F238E27FC236}">
                  <a16:creationId xmlns:a16="http://schemas.microsoft.com/office/drawing/2014/main" id="{7463D95F-EDC8-45AB-BC3A-47C5E8DDA283}"/>
                </a:ext>
              </a:extLst>
            </p:cNvPr>
            <p:cNvSpPr txBox="1"/>
            <p:nvPr/>
          </p:nvSpPr>
          <p:spPr>
            <a:xfrm>
              <a:off x="6624801" y="1583336"/>
              <a:ext cx="2760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1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497" name="Straight Connector 71">
              <a:extLst>
                <a:ext uri="{FF2B5EF4-FFF2-40B4-BE49-F238E27FC236}">
                  <a16:creationId xmlns:a16="http://schemas.microsoft.com/office/drawing/2014/main" id="{A45147BA-0A8B-44F2-A472-7D01DEE200AC}"/>
                </a:ext>
              </a:extLst>
            </p:cNvPr>
            <p:cNvCxnSpPr>
              <a:cxnSpLocks/>
            </p:cNvCxnSpPr>
            <p:nvPr/>
          </p:nvCxnSpPr>
          <p:spPr>
            <a:xfrm>
              <a:off x="5378445" y="1012373"/>
              <a:ext cx="0" cy="53717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75">
              <a:extLst>
                <a:ext uri="{FF2B5EF4-FFF2-40B4-BE49-F238E27FC236}">
                  <a16:creationId xmlns:a16="http://schemas.microsoft.com/office/drawing/2014/main" id="{A426ECF2-F5FE-4BC9-B5DC-3E708635BD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8445" y="1543342"/>
              <a:ext cx="1478886" cy="6208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直線接點 498">
              <a:extLst>
                <a:ext uri="{FF2B5EF4-FFF2-40B4-BE49-F238E27FC236}">
                  <a16:creationId xmlns:a16="http://schemas.microsoft.com/office/drawing/2014/main" id="{96187F4C-143B-4884-A28B-E5E8C906149B}"/>
                </a:ext>
              </a:extLst>
            </p:cNvPr>
            <p:cNvCxnSpPr>
              <a:cxnSpLocks/>
            </p:cNvCxnSpPr>
            <p:nvPr/>
          </p:nvCxnSpPr>
          <p:spPr>
            <a:xfrm>
              <a:off x="6117888" y="1549549"/>
              <a:ext cx="0" cy="382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00" name="群組 499">
              <a:extLst>
                <a:ext uri="{FF2B5EF4-FFF2-40B4-BE49-F238E27FC236}">
                  <a16:creationId xmlns:a16="http://schemas.microsoft.com/office/drawing/2014/main" id="{14A24261-A465-496B-9BD3-D3746CCEC34A}"/>
                </a:ext>
              </a:extLst>
            </p:cNvPr>
            <p:cNvGrpSpPr/>
            <p:nvPr/>
          </p:nvGrpSpPr>
          <p:grpSpPr>
            <a:xfrm>
              <a:off x="5674140" y="1047121"/>
              <a:ext cx="1092291" cy="471918"/>
              <a:chOff x="4873107" y="4562144"/>
              <a:chExt cx="2776691" cy="1619220"/>
            </a:xfrm>
          </p:grpSpPr>
          <p:grpSp>
            <p:nvGrpSpPr>
              <p:cNvPr id="501" name="群組 500">
                <a:extLst>
                  <a:ext uri="{FF2B5EF4-FFF2-40B4-BE49-F238E27FC236}">
                    <a16:creationId xmlns:a16="http://schemas.microsoft.com/office/drawing/2014/main" id="{CA0334BF-CAF6-4D49-B061-0DC60B2378B8}"/>
                  </a:ext>
                </a:extLst>
              </p:cNvPr>
              <p:cNvGrpSpPr/>
              <p:nvPr/>
            </p:nvGrpSpPr>
            <p:grpSpPr>
              <a:xfrm>
                <a:off x="4873107" y="4562144"/>
                <a:ext cx="2256084" cy="1619220"/>
                <a:chOff x="10361865" y="1925262"/>
                <a:chExt cx="995362" cy="714384"/>
              </a:xfrm>
            </p:grpSpPr>
            <p:sp>
              <p:nvSpPr>
                <p:cNvPr id="503" name="Freeform 82">
                  <a:extLst>
                    <a:ext uri="{FF2B5EF4-FFF2-40B4-BE49-F238E27FC236}">
                      <a16:creationId xmlns:a16="http://schemas.microsoft.com/office/drawing/2014/main" id="{F3134965-93B9-4877-BA1E-AECFA8E4D29D}"/>
                    </a:ext>
                  </a:extLst>
                </p:cNvPr>
                <p:cNvSpPr/>
                <p:nvPr/>
              </p:nvSpPr>
              <p:spPr>
                <a:xfrm>
                  <a:off x="103618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04" name="Freeform 82">
                  <a:extLst>
                    <a:ext uri="{FF2B5EF4-FFF2-40B4-BE49-F238E27FC236}">
                      <a16:creationId xmlns:a16="http://schemas.microsoft.com/office/drawing/2014/main" id="{31152CEB-7806-4981-99B0-60F9730B0516}"/>
                    </a:ext>
                  </a:extLst>
                </p:cNvPr>
                <p:cNvSpPr/>
                <p:nvPr/>
              </p:nvSpPr>
              <p:spPr>
                <a:xfrm flipH="1">
                  <a:off x="108571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sp>
            <p:nvSpPr>
              <p:cNvPr id="502" name="Freeform 82">
                <a:extLst>
                  <a:ext uri="{FF2B5EF4-FFF2-40B4-BE49-F238E27FC236}">
                    <a16:creationId xmlns:a16="http://schemas.microsoft.com/office/drawing/2014/main" id="{DF95DACC-1C42-468E-85CE-0E7ECB752A2B}"/>
                  </a:ext>
                </a:extLst>
              </p:cNvPr>
              <p:cNvSpPr/>
              <p:nvPr/>
            </p:nvSpPr>
            <p:spPr>
              <a:xfrm>
                <a:off x="7125160" y="4956428"/>
                <a:ext cx="524638" cy="1224935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cxnSp>
          <p:nvCxnSpPr>
            <p:cNvPr id="505" name="直線接點 504">
              <a:extLst>
                <a:ext uri="{FF2B5EF4-FFF2-40B4-BE49-F238E27FC236}">
                  <a16:creationId xmlns:a16="http://schemas.microsoft.com/office/drawing/2014/main" id="{757CD117-3782-4EE6-9D8E-63212C5D70B4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66" y="1543342"/>
              <a:ext cx="0" cy="445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06" name="群組 505">
              <a:extLst>
                <a:ext uri="{FF2B5EF4-FFF2-40B4-BE49-F238E27FC236}">
                  <a16:creationId xmlns:a16="http://schemas.microsoft.com/office/drawing/2014/main" id="{BEC385E5-529F-4625-85DA-A7391954D703}"/>
                </a:ext>
              </a:extLst>
            </p:cNvPr>
            <p:cNvGrpSpPr/>
            <p:nvPr/>
          </p:nvGrpSpPr>
          <p:grpSpPr>
            <a:xfrm>
              <a:off x="5659492" y="1249564"/>
              <a:ext cx="878201" cy="266400"/>
              <a:chOff x="10361865" y="1925262"/>
              <a:chExt cx="995362" cy="714384"/>
            </a:xfrm>
          </p:grpSpPr>
          <p:sp>
            <p:nvSpPr>
              <p:cNvPr id="507" name="Freeform 82">
                <a:extLst>
                  <a:ext uri="{FF2B5EF4-FFF2-40B4-BE49-F238E27FC236}">
                    <a16:creationId xmlns:a16="http://schemas.microsoft.com/office/drawing/2014/main" id="{722D8052-FB21-4ECA-A35C-C541F9BC4A91}"/>
                  </a:ext>
                </a:extLst>
              </p:cNvPr>
              <p:cNvSpPr/>
              <p:nvPr/>
            </p:nvSpPr>
            <p:spPr>
              <a:xfrm>
                <a:off x="103618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08" name="Freeform 82">
                <a:extLst>
                  <a:ext uri="{FF2B5EF4-FFF2-40B4-BE49-F238E27FC236}">
                    <a16:creationId xmlns:a16="http://schemas.microsoft.com/office/drawing/2014/main" id="{5B7BE2A2-5140-431D-90EC-DEDB78A47EE3}"/>
                  </a:ext>
                </a:extLst>
              </p:cNvPr>
              <p:cNvSpPr/>
              <p:nvPr/>
            </p:nvSpPr>
            <p:spPr>
              <a:xfrm flipH="1">
                <a:off x="108571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509" name="Freeform 82">
              <a:extLst>
                <a:ext uri="{FF2B5EF4-FFF2-40B4-BE49-F238E27FC236}">
                  <a16:creationId xmlns:a16="http://schemas.microsoft.com/office/drawing/2014/main" id="{DD89EC16-8C6E-4D38-940B-913C14502A61}"/>
                </a:ext>
              </a:extLst>
            </p:cNvPr>
            <p:cNvSpPr/>
            <p:nvPr/>
          </p:nvSpPr>
          <p:spPr>
            <a:xfrm>
              <a:off x="6539916" y="1405694"/>
              <a:ext cx="206381" cy="108000"/>
            </a:xfrm>
            <a:custGeom>
              <a:avLst/>
              <a:gdLst>
                <a:gd name="connsiteX0" fmla="*/ 0 w 914400"/>
                <a:gd name="connsiteY0" fmla="*/ 714384 h 714384"/>
                <a:gd name="connsiteX1" fmla="*/ 342900 w 914400"/>
                <a:gd name="connsiteY1" fmla="*/ 557222 h 714384"/>
                <a:gd name="connsiteX2" fmla="*/ 500062 w 914400"/>
                <a:gd name="connsiteY2" fmla="*/ 9 h 714384"/>
                <a:gd name="connsiteX3" fmla="*/ 685800 w 914400"/>
                <a:gd name="connsiteY3" fmla="*/ 571509 h 714384"/>
                <a:gd name="connsiteX4" fmla="*/ 914400 w 914400"/>
                <a:gd name="connsiteY4" fmla="*/ 685809 h 714384"/>
                <a:gd name="connsiteX0" fmla="*/ 0 w 984250"/>
                <a:gd name="connsiteY0" fmla="*/ 714384 h 720734"/>
                <a:gd name="connsiteX1" fmla="*/ 342900 w 984250"/>
                <a:gd name="connsiteY1" fmla="*/ 557222 h 720734"/>
                <a:gd name="connsiteX2" fmla="*/ 500062 w 984250"/>
                <a:gd name="connsiteY2" fmla="*/ 9 h 720734"/>
                <a:gd name="connsiteX3" fmla="*/ 685800 w 984250"/>
                <a:gd name="connsiteY3" fmla="*/ 571509 h 720734"/>
                <a:gd name="connsiteX4" fmla="*/ 984250 w 984250"/>
                <a:gd name="connsiteY4" fmla="*/ 720734 h 720734"/>
                <a:gd name="connsiteX0" fmla="*/ 0 w 685800"/>
                <a:gd name="connsiteY0" fmla="*/ 714384 h 714384"/>
                <a:gd name="connsiteX1" fmla="*/ 342900 w 685800"/>
                <a:gd name="connsiteY1" fmla="*/ 557222 h 714384"/>
                <a:gd name="connsiteX2" fmla="*/ 500062 w 685800"/>
                <a:gd name="connsiteY2" fmla="*/ 9 h 714384"/>
                <a:gd name="connsiteX3" fmla="*/ 685800 w 685800"/>
                <a:gd name="connsiteY3" fmla="*/ 571509 h 714384"/>
                <a:gd name="connsiteX0" fmla="*/ 0 w 500062"/>
                <a:gd name="connsiteY0" fmla="*/ 714384 h 714384"/>
                <a:gd name="connsiteX1" fmla="*/ 342900 w 500062"/>
                <a:gd name="connsiteY1" fmla="*/ 557222 h 714384"/>
                <a:gd name="connsiteX2" fmla="*/ 500062 w 500062"/>
                <a:gd name="connsiteY2" fmla="*/ 9 h 714384"/>
                <a:gd name="connsiteX0" fmla="*/ 0 w 500062"/>
                <a:gd name="connsiteY0" fmla="*/ 714376 h 714376"/>
                <a:gd name="connsiteX1" fmla="*/ 342900 w 500062"/>
                <a:gd name="connsiteY1" fmla="*/ 557214 h 714376"/>
                <a:gd name="connsiteX2" fmla="*/ 500062 w 500062"/>
                <a:gd name="connsiteY2" fmla="*/ 1 h 714376"/>
                <a:gd name="connsiteX0" fmla="*/ 0 w 500062"/>
                <a:gd name="connsiteY0" fmla="*/ 714376 h 714376"/>
                <a:gd name="connsiteX1" fmla="*/ 304436 w 500062"/>
                <a:gd name="connsiteY1" fmla="*/ 531639 h 714376"/>
                <a:gd name="connsiteX2" fmla="*/ 500062 w 500062"/>
                <a:gd name="connsiteY2" fmla="*/ 1 h 714376"/>
                <a:gd name="connsiteX0" fmla="*/ 0 w 500062"/>
                <a:gd name="connsiteY0" fmla="*/ 714376 h 714376"/>
                <a:gd name="connsiteX1" fmla="*/ 304436 w 500062"/>
                <a:gd name="connsiteY1" fmla="*/ 531639 h 714376"/>
                <a:gd name="connsiteX2" fmla="*/ 500062 w 500062"/>
                <a:gd name="connsiteY2" fmla="*/ 1 h 714376"/>
                <a:gd name="connsiteX0" fmla="*/ 0 w 500062"/>
                <a:gd name="connsiteY0" fmla="*/ 714376 h 714376"/>
                <a:gd name="connsiteX1" fmla="*/ 304436 w 500062"/>
                <a:gd name="connsiteY1" fmla="*/ 531639 h 714376"/>
                <a:gd name="connsiteX2" fmla="*/ 500062 w 500062"/>
                <a:gd name="connsiteY2" fmla="*/ 1 h 71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0062" h="714376">
                  <a:moveTo>
                    <a:pt x="0" y="714376"/>
                  </a:moveTo>
                  <a:cubicBezTo>
                    <a:pt x="129778" y="695326"/>
                    <a:pt x="221092" y="650701"/>
                    <a:pt x="304436" y="531639"/>
                  </a:cubicBezTo>
                  <a:cubicBezTo>
                    <a:pt x="387780" y="412576"/>
                    <a:pt x="427527" y="116965"/>
                    <a:pt x="500062" y="1"/>
                  </a:cubicBezTo>
                </a:path>
              </a:pathLst>
            </a:custGeom>
            <a:noFill/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grpSp>
        <p:nvGrpSpPr>
          <p:cNvPr id="657" name="群組 656">
            <a:extLst>
              <a:ext uri="{FF2B5EF4-FFF2-40B4-BE49-F238E27FC236}">
                <a16:creationId xmlns:a16="http://schemas.microsoft.com/office/drawing/2014/main" id="{4135A5E4-4558-4DED-934A-6E5D01669EE7}"/>
              </a:ext>
            </a:extLst>
          </p:cNvPr>
          <p:cNvGrpSpPr/>
          <p:nvPr/>
        </p:nvGrpSpPr>
        <p:grpSpPr>
          <a:xfrm>
            <a:off x="4813938" y="2346637"/>
            <a:ext cx="2086900" cy="1180381"/>
            <a:chOff x="4813938" y="2069135"/>
            <a:chExt cx="2086900" cy="1180381"/>
          </a:xfrm>
        </p:grpSpPr>
        <p:sp>
          <p:nvSpPr>
            <p:cNvPr id="510" name="文字方塊 509">
              <a:extLst>
                <a:ext uri="{FF2B5EF4-FFF2-40B4-BE49-F238E27FC236}">
                  <a16:creationId xmlns:a16="http://schemas.microsoft.com/office/drawing/2014/main" id="{2C216016-111E-4188-A808-2BC562325B51}"/>
                </a:ext>
              </a:extLst>
            </p:cNvPr>
            <p:cNvSpPr txBox="1"/>
            <p:nvPr/>
          </p:nvSpPr>
          <p:spPr>
            <a:xfrm>
              <a:off x="5433630" y="2941739"/>
              <a:ext cx="1368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Allele frequency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11" name="文字方塊 510">
              <a:extLst>
                <a:ext uri="{FF2B5EF4-FFF2-40B4-BE49-F238E27FC236}">
                  <a16:creationId xmlns:a16="http://schemas.microsoft.com/office/drawing/2014/main" id="{077FC688-282D-4BD7-AB15-219CD9EBE421}"/>
                </a:ext>
              </a:extLst>
            </p:cNvPr>
            <p:cNvSpPr txBox="1"/>
            <p:nvPr/>
          </p:nvSpPr>
          <p:spPr>
            <a:xfrm rot="16200000">
              <a:off x="4701310" y="2181763"/>
              <a:ext cx="748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Variant</a:t>
              </a: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 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counts</a:t>
              </a:r>
            </a:p>
          </p:txBody>
        </p:sp>
        <p:sp>
          <p:nvSpPr>
            <p:cNvPr id="512" name="文字方塊 511">
              <a:extLst>
                <a:ext uri="{FF2B5EF4-FFF2-40B4-BE49-F238E27FC236}">
                  <a16:creationId xmlns:a16="http://schemas.microsoft.com/office/drawing/2014/main" id="{0DF2A77F-4028-4590-8C5D-3201970891D8}"/>
                </a:ext>
              </a:extLst>
            </p:cNvPr>
            <p:cNvSpPr txBox="1"/>
            <p:nvPr/>
          </p:nvSpPr>
          <p:spPr>
            <a:xfrm>
              <a:off x="5916433" y="2757526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0.5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13" name="文字方塊 512">
              <a:extLst>
                <a:ext uri="{FF2B5EF4-FFF2-40B4-BE49-F238E27FC236}">
                  <a16:creationId xmlns:a16="http://schemas.microsoft.com/office/drawing/2014/main" id="{3841F73A-B3A9-4BB1-B9E6-8F481D1E781F}"/>
                </a:ext>
              </a:extLst>
            </p:cNvPr>
            <p:cNvSpPr txBox="1"/>
            <p:nvPr/>
          </p:nvSpPr>
          <p:spPr>
            <a:xfrm>
              <a:off x="6624801" y="2763208"/>
              <a:ext cx="2760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1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14" name="Straight Connector 71">
              <a:extLst>
                <a:ext uri="{FF2B5EF4-FFF2-40B4-BE49-F238E27FC236}">
                  <a16:creationId xmlns:a16="http://schemas.microsoft.com/office/drawing/2014/main" id="{E7C542AD-F313-41D5-AC84-6897CEE43627}"/>
                </a:ext>
              </a:extLst>
            </p:cNvPr>
            <p:cNvCxnSpPr>
              <a:cxnSpLocks/>
            </p:cNvCxnSpPr>
            <p:nvPr/>
          </p:nvCxnSpPr>
          <p:spPr>
            <a:xfrm>
              <a:off x="5378445" y="2192245"/>
              <a:ext cx="0" cy="53717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75">
              <a:extLst>
                <a:ext uri="{FF2B5EF4-FFF2-40B4-BE49-F238E27FC236}">
                  <a16:creationId xmlns:a16="http://schemas.microsoft.com/office/drawing/2014/main" id="{317535D5-60BF-4C27-A92C-6E2C9B162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8445" y="2723214"/>
              <a:ext cx="1478886" cy="6208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直線接點 515">
              <a:extLst>
                <a:ext uri="{FF2B5EF4-FFF2-40B4-BE49-F238E27FC236}">
                  <a16:creationId xmlns:a16="http://schemas.microsoft.com/office/drawing/2014/main" id="{1B2F916A-41C2-4F26-A645-406FACA504A2}"/>
                </a:ext>
              </a:extLst>
            </p:cNvPr>
            <p:cNvCxnSpPr>
              <a:cxnSpLocks/>
            </p:cNvCxnSpPr>
            <p:nvPr/>
          </p:nvCxnSpPr>
          <p:spPr>
            <a:xfrm>
              <a:off x="6117888" y="2729421"/>
              <a:ext cx="0" cy="382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17" name="群組 516">
              <a:extLst>
                <a:ext uri="{FF2B5EF4-FFF2-40B4-BE49-F238E27FC236}">
                  <a16:creationId xmlns:a16="http://schemas.microsoft.com/office/drawing/2014/main" id="{C71B259F-B95E-4397-9938-90DD4B7079D5}"/>
                </a:ext>
              </a:extLst>
            </p:cNvPr>
            <p:cNvGrpSpPr/>
            <p:nvPr/>
          </p:nvGrpSpPr>
          <p:grpSpPr>
            <a:xfrm>
              <a:off x="5674140" y="2226993"/>
              <a:ext cx="1092291" cy="471918"/>
              <a:chOff x="4873107" y="4562144"/>
              <a:chExt cx="2776691" cy="1619220"/>
            </a:xfrm>
          </p:grpSpPr>
          <p:grpSp>
            <p:nvGrpSpPr>
              <p:cNvPr id="518" name="群組 517">
                <a:extLst>
                  <a:ext uri="{FF2B5EF4-FFF2-40B4-BE49-F238E27FC236}">
                    <a16:creationId xmlns:a16="http://schemas.microsoft.com/office/drawing/2014/main" id="{8E4D4FFC-BE0B-48FB-AE2D-29B17A69DB8B}"/>
                  </a:ext>
                </a:extLst>
              </p:cNvPr>
              <p:cNvGrpSpPr/>
              <p:nvPr/>
            </p:nvGrpSpPr>
            <p:grpSpPr>
              <a:xfrm>
                <a:off x="4873107" y="4562144"/>
                <a:ext cx="2256084" cy="1619220"/>
                <a:chOff x="10361865" y="1925262"/>
                <a:chExt cx="995362" cy="714384"/>
              </a:xfrm>
            </p:grpSpPr>
            <p:sp>
              <p:nvSpPr>
                <p:cNvPr id="520" name="Freeform 82">
                  <a:extLst>
                    <a:ext uri="{FF2B5EF4-FFF2-40B4-BE49-F238E27FC236}">
                      <a16:creationId xmlns:a16="http://schemas.microsoft.com/office/drawing/2014/main" id="{C59A17D0-8DD6-490B-8B28-94BD20951975}"/>
                    </a:ext>
                  </a:extLst>
                </p:cNvPr>
                <p:cNvSpPr/>
                <p:nvPr/>
              </p:nvSpPr>
              <p:spPr>
                <a:xfrm>
                  <a:off x="103618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21" name="Freeform 82">
                  <a:extLst>
                    <a:ext uri="{FF2B5EF4-FFF2-40B4-BE49-F238E27FC236}">
                      <a16:creationId xmlns:a16="http://schemas.microsoft.com/office/drawing/2014/main" id="{F684325B-9CD8-4698-9715-A4D87BA6B261}"/>
                    </a:ext>
                  </a:extLst>
                </p:cNvPr>
                <p:cNvSpPr/>
                <p:nvPr/>
              </p:nvSpPr>
              <p:spPr>
                <a:xfrm flipH="1">
                  <a:off x="108571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sp>
            <p:nvSpPr>
              <p:cNvPr id="519" name="Freeform 82">
                <a:extLst>
                  <a:ext uri="{FF2B5EF4-FFF2-40B4-BE49-F238E27FC236}">
                    <a16:creationId xmlns:a16="http://schemas.microsoft.com/office/drawing/2014/main" id="{3743EC7E-E922-45D4-A67A-D69E85CFC8E2}"/>
                  </a:ext>
                </a:extLst>
              </p:cNvPr>
              <p:cNvSpPr/>
              <p:nvPr/>
            </p:nvSpPr>
            <p:spPr>
              <a:xfrm>
                <a:off x="7125160" y="4956428"/>
                <a:ext cx="524638" cy="1224935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cxnSp>
          <p:nvCxnSpPr>
            <p:cNvPr id="522" name="直線接點 521">
              <a:extLst>
                <a:ext uri="{FF2B5EF4-FFF2-40B4-BE49-F238E27FC236}">
                  <a16:creationId xmlns:a16="http://schemas.microsoft.com/office/drawing/2014/main" id="{CBF890EE-0193-4B72-B166-BA0217505D42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66" y="2723214"/>
              <a:ext cx="0" cy="445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23" name="群組 522">
              <a:extLst>
                <a:ext uri="{FF2B5EF4-FFF2-40B4-BE49-F238E27FC236}">
                  <a16:creationId xmlns:a16="http://schemas.microsoft.com/office/drawing/2014/main" id="{3F1C3163-BA42-424C-89B5-F72F65DF432D}"/>
                </a:ext>
              </a:extLst>
            </p:cNvPr>
            <p:cNvGrpSpPr/>
            <p:nvPr/>
          </p:nvGrpSpPr>
          <p:grpSpPr>
            <a:xfrm>
              <a:off x="5516391" y="2430823"/>
              <a:ext cx="878201" cy="266400"/>
              <a:chOff x="10361865" y="1925262"/>
              <a:chExt cx="995362" cy="714384"/>
            </a:xfrm>
          </p:grpSpPr>
          <p:sp>
            <p:nvSpPr>
              <p:cNvPr id="524" name="Freeform 82">
                <a:extLst>
                  <a:ext uri="{FF2B5EF4-FFF2-40B4-BE49-F238E27FC236}">
                    <a16:creationId xmlns:a16="http://schemas.microsoft.com/office/drawing/2014/main" id="{83E86AF5-3FA2-4BBA-ABD6-F8F5D5CF67B9}"/>
                  </a:ext>
                </a:extLst>
              </p:cNvPr>
              <p:cNvSpPr/>
              <p:nvPr/>
            </p:nvSpPr>
            <p:spPr>
              <a:xfrm>
                <a:off x="103618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25" name="Freeform 82">
                <a:extLst>
                  <a:ext uri="{FF2B5EF4-FFF2-40B4-BE49-F238E27FC236}">
                    <a16:creationId xmlns:a16="http://schemas.microsoft.com/office/drawing/2014/main" id="{AABB5CEA-1F05-45A7-8E48-66CDB7994B72}"/>
                  </a:ext>
                </a:extLst>
              </p:cNvPr>
              <p:cNvSpPr/>
              <p:nvPr/>
            </p:nvSpPr>
            <p:spPr>
              <a:xfrm flipH="1">
                <a:off x="108571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26" name="群組 525">
              <a:extLst>
                <a:ext uri="{FF2B5EF4-FFF2-40B4-BE49-F238E27FC236}">
                  <a16:creationId xmlns:a16="http://schemas.microsoft.com/office/drawing/2014/main" id="{F286C33C-A54B-48DA-9134-2F34C53FF9DE}"/>
                </a:ext>
              </a:extLst>
            </p:cNvPr>
            <p:cNvGrpSpPr/>
            <p:nvPr/>
          </p:nvGrpSpPr>
          <p:grpSpPr>
            <a:xfrm>
              <a:off x="6391177" y="2588347"/>
              <a:ext cx="370238" cy="108000"/>
              <a:chOff x="10584078" y="1925262"/>
              <a:chExt cx="419632" cy="714384"/>
            </a:xfrm>
          </p:grpSpPr>
          <p:sp>
            <p:nvSpPr>
              <p:cNvPr id="527" name="Freeform 82">
                <a:extLst>
                  <a:ext uri="{FF2B5EF4-FFF2-40B4-BE49-F238E27FC236}">
                    <a16:creationId xmlns:a16="http://schemas.microsoft.com/office/drawing/2014/main" id="{C9318054-CA86-4E0A-AAF8-ED395D3977C5}"/>
                  </a:ext>
                </a:extLst>
              </p:cNvPr>
              <p:cNvSpPr/>
              <p:nvPr/>
            </p:nvSpPr>
            <p:spPr>
              <a:xfrm>
                <a:off x="10584078" y="1925262"/>
                <a:ext cx="277849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269753"/>
                  <a:gd name="connsiteY0" fmla="*/ 714384 h 714384"/>
                  <a:gd name="connsiteX1" fmla="*/ 112591 w 269753"/>
                  <a:gd name="connsiteY1" fmla="*/ 557222 h 714384"/>
                  <a:gd name="connsiteX2" fmla="*/ 269753 w 269753"/>
                  <a:gd name="connsiteY2" fmla="*/ 9 h 714384"/>
                  <a:gd name="connsiteX0" fmla="*/ 0 w 269753"/>
                  <a:gd name="connsiteY0" fmla="*/ 714384 h 714384"/>
                  <a:gd name="connsiteX1" fmla="*/ 112591 w 269753"/>
                  <a:gd name="connsiteY1" fmla="*/ 557222 h 714384"/>
                  <a:gd name="connsiteX2" fmla="*/ 269753 w 269753"/>
                  <a:gd name="connsiteY2" fmla="*/ 9 h 714384"/>
                  <a:gd name="connsiteX0" fmla="*/ 0 w 277849"/>
                  <a:gd name="connsiteY0" fmla="*/ 714384 h 714384"/>
                  <a:gd name="connsiteX1" fmla="*/ 120687 w 277849"/>
                  <a:gd name="connsiteY1" fmla="*/ 557222 h 714384"/>
                  <a:gd name="connsiteX2" fmla="*/ 277849 w 277849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7849" h="714384">
                    <a:moveTo>
                      <a:pt x="0" y="714384"/>
                    </a:moveTo>
                    <a:cubicBezTo>
                      <a:pt x="75799" y="660875"/>
                      <a:pt x="74379" y="676285"/>
                      <a:pt x="120687" y="557222"/>
                    </a:cubicBezTo>
                    <a:cubicBezTo>
                      <a:pt x="166995" y="438160"/>
                      <a:pt x="220699" y="-2372"/>
                      <a:pt x="277849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28" name="Freeform 82">
                <a:extLst>
                  <a:ext uri="{FF2B5EF4-FFF2-40B4-BE49-F238E27FC236}">
                    <a16:creationId xmlns:a16="http://schemas.microsoft.com/office/drawing/2014/main" id="{55E54155-AAD6-43F0-A9EC-CA09EC693FA8}"/>
                  </a:ext>
                </a:extLst>
              </p:cNvPr>
              <p:cNvSpPr/>
              <p:nvPr/>
            </p:nvSpPr>
            <p:spPr>
              <a:xfrm flipH="1">
                <a:off x="10857165" y="1925262"/>
                <a:ext cx="146545" cy="550852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500062"/>
                  <a:gd name="connsiteY0" fmla="*/ 714384 h 714384"/>
                  <a:gd name="connsiteX1" fmla="*/ 353517 w 500062"/>
                  <a:gd name="connsiteY1" fmla="*/ 550852 h 714384"/>
                  <a:gd name="connsiteX2" fmla="*/ 500062 w 500062"/>
                  <a:gd name="connsiteY2" fmla="*/ 9 h 714384"/>
                  <a:gd name="connsiteX0" fmla="*/ 0 w 500062"/>
                  <a:gd name="connsiteY0" fmla="*/ 714384 h 714384"/>
                  <a:gd name="connsiteX1" fmla="*/ 353517 w 500062"/>
                  <a:gd name="connsiteY1" fmla="*/ 550852 h 714384"/>
                  <a:gd name="connsiteX2" fmla="*/ 500062 w 500062"/>
                  <a:gd name="connsiteY2" fmla="*/ 9 h 714384"/>
                  <a:gd name="connsiteX0" fmla="*/ 0 w 146545"/>
                  <a:gd name="connsiteY0" fmla="*/ 550852 h 550852"/>
                  <a:gd name="connsiteX1" fmla="*/ 146545 w 146545"/>
                  <a:gd name="connsiteY1" fmla="*/ 9 h 550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6545" h="550852">
                    <a:moveTo>
                      <a:pt x="0" y="550852"/>
                    </a:moveTo>
                    <a:cubicBezTo>
                      <a:pt x="83344" y="431790"/>
                      <a:pt x="89395" y="-2372"/>
                      <a:pt x="146545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660" name="群組 659">
            <a:extLst>
              <a:ext uri="{FF2B5EF4-FFF2-40B4-BE49-F238E27FC236}">
                <a16:creationId xmlns:a16="http://schemas.microsoft.com/office/drawing/2014/main" id="{5E6CFCA5-4DEF-40C5-B8E4-F11A9086448F}"/>
              </a:ext>
            </a:extLst>
          </p:cNvPr>
          <p:cNvGrpSpPr/>
          <p:nvPr/>
        </p:nvGrpSpPr>
        <p:grpSpPr>
          <a:xfrm>
            <a:off x="4813938" y="3456964"/>
            <a:ext cx="2086900" cy="1180381"/>
            <a:chOff x="4813938" y="3249007"/>
            <a:chExt cx="2086900" cy="1180381"/>
          </a:xfrm>
        </p:grpSpPr>
        <p:sp>
          <p:nvSpPr>
            <p:cNvPr id="529" name="文字方塊 528">
              <a:extLst>
                <a:ext uri="{FF2B5EF4-FFF2-40B4-BE49-F238E27FC236}">
                  <a16:creationId xmlns:a16="http://schemas.microsoft.com/office/drawing/2014/main" id="{83A54752-6A13-459C-9499-ED61F5ED799D}"/>
                </a:ext>
              </a:extLst>
            </p:cNvPr>
            <p:cNvSpPr txBox="1"/>
            <p:nvPr/>
          </p:nvSpPr>
          <p:spPr>
            <a:xfrm>
              <a:off x="5433630" y="4121611"/>
              <a:ext cx="1368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Allele frequency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30" name="文字方塊 529">
              <a:extLst>
                <a:ext uri="{FF2B5EF4-FFF2-40B4-BE49-F238E27FC236}">
                  <a16:creationId xmlns:a16="http://schemas.microsoft.com/office/drawing/2014/main" id="{21E63308-BD10-46C8-A735-5938676A7709}"/>
                </a:ext>
              </a:extLst>
            </p:cNvPr>
            <p:cNvSpPr txBox="1"/>
            <p:nvPr/>
          </p:nvSpPr>
          <p:spPr>
            <a:xfrm rot="16200000">
              <a:off x="4701310" y="3361635"/>
              <a:ext cx="748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Variant</a:t>
              </a: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 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counts</a:t>
              </a:r>
            </a:p>
          </p:txBody>
        </p:sp>
        <p:sp>
          <p:nvSpPr>
            <p:cNvPr id="531" name="文字方塊 530">
              <a:extLst>
                <a:ext uri="{FF2B5EF4-FFF2-40B4-BE49-F238E27FC236}">
                  <a16:creationId xmlns:a16="http://schemas.microsoft.com/office/drawing/2014/main" id="{84DC22C3-881B-4A0D-922C-87FEC9ABFB37}"/>
                </a:ext>
              </a:extLst>
            </p:cNvPr>
            <p:cNvSpPr txBox="1"/>
            <p:nvPr/>
          </p:nvSpPr>
          <p:spPr>
            <a:xfrm>
              <a:off x="5916433" y="3937398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0.5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32" name="文字方塊 531">
              <a:extLst>
                <a:ext uri="{FF2B5EF4-FFF2-40B4-BE49-F238E27FC236}">
                  <a16:creationId xmlns:a16="http://schemas.microsoft.com/office/drawing/2014/main" id="{75142245-F00D-4F82-AD66-8D669724FB66}"/>
                </a:ext>
              </a:extLst>
            </p:cNvPr>
            <p:cNvSpPr txBox="1"/>
            <p:nvPr/>
          </p:nvSpPr>
          <p:spPr>
            <a:xfrm>
              <a:off x="6624801" y="3943080"/>
              <a:ext cx="2760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1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33" name="Straight Connector 71">
              <a:extLst>
                <a:ext uri="{FF2B5EF4-FFF2-40B4-BE49-F238E27FC236}">
                  <a16:creationId xmlns:a16="http://schemas.microsoft.com/office/drawing/2014/main" id="{DE169F85-7457-41B1-936F-9B5BB3F34F32}"/>
                </a:ext>
              </a:extLst>
            </p:cNvPr>
            <p:cNvCxnSpPr>
              <a:cxnSpLocks/>
            </p:cNvCxnSpPr>
            <p:nvPr/>
          </p:nvCxnSpPr>
          <p:spPr>
            <a:xfrm>
              <a:off x="5378445" y="3372117"/>
              <a:ext cx="0" cy="53717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75">
              <a:extLst>
                <a:ext uri="{FF2B5EF4-FFF2-40B4-BE49-F238E27FC236}">
                  <a16:creationId xmlns:a16="http://schemas.microsoft.com/office/drawing/2014/main" id="{882AEE28-A307-464F-A38B-8CBF27BC85E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8445" y="3903086"/>
              <a:ext cx="1478886" cy="6208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直線接點 534">
              <a:extLst>
                <a:ext uri="{FF2B5EF4-FFF2-40B4-BE49-F238E27FC236}">
                  <a16:creationId xmlns:a16="http://schemas.microsoft.com/office/drawing/2014/main" id="{2D47CC51-FD73-4952-9BAC-AC0C62E6251B}"/>
                </a:ext>
              </a:extLst>
            </p:cNvPr>
            <p:cNvCxnSpPr>
              <a:cxnSpLocks/>
            </p:cNvCxnSpPr>
            <p:nvPr/>
          </p:nvCxnSpPr>
          <p:spPr>
            <a:xfrm>
              <a:off x="6117888" y="3909293"/>
              <a:ext cx="0" cy="382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36" name="群組 535">
              <a:extLst>
                <a:ext uri="{FF2B5EF4-FFF2-40B4-BE49-F238E27FC236}">
                  <a16:creationId xmlns:a16="http://schemas.microsoft.com/office/drawing/2014/main" id="{67289CB9-794B-41E4-BCFC-FD609576961C}"/>
                </a:ext>
              </a:extLst>
            </p:cNvPr>
            <p:cNvGrpSpPr/>
            <p:nvPr/>
          </p:nvGrpSpPr>
          <p:grpSpPr>
            <a:xfrm>
              <a:off x="5674140" y="3406865"/>
              <a:ext cx="1092291" cy="471918"/>
              <a:chOff x="4873107" y="4562144"/>
              <a:chExt cx="2776691" cy="1619220"/>
            </a:xfrm>
          </p:grpSpPr>
          <p:grpSp>
            <p:nvGrpSpPr>
              <p:cNvPr id="537" name="群組 536">
                <a:extLst>
                  <a:ext uri="{FF2B5EF4-FFF2-40B4-BE49-F238E27FC236}">
                    <a16:creationId xmlns:a16="http://schemas.microsoft.com/office/drawing/2014/main" id="{3713E4A2-7591-4773-839A-05A419C2752D}"/>
                  </a:ext>
                </a:extLst>
              </p:cNvPr>
              <p:cNvGrpSpPr/>
              <p:nvPr/>
            </p:nvGrpSpPr>
            <p:grpSpPr>
              <a:xfrm>
                <a:off x="4873107" y="4562144"/>
                <a:ext cx="2256084" cy="1619220"/>
                <a:chOff x="10361865" y="1925262"/>
                <a:chExt cx="995362" cy="714384"/>
              </a:xfrm>
            </p:grpSpPr>
            <p:sp>
              <p:nvSpPr>
                <p:cNvPr id="539" name="Freeform 82">
                  <a:extLst>
                    <a:ext uri="{FF2B5EF4-FFF2-40B4-BE49-F238E27FC236}">
                      <a16:creationId xmlns:a16="http://schemas.microsoft.com/office/drawing/2014/main" id="{5C7C02C4-93C9-416C-B859-432E36B113AE}"/>
                    </a:ext>
                  </a:extLst>
                </p:cNvPr>
                <p:cNvSpPr/>
                <p:nvPr/>
              </p:nvSpPr>
              <p:spPr>
                <a:xfrm>
                  <a:off x="103618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540" name="Freeform 82">
                  <a:extLst>
                    <a:ext uri="{FF2B5EF4-FFF2-40B4-BE49-F238E27FC236}">
                      <a16:creationId xmlns:a16="http://schemas.microsoft.com/office/drawing/2014/main" id="{87E4DBC7-2617-458A-97FD-DEF636CE9F55}"/>
                    </a:ext>
                  </a:extLst>
                </p:cNvPr>
                <p:cNvSpPr/>
                <p:nvPr/>
              </p:nvSpPr>
              <p:spPr>
                <a:xfrm flipH="1">
                  <a:off x="10857165" y="1925262"/>
                  <a:ext cx="500062" cy="714384"/>
                </a:xfrm>
                <a:custGeom>
                  <a:avLst/>
                  <a:gdLst>
                    <a:gd name="connsiteX0" fmla="*/ 0 w 914400"/>
                    <a:gd name="connsiteY0" fmla="*/ 714384 h 714384"/>
                    <a:gd name="connsiteX1" fmla="*/ 342900 w 914400"/>
                    <a:gd name="connsiteY1" fmla="*/ 557222 h 714384"/>
                    <a:gd name="connsiteX2" fmla="*/ 500062 w 914400"/>
                    <a:gd name="connsiteY2" fmla="*/ 9 h 714384"/>
                    <a:gd name="connsiteX3" fmla="*/ 685800 w 914400"/>
                    <a:gd name="connsiteY3" fmla="*/ 571509 h 714384"/>
                    <a:gd name="connsiteX4" fmla="*/ 914400 w 914400"/>
                    <a:gd name="connsiteY4" fmla="*/ 685809 h 714384"/>
                    <a:gd name="connsiteX0" fmla="*/ 0 w 984250"/>
                    <a:gd name="connsiteY0" fmla="*/ 714384 h 720734"/>
                    <a:gd name="connsiteX1" fmla="*/ 342900 w 984250"/>
                    <a:gd name="connsiteY1" fmla="*/ 557222 h 720734"/>
                    <a:gd name="connsiteX2" fmla="*/ 500062 w 984250"/>
                    <a:gd name="connsiteY2" fmla="*/ 9 h 720734"/>
                    <a:gd name="connsiteX3" fmla="*/ 685800 w 984250"/>
                    <a:gd name="connsiteY3" fmla="*/ 571509 h 720734"/>
                    <a:gd name="connsiteX4" fmla="*/ 984250 w 984250"/>
                    <a:gd name="connsiteY4" fmla="*/ 720734 h 720734"/>
                    <a:gd name="connsiteX0" fmla="*/ 0 w 685800"/>
                    <a:gd name="connsiteY0" fmla="*/ 714384 h 714384"/>
                    <a:gd name="connsiteX1" fmla="*/ 342900 w 685800"/>
                    <a:gd name="connsiteY1" fmla="*/ 557222 h 714384"/>
                    <a:gd name="connsiteX2" fmla="*/ 500062 w 685800"/>
                    <a:gd name="connsiteY2" fmla="*/ 9 h 714384"/>
                    <a:gd name="connsiteX3" fmla="*/ 685800 w 685800"/>
                    <a:gd name="connsiteY3" fmla="*/ 571509 h 714384"/>
                    <a:gd name="connsiteX0" fmla="*/ 0 w 500062"/>
                    <a:gd name="connsiteY0" fmla="*/ 714384 h 714384"/>
                    <a:gd name="connsiteX1" fmla="*/ 342900 w 500062"/>
                    <a:gd name="connsiteY1" fmla="*/ 557222 h 714384"/>
                    <a:gd name="connsiteX2" fmla="*/ 500062 w 500062"/>
                    <a:gd name="connsiteY2" fmla="*/ 9 h 714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00062" h="714384">
                      <a:moveTo>
                        <a:pt x="0" y="714384"/>
                      </a:moveTo>
                      <a:cubicBezTo>
                        <a:pt x="129778" y="695334"/>
                        <a:pt x="259556" y="676284"/>
                        <a:pt x="342900" y="557222"/>
                      </a:cubicBezTo>
                      <a:cubicBezTo>
                        <a:pt x="426244" y="438159"/>
                        <a:pt x="442912" y="-2372"/>
                        <a:pt x="500062" y="9"/>
                      </a:cubicBezTo>
                    </a:path>
                  </a:pathLst>
                </a:custGeom>
                <a:noFill/>
                <a:ln w="28575">
                  <a:solidFill>
                    <a:srgbClr val="2F5597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TW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sp>
            <p:nvSpPr>
              <p:cNvPr id="538" name="Freeform 82">
                <a:extLst>
                  <a:ext uri="{FF2B5EF4-FFF2-40B4-BE49-F238E27FC236}">
                    <a16:creationId xmlns:a16="http://schemas.microsoft.com/office/drawing/2014/main" id="{277E1C67-09DF-4C5C-84A2-46C4D0F9B858}"/>
                  </a:ext>
                </a:extLst>
              </p:cNvPr>
              <p:cNvSpPr/>
              <p:nvPr/>
            </p:nvSpPr>
            <p:spPr>
              <a:xfrm>
                <a:off x="7125160" y="4956428"/>
                <a:ext cx="524638" cy="1224935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cxnSp>
          <p:nvCxnSpPr>
            <p:cNvPr id="541" name="直線接點 540">
              <a:extLst>
                <a:ext uri="{FF2B5EF4-FFF2-40B4-BE49-F238E27FC236}">
                  <a16:creationId xmlns:a16="http://schemas.microsoft.com/office/drawing/2014/main" id="{EE6F449D-DEE3-4521-AB81-50147926C50B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66" y="3903086"/>
              <a:ext cx="0" cy="445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42" name="群組 541">
              <a:extLst>
                <a:ext uri="{FF2B5EF4-FFF2-40B4-BE49-F238E27FC236}">
                  <a16:creationId xmlns:a16="http://schemas.microsoft.com/office/drawing/2014/main" id="{C2F6AEB1-A804-4688-9389-E4B781EDB97A}"/>
                </a:ext>
              </a:extLst>
            </p:cNvPr>
            <p:cNvGrpSpPr/>
            <p:nvPr/>
          </p:nvGrpSpPr>
          <p:grpSpPr>
            <a:xfrm>
              <a:off x="5386778" y="3608314"/>
              <a:ext cx="870706" cy="266400"/>
              <a:chOff x="4030325" y="1487828"/>
              <a:chExt cx="2213405" cy="1602264"/>
            </a:xfrm>
          </p:grpSpPr>
          <p:sp>
            <p:nvSpPr>
              <p:cNvPr id="543" name="Freeform 82">
                <a:extLst>
                  <a:ext uri="{FF2B5EF4-FFF2-40B4-BE49-F238E27FC236}">
                    <a16:creationId xmlns:a16="http://schemas.microsoft.com/office/drawing/2014/main" id="{7A07382A-6031-45F6-88C1-44AE6286724A}"/>
                  </a:ext>
                </a:extLst>
              </p:cNvPr>
              <p:cNvSpPr/>
              <p:nvPr/>
            </p:nvSpPr>
            <p:spPr>
              <a:xfrm>
                <a:off x="4030325" y="1487828"/>
                <a:ext cx="1102518" cy="160226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491568"/>
                  <a:gd name="connsiteY0" fmla="*/ 714384 h 714384"/>
                  <a:gd name="connsiteX1" fmla="*/ 334406 w 491568"/>
                  <a:gd name="connsiteY1" fmla="*/ 557222 h 714384"/>
                  <a:gd name="connsiteX2" fmla="*/ 491568 w 491568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91568" h="714384">
                    <a:moveTo>
                      <a:pt x="0" y="714384"/>
                    </a:moveTo>
                    <a:cubicBezTo>
                      <a:pt x="129778" y="695334"/>
                      <a:pt x="252478" y="676284"/>
                      <a:pt x="334406" y="557222"/>
                    </a:cubicBezTo>
                    <a:cubicBezTo>
                      <a:pt x="416334" y="438160"/>
                      <a:pt x="434418" y="-2372"/>
                      <a:pt x="491568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44" name="Freeform 82">
                <a:extLst>
                  <a:ext uri="{FF2B5EF4-FFF2-40B4-BE49-F238E27FC236}">
                    <a16:creationId xmlns:a16="http://schemas.microsoft.com/office/drawing/2014/main" id="{D01DD513-B123-432D-9091-5EE5F19D68D9}"/>
                  </a:ext>
                </a:extLst>
              </p:cNvPr>
              <p:cNvSpPr/>
              <p:nvPr/>
            </p:nvSpPr>
            <p:spPr>
              <a:xfrm flipH="1">
                <a:off x="5122161" y="1487828"/>
                <a:ext cx="1121569" cy="160226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45" name="群組 544">
              <a:extLst>
                <a:ext uri="{FF2B5EF4-FFF2-40B4-BE49-F238E27FC236}">
                  <a16:creationId xmlns:a16="http://schemas.microsoft.com/office/drawing/2014/main" id="{B377C1AF-0508-4737-94CC-42A1C1664CBA}"/>
                </a:ext>
              </a:extLst>
            </p:cNvPr>
            <p:cNvGrpSpPr/>
            <p:nvPr/>
          </p:nvGrpSpPr>
          <p:grpSpPr>
            <a:xfrm>
              <a:off x="6258393" y="3765434"/>
              <a:ext cx="507338" cy="108000"/>
              <a:chOff x="4520647" y="1487828"/>
              <a:chExt cx="1289695" cy="1587920"/>
            </a:xfrm>
          </p:grpSpPr>
          <p:sp>
            <p:nvSpPr>
              <p:cNvPr id="546" name="Freeform 82">
                <a:extLst>
                  <a:ext uri="{FF2B5EF4-FFF2-40B4-BE49-F238E27FC236}">
                    <a16:creationId xmlns:a16="http://schemas.microsoft.com/office/drawing/2014/main" id="{65BC73EB-526E-4527-8D21-1ACDB4976ADA}"/>
                  </a:ext>
                </a:extLst>
              </p:cNvPr>
              <p:cNvSpPr/>
              <p:nvPr/>
            </p:nvSpPr>
            <p:spPr>
              <a:xfrm>
                <a:off x="4520647" y="1487828"/>
                <a:ext cx="612197" cy="1587920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491568"/>
                  <a:gd name="connsiteY0" fmla="*/ 714384 h 714384"/>
                  <a:gd name="connsiteX1" fmla="*/ 334406 w 491568"/>
                  <a:gd name="connsiteY1" fmla="*/ 557222 h 714384"/>
                  <a:gd name="connsiteX2" fmla="*/ 491568 w 491568"/>
                  <a:gd name="connsiteY2" fmla="*/ 9 h 714384"/>
                  <a:gd name="connsiteX0" fmla="*/ 0 w 272954"/>
                  <a:gd name="connsiteY0" fmla="*/ 727169 h 727169"/>
                  <a:gd name="connsiteX1" fmla="*/ 115792 w 272954"/>
                  <a:gd name="connsiteY1" fmla="*/ 557222 h 727169"/>
                  <a:gd name="connsiteX2" fmla="*/ 272954 w 272954"/>
                  <a:gd name="connsiteY2" fmla="*/ 9 h 727169"/>
                  <a:gd name="connsiteX0" fmla="*/ 0 w 272954"/>
                  <a:gd name="connsiteY0" fmla="*/ 727169 h 727169"/>
                  <a:gd name="connsiteX1" fmla="*/ 115792 w 272954"/>
                  <a:gd name="connsiteY1" fmla="*/ 557222 h 727169"/>
                  <a:gd name="connsiteX2" fmla="*/ 272954 w 272954"/>
                  <a:gd name="connsiteY2" fmla="*/ 9 h 727169"/>
                  <a:gd name="connsiteX0" fmla="*/ 0 w 272954"/>
                  <a:gd name="connsiteY0" fmla="*/ 707988 h 707988"/>
                  <a:gd name="connsiteX1" fmla="*/ 115792 w 272954"/>
                  <a:gd name="connsiteY1" fmla="*/ 557222 h 707988"/>
                  <a:gd name="connsiteX2" fmla="*/ 272954 w 272954"/>
                  <a:gd name="connsiteY2" fmla="*/ 9 h 707988"/>
                  <a:gd name="connsiteX0" fmla="*/ 0 w 272954"/>
                  <a:gd name="connsiteY0" fmla="*/ 707988 h 707988"/>
                  <a:gd name="connsiteX1" fmla="*/ 115792 w 272954"/>
                  <a:gd name="connsiteY1" fmla="*/ 557222 h 707988"/>
                  <a:gd name="connsiteX2" fmla="*/ 272954 w 272954"/>
                  <a:gd name="connsiteY2" fmla="*/ 9 h 707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2954" h="707988">
                    <a:moveTo>
                      <a:pt x="0" y="707988"/>
                    </a:moveTo>
                    <a:cubicBezTo>
                      <a:pt x="75798" y="676153"/>
                      <a:pt x="70300" y="675218"/>
                      <a:pt x="115792" y="557222"/>
                    </a:cubicBezTo>
                    <a:cubicBezTo>
                      <a:pt x="161284" y="439226"/>
                      <a:pt x="215804" y="-2372"/>
                      <a:pt x="272954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47" name="Freeform 82">
                <a:extLst>
                  <a:ext uri="{FF2B5EF4-FFF2-40B4-BE49-F238E27FC236}">
                    <a16:creationId xmlns:a16="http://schemas.microsoft.com/office/drawing/2014/main" id="{0A6C438D-984A-4A23-B460-0CB6BBE1DCBD}"/>
                  </a:ext>
                </a:extLst>
              </p:cNvPr>
              <p:cNvSpPr/>
              <p:nvPr/>
            </p:nvSpPr>
            <p:spPr>
              <a:xfrm flipH="1">
                <a:off x="5122161" y="1487828"/>
                <a:ext cx="688181" cy="1511776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306832"/>
                  <a:gd name="connsiteY0" fmla="*/ 674039 h 674039"/>
                  <a:gd name="connsiteX1" fmla="*/ 149670 w 306832"/>
                  <a:gd name="connsiteY1" fmla="*/ 557222 h 674039"/>
                  <a:gd name="connsiteX2" fmla="*/ 306832 w 306832"/>
                  <a:gd name="connsiteY2" fmla="*/ 9 h 674039"/>
                  <a:gd name="connsiteX0" fmla="*/ 0 w 306832"/>
                  <a:gd name="connsiteY0" fmla="*/ 674039 h 674039"/>
                  <a:gd name="connsiteX1" fmla="*/ 149670 w 306832"/>
                  <a:gd name="connsiteY1" fmla="*/ 557222 h 674039"/>
                  <a:gd name="connsiteX2" fmla="*/ 306832 w 306832"/>
                  <a:gd name="connsiteY2" fmla="*/ 9 h 674039"/>
                  <a:gd name="connsiteX0" fmla="*/ 0 w 306832"/>
                  <a:gd name="connsiteY0" fmla="*/ 674039 h 674039"/>
                  <a:gd name="connsiteX1" fmla="*/ 149670 w 306832"/>
                  <a:gd name="connsiteY1" fmla="*/ 557222 h 674039"/>
                  <a:gd name="connsiteX2" fmla="*/ 306832 w 306832"/>
                  <a:gd name="connsiteY2" fmla="*/ 9 h 674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6832" h="674039">
                    <a:moveTo>
                      <a:pt x="0" y="674039"/>
                    </a:moveTo>
                    <a:cubicBezTo>
                      <a:pt x="44842" y="654989"/>
                      <a:pt x="87914" y="633462"/>
                      <a:pt x="149670" y="557222"/>
                    </a:cubicBezTo>
                    <a:cubicBezTo>
                      <a:pt x="211426" y="480982"/>
                      <a:pt x="249682" y="-2372"/>
                      <a:pt x="30683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661" name="群組 660">
            <a:extLst>
              <a:ext uri="{FF2B5EF4-FFF2-40B4-BE49-F238E27FC236}">
                <a16:creationId xmlns:a16="http://schemas.microsoft.com/office/drawing/2014/main" id="{3229A6DB-2FB8-4006-BD32-85AEE2CBD09D}"/>
              </a:ext>
            </a:extLst>
          </p:cNvPr>
          <p:cNvGrpSpPr/>
          <p:nvPr/>
        </p:nvGrpSpPr>
        <p:grpSpPr>
          <a:xfrm>
            <a:off x="4813938" y="4567291"/>
            <a:ext cx="2086900" cy="1180381"/>
            <a:chOff x="4813938" y="4428879"/>
            <a:chExt cx="2086900" cy="1180381"/>
          </a:xfrm>
        </p:grpSpPr>
        <p:sp>
          <p:nvSpPr>
            <p:cNvPr id="548" name="文字方塊 547">
              <a:extLst>
                <a:ext uri="{FF2B5EF4-FFF2-40B4-BE49-F238E27FC236}">
                  <a16:creationId xmlns:a16="http://schemas.microsoft.com/office/drawing/2014/main" id="{236F0FAF-55FF-400A-B5DF-E9504A4EBDDC}"/>
                </a:ext>
              </a:extLst>
            </p:cNvPr>
            <p:cNvSpPr txBox="1"/>
            <p:nvPr/>
          </p:nvSpPr>
          <p:spPr>
            <a:xfrm>
              <a:off x="5433630" y="5301483"/>
              <a:ext cx="1368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Allele frequency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49" name="文字方塊 548">
              <a:extLst>
                <a:ext uri="{FF2B5EF4-FFF2-40B4-BE49-F238E27FC236}">
                  <a16:creationId xmlns:a16="http://schemas.microsoft.com/office/drawing/2014/main" id="{8DE6AADC-E300-414B-80BC-AF1EC26E604F}"/>
                </a:ext>
              </a:extLst>
            </p:cNvPr>
            <p:cNvSpPr txBox="1"/>
            <p:nvPr/>
          </p:nvSpPr>
          <p:spPr>
            <a:xfrm rot="16200000">
              <a:off x="4701310" y="4541507"/>
              <a:ext cx="748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Variant</a:t>
              </a: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 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counts</a:t>
              </a:r>
            </a:p>
          </p:txBody>
        </p:sp>
        <p:sp>
          <p:nvSpPr>
            <p:cNvPr id="550" name="文字方塊 549">
              <a:extLst>
                <a:ext uri="{FF2B5EF4-FFF2-40B4-BE49-F238E27FC236}">
                  <a16:creationId xmlns:a16="http://schemas.microsoft.com/office/drawing/2014/main" id="{83B36C5B-D62F-45D9-9627-B62BF8137D00}"/>
                </a:ext>
              </a:extLst>
            </p:cNvPr>
            <p:cNvSpPr txBox="1"/>
            <p:nvPr/>
          </p:nvSpPr>
          <p:spPr>
            <a:xfrm>
              <a:off x="5916433" y="5117270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0.5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51" name="文字方塊 550">
              <a:extLst>
                <a:ext uri="{FF2B5EF4-FFF2-40B4-BE49-F238E27FC236}">
                  <a16:creationId xmlns:a16="http://schemas.microsoft.com/office/drawing/2014/main" id="{8B796C34-EDF0-45DA-9D5D-5A0BEC68D848}"/>
                </a:ext>
              </a:extLst>
            </p:cNvPr>
            <p:cNvSpPr txBox="1"/>
            <p:nvPr/>
          </p:nvSpPr>
          <p:spPr>
            <a:xfrm>
              <a:off x="6624801" y="5122952"/>
              <a:ext cx="2760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1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52" name="Straight Connector 71">
              <a:extLst>
                <a:ext uri="{FF2B5EF4-FFF2-40B4-BE49-F238E27FC236}">
                  <a16:creationId xmlns:a16="http://schemas.microsoft.com/office/drawing/2014/main" id="{C3217640-C548-4D80-96C6-B33359FBC4EA}"/>
                </a:ext>
              </a:extLst>
            </p:cNvPr>
            <p:cNvCxnSpPr>
              <a:cxnSpLocks/>
            </p:cNvCxnSpPr>
            <p:nvPr/>
          </p:nvCxnSpPr>
          <p:spPr>
            <a:xfrm>
              <a:off x="5378445" y="4551989"/>
              <a:ext cx="0" cy="53717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75">
              <a:extLst>
                <a:ext uri="{FF2B5EF4-FFF2-40B4-BE49-F238E27FC236}">
                  <a16:creationId xmlns:a16="http://schemas.microsoft.com/office/drawing/2014/main" id="{E65F702B-4DAB-4136-8AB0-173F4A9849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8445" y="5082958"/>
              <a:ext cx="1478886" cy="6208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直線接點 553">
              <a:extLst>
                <a:ext uri="{FF2B5EF4-FFF2-40B4-BE49-F238E27FC236}">
                  <a16:creationId xmlns:a16="http://schemas.microsoft.com/office/drawing/2014/main" id="{4846881C-8C7D-444F-B246-1E29C617B1D1}"/>
                </a:ext>
              </a:extLst>
            </p:cNvPr>
            <p:cNvCxnSpPr>
              <a:cxnSpLocks/>
            </p:cNvCxnSpPr>
            <p:nvPr/>
          </p:nvCxnSpPr>
          <p:spPr>
            <a:xfrm>
              <a:off x="6117888" y="5089165"/>
              <a:ext cx="0" cy="382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55" name="群組 554">
              <a:extLst>
                <a:ext uri="{FF2B5EF4-FFF2-40B4-BE49-F238E27FC236}">
                  <a16:creationId xmlns:a16="http://schemas.microsoft.com/office/drawing/2014/main" id="{FB81E077-5C21-4028-BDBA-878D20DD32C2}"/>
                </a:ext>
              </a:extLst>
            </p:cNvPr>
            <p:cNvGrpSpPr/>
            <p:nvPr/>
          </p:nvGrpSpPr>
          <p:grpSpPr>
            <a:xfrm>
              <a:off x="5674140" y="4586737"/>
              <a:ext cx="887495" cy="471918"/>
              <a:chOff x="10361865" y="1925262"/>
              <a:chExt cx="995362" cy="714384"/>
            </a:xfrm>
          </p:grpSpPr>
          <p:sp>
            <p:nvSpPr>
              <p:cNvPr id="556" name="Freeform 82">
                <a:extLst>
                  <a:ext uri="{FF2B5EF4-FFF2-40B4-BE49-F238E27FC236}">
                    <a16:creationId xmlns:a16="http://schemas.microsoft.com/office/drawing/2014/main" id="{03528A60-A78A-49D3-BBD9-21C4B1CC0F54}"/>
                  </a:ext>
                </a:extLst>
              </p:cNvPr>
              <p:cNvSpPr/>
              <p:nvPr/>
            </p:nvSpPr>
            <p:spPr>
              <a:xfrm>
                <a:off x="103618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57" name="Freeform 82">
                <a:extLst>
                  <a:ext uri="{FF2B5EF4-FFF2-40B4-BE49-F238E27FC236}">
                    <a16:creationId xmlns:a16="http://schemas.microsoft.com/office/drawing/2014/main" id="{22F72A7F-5151-4D6C-845A-F9E1E67958E9}"/>
                  </a:ext>
                </a:extLst>
              </p:cNvPr>
              <p:cNvSpPr/>
              <p:nvPr/>
            </p:nvSpPr>
            <p:spPr>
              <a:xfrm flipH="1">
                <a:off x="108571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558" name="Freeform 82">
              <a:extLst>
                <a:ext uri="{FF2B5EF4-FFF2-40B4-BE49-F238E27FC236}">
                  <a16:creationId xmlns:a16="http://schemas.microsoft.com/office/drawing/2014/main" id="{68F7F477-6503-4ABE-98E3-A048371D0813}"/>
                </a:ext>
              </a:extLst>
            </p:cNvPr>
            <p:cNvSpPr/>
            <p:nvPr/>
          </p:nvSpPr>
          <p:spPr>
            <a:xfrm>
              <a:off x="6560050" y="4701650"/>
              <a:ext cx="206381" cy="357005"/>
            </a:xfrm>
            <a:custGeom>
              <a:avLst/>
              <a:gdLst>
                <a:gd name="connsiteX0" fmla="*/ 0 w 914400"/>
                <a:gd name="connsiteY0" fmla="*/ 714384 h 714384"/>
                <a:gd name="connsiteX1" fmla="*/ 342900 w 914400"/>
                <a:gd name="connsiteY1" fmla="*/ 557222 h 714384"/>
                <a:gd name="connsiteX2" fmla="*/ 500062 w 914400"/>
                <a:gd name="connsiteY2" fmla="*/ 9 h 714384"/>
                <a:gd name="connsiteX3" fmla="*/ 685800 w 914400"/>
                <a:gd name="connsiteY3" fmla="*/ 571509 h 714384"/>
                <a:gd name="connsiteX4" fmla="*/ 914400 w 914400"/>
                <a:gd name="connsiteY4" fmla="*/ 685809 h 714384"/>
                <a:gd name="connsiteX0" fmla="*/ 0 w 984250"/>
                <a:gd name="connsiteY0" fmla="*/ 714384 h 720734"/>
                <a:gd name="connsiteX1" fmla="*/ 342900 w 984250"/>
                <a:gd name="connsiteY1" fmla="*/ 557222 h 720734"/>
                <a:gd name="connsiteX2" fmla="*/ 500062 w 984250"/>
                <a:gd name="connsiteY2" fmla="*/ 9 h 720734"/>
                <a:gd name="connsiteX3" fmla="*/ 685800 w 984250"/>
                <a:gd name="connsiteY3" fmla="*/ 571509 h 720734"/>
                <a:gd name="connsiteX4" fmla="*/ 984250 w 984250"/>
                <a:gd name="connsiteY4" fmla="*/ 720734 h 720734"/>
                <a:gd name="connsiteX0" fmla="*/ 0 w 685800"/>
                <a:gd name="connsiteY0" fmla="*/ 714384 h 714384"/>
                <a:gd name="connsiteX1" fmla="*/ 342900 w 685800"/>
                <a:gd name="connsiteY1" fmla="*/ 557222 h 714384"/>
                <a:gd name="connsiteX2" fmla="*/ 500062 w 685800"/>
                <a:gd name="connsiteY2" fmla="*/ 9 h 714384"/>
                <a:gd name="connsiteX3" fmla="*/ 685800 w 685800"/>
                <a:gd name="connsiteY3" fmla="*/ 571509 h 714384"/>
                <a:gd name="connsiteX0" fmla="*/ 0 w 500062"/>
                <a:gd name="connsiteY0" fmla="*/ 714384 h 714384"/>
                <a:gd name="connsiteX1" fmla="*/ 342900 w 500062"/>
                <a:gd name="connsiteY1" fmla="*/ 557222 h 714384"/>
                <a:gd name="connsiteX2" fmla="*/ 500062 w 500062"/>
                <a:gd name="connsiteY2" fmla="*/ 9 h 71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0062" h="714384">
                  <a:moveTo>
                    <a:pt x="0" y="714384"/>
                  </a:moveTo>
                  <a:cubicBezTo>
                    <a:pt x="129778" y="695334"/>
                    <a:pt x="259556" y="676284"/>
                    <a:pt x="342900" y="557222"/>
                  </a:cubicBezTo>
                  <a:cubicBezTo>
                    <a:pt x="426244" y="438159"/>
                    <a:pt x="442912" y="-2372"/>
                    <a:pt x="500062" y="9"/>
                  </a:cubicBezTo>
                </a:path>
              </a:pathLst>
            </a:cu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59" name="直線接點 558">
              <a:extLst>
                <a:ext uri="{FF2B5EF4-FFF2-40B4-BE49-F238E27FC236}">
                  <a16:creationId xmlns:a16="http://schemas.microsoft.com/office/drawing/2014/main" id="{EA20362C-5F73-40D4-83F5-4224288E20FA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66" y="5082958"/>
              <a:ext cx="0" cy="445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60" name="群組 559">
              <a:extLst>
                <a:ext uri="{FF2B5EF4-FFF2-40B4-BE49-F238E27FC236}">
                  <a16:creationId xmlns:a16="http://schemas.microsoft.com/office/drawing/2014/main" id="{A2F0E7CC-8F95-42B4-97F4-E94C50EADC62}"/>
                </a:ext>
              </a:extLst>
            </p:cNvPr>
            <p:cNvGrpSpPr/>
            <p:nvPr/>
          </p:nvGrpSpPr>
          <p:grpSpPr>
            <a:xfrm>
              <a:off x="5386219" y="4790569"/>
              <a:ext cx="731159" cy="266400"/>
              <a:chOff x="7796044" y="4878657"/>
              <a:chExt cx="731159" cy="180000"/>
            </a:xfrm>
          </p:grpSpPr>
          <p:sp>
            <p:nvSpPr>
              <p:cNvPr id="561" name="Freeform 82">
                <a:extLst>
                  <a:ext uri="{FF2B5EF4-FFF2-40B4-BE49-F238E27FC236}">
                    <a16:creationId xmlns:a16="http://schemas.microsoft.com/office/drawing/2014/main" id="{9F83FA8F-120E-48BA-8578-3A662BF006BA}"/>
                  </a:ext>
                </a:extLst>
              </p:cNvPr>
              <p:cNvSpPr/>
              <p:nvPr/>
            </p:nvSpPr>
            <p:spPr>
              <a:xfrm>
                <a:off x="7796044" y="4878657"/>
                <a:ext cx="294160" cy="173037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500062"/>
                  <a:gd name="connsiteY0" fmla="*/ 714383 h 742844"/>
                  <a:gd name="connsiteX1" fmla="*/ 166658 w 500062"/>
                  <a:gd name="connsiteY1" fmla="*/ 686749 h 742844"/>
                  <a:gd name="connsiteX2" fmla="*/ 500062 w 500062"/>
                  <a:gd name="connsiteY2" fmla="*/ 8 h 742844"/>
                  <a:gd name="connsiteX0" fmla="*/ 0 w 500062"/>
                  <a:gd name="connsiteY0" fmla="*/ 714383 h 727395"/>
                  <a:gd name="connsiteX1" fmla="*/ 166658 w 500062"/>
                  <a:gd name="connsiteY1" fmla="*/ 686749 h 727395"/>
                  <a:gd name="connsiteX2" fmla="*/ 500062 w 500062"/>
                  <a:gd name="connsiteY2" fmla="*/ 8 h 727395"/>
                  <a:gd name="connsiteX0" fmla="*/ 0 w 333404"/>
                  <a:gd name="connsiteY0" fmla="*/ 686749 h 686749"/>
                  <a:gd name="connsiteX1" fmla="*/ 333404 w 333404"/>
                  <a:gd name="connsiteY1" fmla="*/ 8 h 686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33404" h="686749">
                    <a:moveTo>
                      <a:pt x="0" y="686749"/>
                    </a:moveTo>
                    <a:cubicBezTo>
                      <a:pt x="257463" y="602722"/>
                      <a:pt x="276254" y="-2373"/>
                      <a:pt x="333404" y="8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62" name="Freeform 82">
                <a:extLst>
                  <a:ext uri="{FF2B5EF4-FFF2-40B4-BE49-F238E27FC236}">
                    <a16:creationId xmlns:a16="http://schemas.microsoft.com/office/drawing/2014/main" id="{09BEDDE1-5FC3-4CD6-9787-9518FDDD24FF}"/>
                  </a:ext>
                </a:extLst>
              </p:cNvPr>
              <p:cNvSpPr/>
              <p:nvPr/>
            </p:nvSpPr>
            <p:spPr>
              <a:xfrm flipH="1">
                <a:off x="8086002" y="4878657"/>
                <a:ext cx="441201" cy="180000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63" name="群組 562">
              <a:extLst>
                <a:ext uri="{FF2B5EF4-FFF2-40B4-BE49-F238E27FC236}">
                  <a16:creationId xmlns:a16="http://schemas.microsoft.com/office/drawing/2014/main" id="{7A5D2818-5A7A-4E93-AC57-1ABB4A7440F4}"/>
                </a:ext>
              </a:extLst>
            </p:cNvPr>
            <p:cNvGrpSpPr/>
            <p:nvPr/>
          </p:nvGrpSpPr>
          <p:grpSpPr>
            <a:xfrm>
              <a:off x="6110196" y="4945306"/>
              <a:ext cx="654066" cy="108000"/>
              <a:chOff x="8520021" y="4792581"/>
              <a:chExt cx="654066" cy="266076"/>
            </a:xfrm>
          </p:grpSpPr>
          <p:sp>
            <p:nvSpPr>
              <p:cNvPr id="564" name="Freeform 82">
                <a:extLst>
                  <a:ext uri="{FF2B5EF4-FFF2-40B4-BE49-F238E27FC236}">
                    <a16:creationId xmlns:a16="http://schemas.microsoft.com/office/drawing/2014/main" id="{417C1FF3-18C3-4483-B880-6744AC2E83D4}"/>
                  </a:ext>
                </a:extLst>
              </p:cNvPr>
              <p:cNvSpPr/>
              <p:nvPr/>
            </p:nvSpPr>
            <p:spPr>
              <a:xfrm>
                <a:off x="8520021" y="4792582"/>
                <a:ext cx="248916" cy="265308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500062"/>
                  <a:gd name="connsiteY0" fmla="*/ 714383 h 742844"/>
                  <a:gd name="connsiteX1" fmla="*/ 166658 w 500062"/>
                  <a:gd name="connsiteY1" fmla="*/ 686749 h 742844"/>
                  <a:gd name="connsiteX2" fmla="*/ 500062 w 500062"/>
                  <a:gd name="connsiteY2" fmla="*/ 8 h 742844"/>
                  <a:gd name="connsiteX0" fmla="*/ 0 w 500062"/>
                  <a:gd name="connsiteY0" fmla="*/ 714383 h 727395"/>
                  <a:gd name="connsiteX1" fmla="*/ 166658 w 500062"/>
                  <a:gd name="connsiteY1" fmla="*/ 686749 h 727395"/>
                  <a:gd name="connsiteX2" fmla="*/ 500062 w 500062"/>
                  <a:gd name="connsiteY2" fmla="*/ 8 h 727395"/>
                  <a:gd name="connsiteX0" fmla="*/ 0 w 333404"/>
                  <a:gd name="connsiteY0" fmla="*/ 686749 h 686749"/>
                  <a:gd name="connsiteX1" fmla="*/ 333404 w 333404"/>
                  <a:gd name="connsiteY1" fmla="*/ 8 h 686749"/>
                  <a:gd name="connsiteX0" fmla="*/ 0 w 282124"/>
                  <a:gd name="connsiteY0" fmla="*/ 712323 h 712323"/>
                  <a:gd name="connsiteX1" fmla="*/ 282124 w 282124"/>
                  <a:gd name="connsiteY1" fmla="*/ 8 h 71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2124" h="712323">
                    <a:moveTo>
                      <a:pt x="0" y="712323"/>
                    </a:moveTo>
                    <a:cubicBezTo>
                      <a:pt x="257463" y="628296"/>
                      <a:pt x="224974" y="-2373"/>
                      <a:pt x="282124" y="8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65" name="Freeform 82">
                <a:extLst>
                  <a:ext uri="{FF2B5EF4-FFF2-40B4-BE49-F238E27FC236}">
                    <a16:creationId xmlns:a16="http://schemas.microsoft.com/office/drawing/2014/main" id="{3B21BC75-69C1-4A4A-9960-AC583269518B}"/>
                  </a:ext>
                </a:extLst>
              </p:cNvPr>
              <p:cNvSpPr/>
              <p:nvPr/>
            </p:nvSpPr>
            <p:spPr>
              <a:xfrm flipH="1">
                <a:off x="8764735" y="4792581"/>
                <a:ext cx="409352" cy="266076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474581"/>
                  <a:gd name="connsiteY0" fmla="*/ 716508 h 716508"/>
                  <a:gd name="connsiteX1" fmla="*/ 317419 w 474581"/>
                  <a:gd name="connsiteY1" fmla="*/ 557222 h 716508"/>
                  <a:gd name="connsiteX2" fmla="*/ 474581 w 474581"/>
                  <a:gd name="connsiteY2" fmla="*/ 9 h 716508"/>
                  <a:gd name="connsiteX0" fmla="*/ 0 w 463964"/>
                  <a:gd name="connsiteY0" fmla="*/ 714385 h 714385"/>
                  <a:gd name="connsiteX1" fmla="*/ 306802 w 463964"/>
                  <a:gd name="connsiteY1" fmla="*/ 557222 h 714385"/>
                  <a:gd name="connsiteX2" fmla="*/ 463964 w 463964"/>
                  <a:gd name="connsiteY2" fmla="*/ 9 h 714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3964" h="714385">
                    <a:moveTo>
                      <a:pt x="0" y="714385"/>
                    </a:moveTo>
                    <a:cubicBezTo>
                      <a:pt x="129778" y="695335"/>
                      <a:pt x="229475" y="676285"/>
                      <a:pt x="306802" y="557222"/>
                    </a:cubicBezTo>
                    <a:cubicBezTo>
                      <a:pt x="384129" y="438159"/>
                      <a:pt x="406814" y="-2372"/>
                      <a:pt x="463964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662" name="群組 661">
            <a:extLst>
              <a:ext uri="{FF2B5EF4-FFF2-40B4-BE49-F238E27FC236}">
                <a16:creationId xmlns:a16="http://schemas.microsoft.com/office/drawing/2014/main" id="{24CE289C-6154-4159-B109-FE9CAD0C3913}"/>
              </a:ext>
            </a:extLst>
          </p:cNvPr>
          <p:cNvGrpSpPr/>
          <p:nvPr/>
        </p:nvGrpSpPr>
        <p:grpSpPr>
          <a:xfrm>
            <a:off x="4813938" y="5677619"/>
            <a:ext cx="2086900" cy="1180381"/>
            <a:chOff x="4813938" y="5608752"/>
            <a:chExt cx="2086900" cy="1180381"/>
          </a:xfrm>
        </p:grpSpPr>
        <p:sp>
          <p:nvSpPr>
            <p:cNvPr id="566" name="文字方塊 565">
              <a:extLst>
                <a:ext uri="{FF2B5EF4-FFF2-40B4-BE49-F238E27FC236}">
                  <a16:creationId xmlns:a16="http://schemas.microsoft.com/office/drawing/2014/main" id="{3C418F8F-294A-4AFC-B1A6-A49D679DF4E1}"/>
                </a:ext>
              </a:extLst>
            </p:cNvPr>
            <p:cNvSpPr txBox="1"/>
            <p:nvPr/>
          </p:nvSpPr>
          <p:spPr>
            <a:xfrm>
              <a:off x="5433630" y="6481356"/>
              <a:ext cx="13685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Allele frequency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67" name="文字方塊 566">
              <a:extLst>
                <a:ext uri="{FF2B5EF4-FFF2-40B4-BE49-F238E27FC236}">
                  <a16:creationId xmlns:a16="http://schemas.microsoft.com/office/drawing/2014/main" id="{1427A5BC-8176-4C96-B0B9-B63700F5C965}"/>
                </a:ext>
              </a:extLst>
            </p:cNvPr>
            <p:cNvSpPr txBox="1"/>
            <p:nvPr/>
          </p:nvSpPr>
          <p:spPr>
            <a:xfrm rot="16200000">
              <a:off x="4701310" y="5721380"/>
              <a:ext cx="7484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Variant</a:t>
              </a: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 </a:t>
              </a:r>
              <a:endPara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W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counts</a:t>
              </a:r>
            </a:p>
          </p:txBody>
        </p:sp>
        <p:sp>
          <p:nvSpPr>
            <p:cNvPr id="568" name="文字方塊 567">
              <a:extLst>
                <a:ext uri="{FF2B5EF4-FFF2-40B4-BE49-F238E27FC236}">
                  <a16:creationId xmlns:a16="http://schemas.microsoft.com/office/drawing/2014/main" id="{67B7CF70-56F7-4771-8294-C432D4514294}"/>
                </a:ext>
              </a:extLst>
            </p:cNvPr>
            <p:cNvSpPr txBox="1"/>
            <p:nvPr/>
          </p:nvSpPr>
          <p:spPr>
            <a:xfrm>
              <a:off x="5916433" y="6297143"/>
              <a:ext cx="4122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0.5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69" name="文字方塊 568">
              <a:extLst>
                <a:ext uri="{FF2B5EF4-FFF2-40B4-BE49-F238E27FC236}">
                  <a16:creationId xmlns:a16="http://schemas.microsoft.com/office/drawing/2014/main" id="{E1CFBC4D-DEF2-4A88-A491-91E47A39F7E7}"/>
                </a:ext>
              </a:extLst>
            </p:cNvPr>
            <p:cNvSpPr txBox="1"/>
            <p:nvPr/>
          </p:nvSpPr>
          <p:spPr>
            <a:xfrm>
              <a:off x="6624801" y="6302825"/>
              <a:ext cx="27603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1</a:t>
              </a:r>
              <a:endParaRPr kumimoji="0" lang="zh-TW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70" name="Straight Connector 71">
              <a:extLst>
                <a:ext uri="{FF2B5EF4-FFF2-40B4-BE49-F238E27FC236}">
                  <a16:creationId xmlns:a16="http://schemas.microsoft.com/office/drawing/2014/main" id="{333025B2-F6B5-4A58-B1BF-DB9FF532B6B6}"/>
                </a:ext>
              </a:extLst>
            </p:cNvPr>
            <p:cNvCxnSpPr>
              <a:cxnSpLocks/>
            </p:cNvCxnSpPr>
            <p:nvPr/>
          </p:nvCxnSpPr>
          <p:spPr>
            <a:xfrm>
              <a:off x="5378445" y="5731862"/>
              <a:ext cx="0" cy="537176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Straight Connector 75">
              <a:extLst>
                <a:ext uri="{FF2B5EF4-FFF2-40B4-BE49-F238E27FC236}">
                  <a16:creationId xmlns:a16="http://schemas.microsoft.com/office/drawing/2014/main" id="{D902F6BD-117E-413A-8914-3C49DF41E6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8445" y="6262831"/>
              <a:ext cx="1478886" cy="6208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直線接點 571">
              <a:extLst>
                <a:ext uri="{FF2B5EF4-FFF2-40B4-BE49-F238E27FC236}">
                  <a16:creationId xmlns:a16="http://schemas.microsoft.com/office/drawing/2014/main" id="{3356D23C-169A-4270-9243-7817128F4FE8}"/>
                </a:ext>
              </a:extLst>
            </p:cNvPr>
            <p:cNvCxnSpPr>
              <a:cxnSpLocks/>
            </p:cNvCxnSpPr>
            <p:nvPr/>
          </p:nvCxnSpPr>
          <p:spPr>
            <a:xfrm>
              <a:off x="6117888" y="6269038"/>
              <a:ext cx="0" cy="3829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73" name="群組 572">
              <a:extLst>
                <a:ext uri="{FF2B5EF4-FFF2-40B4-BE49-F238E27FC236}">
                  <a16:creationId xmlns:a16="http://schemas.microsoft.com/office/drawing/2014/main" id="{DAAD91B5-0377-4E16-B0EE-5C9B04B99C8E}"/>
                </a:ext>
              </a:extLst>
            </p:cNvPr>
            <p:cNvGrpSpPr/>
            <p:nvPr/>
          </p:nvGrpSpPr>
          <p:grpSpPr>
            <a:xfrm>
              <a:off x="5674140" y="5766610"/>
              <a:ext cx="887495" cy="471918"/>
              <a:chOff x="10361865" y="1925262"/>
              <a:chExt cx="995362" cy="714384"/>
            </a:xfrm>
          </p:grpSpPr>
          <p:sp>
            <p:nvSpPr>
              <p:cNvPr id="574" name="Freeform 82">
                <a:extLst>
                  <a:ext uri="{FF2B5EF4-FFF2-40B4-BE49-F238E27FC236}">
                    <a16:creationId xmlns:a16="http://schemas.microsoft.com/office/drawing/2014/main" id="{AF18AEB9-5750-449B-A52D-52D81E9E9ED1}"/>
                  </a:ext>
                </a:extLst>
              </p:cNvPr>
              <p:cNvSpPr/>
              <p:nvPr/>
            </p:nvSpPr>
            <p:spPr>
              <a:xfrm>
                <a:off x="103618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75" name="Freeform 82">
                <a:extLst>
                  <a:ext uri="{FF2B5EF4-FFF2-40B4-BE49-F238E27FC236}">
                    <a16:creationId xmlns:a16="http://schemas.microsoft.com/office/drawing/2014/main" id="{A8EBDECE-8774-4927-B588-C356AEF8F267}"/>
                  </a:ext>
                </a:extLst>
              </p:cNvPr>
              <p:cNvSpPr/>
              <p:nvPr/>
            </p:nvSpPr>
            <p:spPr>
              <a:xfrm flipH="1">
                <a:off x="10857165" y="1925262"/>
                <a:ext cx="500062" cy="714384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rgbClr val="2F559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576" name="Freeform 82">
              <a:extLst>
                <a:ext uri="{FF2B5EF4-FFF2-40B4-BE49-F238E27FC236}">
                  <a16:creationId xmlns:a16="http://schemas.microsoft.com/office/drawing/2014/main" id="{09B80F21-76DC-4CEE-A64C-3AD4765F1CAB}"/>
                </a:ext>
              </a:extLst>
            </p:cNvPr>
            <p:cNvSpPr/>
            <p:nvPr/>
          </p:nvSpPr>
          <p:spPr>
            <a:xfrm>
              <a:off x="6560050" y="5881522"/>
              <a:ext cx="206381" cy="357005"/>
            </a:xfrm>
            <a:custGeom>
              <a:avLst/>
              <a:gdLst>
                <a:gd name="connsiteX0" fmla="*/ 0 w 914400"/>
                <a:gd name="connsiteY0" fmla="*/ 714384 h 714384"/>
                <a:gd name="connsiteX1" fmla="*/ 342900 w 914400"/>
                <a:gd name="connsiteY1" fmla="*/ 557222 h 714384"/>
                <a:gd name="connsiteX2" fmla="*/ 500062 w 914400"/>
                <a:gd name="connsiteY2" fmla="*/ 9 h 714384"/>
                <a:gd name="connsiteX3" fmla="*/ 685800 w 914400"/>
                <a:gd name="connsiteY3" fmla="*/ 571509 h 714384"/>
                <a:gd name="connsiteX4" fmla="*/ 914400 w 914400"/>
                <a:gd name="connsiteY4" fmla="*/ 685809 h 714384"/>
                <a:gd name="connsiteX0" fmla="*/ 0 w 984250"/>
                <a:gd name="connsiteY0" fmla="*/ 714384 h 720734"/>
                <a:gd name="connsiteX1" fmla="*/ 342900 w 984250"/>
                <a:gd name="connsiteY1" fmla="*/ 557222 h 720734"/>
                <a:gd name="connsiteX2" fmla="*/ 500062 w 984250"/>
                <a:gd name="connsiteY2" fmla="*/ 9 h 720734"/>
                <a:gd name="connsiteX3" fmla="*/ 685800 w 984250"/>
                <a:gd name="connsiteY3" fmla="*/ 571509 h 720734"/>
                <a:gd name="connsiteX4" fmla="*/ 984250 w 984250"/>
                <a:gd name="connsiteY4" fmla="*/ 720734 h 720734"/>
                <a:gd name="connsiteX0" fmla="*/ 0 w 685800"/>
                <a:gd name="connsiteY0" fmla="*/ 714384 h 714384"/>
                <a:gd name="connsiteX1" fmla="*/ 342900 w 685800"/>
                <a:gd name="connsiteY1" fmla="*/ 557222 h 714384"/>
                <a:gd name="connsiteX2" fmla="*/ 500062 w 685800"/>
                <a:gd name="connsiteY2" fmla="*/ 9 h 714384"/>
                <a:gd name="connsiteX3" fmla="*/ 685800 w 685800"/>
                <a:gd name="connsiteY3" fmla="*/ 571509 h 714384"/>
                <a:gd name="connsiteX0" fmla="*/ 0 w 500062"/>
                <a:gd name="connsiteY0" fmla="*/ 714384 h 714384"/>
                <a:gd name="connsiteX1" fmla="*/ 342900 w 500062"/>
                <a:gd name="connsiteY1" fmla="*/ 557222 h 714384"/>
                <a:gd name="connsiteX2" fmla="*/ 500062 w 500062"/>
                <a:gd name="connsiteY2" fmla="*/ 9 h 71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0062" h="714384">
                  <a:moveTo>
                    <a:pt x="0" y="714384"/>
                  </a:moveTo>
                  <a:cubicBezTo>
                    <a:pt x="129778" y="695334"/>
                    <a:pt x="259556" y="676284"/>
                    <a:pt x="342900" y="557222"/>
                  </a:cubicBezTo>
                  <a:cubicBezTo>
                    <a:pt x="426244" y="438159"/>
                    <a:pt x="442912" y="-2372"/>
                    <a:pt x="500062" y="9"/>
                  </a:cubicBezTo>
                </a:path>
              </a:pathLst>
            </a:custGeom>
            <a:noFill/>
            <a:ln w="28575">
              <a:solidFill>
                <a:srgbClr val="2F559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TW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77" name="直線接點 576">
              <a:extLst>
                <a:ext uri="{FF2B5EF4-FFF2-40B4-BE49-F238E27FC236}">
                  <a16:creationId xmlns:a16="http://schemas.microsoft.com/office/drawing/2014/main" id="{7AC8C5B6-82F1-46F7-8FDE-5C7A4C79CA61}"/>
                </a:ext>
              </a:extLst>
            </p:cNvPr>
            <p:cNvCxnSpPr>
              <a:cxnSpLocks/>
            </p:cNvCxnSpPr>
            <p:nvPr/>
          </p:nvCxnSpPr>
          <p:spPr>
            <a:xfrm>
              <a:off x="6769366" y="6262831"/>
              <a:ext cx="0" cy="445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78" name="群組 577">
              <a:extLst>
                <a:ext uri="{FF2B5EF4-FFF2-40B4-BE49-F238E27FC236}">
                  <a16:creationId xmlns:a16="http://schemas.microsoft.com/office/drawing/2014/main" id="{B17E7FF2-2B0A-434F-876F-3E57AB581B08}"/>
                </a:ext>
              </a:extLst>
            </p:cNvPr>
            <p:cNvGrpSpPr/>
            <p:nvPr/>
          </p:nvGrpSpPr>
          <p:grpSpPr>
            <a:xfrm>
              <a:off x="5378943" y="5970440"/>
              <a:ext cx="595332" cy="266400"/>
              <a:chOff x="7788768" y="6058528"/>
              <a:chExt cx="595332" cy="180000"/>
            </a:xfrm>
          </p:grpSpPr>
          <p:sp>
            <p:nvSpPr>
              <p:cNvPr id="579" name="Freeform 82">
                <a:extLst>
                  <a:ext uri="{FF2B5EF4-FFF2-40B4-BE49-F238E27FC236}">
                    <a16:creationId xmlns:a16="http://schemas.microsoft.com/office/drawing/2014/main" id="{222EA0C3-C713-4D61-BDFF-94AAEB045C27}"/>
                  </a:ext>
                </a:extLst>
              </p:cNvPr>
              <p:cNvSpPr/>
              <p:nvPr/>
            </p:nvSpPr>
            <p:spPr>
              <a:xfrm>
                <a:off x="7788768" y="6058528"/>
                <a:ext cx="158334" cy="147089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500062"/>
                  <a:gd name="connsiteY0" fmla="*/ 714384 h 714384"/>
                  <a:gd name="connsiteX1" fmla="*/ 320605 w 500062"/>
                  <a:gd name="connsiteY1" fmla="*/ 583765 h 714384"/>
                  <a:gd name="connsiteX2" fmla="*/ 500062 w 500062"/>
                  <a:gd name="connsiteY2" fmla="*/ 9 h 714384"/>
                  <a:gd name="connsiteX0" fmla="*/ 0 w 179457"/>
                  <a:gd name="connsiteY0" fmla="*/ 583765 h 583765"/>
                  <a:gd name="connsiteX1" fmla="*/ 179457 w 179457"/>
                  <a:gd name="connsiteY1" fmla="*/ 9 h 583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9457" h="583765">
                    <a:moveTo>
                      <a:pt x="0" y="583765"/>
                    </a:moveTo>
                    <a:cubicBezTo>
                      <a:pt x="83344" y="464702"/>
                      <a:pt x="122307" y="-2372"/>
                      <a:pt x="179457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0" name="Freeform 82">
                <a:extLst>
                  <a:ext uri="{FF2B5EF4-FFF2-40B4-BE49-F238E27FC236}">
                    <a16:creationId xmlns:a16="http://schemas.microsoft.com/office/drawing/2014/main" id="{F3D053A9-6048-4CE8-875B-EA83134A7E42}"/>
                  </a:ext>
                </a:extLst>
              </p:cNvPr>
              <p:cNvSpPr/>
              <p:nvPr/>
            </p:nvSpPr>
            <p:spPr>
              <a:xfrm flipH="1">
                <a:off x="7942899" y="6058528"/>
                <a:ext cx="441201" cy="180000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581" name="群組 580">
              <a:extLst>
                <a:ext uri="{FF2B5EF4-FFF2-40B4-BE49-F238E27FC236}">
                  <a16:creationId xmlns:a16="http://schemas.microsoft.com/office/drawing/2014/main" id="{BA7E5058-1EAA-43F1-B5E5-68D3694E0D4B}"/>
                </a:ext>
              </a:extLst>
            </p:cNvPr>
            <p:cNvGrpSpPr/>
            <p:nvPr/>
          </p:nvGrpSpPr>
          <p:grpSpPr>
            <a:xfrm>
              <a:off x="5968403" y="6125178"/>
              <a:ext cx="684605" cy="108000"/>
              <a:chOff x="8378228" y="5972453"/>
              <a:chExt cx="684605" cy="266076"/>
            </a:xfrm>
          </p:grpSpPr>
          <p:sp>
            <p:nvSpPr>
              <p:cNvPr id="582" name="Freeform 82">
                <a:extLst>
                  <a:ext uri="{FF2B5EF4-FFF2-40B4-BE49-F238E27FC236}">
                    <a16:creationId xmlns:a16="http://schemas.microsoft.com/office/drawing/2014/main" id="{15475003-5828-4041-B16D-683322D7BB0A}"/>
                  </a:ext>
                </a:extLst>
              </p:cNvPr>
              <p:cNvSpPr/>
              <p:nvPr/>
            </p:nvSpPr>
            <p:spPr>
              <a:xfrm>
                <a:off x="8378228" y="5975239"/>
                <a:ext cx="243558" cy="263289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  <a:gd name="connsiteX0" fmla="*/ 0 w 276051"/>
                  <a:gd name="connsiteY0" fmla="*/ 714384 h 714384"/>
                  <a:gd name="connsiteX1" fmla="*/ 118889 w 276051"/>
                  <a:gd name="connsiteY1" fmla="*/ 557222 h 714384"/>
                  <a:gd name="connsiteX2" fmla="*/ 276051 w 276051"/>
                  <a:gd name="connsiteY2" fmla="*/ 9 h 714384"/>
                  <a:gd name="connsiteX0" fmla="*/ 0 w 276051"/>
                  <a:gd name="connsiteY0" fmla="*/ 714384 h 714384"/>
                  <a:gd name="connsiteX1" fmla="*/ 118889 w 276051"/>
                  <a:gd name="connsiteY1" fmla="*/ 557222 h 714384"/>
                  <a:gd name="connsiteX2" fmla="*/ 276051 w 276051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6051" h="714384">
                    <a:moveTo>
                      <a:pt x="0" y="714384"/>
                    </a:moveTo>
                    <a:cubicBezTo>
                      <a:pt x="70402" y="656569"/>
                      <a:pt x="72881" y="676285"/>
                      <a:pt x="118889" y="557222"/>
                    </a:cubicBezTo>
                    <a:cubicBezTo>
                      <a:pt x="164898" y="438160"/>
                      <a:pt x="218901" y="-2372"/>
                      <a:pt x="276051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583" name="Freeform 82">
                <a:extLst>
                  <a:ext uri="{FF2B5EF4-FFF2-40B4-BE49-F238E27FC236}">
                    <a16:creationId xmlns:a16="http://schemas.microsoft.com/office/drawing/2014/main" id="{6C010025-C554-4549-8E4C-7ECAA5BDC26D}"/>
                  </a:ext>
                </a:extLst>
              </p:cNvPr>
              <p:cNvSpPr/>
              <p:nvPr/>
            </p:nvSpPr>
            <p:spPr>
              <a:xfrm flipH="1">
                <a:off x="8621632" y="5972453"/>
                <a:ext cx="441201" cy="266076"/>
              </a:xfrm>
              <a:custGeom>
                <a:avLst/>
                <a:gdLst>
                  <a:gd name="connsiteX0" fmla="*/ 0 w 914400"/>
                  <a:gd name="connsiteY0" fmla="*/ 714384 h 714384"/>
                  <a:gd name="connsiteX1" fmla="*/ 342900 w 914400"/>
                  <a:gd name="connsiteY1" fmla="*/ 557222 h 714384"/>
                  <a:gd name="connsiteX2" fmla="*/ 500062 w 914400"/>
                  <a:gd name="connsiteY2" fmla="*/ 9 h 714384"/>
                  <a:gd name="connsiteX3" fmla="*/ 685800 w 914400"/>
                  <a:gd name="connsiteY3" fmla="*/ 571509 h 714384"/>
                  <a:gd name="connsiteX4" fmla="*/ 914400 w 914400"/>
                  <a:gd name="connsiteY4" fmla="*/ 685809 h 714384"/>
                  <a:gd name="connsiteX0" fmla="*/ 0 w 984250"/>
                  <a:gd name="connsiteY0" fmla="*/ 714384 h 720734"/>
                  <a:gd name="connsiteX1" fmla="*/ 342900 w 984250"/>
                  <a:gd name="connsiteY1" fmla="*/ 557222 h 720734"/>
                  <a:gd name="connsiteX2" fmla="*/ 500062 w 984250"/>
                  <a:gd name="connsiteY2" fmla="*/ 9 h 720734"/>
                  <a:gd name="connsiteX3" fmla="*/ 685800 w 984250"/>
                  <a:gd name="connsiteY3" fmla="*/ 571509 h 720734"/>
                  <a:gd name="connsiteX4" fmla="*/ 984250 w 984250"/>
                  <a:gd name="connsiteY4" fmla="*/ 720734 h 720734"/>
                  <a:gd name="connsiteX0" fmla="*/ 0 w 685800"/>
                  <a:gd name="connsiteY0" fmla="*/ 714384 h 714384"/>
                  <a:gd name="connsiteX1" fmla="*/ 342900 w 685800"/>
                  <a:gd name="connsiteY1" fmla="*/ 557222 h 714384"/>
                  <a:gd name="connsiteX2" fmla="*/ 500062 w 685800"/>
                  <a:gd name="connsiteY2" fmla="*/ 9 h 714384"/>
                  <a:gd name="connsiteX3" fmla="*/ 685800 w 685800"/>
                  <a:gd name="connsiteY3" fmla="*/ 571509 h 714384"/>
                  <a:gd name="connsiteX0" fmla="*/ 0 w 500062"/>
                  <a:gd name="connsiteY0" fmla="*/ 714384 h 714384"/>
                  <a:gd name="connsiteX1" fmla="*/ 342900 w 500062"/>
                  <a:gd name="connsiteY1" fmla="*/ 557222 h 714384"/>
                  <a:gd name="connsiteX2" fmla="*/ 500062 w 500062"/>
                  <a:gd name="connsiteY2" fmla="*/ 9 h 714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00062" h="714384">
                    <a:moveTo>
                      <a:pt x="0" y="714384"/>
                    </a:moveTo>
                    <a:cubicBezTo>
                      <a:pt x="129778" y="695334"/>
                      <a:pt x="259556" y="676284"/>
                      <a:pt x="342900" y="557222"/>
                    </a:cubicBezTo>
                    <a:cubicBezTo>
                      <a:pt x="426244" y="438159"/>
                      <a:pt x="442912" y="-2372"/>
                      <a:pt x="500062" y="9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TW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723" name="群組 722">
            <a:extLst>
              <a:ext uri="{FF2B5EF4-FFF2-40B4-BE49-F238E27FC236}">
                <a16:creationId xmlns:a16="http://schemas.microsoft.com/office/drawing/2014/main" id="{CA588EA9-BF71-4419-8A56-19313DC98893}"/>
              </a:ext>
            </a:extLst>
          </p:cNvPr>
          <p:cNvGrpSpPr/>
          <p:nvPr/>
        </p:nvGrpSpPr>
        <p:grpSpPr>
          <a:xfrm>
            <a:off x="7682528" y="1389267"/>
            <a:ext cx="1478884" cy="596629"/>
            <a:chOff x="8279452" y="1617860"/>
            <a:chExt cx="1478884" cy="596629"/>
          </a:xfrm>
        </p:grpSpPr>
        <p:grpSp>
          <p:nvGrpSpPr>
            <p:cNvPr id="722" name="群組 721">
              <a:extLst>
                <a:ext uri="{FF2B5EF4-FFF2-40B4-BE49-F238E27FC236}">
                  <a16:creationId xmlns:a16="http://schemas.microsoft.com/office/drawing/2014/main" id="{1C12D206-5F69-45E8-BABD-55832B7B5D5C}"/>
                </a:ext>
              </a:extLst>
            </p:cNvPr>
            <p:cNvGrpSpPr/>
            <p:nvPr/>
          </p:nvGrpSpPr>
          <p:grpSpPr>
            <a:xfrm>
              <a:off x="8279452" y="1621805"/>
              <a:ext cx="1478884" cy="589208"/>
              <a:chOff x="8279452" y="1621805"/>
              <a:chExt cx="2063866" cy="589208"/>
            </a:xfrm>
          </p:grpSpPr>
          <p:sp>
            <p:nvSpPr>
              <p:cNvPr id="676" name="箭號: 五邊形 675">
                <a:extLst>
                  <a:ext uri="{FF2B5EF4-FFF2-40B4-BE49-F238E27FC236}">
                    <a16:creationId xmlns:a16="http://schemas.microsoft.com/office/drawing/2014/main" id="{0E2C588E-6CD4-4FB5-B5F2-15C4364EC54F}"/>
                  </a:ext>
                </a:extLst>
              </p:cNvPr>
              <p:cNvSpPr/>
              <p:nvPr/>
            </p:nvSpPr>
            <p:spPr>
              <a:xfrm>
                <a:off x="8279452" y="16218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77" name="箭號: 五邊形 676">
                <a:extLst>
                  <a:ext uri="{FF2B5EF4-FFF2-40B4-BE49-F238E27FC236}">
                    <a16:creationId xmlns:a16="http://schemas.microsoft.com/office/drawing/2014/main" id="{40B535EB-6851-41B2-97B0-97B04E5E2F76}"/>
                  </a:ext>
                </a:extLst>
              </p:cNvPr>
              <p:cNvSpPr/>
              <p:nvPr/>
            </p:nvSpPr>
            <p:spPr>
              <a:xfrm>
                <a:off x="8279452" y="17742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78" name="箭號: 五邊形 677">
                <a:extLst>
                  <a:ext uri="{FF2B5EF4-FFF2-40B4-BE49-F238E27FC236}">
                    <a16:creationId xmlns:a16="http://schemas.microsoft.com/office/drawing/2014/main" id="{85149D49-F5C8-4EA2-A87C-CEE983A62A87}"/>
                  </a:ext>
                </a:extLst>
              </p:cNvPr>
              <p:cNvSpPr/>
              <p:nvPr/>
            </p:nvSpPr>
            <p:spPr>
              <a:xfrm>
                <a:off x="8279452" y="19266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679" name="箭號: 五邊形 678">
                <a:extLst>
                  <a:ext uri="{FF2B5EF4-FFF2-40B4-BE49-F238E27FC236}">
                    <a16:creationId xmlns:a16="http://schemas.microsoft.com/office/drawing/2014/main" id="{66182717-AD12-409E-9A4B-6829E4EEF99E}"/>
                  </a:ext>
                </a:extLst>
              </p:cNvPr>
              <p:cNvSpPr/>
              <p:nvPr/>
            </p:nvSpPr>
            <p:spPr>
              <a:xfrm>
                <a:off x="8279452" y="2081413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692" name="矩形 178">
              <a:extLst>
                <a:ext uri="{FF2B5EF4-FFF2-40B4-BE49-F238E27FC236}">
                  <a16:creationId xmlns:a16="http://schemas.microsoft.com/office/drawing/2014/main" id="{258BA758-3DDC-44FB-ABFD-43D75B05228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245" y="16178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693" name="矩形 178">
              <a:extLst>
                <a:ext uri="{FF2B5EF4-FFF2-40B4-BE49-F238E27FC236}">
                  <a16:creationId xmlns:a16="http://schemas.microsoft.com/office/drawing/2014/main" id="{6243F28A-11C4-4F66-8925-8CB1A58EC6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8436" y="16178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694" name="矩形 178">
              <a:extLst>
                <a:ext uri="{FF2B5EF4-FFF2-40B4-BE49-F238E27FC236}">
                  <a16:creationId xmlns:a16="http://schemas.microsoft.com/office/drawing/2014/main" id="{A00EE454-9F2F-4BC4-ABD8-69F9AD5453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8631" y="16178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697" name="矩形 178">
              <a:extLst>
                <a:ext uri="{FF2B5EF4-FFF2-40B4-BE49-F238E27FC236}">
                  <a16:creationId xmlns:a16="http://schemas.microsoft.com/office/drawing/2014/main" id="{8DB315BA-10C4-4126-841B-0820DD53EB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245" y="17702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698" name="矩形 178">
              <a:extLst>
                <a:ext uri="{FF2B5EF4-FFF2-40B4-BE49-F238E27FC236}">
                  <a16:creationId xmlns:a16="http://schemas.microsoft.com/office/drawing/2014/main" id="{7078950C-D326-4FD2-95DC-AB0068E6BC5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8436" y="17702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699" name="矩形 178">
              <a:extLst>
                <a:ext uri="{FF2B5EF4-FFF2-40B4-BE49-F238E27FC236}">
                  <a16:creationId xmlns:a16="http://schemas.microsoft.com/office/drawing/2014/main" id="{FA6F7BB2-41C8-4733-9480-DD32A7D8FF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8631" y="1770260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02" name="矩形 178">
              <a:extLst>
                <a:ext uri="{FF2B5EF4-FFF2-40B4-BE49-F238E27FC236}">
                  <a16:creationId xmlns:a16="http://schemas.microsoft.com/office/drawing/2014/main" id="{168835A6-130D-4106-AF9D-D829180283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245" y="1922660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3" name="矩形 178">
              <a:extLst>
                <a:ext uri="{FF2B5EF4-FFF2-40B4-BE49-F238E27FC236}">
                  <a16:creationId xmlns:a16="http://schemas.microsoft.com/office/drawing/2014/main" id="{F1FD2C59-F76A-4A4A-BE0E-A3BA9C66E7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8436" y="1922660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T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4" name="矩形 178">
              <a:extLst>
                <a:ext uri="{FF2B5EF4-FFF2-40B4-BE49-F238E27FC236}">
                  <a16:creationId xmlns:a16="http://schemas.microsoft.com/office/drawing/2014/main" id="{EB6FFB3F-00E6-4396-806C-2F1869AE3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8631" y="1922660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7" name="矩形 178">
              <a:extLst>
                <a:ext uri="{FF2B5EF4-FFF2-40B4-BE49-F238E27FC236}">
                  <a16:creationId xmlns:a16="http://schemas.microsoft.com/office/drawing/2014/main" id="{5EF35125-0900-45F9-9869-08DF6CFC6E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245" y="2077468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8" name="矩形 178">
              <a:extLst>
                <a:ext uri="{FF2B5EF4-FFF2-40B4-BE49-F238E27FC236}">
                  <a16:creationId xmlns:a16="http://schemas.microsoft.com/office/drawing/2014/main" id="{D733DB43-7378-428A-A086-223784DD67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8436" y="2077468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T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9" name="矩形 178">
              <a:extLst>
                <a:ext uri="{FF2B5EF4-FFF2-40B4-BE49-F238E27FC236}">
                  <a16:creationId xmlns:a16="http://schemas.microsoft.com/office/drawing/2014/main" id="{D43762AE-D6B2-43AA-AE95-8660150489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78631" y="2077468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grpSp>
        <p:nvGrpSpPr>
          <p:cNvPr id="742" name="群組 741">
            <a:extLst>
              <a:ext uri="{FF2B5EF4-FFF2-40B4-BE49-F238E27FC236}">
                <a16:creationId xmlns:a16="http://schemas.microsoft.com/office/drawing/2014/main" id="{E6DB43C0-0657-4159-9D05-CA169ADAF490}"/>
              </a:ext>
            </a:extLst>
          </p:cNvPr>
          <p:cNvGrpSpPr/>
          <p:nvPr/>
        </p:nvGrpSpPr>
        <p:grpSpPr>
          <a:xfrm>
            <a:off x="7691228" y="4126486"/>
            <a:ext cx="1478884" cy="596629"/>
            <a:chOff x="7682528" y="3832407"/>
            <a:chExt cx="1478884" cy="596629"/>
          </a:xfrm>
        </p:grpSpPr>
        <p:grpSp>
          <p:nvGrpSpPr>
            <p:cNvPr id="725" name="群組 724">
              <a:extLst>
                <a:ext uri="{FF2B5EF4-FFF2-40B4-BE49-F238E27FC236}">
                  <a16:creationId xmlns:a16="http://schemas.microsoft.com/office/drawing/2014/main" id="{D7ABE1C1-510A-468C-BF0B-4C5AEA33E46B}"/>
                </a:ext>
              </a:extLst>
            </p:cNvPr>
            <p:cNvGrpSpPr/>
            <p:nvPr/>
          </p:nvGrpSpPr>
          <p:grpSpPr>
            <a:xfrm>
              <a:off x="7682528" y="3836352"/>
              <a:ext cx="1478884" cy="589208"/>
              <a:chOff x="8279452" y="1621805"/>
              <a:chExt cx="2063866" cy="589208"/>
            </a:xfrm>
          </p:grpSpPr>
          <p:sp>
            <p:nvSpPr>
              <p:cNvPr id="738" name="箭號: 五邊形 737">
                <a:extLst>
                  <a:ext uri="{FF2B5EF4-FFF2-40B4-BE49-F238E27FC236}">
                    <a16:creationId xmlns:a16="http://schemas.microsoft.com/office/drawing/2014/main" id="{B7E970A0-84D4-4D94-BC11-E33312BA9024}"/>
                  </a:ext>
                </a:extLst>
              </p:cNvPr>
              <p:cNvSpPr/>
              <p:nvPr/>
            </p:nvSpPr>
            <p:spPr>
              <a:xfrm>
                <a:off x="8279452" y="16218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39" name="箭號: 五邊形 738">
                <a:extLst>
                  <a:ext uri="{FF2B5EF4-FFF2-40B4-BE49-F238E27FC236}">
                    <a16:creationId xmlns:a16="http://schemas.microsoft.com/office/drawing/2014/main" id="{4BC5C319-EA7B-4E26-B66F-47845DBACC8B}"/>
                  </a:ext>
                </a:extLst>
              </p:cNvPr>
              <p:cNvSpPr/>
              <p:nvPr/>
            </p:nvSpPr>
            <p:spPr>
              <a:xfrm>
                <a:off x="8279452" y="17742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40" name="箭號: 五邊形 739">
                <a:extLst>
                  <a:ext uri="{FF2B5EF4-FFF2-40B4-BE49-F238E27FC236}">
                    <a16:creationId xmlns:a16="http://schemas.microsoft.com/office/drawing/2014/main" id="{EEAFB020-A9BA-45C6-9787-CE14490CB453}"/>
                  </a:ext>
                </a:extLst>
              </p:cNvPr>
              <p:cNvSpPr/>
              <p:nvPr/>
            </p:nvSpPr>
            <p:spPr>
              <a:xfrm>
                <a:off x="8279452" y="1926605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741" name="箭號: 五邊形 740">
                <a:extLst>
                  <a:ext uri="{FF2B5EF4-FFF2-40B4-BE49-F238E27FC236}">
                    <a16:creationId xmlns:a16="http://schemas.microsoft.com/office/drawing/2014/main" id="{57E08D50-4587-4AFE-9B0B-699B149A7AF5}"/>
                  </a:ext>
                </a:extLst>
              </p:cNvPr>
              <p:cNvSpPr/>
              <p:nvPr/>
            </p:nvSpPr>
            <p:spPr>
              <a:xfrm>
                <a:off x="8279452" y="2081413"/>
                <a:ext cx="2063866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sp>
          <p:nvSpPr>
            <p:cNvPr id="726" name="矩形 178">
              <a:extLst>
                <a:ext uri="{FF2B5EF4-FFF2-40B4-BE49-F238E27FC236}">
                  <a16:creationId xmlns:a16="http://schemas.microsoft.com/office/drawing/2014/main" id="{98F58CBE-8FE3-4883-96D4-C7B94FE242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1321" y="38324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27" name="矩形 178">
              <a:extLst>
                <a:ext uri="{FF2B5EF4-FFF2-40B4-BE49-F238E27FC236}">
                  <a16:creationId xmlns:a16="http://schemas.microsoft.com/office/drawing/2014/main" id="{D0376D90-78CC-47DE-820F-3F6584F0AD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1512" y="38324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28" name="矩形 178">
              <a:extLst>
                <a:ext uri="{FF2B5EF4-FFF2-40B4-BE49-F238E27FC236}">
                  <a16:creationId xmlns:a16="http://schemas.microsoft.com/office/drawing/2014/main" id="{2EE74A6F-B20F-4958-A5C8-30CC66E77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1707" y="38324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29" name="矩形 178">
              <a:extLst>
                <a:ext uri="{FF2B5EF4-FFF2-40B4-BE49-F238E27FC236}">
                  <a16:creationId xmlns:a16="http://schemas.microsoft.com/office/drawing/2014/main" id="{9A21BC93-AF38-4A0E-B93E-5AB9304B6F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1321" y="39848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30" name="矩形 178">
              <a:extLst>
                <a:ext uri="{FF2B5EF4-FFF2-40B4-BE49-F238E27FC236}">
                  <a16:creationId xmlns:a16="http://schemas.microsoft.com/office/drawing/2014/main" id="{99A0C397-C30F-4CF6-9AA2-9A87D4D01B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1512" y="39848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31" name="矩形 178">
              <a:extLst>
                <a:ext uri="{FF2B5EF4-FFF2-40B4-BE49-F238E27FC236}">
                  <a16:creationId xmlns:a16="http://schemas.microsoft.com/office/drawing/2014/main" id="{A020C08B-A1E9-4444-8D95-B0D52BCE9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1707" y="39848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32" name="矩形 178">
              <a:extLst>
                <a:ext uri="{FF2B5EF4-FFF2-40B4-BE49-F238E27FC236}">
                  <a16:creationId xmlns:a16="http://schemas.microsoft.com/office/drawing/2014/main" id="{B933EB19-B9F7-4B72-8EF1-BCE2316060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1321" y="4137207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33" name="矩形 178">
              <a:extLst>
                <a:ext uri="{FF2B5EF4-FFF2-40B4-BE49-F238E27FC236}">
                  <a16:creationId xmlns:a16="http://schemas.microsoft.com/office/drawing/2014/main" id="{ADD79BD2-58F9-4B3E-938D-29604CDD24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1512" y="4137207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kumimoji="0" lang="zh-TW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微軟正黑體"/>
                <a:cs typeface="Calibri" panose="020F0502020204030204" pitchFamily="34" charset="0"/>
              </a:endParaRPr>
            </a:p>
          </p:txBody>
        </p:sp>
        <p:sp>
          <p:nvSpPr>
            <p:cNvPr id="734" name="矩形 178">
              <a:extLst>
                <a:ext uri="{FF2B5EF4-FFF2-40B4-BE49-F238E27FC236}">
                  <a16:creationId xmlns:a16="http://schemas.microsoft.com/office/drawing/2014/main" id="{649F79EC-AB59-4B86-838C-0CF5905541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1707" y="4137207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35" name="矩形 178">
              <a:extLst>
                <a:ext uri="{FF2B5EF4-FFF2-40B4-BE49-F238E27FC236}">
                  <a16:creationId xmlns:a16="http://schemas.microsoft.com/office/drawing/2014/main" id="{A975366E-4A5C-4810-8FE6-0507CBFBB4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81321" y="4292015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36" name="矩形 178">
              <a:extLst>
                <a:ext uri="{FF2B5EF4-FFF2-40B4-BE49-F238E27FC236}">
                  <a16:creationId xmlns:a16="http://schemas.microsoft.com/office/drawing/2014/main" id="{2D3177C4-B31A-4A8C-BA4D-E0B4867FFB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81512" y="4292015"/>
              <a:ext cx="149158" cy="137021"/>
            </a:xfrm>
            <a:prstGeom prst="rect">
              <a:avLst/>
            </a:prstGeom>
            <a:solidFill>
              <a:srgbClr val="C55A1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T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37" name="矩形 178">
              <a:extLst>
                <a:ext uri="{FF2B5EF4-FFF2-40B4-BE49-F238E27FC236}">
                  <a16:creationId xmlns:a16="http://schemas.microsoft.com/office/drawing/2014/main" id="{8E08B121-BBF6-4DF5-A17C-625FCBFA3B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81707" y="4292015"/>
              <a:ext cx="149158" cy="1370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rPr>
                <a:t>G</a:t>
              </a:r>
              <a:endParaRPr kumimoji="0" lang="zh-TW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</p:grpSp>
      <p:sp>
        <p:nvSpPr>
          <p:cNvPr id="748" name="右中括弧 747">
            <a:extLst>
              <a:ext uri="{FF2B5EF4-FFF2-40B4-BE49-F238E27FC236}">
                <a16:creationId xmlns:a16="http://schemas.microsoft.com/office/drawing/2014/main" id="{F07ED700-8AFD-4A8A-9312-ABC5CD35090E}"/>
              </a:ext>
            </a:extLst>
          </p:cNvPr>
          <p:cNvSpPr/>
          <p:nvPr/>
        </p:nvSpPr>
        <p:spPr>
          <a:xfrm>
            <a:off x="7154384" y="2714197"/>
            <a:ext cx="169384" cy="3421206"/>
          </a:xfrm>
          <a:prstGeom prst="rightBracket">
            <a:avLst/>
          </a:prstGeom>
          <a:ln w="38100">
            <a:solidFill>
              <a:srgbClr val="A6A6A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cxnSp>
        <p:nvCxnSpPr>
          <p:cNvPr id="749" name="直線接點 748">
            <a:extLst>
              <a:ext uri="{FF2B5EF4-FFF2-40B4-BE49-F238E27FC236}">
                <a16:creationId xmlns:a16="http://schemas.microsoft.com/office/drawing/2014/main" id="{740ADD5F-9E79-4CF6-BF4D-245AB2B87D23}"/>
              </a:ext>
            </a:extLst>
          </p:cNvPr>
          <p:cNvCxnSpPr>
            <a:cxnSpLocks/>
          </p:cNvCxnSpPr>
          <p:nvPr/>
        </p:nvCxnSpPr>
        <p:spPr>
          <a:xfrm rot="5400000">
            <a:off x="7416158" y="4334800"/>
            <a:ext cx="0" cy="180000"/>
          </a:xfrm>
          <a:prstGeom prst="line">
            <a:avLst/>
          </a:prstGeom>
          <a:ln w="3810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1" name="矩形: 圓角 750">
            <a:extLst>
              <a:ext uri="{FF2B5EF4-FFF2-40B4-BE49-F238E27FC236}">
                <a16:creationId xmlns:a16="http://schemas.microsoft.com/office/drawing/2014/main" id="{8C04B879-F68F-403E-9571-5C8E55A796F7}"/>
              </a:ext>
            </a:extLst>
          </p:cNvPr>
          <p:cNvSpPr/>
          <p:nvPr/>
        </p:nvSpPr>
        <p:spPr>
          <a:xfrm>
            <a:off x="9750661" y="4077038"/>
            <a:ext cx="1240674" cy="688831"/>
          </a:xfrm>
          <a:prstGeom prst="round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52" name="文字方塊 751">
            <a:extLst>
              <a:ext uri="{FF2B5EF4-FFF2-40B4-BE49-F238E27FC236}">
                <a16:creationId xmlns:a16="http://schemas.microsoft.com/office/drawing/2014/main" id="{87CEF787-B611-403F-826E-4D2ECB7CC277}"/>
              </a:ext>
            </a:extLst>
          </p:cNvPr>
          <p:cNvSpPr txBox="1"/>
          <p:nvPr/>
        </p:nvSpPr>
        <p:spPr>
          <a:xfrm>
            <a:off x="9595038" y="3831952"/>
            <a:ext cx="72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C55A1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Pattern</a:t>
            </a:r>
          </a:p>
        </p:txBody>
      </p:sp>
      <p:cxnSp>
        <p:nvCxnSpPr>
          <p:cNvPr id="753" name="直線單箭頭接點 752">
            <a:extLst>
              <a:ext uri="{FF2B5EF4-FFF2-40B4-BE49-F238E27FC236}">
                <a16:creationId xmlns:a16="http://schemas.microsoft.com/office/drawing/2014/main" id="{3010365B-6DD5-433C-9466-9C124D8D4EAD}"/>
              </a:ext>
            </a:extLst>
          </p:cNvPr>
          <p:cNvCxnSpPr>
            <a:cxnSpLocks/>
            <a:stCxn id="761" idx="6"/>
            <a:endCxn id="759" idx="2"/>
          </p:cNvCxnSpPr>
          <p:nvPr/>
        </p:nvCxnSpPr>
        <p:spPr>
          <a:xfrm flipV="1">
            <a:off x="10054176" y="4236493"/>
            <a:ext cx="194224" cy="236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直線單箭頭接點 753">
            <a:extLst>
              <a:ext uri="{FF2B5EF4-FFF2-40B4-BE49-F238E27FC236}">
                <a16:creationId xmlns:a16="http://schemas.microsoft.com/office/drawing/2014/main" id="{5A4A31F5-FCFF-45BE-B93F-1CA998029E12}"/>
              </a:ext>
            </a:extLst>
          </p:cNvPr>
          <p:cNvCxnSpPr>
            <a:cxnSpLocks/>
            <a:stCxn id="759" idx="6"/>
            <a:endCxn id="760" idx="2"/>
          </p:cNvCxnSpPr>
          <p:nvPr/>
        </p:nvCxnSpPr>
        <p:spPr>
          <a:xfrm>
            <a:off x="10511990" y="4236493"/>
            <a:ext cx="190668" cy="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直線單箭頭接點 754">
            <a:extLst>
              <a:ext uri="{FF2B5EF4-FFF2-40B4-BE49-F238E27FC236}">
                <a16:creationId xmlns:a16="http://schemas.microsoft.com/office/drawing/2014/main" id="{4B0372F4-435D-45D3-8CF0-A514C20DD710}"/>
              </a:ext>
            </a:extLst>
          </p:cNvPr>
          <p:cNvCxnSpPr>
            <a:cxnSpLocks/>
            <a:stCxn id="764" idx="6"/>
            <a:endCxn id="762" idx="2"/>
          </p:cNvCxnSpPr>
          <p:nvPr/>
        </p:nvCxnSpPr>
        <p:spPr>
          <a:xfrm flipV="1">
            <a:off x="10054176" y="4608676"/>
            <a:ext cx="193366" cy="2360"/>
          </a:xfrm>
          <a:prstGeom prst="straightConnector1">
            <a:avLst/>
          </a:prstGeom>
          <a:ln w="28575">
            <a:solidFill>
              <a:srgbClr val="C55A1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直線單箭頭接點 755">
            <a:extLst>
              <a:ext uri="{FF2B5EF4-FFF2-40B4-BE49-F238E27FC236}">
                <a16:creationId xmlns:a16="http://schemas.microsoft.com/office/drawing/2014/main" id="{FA0C0C92-6CEF-4B75-8C40-E27B768E54FD}"/>
              </a:ext>
            </a:extLst>
          </p:cNvPr>
          <p:cNvCxnSpPr>
            <a:cxnSpLocks/>
            <a:stCxn id="762" idx="6"/>
            <a:endCxn id="763" idx="2"/>
          </p:cNvCxnSpPr>
          <p:nvPr/>
        </p:nvCxnSpPr>
        <p:spPr>
          <a:xfrm>
            <a:off x="10511132" y="4608676"/>
            <a:ext cx="191526" cy="0"/>
          </a:xfrm>
          <a:prstGeom prst="straightConnector1">
            <a:avLst/>
          </a:prstGeom>
          <a:ln w="28575">
            <a:solidFill>
              <a:srgbClr val="C55A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7" name="直線單箭頭接點 756">
            <a:extLst>
              <a:ext uri="{FF2B5EF4-FFF2-40B4-BE49-F238E27FC236}">
                <a16:creationId xmlns:a16="http://schemas.microsoft.com/office/drawing/2014/main" id="{57291AB7-4E03-4078-9BF9-E77F197672F0}"/>
              </a:ext>
            </a:extLst>
          </p:cNvPr>
          <p:cNvCxnSpPr>
            <a:cxnSpLocks/>
            <a:stCxn id="764" idx="7"/>
            <a:endCxn id="759" idx="3"/>
          </p:cNvCxnSpPr>
          <p:nvPr/>
        </p:nvCxnSpPr>
        <p:spPr>
          <a:xfrm flipV="1">
            <a:off x="10015574" y="4329686"/>
            <a:ext cx="271428" cy="188157"/>
          </a:xfrm>
          <a:prstGeom prst="straightConnector1">
            <a:avLst/>
          </a:prstGeom>
          <a:ln w="28575">
            <a:solidFill>
              <a:srgbClr val="2F5597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8" name="直線單箭頭接點 757">
            <a:extLst>
              <a:ext uri="{FF2B5EF4-FFF2-40B4-BE49-F238E27FC236}">
                <a16:creationId xmlns:a16="http://schemas.microsoft.com/office/drawing/2014/main" id="{8AE4A911-F3A3-4B33-B36A-BCCA5C8EFF3C}"/>
              </a:ext>
            </a:extLst>
          </p:cNvPr>
          <p:cNvCxnSpPr>
            <a:cxnSpLocks/>
            <a:stCxn id="759" idx="5"/>
            <a:endCxn id="763" idx="1"/>
          </p:cNvCxnSpPr>
          <p:nvPr/>
        </p:nvCxnSpPr>
        <p:spPr>
          <a:xfrm>
            <a:off x="10473388" y="4329686"/>
            <a:ext cx="267872" cy="185797"/>
          </a:xfrm>
          <a:prstGeom prst="straightConnector1">
            <a:avLst/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9" name="橢圓 758">
            <a:extLst>
              <a:ext uri="{FF2B5EF4-FFF2-40B4-BE49-F238E27FC236}">
                <a16:creationId xmlns:a16="http://schemas.microsoft.com/office/drawing/2014/main" id="{26BC4434-EADF-49DC-B3B0-27A7B5F77421}"/>
              </a:ext>
            </a:extLst>
          </p:cNvPr>
          <p:cNvSpPr/>
          <p:nvPr/>
        </p:nvSpPr>
        <p:spPr>
          <a:xfrm>
            <a:off x="10248400" y="4104698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C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60" name="橢圓 759">
            <a:extLst>
              <a:ext uri="{FF2B5EF4-FFF2-40B4-BE49-F238E27FC236}">
                <a16:creationId xmlns:a16="http://schemas.microsoft.com/office/drawing/2014/main" id="{3A363941-7EFB-4607-81D6-F86DB64659C0}"/>
              </a:ext>
            </a:extLst>
          </p:cNvPr>
          <p:cNvSpPr/>
          <p:nvPr/>
        </p:nvSpPr>
        <p:spPr>
          <a:xfrm>
            <a:off x="10702658" y="4104698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61" name="橢圓 760">
            <a:extLst>
              <a:ext uri="{FF2B5EF4-FFF2-40B4-BE49-F238E27FC236}">
                <a16:creationId xmlns:a16="http://schemas.microsoft.com/office/drawing/2014/main" id="{8B4AE93F-1AF1-4697-B4D2-7DA844FA0BA6}"/>
              </a:ext>
            </a:extLst>
          </p:cNvPr>
          <p:cNvSpPr/>
          <p:nvPr/>
        </p:nvSpPr>
        <p:spPr>
          <a:xfrm>
            <a:off x="9790586" y="4107058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A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62" name="橢圓 761">
            <a:extLst>
              <a:ext uri="{FF2B5EF4-FFF2-40B4-BE49-F238E27FC236}">
                <a16:creationId xmlns:a16="http://schemas.microsoft.com/office/drawing/2014/main" id="{AB019548-3DED-4E97-9282-5C5B57B86298}"/>
              </a:ext>
            </a:extLst>
          </p:cNvPr>
          <p:cNvSpPr/>
          <p:nvPr/>
        </p:nvSpPr>
        <p:spPr>
          <a:xfrm>
            <a:off x="10247542" y="4476881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T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63" name="橢圓 762">
            <a:extLst>
              <a:ext uri="{FF2B5EF4-FFF2-40B4-BE49-F238E27FC236}">
                <a16:creationId xmlns:a16="http://schemas.microsoft.com/office/drawing/2014/main" id="{6C8DD9AF-4934-4232-AF42-6DDCE7846226}"/>
              </a:ext>
            </a:extLst>
          </p:cNvPr>
          <p:cNvSpPr/>
          <p:nvPr/>
        </p:nvSpPr>
        <p:spPr>
          <a:xfrm>
            <a:off x="10702658" y="4476881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G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764" name="橢圓 763">
            <a:extLst>
              <a:ext uri="{FF2B5EF4-FFF2-40B4-BE49-F238E27FC236}">
                <a16:creationId xmlns:a16="http://schemas.microsoft.com/office/drawing/2014/main" id="{B3F79044-A7F4-4EA4-89A8-8E2D3D1E145E}"/>
              </a:ext>
            </a:extLst>
          </p:cNvPr>
          <p:cNvSpPr/>
          <p:nvPr/>
        </p:nvSpPr>
        <p:spPr>
          <a:xfrm>
            <a:off x="9790586" y="4479241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G</a:t>
            </a: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cxnSp>
        <p:nvCxnSpPr>
          <p:cNvPr id="765" name="直線接點 764">
            <a:extLst>
              <a:ext uri="{FF2B5EF4-FFF2-40B4-BE49-F238E27FC236}">
                <a16:creationId xmlns:a16="http://schemas.microsoft.com/office/drawing/2014/main" id="{F98BA13A-F987-4268-A266-4DB2684D1C22}"/>
              </a:ext>
            </a:extLst>
          </p:cNvPr>
          <p:cNvCxnSpPr>
            <a:cxnSpLocks/>
          </p:cNvCxnSpPr>
          <p:nvPr/>
        </p:nvCxnSpPr>
        <p:spPr>
          <a:xfrm rot="5400000">
            <a:off x="9435458" y="4334800"/>
            <a:ext cx="0" cy="180000"/>
          </a:xfrm>
          <a:prstGeom prst="line">
            <a:avLst/>
          </a:prstGeom>
          <a:ln w="3810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6" name="直線接點 765">
            <a:extLst>
              <a:ext uri="{FF2B5EF4-FFF2-40B4-BE49-F238E27FC236}">
                <a16:creationId xmlns:a16="http://schemas.microsoft.com/office/drawing/2014/main" id="{78ACCE60-BC76-41A6-B763-FA91A1360836}"/>
              </a:ext>
            </a:extLst>
          </p:cNvPr>
          <p:cNvCxnSpPr>
            <a:cxnSpLocks/>
          </p:cNvCxnSpPr>
          <p:nvPr/>
        </p:nvCxnSpPr>
        <p:spPr>
          <a:xfrm rot="5400000">
            <a:off x="9435458" y="1590412"/>
            <a:ext cx="0" cy="180000"/>
          </a:xfrm>
          <a:prstGeom prst="line">
            <a:avLst/>
          </a:prstGeom>
          <a:ln w="3810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7" name="直線接點 766">
            <a:extLst>
              <a:ext uri="{FF2B5EF4-FFF2-40B4-BE49-F238E27FC236}">
                <a16:creationId xmlns:a16="http://schemas.microsoft.com/office/drawing/2014/main" id="{65C753CC-00D6-4EFE-877C-3CDFBF2E7501}"/>
              </a:ext>
            </a:extLst>
          </p:cNvPr>
          <p:cNvCxnSpPr>
            <a:cxnSpLocks/>
          </p:cNvCxnSpPr>
          <p:nvPr/>
        </p:nvCxnSpPr>
        <p:spPr>
          <a:xfrm rot="5400000">
            <a:off x="7323768" y="1590412"/>
            <a:ext cx="0" cy="180000"/>
          </a:xfrm>
          <a:prstGeom prst="line">
            <a:avLst/>
          </a:prstGeom>
          <a:ln w="38100">
            <a:solidFill>
              <a:srgbClr val="A6A6A6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8" name="文字方塊 767">
            <a:extLst>
              <a:ext uri="{FF2B5EF4-FFF2-40B4-BE49-F238E27FC236}">
                <a16:creationId xmlns:a16="http://schemas.microsoft.com/office/drawing/2014/main" id="{7BA75D8D-C5E3-4110-9DCA-17F30E9B26AD}"/>
              </a:ext>
            </a:extLst>
          </p:cNvPr>
          <p:cNvSpPr txBox="1"/>
          <p:nvPr/>
        </p:nvSpPr>
        <p:spPr>
          <a:xfrm>
            <a:off x="9595038" y="1186469"/>
            <a:ext cx="722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>
                <a:solidFill>
                  <a:srgbClr val="C55A1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Pattern</a:t>
            </a:r>
          </a:p>
        </p:txBody>
      </p:sp>
      <p:sp>
        <p:nvSpPr>
          <p:cNvPr id="769" name="文字方塊 768">
            <a:extLst>
              <a:ext uri="{FF2B5EF4-FFF2-40B4-BE49-F238E27FC236}">
                <a16:creationId xmlns:a16="http://schemas.microsoft.com/office/drawing/2014/main" id="{43F1EEA2-4113-45E2-95E4-3583B3303F8B}"/>
              </a:ext>
            </a:extLst>
          </p:cNvPr>
          <p:cNvSpPr txBox="1"/>
          <p:nvPr/>
        </p:nvSpPr>
        <p:spPr>
          <a:xfrm>
            <a:off x="9999201" y="14577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✕</a:t>
            </a:r>
          </a:p>
        </p:txBody>
      </p:sp>
    </p:spTree>
    <p:extLst>
      <p:ext uri="{BB962C8B-B14F-4D97-AF65-F5344CB8AC3E}">
        <p14:creationId xmlns:p14="http://schemas.microsoft.com/office/powerpoint/2010/main" val="15703247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群組 1434">
            <a:extLst>
              <a:ext uri="{FF2B5EF4-FFF2-40B4-BE49-F238E27FC236}">
                <a16:creationId xmlns:a16="http://schemas.microsoft.com/office/drawing/2014/main" id="{500DE26F-FA78-4844-8F4E-5E07AC93FA9A}"/>
              </a:ext>
            </a:extLst>
          </p:cNvPr>
          <p:cNvGrpSpPr/>
          <p:nvPr/>
        </p:nvGrpSpPr>
        <p:grpSpPr>
          <a:xfrm>
            <a:off x="4440227" y="4705866"/>
            <a:ext cx="1505682" cy="714791"/>
            <a:chOff x="5454733" y="4705866"/>
            <a:chExt cx="1505682" cy="714791"/>
          </a:xfrm>
        </p:grpSpPr>
        <p:grpSp>
          <p:nvGrpSpPr>
            <p:cNvPr id="1434" name="群組 1433">
              <a:extLst>
                <a:ext uri="{FF2B5EF4-FFF2-40B4-BE49-F238E27FC236}">
                  <a16:creationId xmlns:a16="http://schemas.microsoft.com/office/drawing/2014/main" id="{61CE4138-18CA-4ABF-8396-A1FA79AED90C}"/>
                </a:ext>
              </a:extLst>
            </p:cNvPr>
            <p:cNvGrpSpPr/>
            <p:nvPr/>
          </p:nvGrpSpPr>
          <p:grpSpPr>
            <a:xfrm>
              <a:off x="5897572" y="4705866"/>
              <a:ext cx="1062842" cy="287565"/>
              <a:chOff x="5897572" y="3714024"/>
              <a:chExt cx="1062842" cy="287565"/>
            </a:xfrm>
          </p:grpSpPr>
          <p:grpSp>
            <p:nvGrpSpPr>
              <p:cNvPr id="1401" name="群組 1400">
                <a:extLst>
                  <a:ext uri="{FF2B5EF4-FFF2-40B4-BE49-F238E27FC236}">
                    <a16:creationId xmlns:a16="http://schemas.microsoft.com/office/drawing/2014/main" id="{08FE394C-1C62-430C-B3DC-EB758B623E99}"/>
                  </a:ext>
                </a:extLst>
              </p:cNvPr>
              <p:cNvGrpSpPr/>
              <p:nvPr/>
            </p:nvGrpSpPr>
            <p:grpSpPr>
              <a:xfrm>
                <a:off x="6561939" y="3717500"/>
                <a:ext cx="398475" cy="282000"/>
                <a:chOff x="9779317" y="5692032"/>
                <a:chExt cx="1478884" cy="282000"/>
              </a:xfrm>
            </p:grpSpPr>
            <p:sp>
              <p:nvSpPr>
                <p:cNvPr id="1429" name="箭號: 五邊形 1428">
                  <a:extLst>
                    <a:ext uri="{FF2B5EF4-FFF2-40B4-BE49-F238E27FC236}">
                      <a16:creationId xmlns:a16="http://schemas.microsoft.com/office/drawing/2014/main" id="{1BED73DC-B7ED-45B3-B824-865464EFAAF6}"/>
                    </a:ext>
                  </a:extLst>
                </p:cNvPr>
                <p:cNvSpPr/>
                <p:nvPr/>
              </p:nvSpPr>
              <p:spPr>
                <a:xfrm>
                  <a:off x="9779317" y="5692032"/>
                  <a:ext cx="1478884" cy="129600"/>
                </a:xfrm>
                <a:prstGeom prst="homePlate">
                  <a:avLst/>
                </a:prstGeom>
                <a:solidFill>
                  <a:srgbClr val="E5D7EA"/>
                </a:solidFill>
                <a:ln>
                  <a:solidFill>
                    <a:srgbClr val="E5D7E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30" name="箭號: 五邊形 1429">
                  <a:extLst>
                    <a:ext uri="{FF2B5EF4-FFF2-40B4-BE49-F238E27FC236}">
                      <a16:creationId xmlns:a16="http://schemas.microsoft.com/office/drawing/2014/main" id="{084FB577-D2AC-4D5A-8D9D-A9DB191DE6B2}"/>
                    </a:ext>
                  </a:extLst>
                </p:cNvPr>
                <p:cNvSpPr/>
                <p:nvPr/>
              </p:nvSpPr>
              <p:spPr>
                <a:xfrm>
                  <a:off x="9779317" y="5844432"/>
                  <a:ext cx="1478884" cy="129600"/>
                </a:xfrm>
                <a:prstGeom prst="homePlate">
                  <a:avLst/>
                </a:prstGeom>
                <a:solidFill>
                  <a:srgbClr val="E5D7EA"/>
                </a:solidFill>
                <a:ln>
                  <a:solidFill>
                    <a:srgbClr val="E5D7E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02" name="群組 1401">
                <a:extLst>
                  <a:ext uri="{FF2B5EF4-FFF2-40B4-BE49-F238E27FC236}">
                    <a16:creationId xmlns:a16="http://schemas.microsoft.com/office/drawing/2014/main" id="{80B3A477-FDA4-4BBD-AE7D-3D6D4195293F}"/>
                  </a:ext>
                </a:extLst>
              </p:cNvPr>
              <p:cNvGrpSpPr/>
              <p:nvPr/>
            </p:nvGrpSpPr>
            <p:grpSpPr>
              <a:xfrm>
                <a:off x="5897572" y="3717500"/>
                <a:ext cx="628650" cy="282000"/>
                <a:chOff x="9779317" y="5692032"/>
                <a:chExt cx="1478884" cy="282000"/>
              </a:xfrm>
            </p:grpSpPr>
            <p:sp>
              <p:nvSpPr>
                <p:cNvPr id="1427" name="箭號: 五邊形 1426">
                  <a:extLst>
                    <a:ext uri="{FF2B5EF4-FFF2-40B4-BE49-F238E27FC236}">
                      <a16:creationId xmlns:a16="http://schemas.microsoft.com/office/drawing/2014/main" id="{E060AAA4-4B94-4D2E-B3A3-0720433CDF26}"/>
                    </a:ext>
                  </a:extLst>
                </p:cNvPr>
                <p:cNvSpPr/>
                <p:nvPr/>
              </p:nvSpPr>
              <p:spPr>
                <a:xfrm>
                  <a:off x="9779317" y="56920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28" name="箭號: 五邊形 1427">
                  <a:extLst>
                    <a:ext uri="{FF2B5EF4-FFF2-40B4-BE49-F238E27FC236}">
                      <a16:creationId xmlns:a16="http://schemas.microsoft.com/office/drawing/2014/main" id="{59344EBF-0AEE-4131-B79B-84493EE3DECF}"/>
                    </a:ext>
                  </a:extLst>
                </p:cNvPr>
                <p:cNvSpPr/>
                <p:nvPr/>
              </p:nvSpPr>
              <p:spPr>
                <a:xfrm>
                  <a:off x="9779317" y="58444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 dirty="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06" name="群組 1405">
                <a:extLst>
                  <a:ext uri="{FF2B5EF4-FFF2-40B4-BE49-F238E27FC236}">
                    <a16:creationId xmlns:a16="http://schemas.microsoft.com/office/drawing/2014/main" id="{CFC0E868-8BD6-4F78-A5B6-104E43C69C55}"/>
                  </a:ext>
                </a:extLst>
              </p:cNvPr>
              <p:cNvGrpSpPr/>
              <p:nvPr/>
            </p:nvGrpSpPr>
            <p:grpSpPr>
              <a:xfrm>
                <a:off x="5948484" y="3714024"/>
                <a:ext cx="72000" cy="287565"/>
                <a:chOff x="10173606" y="5688556"/>
                <a:chExt cx="149158" cy="287565"/>
              </a:xfrm>
            </p:grpSpPr>
            <p:sp>
              <p:nvSpPr>
                <p:cNvPr id="1419" name="矩形 178">
                  <a:extLst>
                    <a:ext uri="{FF2B5EF4-FFF2-40B4-BE49-F238E27FC236}">
                      <a16:creationId xmlns:a16="http://schemas.microsoft.com/office/drawing/2014/main" id="{8C44DD20-D303-4493-AEC6-E04A768264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173606" y="5688556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20" name="矩形 178">
                  <a:extLst>
                    <a:ext uri="{FF2B5EF4-FFF2-40B4-BE49-F238E27FC236}">
                      <a16:creationId xmlns:a16="http://schemas.microsoft.com/office/drawing/2014/main" id="{FD78405B-F06F-4BCF-93EE-9FBE5A67E7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173606" y="5839100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07" name="群組 1406">
                <a:extLst>
                  <a:ext uri="{FF2B5EF4-FFF2-40B4-BE49-F238E27FC236}">
                    <a16:creationId xmlns:a16="http://schemas.microsoft.com/office/drawing/2014/main" id="{D5C8B859-A85B-405E-8D10-9B1531180F9B}"/>
                  </a:ext>
                </a:extLst>
              </p:cNvPr>
              <p:cNvGrpSpPr/>
              <p:nvPr/>
            </p:nvGrpSpPr>
            <p:grpSpPr>
              <a:xfrm>
                <a:off x="6637992" y="3714024"/>
                <a:ext cx="72000" cy="287565"/>
                <a:chOff x="10905140" y="5688556"/>
                <a:chExt cx="149158" cy="287565"/>
              </a:xfrm>
            </p:grpSpPr>
            <p:sp>
              <p:nvSpPr>
                <p:cNvPr id="1417" name="矩形 178">
                  <a:extLst>
                    <a:ext uri="{FF2B5EF4-FFF2-40B4-BE49-F238E27FC236}">
                      <a16:creationId xmlns:a16="http://schemas.microsoft.com/office/drawing/2014/main" id="{EA290BEF-21A4-4509-9BF2-90EC274338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05140" y="5688556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18" name="矩形 178">
                  <a:extLst>
                    <a:ext uri="{FF2B5EF4-FFF2-40B4-BE49-F238E27FC236}">
                      <a16:creationId xmlns:a16="http://schemas.microsoft.com/office/drawing/2014/main" id="{B5C8DFA0-8ECC-4659-B0F0-E1208B49E3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05140" y="5839100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433" name="群組 1432">
              <a:extLst>
                <a:ext uri="{FF2B5EF4-FFF2-40B4-BE49-F238E27FC236}">
                  <a16:creationId xmlns:a16="http://schemas.microsoft.com/office/drawing/2014/main" id="{3250321F-577F-4DF5-B436-67C0A4F22692}"/>
                </a:ext>
              </a:extLst>
            </p:cNvPr>
            <p:cNvGrpSpPr/>
            <p:nvPr/>
          </p:nvGrpSpPr>
          <p:grpSpPr>
            <a:xfrm>
              <a:off x="5454733" y="5128828"/>
              <a:ext cx="1505682" cy="291829"/>
              <a:chOff x="5454733" y="4018355"/>
              <a:chExt cx="1505682" cy="291829"/>
            </a:xfrm>
          </p:grpSpPr>
          <p:sp>
            <p:nvSpPr>
              <p:cNvPr id="1398" name="箭號: 五邊形 1397">
                <a:extLst>
                  <a:ext uri="{FF2B5EF4-FFF2-40B4-BE49-F238E27FC236}">
                    <a16:creationId xmlns:a16="http://schemas.microsoft.com/office/drawing/2014/main" id="{E0B03411-413E-4DF9-BEA7-ADC3D98C6DD3}"/>
                  </a:ext>
                </a:extLst>
              </p:cNvPr>
              <p:cNvSpPr/>
              <p:nvPr/>
            </p:nvSpPr>
            <p:spPr>
              <a:xfrm>
                <a:off x="5761996" y="4022300"/>
                <a:ext cx="426088" cy="129600"/>
              </a:xfrm>
              <a:prstGeom prst="homePlate">
                <a:avLst/>
              </a:prstGeom>
              <a:solidFill>
                <a:srgbClr val="FBC6C1"/>
              </a:solidFill>
              <a:ln>
                <a:solidFill>
                  <a:srgbClr val="FBC6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399" name="箭號: 五邊形 1398">
                <a:extLst>
                  <a:ext uri="{FF2B5EF4-FFF2-40B4-BE49-F238E27FC236}">
                    <a16:creationId xmlns:a16="http://schemas.microsoft.com/office/drawing/2014/main" id="{1B3FB342-F4A1-4B84-8D47-A9C5B027E642}"/>
                  </a:ext>
                </a:extLst>
              </p:cNvPr>
              <p:cNvSpPr/>
              <p:nvPr/>
            </p:nvSpPr>
            <p:spPr>
              <a:xfrm>
                <a:off x="5642778" y="4177108"/>
                <a:ext cx="545306" cy="129600"/>
              </a:xfrm>
              <a:prstGeom prst="homePlate">
                <a:avLst/>
              </a:prstGeom>
              <a:solidFill>
                <a:srgbClr val="FBC6C1"/>
              </a:solidFill>
              <a:ln>
                <a:solidFill>
                  <a:srgbClr val="FBC6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grpSp>
            <p:nvGrpSpPr>
              <p:cNvPr id="1400" name="群組 1399">
                <a:extLst>
                  <a:ext uri="{FF2B5EF4-FFF2-40B4-BE49-F238E27FC236}">
                    <a16:creationId xmlns:a16="http://schemas.microsoft.com/office/drawing/2014/main" id="{79158708-F741-4CFA-B29A-F5198F31600B}"/>
                  </a:ext>
                </a:extLst>
              </p:cNvPr>
              <p:cNvGrpSpPr/>
              <p:nvPr/>
            </p:nvGrpSpPr>
            <p:grpSpPr>
              <a:xfrm>
                <a:off x="6215153" y="4022300"/>
                <a:ext cx="745262" cy="284408"/>
                <a:chOff x="9779317" y="5996832"/>
                <a:chExt cx="1478884" cy="284408"/>
              </a:xfrm>
            </p:grpSpPr>
            <p:sp>
              <p:nvSpPr>
                <p:cNvPr id="1431" name="箭號: 五邊形 1430">
                  <a:extLst>
                    <a:ext uri="{FF2B5EF4-FFF2-40B4-BE49-F238E27FC236}">
                      <a16:creationId xmlns:a16="http://schemas.microsoft.com/office/drawing/2014/main" id="{E6B64EAC-F0DA-44DF-800B-78DDC54A17CD}"/>
                    </a:ext>
                  </a:extLst>
                </p:cNvPr>
                <p:cNvSpPr/>
                <p:nvPr/>
              </p:nvSpPr>
              <p:spPr>
                <a:xfrm>
                  <a:off x="9779317" y="5996832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32" name="箭號: 五邊形 1431">
                  <a:extLst>
                    <a:ext uri="{FF2B5EF4-FFF2-40B4-BE49-F238E27FC236}">
                      <a16:creationId xmlns:a16="http://schemas.microsoft.com/office/drawing/2014/main" id="{F88FC2A0-5381-45FA-991C-AE0A3DB9A5D1}"/>
                    </a:ext>
                  </a:extLst>
                </p:cNvPr>
                <p:cNvSpPr/>
                <p:nvPr/>
              </p:nvSpPr>
              <p:spPr>
                <a:xfrm>
                  <a:off x="9779317" y="6151640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03" name="群組 1402">
                <a:extLst>
                  <a:ext uri="{FF2B5EF4-FFF2-40B4-BE49-F238E27FC236}">
                    <a16:creationId xmlns:a16="http://schemas.microsoft.com/office/drawing/2014/main" id="{B5984DEB-E082-44D6-BBDB-4EA1A9B53F7B}"/>
                  </a:ext>
                </a:extLst>
              </p:cNvPr>
              <p:cNvGrpSpPr/>
              <p:nvPr/>
            </p:nvGrpSpPr>
            <p:grpSpPr>
              <a:xfrm>
                <a:off x="5454733" y="4022300"/>
                <a:ext cx="276350" cy="284408"/>
                <a:chOff x="9779317" y="5996832"/>
                <a:chExt cx="1478884" cy="284408"/>
              </a:xfrm>
            </p:grpSpPr>
            <p:sp>
              <p:nvSpPr>
                <p:cNvPr id="1425" name="箭號: 五邊形 1424">
                  <a:extLst>
                    <a:ext uri="{FF2B5EF4-FFF2-40B4-BE49-F238E27FC236}">
                      <a16:creationId xmlns:a16="http://schemas.microsoft.com/office/drawing/2014/main" id="{8D2239A8-CFB5-42F2-981C-E1036E2D382C}"/>
                    </a:ext>
                  </a:extLst>
                </p:cNvPr>
                <p:cNvSpPr/>
                <p:nvPr/>
              </p:nvSpPr>
              <p:spPr>
                <a:xfrm>
                  <a:off x="9779317" y="5996832"/>
                  <a:ext cx="1478884" cy="129600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26" name="箭號: 五邊形 1425">
                  <a:extLst>
                    <a:ext uri="{FF2B5EF4-FFF2-40B4-BE49-F238E27FC236}">
                      <a16:creationId xmlns:a16="http://schemas.microsoft.com/office/drawing/2014/main" id="{BC644CAE-CC2B-4501-9964-6368B76CDBED}"/>
                    </a:ext>
                  </a:extLst>
                </p:cNvPr>
                <p:cNvSpPr/>
                <p:nvPr/>
              </p:nvSpPr>
              <p:spPr>
                <a:xfrm>
                  <a:off x="9779317" y="6151640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 dirty="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04" name="群組 1403">
                <a:extLst>
                  <a:ext uri="{FF2B5EF4-FFF2-40B4-BE49-F238E27FC236}">
                    <a16:creationId xmlns:a16="http://schemas.microsoft.com/office/drawing/2014/main" id="{50353F19-A98A-4010-8299-CF0B79C06FA0}"/>
                  </a:ext>
                </a:extLst>
              </p:cNvPr>
              <p:cNvGrpSpPr/>
              <p:nvPr/>
            </p:nvGrpSpPr>
            <p:grpSpPr>
              <a:xfrm>
                <a:off x="5536474" y="4018355"/>
                <a:ext cx="72000" cy="291829"/>
                <a:chOff x="9861058" y="5992887"/>
                <a:chExt cx="149158" cy="291829"/>
              </a:xfrm>
            </p:grpSpPr>
            <p:sp>
              <p:nvSpPr>
                <p:cNvPr id="1423" name="矩形 178">
                  <a:extLst>
                    <a:ext uri="{FF2B5EF4-FFF2-40B4-BE49-F238E27FC236}">
                      <a16:creationId xmlns:a16="http://schemas.microsoft.com/office/drawing/2014/main" id="{3C054362-29B3-4BA1-81DC-EAD326CE818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24" name="矩形 178">
                  <a:extLst>
                    <a:ext uri="{FF2B5EF4-FFF2-40B4-BE49-F238E27FC236}">
                      <a16:creationId xmlns:a16="http://schemas.microsoft.com/office/drawing/2014/main" id="{CC9D3C2D-CAEF-4D3B-BBAB-9DBC4B580D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05" name="群組 1404">
                <a:extLst>
                  <a:ext uri="{FF2B5EF4-FFF2-40B4-BE49-F238E27FC236}">
                    <a16:creationId xmlns:a16="http://schemas.microsoft.com/office/drawing/2014/main" id="{5C28B271-F07F-476B-96BB-3805F1CC562F}"/>
                  </a:ext>
                </a:extLst>
              </p:cNvPr>
              <p:cNvGrpSpPr/>
              <p:nvPr/>
            </p:nvGrpSpPr>
            <p:grpSpPr>
              <a:xfrm>
                <a:off x="6395902" y="4018355"/>
                <a:ext cx="72000" cy="291829"/>
                <a:chOff x="10639049" y="5992887"/>
                <a:chExt cx="149158" cy="291829"/>
              </a:xfrm>
            </p:grpSpPr>
            <p:sp>
              <p:nvSpPr>
                <p:cNvPr id="1421" name="矩形 178">
                  <a:extLst>
                    <a:ext uri="{FF2B5EF4-FFF2-40B4-BE49-F238E27FC236}">
                      <a16:creationId xmlns:a16="http://schemas.microsoft.com/office/drawing/2014/main" id="{92F216FB-235C-4C54-9F49-BC5FF69AA8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39049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22" name="矩形 178">
                  <a:extLst>
                    <a:ext uri="{FF2B5EF4-FFF2-40B4-BE49-F238E27FC236}">
                      <a16:creationId xmlns:a16="http://schemas.microsoft.com/office/drawing/2014/main" id="{A61E8590-6CC2-4DC3-9489-531CEF9480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39049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09" name="群組 1408">
                <a:extLst>
                  <a:ext uri="{FF2B5EF4-FFF2-40B4-BE49-F238E27FC236}">
                    <a16:creationId xmlns:a16="http://schemas.microsoft.com/office/drawing/2014/main" id="{AB326C6D-B1A3-4863-8301-10EC224DD9D4}"/>
                  </a:ext>
                </a:extLst>
              </p:cNvPr>
              <p:cNvGrpSpPr/>
              <p:nvPr/>
            </p:nvGrpSpPr>
            <p:grpSpPr>
              <a:xfrm>
                <a:off x="6773117" y="4018355"/>
                <a:ext cx="72000" cy="291829"/>
                <a:chOff x="11060678" y="5992887"/>
                <a:chExt cx="149158" cy="291829"/>
              </a:xfrm>
            </p:grpSpPr>
            <p:sp>
              <p:nvSpPr>
                <p:cNvPr id="1413" name="矩形 178">
                  <a:extLst>
                    <a:ext uri="{FF2B5EF4-FFF2-40B4-BE49-F238E27FC236}">
                      <a16:creationId xmlns:a16="http://schemas.microsoft.com/office/drawing/2014/main" id="{D712181A-BD2B-43D5-861B-77F6CFA8CC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6067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14" name="矩形 178">
                  <a:extLst>
                    <a:ext uri="{FF2B5EF4-FFF2-40B4-BE49-F238E27FC236}">
                      <a16:creationId xmlns:a16="http://schemas.microsoft.com/office/drawing/2014/main" id="{8D529E9E-9AB2-43D0-8518-2F6B5595D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6067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10" name="群組 1409">
                <a:extLst>
                  <a:ext uri="{FF2B5EF4-FFF2-40B4-BE49-F238E27FC236}">
                    <a16:creationId xmlns:a16="http://schemas.microsoft.com/office/drawing/2014/main" id="{68B0E0D0-860C-4601-BD3F-6DE7FA4D71EF}"/>
                  </a:ext>
                </a:extLst>
              </p:cNvPr>
              <p:cNvGrpSpPr/>
              <p:nvPr/>
            </p:nvGrpSpPr>
            <p:grpSpPr>
              <a:xfrm>
                <a:off x="6043363" y="4018355"/>
                <a:ext cx="72000" cy="291829"/>
                <a:chOff x="9861058" y="5992887"/>
                <a:chExt cx="149158" cy="291829"/>
              </a:xfrm>
            </p:grpSpPr>
            <p:sp>
              <p:nvSpPr>
                <p:cNvPr id="1411" name="矩形 178">
                  <a:extLst>
                    <a:ext uri="{FF2B5EF4-FFF2-40B4-BE49-F238E27FC236}">
                      <a16:creationId xmlns:a16="http://schemas.microsoft.com/office/drawing/2014/main" id="{068E5418-6A6C-47F0-A052-A6516AA976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12" name="矩形 178">
                  <a:extLst>
                    <a:ext uri="{FF2B5EF4-FFF2-40B4-BE49-F238E27FC236}">
                      <a16:creationId xmlns:a16="http://schemas.microsoft.com/office/drawing/2014/main" id="{E4273980-3F2B-4B46-BA8C-1EA5670CD0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517A9FB-6E81-4726-AE32-603DF9E2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Somatic Variant Calling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微軟正黑體 Light"/>
                <a:cs typeface="+mj-cs"/>
              </a:rPr>
              <a:t>: Iterative Refinement for High Purity Samples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C30632-97AA-4FB1-9162-8EF97D0B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44</a:t>
            </a:fld>
            <a:endParaRPr lang="zh-TW" altLang="en-US"/>
          </a:p>
        </p:txBody>
      </p:sp>
      <p:grpSp>
        <p:nvGrpSpPr>
          <p:cNvPr id="629" name="群組 628">
            <a:extLst>
              <a:ext uri="{FF2B5EF4-FFF2-40B4-BE49-F238E27FC236}">
                <a16:creationId xmlns:a16="http://schemas.microsoft.com/office/drawing/2014/main" id="{DA9DCCB9-86AA-4089-9591-D2743CE16E0B}"/>
              </a:ext>
            </a:extLst>
          </p:cNvPr>
          <p:cNvGrpSpPr/>
          <p:nvPr/>
        </p:nvGrpSpPr>
        <p:grpSpPr>
          <a:xfrm>
            <a:off x="803146" y="933608"/>
            <a:ext cx="1082891" cy="1009675"/>
            <a:chOff x="4694908" y="1061871"/>
            <a:chExt cx="1082891" cy="1009675"/>
          </a:xfrm>
        </p:grpSpPr>
        <p:sp>
          <p:nvSpPr>
            <p:cNvPr id="630" name="矩形 629">
              <a:extLst>
                <a:ext uri="{FF2B5EF4-FFF2-40B4-BE49-F238E27FC236}">
                  <a16:creationId xmlns:a16="http://schemas.microsoft.com/office/drawing/2014/main" id="{AC20AC17-CBCF-40B3-8299-5FA641D4BA91}"/>
                </a:ext>
              </a:extLst>
            </p:cNvPr>
            <p:cNvSpPr/>
            <p:nvPr/>
          </p:nvSpPr>
          <p:spPr>
            <a:xfrm>
              <a:off x="4766679" y="1498733"/>
              <a:ext cx="162000" cy="16052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>
                <a:solidFill>
                  <a:schemeClr val="bg1"/>
                </a:solidFill>
              </a:endParaRPr>
            </a:p>
          </p:txBody>
        </p:sp>
        <p:sp>
          <p:nvSpPr>
            <p:cNvPr id="631" name="矩形 630">
              <a:extLst>
                <a:ext uri="{FF2B5EF4-FFF2-40B4-BE49-F238E27FC236}">
                  <a16:creationId xmlns:a16="http://schemas.microsoft.com/office/drawing/2014/main" id="{D789F672-91C0-4676-90A9-181995E923C5}"/>
                </a:ext>
              </a:extLst>
            </p:cNvPr>
            <p:cNvSpPr/>
            <p:nvPr/>
          </p:nvSpPr>
          <p:spPr>
            <a:xfrm>
              <a:off x="4766679" y="1683452"/>
              <a:ext cx="162000" cy="160529"/>
            </a:xfrm>
            <a:prstGeom prst="rect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32" name="矩形 631">
              <a:extLst>
                <a:ext uri="{FF2B5EF4-FFF2-40B4-BE49-F238E27FC236}">
                  <a16:creationId xmlns:a16="http://schemas.microsoft.com/office/drawing/2014/main" id="{4D1B4D07-7A29-4E50-AFFB-BBF946909369}"/>
                </a:ext>
              </a:extLst>
            </p:cNvPr>
            <p:cNvSpPr/>
            <p:nvPr/>
          </p:nvSpPr>
          <p:spPr>
            <a:xfrm>
              <a:off x="4766679" y="1314014"/>
              <a:ext cx="162000" cy="160529"/>
            </a:xfrm>
            <a:prstGeom prst="rect">
              <a:avLst/>
            </a:prstGeom>
            <a:solidFill>
              <a:srgbClr val="C9C9C9"/>
            </a:solidFill>
            <a:ln w="19050">
              <a:solidFill>
                <a:srgbClr val="C9C9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00"/>
            </a:p>
          </p:txBody>
        </p:sp>
        <p:sp>
          <p:nvSpPr>
            <p:cNvPr id="633" name="矩形 632">
              <a:extLst>
                <a:ext uri="{FF2B5EF4-FFF2-40B4-BE49-F238E27FC236}">
                  <a16:creationId xmlns:a16="http://schemas.microsoft.com/office/drawing/2014/main" id="{CA85BC5F-A1D9-4646-B4F1-6B27E9373D7C}"/>
                </a:ext>
              </a:extLst>
            </p:cNvPr>
            <p:cNvSpPr/>
            <p:nvPr/>
          </p:nvSpPr>
          <p:spPr>
            <a:xfrm>
              <a:off x="4766679" y="1868171"/>
              <a:ext cx="162000" cy="160529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>
                <a:solidFill>
                  <a:schemeClr val="bg1"/>
                </a:solidFill>
              </a:endParaRPr>
            </a:p>
          </p:txBody>
        </p:sp>
        <p:sp>
          <p:nvSpPr>
            <p:cNvPr id="634" name="文字方塊 633">
              <a:extLst>
                <a:ext uri="{FF2B5EF4-FFF2-40B4-BE49-F238E27FC236}">
                  <a16:creationId xmlns:a16="http://schemas.microsoft.com/office/drawing/2014/main" id="{902BC03C-E84F-4052-BF34-BAE55DF77964}"/>
                </a:ext>
              </a:extLst>
            </p:cNvPr>
            <p:cNvSpPr txBox="1"/>
            <p:nvPr/>
          </p:nvSpPr>
          <p:spPr>
            <a:xfrm>
              <a:off x="4919872" y="1455887"/>
              <a:ext cx="6655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Germline</a:t>
              </a:r>
              <a:endParaRPr lang="zh-TW" altLang="en-US" sz="1000" dirty="0"/>
            </a:p>
          </p:txBody>
        </p:sp>
        <p:sp>
          <p:nvSpPr>
            <p:cNvPr id="635" name="文字方塊 634">
              <a:extLst>
                <a:ext uri="{FF2B5EF4-FFF2-40B4-BE49-F238E27FC236}">
                  <a16:creationId xmlns:a16="http://schemas.microsoft.com/office/drawing/2014/main" id="{0E55D84C-0E2F-4F5C-AFDE-AD5D2EEAE5C2}"/>
                </a:ext>
              </a:extLst>
            </p:cNvPr>
            <p:cNvSpPr txBox="1"/>
            <p:nvPr/>
          </p:nvSpPr>
          <p:spPr>
            <a:xfrm>
              <a:off x="4919872" y="1640606"/>
              <a:ext cx="6014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Somatic</a:t>
              </a:r>
              <a:endParaRPr lang="zh-TW" altLang="en-US" sz="1000" dirty="0"/>
            </a:p>
          </p:txBody>
        </p:sp>
        <p:sp>
          <p:nvSpPr>
            <p:cNvPr id="636" name="文字方塊 635">
              <a:extLst>
                <a:ext uri="{FF2B5EF4-FFF2-40B4-BE49-F238E27FC236}">
                  <a16:creationId xmlns:a16="http://schemas.microsoft.com/office/drawing/2014/main" id="{6D593718-0FD4-4B1C-BEE6-B731D3A1A5D1}"/>
                </a:ext>
              </a:extLst>
            </p:cNvPr>
            <p:cNvSpPr txBox="1"/>
            <p:nvPr/>
          </p:nvSpPr>
          <p:spPr>
            <a:xfrm>
              <a:off x="4919872" y="1271168"/>
              <a:ext cx="7152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Reference</a:t>
              </a:r>
              <a:endParaRPr lang="zh-TW" altLang="en-US" sz="1000" dirty="0"/>
            </a:p>
          </p:txBody>
        </p:sp>
        <p:sp>
          <p:nvSpPr>
            <p:cNvPr id="637" name="文字方塊 636">
              <a:extLst>
                <a:ext uri="{FF2B5EF4-FFF2-40B4-BE49-F238E27FC236}">
                  <a16:creationId xmlns:a16="http://schemas.microsoft.com/office/drawing/2014/main" id="{FE715E32-D06E-40DD-BDD4-9AF87E6232EB}"/>
                </a:ext>
              </a:extLst>
            </p:cNvPr>
            <p:cNvSpPr txBox="1"/>
            <p:nvPr/>
          </p:nvSpPr>
          <p:spPr>
            <a:xfrm>
              <a:off x="4694908" y="106187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50"/>
                <a:t>Allele</a:t>
              </a:r>
              <a:endParaRPr lang="zh-TW" altLang="en-US" sz="1000" dirty="0"/>
            </a:p>
          </p:txBody>
        </p:sp>
        <p:sp>
          <p:nvSpPr>
            <p:cNvPr id="638" name="文字方塊 637">
              <a:extLst>
                <a:ext uri="{FF2B5EF4-FFF2-40B4-BE49-F238E27FC236}">
                  <a16:creationId xmlns:a16="http://schemas.microsoft.com/office/drawing/2014/main" id="{285AA479-6B4F-4A22-B222-0D6A59D06EF9}"/>
                </a:ext>
              </a:extLst>
            </p:cNvPr>
            <p:cNvSpPr txBox="1"/>
            <p:nvPr/>
          </p:nvSpPr>
          <p:spPr>
            <a:xfrm>
              <a:off x="4919872" y="1825325"/>
              <a:ext cx="85792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Non-Somatic</a:t>
              </a:r>
              <a:endParaRPr lang="zh-TW" altLang="en-US" sz="1000" dirty="0"/>
            </a:p>
          </p:txBody>
        </p:sp>
      </p:grpSp>
      <p:grpSp>
        <p:nvGrpSpPr>
          <p:cNvPr id="993" name="群組 992">
            <a:extLst>
              <a:ext uri="{FF2B5EF4-FFF2-40B4-BE49-F238E27FC236}">
                <a16:creationId xmlns:a16="http://schemas.microsoft.com/office/drawing/2014/main" id="{4B179252-0945-4469-861D-FC02FFDCDF24}"/>
              </a:ext>
            </a:extLst>
          </p:cNvPr>
          <p:cNvGrpSpPr/>
          <p:nvPr/>
        </p:nvGrpSpPr>
        <p:grpSpPr>
          <a:xfrm>
            <a:off x="911520" y="4886210"/>
            <a:ext cx="2320059" cy="369332"/>
            <a:chOff x="911520" y="4886210"/>
            <a:chExt cx="2320059" cy="369332"/>
          </a:xfrm>
        </p:grpSpPr>
        <p:sp>
          <p:nvSpPr>
            <p:cNvPr id="717" name="矩形: 圓角 716">
              <a:extLst>
                <a:ext uri="{FF2B5EF4-FFF2-40B4-BE49-F238E27FC236}">
                  <a16:creationId xmlns:a16="http://schemas.microsoft.com/office/drawing/2014/main" id="{F4BCA094-EFA3-48EF-8A0E-9BFFF7724B2A}"/>
                </a:ext>
              </a:extLst>
            </p:cNvPr>
            <p:cNvSpPr/>
            <p:nvPr/>
          </p:nvSpPr>
          <p:spPr>
            <a:xfrm>
              <a:off x="911520" y="4936956"/>
              <a:ext cx="2320059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dirty="0"/>
            </a:p>
          </p:txBody>
        </p:sp>
        <p:sp>
          <p:nvSpPr>
            <p:cNvPr id="718" name="文字方塊 717">
              <a:extLst>
                <a:ext uri="{FF2B5EF4-FFF2-40B4-BE49-F238E27FC236}">
                  <a16:creationId xmlns:a16="http://schemas.microsoft.com/office/drawing/2014/main" id="{B258C448-1DD3-404B-8725-9CD22FD9BFEC}"/>
                </a:ext>
              </a:extLst>
            </p:cNvPr>
            <p:cNvSpPr txBox="1"/>
            <p:nvPr/>
          </p:nvSpPr>
          <p:spPr>
            <a:xfrm>
              <a:off x="1616937" y="4886210"/>
              <a:ext cx="909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Phasing</a:t>
              </a:r>
              <a:endParaRPr lang="zh-TW" altLang="en-US" dirty="0"/>
            </a:p>
          </p:txBody>
        </p:sp>
      </p:grpSp>
      <p:sp>
        <p:nvSpPr>
          <p:cNvPr id="767" name="箭號: 向右 766">
            <a:extLst>
              <a:ext uri="{FF2B5EF4-FFF2-40B4-BE49-F238E27FC236}">
                <a16:creationId xmlns:a16="http://schemas.microsoft.com/office/drawing/2014/main" id="{5F7CF5AD-6211-46AC-B439-C4D2BC4E3179}"/>
              </a:ext>
            </a:extLst>
          </p:cNvPr>
          <p:cNvSpPr/>
          <p:nvPr/>
        </p:nvSpPr>
        <p:spPr>
          <a:xfrm rot="5400000">
            <a:off x="4711278" y="4373801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7" name="箭號: 向右 786">
            <a:extLst>
              <a:ext uri="{FF2B5EF4-FFF2-40B4-BE49-F238E27FC236}">
                <a16:creationId xmlns:a16="http://schemas.microsoft.com/office/drawing/2014/main" id="{C412DA6A-553B-4C5F-BEA2-8682E9AD1A89}"/>
              </a:ext>
            </a:extLst>
          </p:cNvPr>
          <p:cNvSpPr/>
          <p:nvPr/>
        </p:nvSpPr>
        <p:spPr>
          <a:xfrm rot="5400000">
            <a:off x="4711278" y="3417970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55" name="群組 954">
            <a:extLst>
              <a:ext uri="{FF2B5EF4-FFF2-40B4-BE49-F238E27FC236}">
                <a16:creationId xmlns:a16="http://schemas.microsoft.com/office/drawing/2014/main" id="{BF5519FF-C0E5-4BDF-936E-9F0F0C125AD2}"/>
              </a:ext>
            </a:extLst>
          </p:cNvPr>
          <p:cNvGrpSpPr/>
          <p:nvPr/>
        </p:nvGrpSpPr>
        <p:grpSpPr>
          <a:xfrm>
            <a:off x="4759490" y="2152881"/>
            <a:ext cx="3553200" cy="454991"/>
            <a:chOff x="4759490" y="1922571"/>
            <a:chExt cx="3553200" cy="454991"/>
          </a:xfrm>
        </p:grpSpPr>
        <p:sp>
          <p:nvSpPr>
            <p:cNvPr id="792" name="右中括弧 791">
              <a:extLst>
                <a:ext uri="{FF2B5EF4-FFF2-40B4-BE49-F238E27FC236}">
                  <a16:creationId xmlns:a16="http://schemas.microsoft.com/office/drawing/2014/main" id="{91AEAE75-E447-40CD-8334-9A1C0C698771}"/>
                </a:ext>
              </a:extLst>
            </p:cNvPr>
            <p:cNvSpPr/>
            <p:nvPr/>
          </p:nvSpPr>
          <p:spPr>
            <a:xfrm rot="5400000" flipV="1">
              <a:off x="6471002" y="211059"/>
              <a:ext cx="129600" cy="3552623"/>
            </a:xfrm>
            <a:prstGeom prst="rightBracket">
              <a:avLst/>
            </a:prstGeom>
            <a:ln w="38100">
              <a:solidFill>
                <a:srgbClr val="A6A6A6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95" name="右中括弧 794">
              <a:extLst>
                <a:ext uri="{FF2B5EF4-FFF2-40B4-BE49-F238E27FC236}">
                  <a16:creationId xmlns:a16="http://schemas.microsoft.com/office/drawing/2014/main" id="{6450392C-7E6E-43AA-A88E-256779989335}"/>
                </a:ext>
              </a:extLst>
            </p:cNvPr>
            <p:cNvSpPr/>
            <p:nvPr/>
          </p:nvSpPr>
          <p:spPr>
            <a:xfrm rot="16200000">
              <a:off x="6451398" y="516270"/>
              <a:ext cx="169384" cy="3553200"/>
            </a:xfrm>
            <a:prstGeom prst="rightBracket">
              <a:avLst/>
            </a:prstGeom>
            <a:ln w="38100">
              <a:solidFill>
                <a:srgbClr val="A6A6A6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796" name="直線接點 795">
              <a:extLst>
                <a:ext uri="{FF2B5EF4-FFF2-40B4-BE49-F238E27FC236}">
                  <a16:creationId xmlns:a16="http://schemas.microsoft.com/office/drawing/2014/main" id="{04DE44E5-EABB-44BA-8682-AC06D8B5671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449688" y="2145947"/>
              <a:ext cx="172229" cy="0"/>
            </a:xfrm>
            <a:prstGeom prst="line">
              <a:avLst/>
            </a:prstGeom>
            <a:ln w="38100">
              <a:solidFill>
                <a:srgbClr val="A6A6A6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46" name="群組 1245">
            <a:extLst>
              <a:ext uri="{FF2B5EF4-FFF2-40B4-BE49-F238E27FC236}">
                <a16:creationId xmlns:a16="http://schemas.microsoft.com/office/drawing/2014/main" id="{9DC8FF6F-4C80-4E09-BDA8-983E185F3240}"/>
              </a:ext>
            </a:extLst>
          </p:cNvPr>
          <p:cNvGrpSpPr/>
          <p:nvPr/>
        </p:nvGrpSpPr>
        <p:grpSpPr>
          <a:xfrm>
            <a:off x="5002062" y="3386408"/>
            <a:ext cx="3310049" cy="1179095"/>
            <a:chOff x="5002062" y="3386408"/>
            <a:chExt cx="3310049" cy="1179095"/>
          </a:xfrm>
        </p:grpSpPr>
        <p:sp>
          <p:nvSpPr>
            <p:cNvPr id="852" name="右中括弧 851">
              <a:extLst>
                <a:ext uri="{FF2B5EF4-FFF2-40B4-BE49-F238E27FC236}">
                  <a16:creationId xmlns:a16="http://schemas.microsoft.com/office/drawing/2014/main" id="{EDB15D56-ADD5-4D54-A57E-EEC6DCB69452}"/>
                </a:ext>
              </a:extLst>
            </p:cNvPr>
            <p:cNvSpPr/>
            <p:nvPr/>
          </p:nvSpPr>
          <p:spPr>
            <a:xfrm rot="5400000" flipV="1">
              <a:off x="6592287" y="1796183"/>
              <a:ext cx="129600" cy="3310049"/>
            </a:xfrm>
            <a:prstGeom prst="rightBracket">
              <a:avLst/>
            </a:prstGeom>
            <a:ln w="38100">
              <a:solidFill>
                <a:srgbClr val="C55A1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853" name="直線接點 852">
              <a:extLst>
                <a:ext uri="{FF2B5EF4-FFF2-40B4-BE49-F238E27FC236}">
                  <a16:creationId xmlns:a16="http://schemas.microsoft.com/office/drawing/2014/main" id="{56ECE8BC-C07A-462B-BDC1-D56F2D0A03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6303" y="3516008"/>
              <a:ext cx="0" cy="1049495"/>
            </a:xfrm>
            <a:prstGeom prst="line">
              <a:avLst/>
            </a:prstGeom>
            <a:ln w="38100">
              <a:solidFill>
                <a:srgbClr val="C55A11"/>
              </a:solidFill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61" name="接點: 弧形 860">
            <a:extLst>
              <a:ext uri="{FF2B5EF4-FFF2-40B4-BE49-F238E27FC236}">
                <a16:creationId xmlns:a16="http://schemas.microsoft.com/office/drawing/2014/main" id="{10B14C47-F39A-40D2-B167-D35D32675D4F}"/>
              </a:ext>
            </a:extLst>
          </p:cNvPr>
          <p:cNvCxnSpPr>
            <a:cxnSpLocks/>
          </p:cNvCxnSpPr>
          <p:nvPr/>
        </p:nvCxnSpPr>
        <p:spPr>
          <a:xfrm rot="-240000" flipV="1">
            <a:off x="6689032" y="3584011"/>
            <a:ext cx="3080741" cy="2592000"/>
          </a:xfrm>
          <a:prstGeom prst="curvedConnector3">
            <a:avLst>
              <a:gd name="adj1" fmla="val 131985"/>
            </a:avLst>
          </a:prstGeom>
          <a:ln w="38100">
            <a:solidFill>
              <a:srgbClr val="C55A1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47" name="群組 1246">
            <a:extLst>
              <a:ext uri="{FF2B5EF4-FFF2-40B4-BE49-F238E27FC236}">
                <a16:creationId xmlns:a16="http://schemas.microsoft.com/office/drawing/2014/main" id="{BCC5B8CB-D139-4098-B3DA-F89006A1C987}"/>
              </a:ext>
            </a:extLst>
          </p:cNvPr>
          <p:cNvGrpSpPr/>
          <p:nvPr/>
        </p:nvGrpSpPr>
        <p:grpSpPr>
          <a:xfrm>
            <a:off x="3599461" y="790653"/>
            <a:ext cx="6085524" cy="369332"/>
            <a:chOff x="3599461" y="790653"/>
            <a:chExt cx="6085524" cy="369332"/>
          </a:xfrm>
        </p:grpSpPr>
        <p:grpSp>
          <p:nvGrpSpPr>
            <p:cNvPr id="712" name="群組 711">
              <a:extLst>
                <a:ext uri="{FF2B5EF4-FFF2-40B4-BE49-F238E27FC236}">
                  <a16:creationId xmlns:a16="http://schemas.microsoft.com/office/drawing/2014/main" id="{A201894D-ACEE-4F2F-8DA5-267646D049A9}"/>
                </a:ext>
              </a:extLst>
            </p:cNvPr>
            <p:cNvGrpSpPr/>
            <p:nvPr/>
          </p:nvGrpSpPr>
          <p:grpSpPr>
            <a:xfrm>
              <a:off x="3599461" y="790653"/>
              <a:ext cx="2320059" cy="369332"/>
              <a:chOff x="3110859" y="944370"/>
              <a:chExt cx="2320059" cy="369332"/>
            </a:xfrm>
          </p:grpSpPr>
          <p:sp>
            <p:nvSpPr>
              <p:cNvPr id="710" name="矩形: 圓角 709">
                <a:extLst>
                  <a:ext uri="{FF2B5EF4-FFF2-40B4-BE49-F238E27FC236}">
                    <a16:creationId xmlns:a16="http://schemas.microsoft.com/office/drawing/2014/main" id="{0295EC72-9850-40AC-A98B-CDCCD33539E6}"/>
                  </a:ext>
                </a:extLst>
              </p:cNvPr>
              <p:cNvSpPr/>
              <p:nvPr/>
            </p:nvSpPr>
            <p:spPr>
              <a:xfrm>
                <a:off x="3110859" y="995116"/>
                <a:ext cx="2320059" cy="266827"/>
              </a:xfrm>
              <a:prstGeom prst="roundRect">
                <a:avLst/>
              </a:prstGeom>
              <a:solidFill>
                <a:srgbClr val="F2F2F2"/>
              </a:solidFill>
              <a:ln>
                <a:solidFill>
                  <a:srgbClr val="3B3838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zh-TW" altLang="en-US" sz="1400" dirty="0"/>
              </a:p>
            </p:txBody>
          </p:sp>
          <p:sp>
            <p:nvSpPr>
              <p:cNvPr id="711" name="文字方塊 710">
                <a:extLst>
                  <a:ext uri="{FF2B5EF4-FFF2-40B4-BE49-F238E27FC236}">
                    <a16:creationId xmlns:a16="http://schemas.microsoft.com/office/drawing/2014/main" id="{F361DB5A-0C2B-4C60-A932-40CF88EF47F5}"/>
                  </a:ext>
                </a:extLst>
              </p:cNvPr>
              <p:cNvSpPr txBox="1"/>
              <p:nvPr/>
            </p:nvSpPr>
            <p:spPr>
              <a:xfrm>
                <a:off x="3137309" y="944370"/>
                <a:ext cx="22671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Long-read Sequencing</a:t>
                </a:r>
                <a:endParaRPr lang="zh-TW" altLang="en-US" dirty="0"/>
              </a:p>
            </p:txBody>
          </p:sp>
        </p:grpSp>
        <p:grpSp>
          <p:nvGrpSpPr>
            <p:cNvPr id="865" name="群組 864">
              <a:extLst>
                <a:ext uri="{FF2B5EF4-FFF2-40B4-BE49-F238E27FC236}">
                  <a16:creationId xmlns:a16="http://schemas.microsoft.com/office/drawing/2014/main" id="{D3A40A56-284C-4C12-9B64-342AA33F4C27}"/>
                </a:ext>
              </a:extLst>
            </p:cNvPr>
            <p:cNvGrpSpPr/>
            <p:nvPr/>
          </p:nvGrpSpPr>
          <p:grpSpPr>
            <a:xfrm>
              <a:off x="6946767" y="790653"/>
              <a:ext cx="2738218" cy="369332"/>
              <a:chOff x="3110859" y="944370"/>
              <a:chExt cx="2738218" cy="369332"/>
            </a:xfrm>
          </p:grpSpPr>
          <p:sp>
            <p:nvSpPr>
              <p:cNvPr id="866" name="矩形: 圓角 865">
                <a:extLst>
                  <a:ext uri="{FF2B5EF4-FFF2-40B4-BE49-F238E27FC236}">
                    <a16:creationId xmlns:a16="http://schemas.microsoft.com/office/drawing/2014/main" id="{04E850C6-1EB0-488F-AA0C-247C27DAEBB5}"/>
                  </a:ext>
                </a:extLst>
              </p:cNvPr>
              <p:cNvSpPr/>
              <p:nvPr/>
            </p:nvSpPr>
            <p:spPr>
              <a:xfrm>
                <a:off x="3110859" y="995116"/>
                <a:ext cx="2693744" cy="266827"/>
              </a:xfrm>
              <a:prstGeom prst="roundRect">
                <a:avLst/>
              </a:prstGeom>
              <a:solidFill>
                <a:srgbClr val="F2F2F2"/>
              </a:solidFill>
              <a:ln>
                <a:solidFill>
                  <a:srgbClr val="3B3838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zh-TW" altLang="en-US" sz="1400" dirty="0"/>
              </a:p>
            </p:txBody>
          </p:sp>
          <p:sp>
            <p:nvSpPr>
              <p:cNvPr id="867" name="文字方塊 866">
                <a:extLst>
                  <a:ext uri="{FF2B5EF4-FFF2-40B4-BE49-F238E27FC236}">
                    <a16:creationId xmlns:a16="http://schemas.microsoft.com/office/drawing/2014/main" id="{2C23D175-9766-4E77-BFCA-CDDCEA9B4CB2}"/>
                  </a:ext>
                </a:extLst>
              </p:cNvPr>
              <p:cNvSpPr txBox="1"/>
              <p:nvPr/>
            </p:nvSpPr>
            <p:spPr>
              <a:xfrm>
                <a:off x="3137309" y="944370"/>
                <a:ext cx="2711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Somatic Variant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Candidate </a:t>
                </a:r>
              </a:p>
            </p:txBody>
          </p:sp>
        </p:grpSp>
      </p:grpSp>
      <p:grpSp>
        <p:nvGrpSpPr>
          <p:cNvPr id="753" name="群組 752">
            <a:extLst>
              <a:ext uri="{FF2B5EF4-FFF2-40B4-BE49-F238E27FC236}">
                <a16:creationId xmlns:a16="http://schemas.microsoft.com/office/drawing/2014/main" id="{67541B24-2922-482A-BC30-9DF5022BD999}"/>
              </a:ext>
            </a:extLst>
          </p:cNvPr>
          <p:cNvGrpSpPr/>
          <p:nvPr/>
        </p:nvGrpSpPr>
        <p:grpSpPr>
          <a:xfrm>
            <a:off x="4513993" y="3709151"/>
            <a:ext cx="554315" cy="513868"/>
            <a:chOff x="5339062" y="2179592"/>
            <a:chExt cx="777578" cy="720840"/>
          </a:xfrm>
        </p:grpSpPr>
        <p:sp>
          <p:nvSpPr>
            <p:cNvPr id="754" name="橢圓 753">
              <a:extLst>
                <a:ext uri="{FF2B5EF4-FFF2-40B4-BE49-F238E27FC236}">
                  <a16:creationId xmlns:a16="http://schemas.microsoft.com/office/drawing/2014/main" id="{A332BF10-9D2F-4218-B472-E5C7C488B35F}"/>
                </a:ext>
              </a:extLst>
            </p:cNvPr>
            <p:cNvSpPr/>
            <p:nvPr/>
          </p:nvSpPr>
          <p:spPr>
            <a:xfrm>
              <a:off x="5339062" y="2179592"/>
              <a:ext cx="777578" cy="72084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55" name="橢圓 754">
              <a:extLst>
                <a:ext uri="{FF2B5EF4-FFF2-40B4-BE49-F238E27FC236}">
                  <a16:creationId xmlns:a16="http://schemas.microsoft.com/office/drawing/2014/main" id="{9BC6BC18-FDF9-4A8E-9BF6-C99E8AF52683}"/>
                </a:ext>
              </a:extLst>
            </p:cNvPr>
            <p:cNvSpPr/>
            <p:nvPr/>
          </p:nvSpPr>
          <p:spPr>
            <a:xfrm>
              <a:off x="5454076" y="2554709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56" name="橢圓 755">
              <a:extLst>
                <a:ext uri="{FF2B5EF4-FFF2-40B4-BE49-F238E27FC236}">
                  <a16:creationId xmlns:a16="http://schemas.microsoft.com/office/drawing/2014/main" id="{7BB808B0-AA5D-4E3E-B246-AC9A4C9C0D25}"/>
                </a:ext>
              </a:extLst>
            </p:cNvPr>
            <p:cNvSpPr/>
            <p:nvPr/>
          </p:nvSpPr>
          <p:spPr>
            <a:xfrm>
              <a:off x="5901206" y="2445966"/>
              <a:ext cx="108743" cy="1087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864" name="文字方塊 863">
            <a:extLst>
              <a:ext uri="{FF2B5EF4-FFF2-40B4-BE49-F238E27FC236}">
                <a16:creationId xmlns:a16="http://schemas.microsoft.com/office/drawing/2014/main" id="{3AFF1175-BDB3-4FFE-9DC7-6BEE39E973E1}"/>
              </a:ext>
            </a:extLst>
          </p:cNvPr>
          <p:cNvSpPr txBox="1"/>
          <p:nvPr/>
        </p:nvSpPr>
        <p:spPr>
          <a:xfrm>
            <a:off x="8450099" y="3276433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55A11"/>
                </a:solidFill>
              </a:rPr>
              <a:t>High purity</a:t>
            </a:r>
            <a:endParaRPr lang="zh-TW" altLang="en-US" dirty="0">
              <a:solidFill>
                <a:srgbClr val="C55A11"/>
              </a:solidFill>
            </a:endParaRPr>
          </a:p>
        </p:txBody>
      </p:sp>
      <p:grpSp>
        <p:nvGrpSpPr>
          <p:cNvPr id="873" name="群組 872">
            <a:extLst>
              <a:ext uri="{FF2B5EF4-FFF2-40B4-BE49-F238E27FC236}">
                <a16:creationId xmlns:a16="http://schemas.microsoft.com/office/drawing/2014/main" id="{47EFAA3E-A7B6-47D8-836D-4D50655778A6}"/>
              </a:ext>
            </a:extLst>
          </p:cNvPr>
          <p:cNvGrpSpPr/>
          <p:nvPr/>
        </p:nvGrpSpPr>
        <p:grpSpPr>
          <a:xfrm>
            <a:off x="724677" y="3781419"/>
            <a:ext cx="2693744" cy="369332"/>
            <a:chOff x="3110859" y="944370"/>
            <a:chExt cx="2693744" cy="369332"/>
          </a:xfrm>
        </p:grpSpPr>
        <p:sp>
          <p:nvSpPr>
            <p:cNvPr id="874" name="矩形: 圓角 873">
              <a:extLst>
                <a:ext uri="{FF2B5EF4-FFF2-40B4-BE49-F238E27FC236}">
                  <a16:creationId xmlns:a16="http://schemas.microsoft.com/office/drawing/2014/main" id="{7F89CBF0-F080-4B66-A73E-021987E73140}"/>
                </a:ext>
              </a:extLst>
            </p:cNvPr>
            <p:cNvSpPr/>
            <p:nvPr/>
          </p:nvSpPr>
          <p:spPr>
            <a:xfrm>
              <a:off x="3110859" y="995116"/>
              <a:ext cx="2693744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sz="1400" dirty="0"/>
            </a:p>
          </p:txBody>
        </p:sp>
        <p:sp>
          <p:nvSpPr>
            <p:cNvPr id="875" name="文字方塊 874">
              <a:extLst>
                <a:ext uri="{FF2B5EF4-FFF2-40B4-BE49-F238E27FC236}">
                  <a16:creationId xmlns:a16="http://schemas.microsoft.com/office/drawing/2014/main" id="{AE9E5B67-326C-4DD6-AE71-209BA68FE2B5}"/>
                </a:ext>
              </a:extLst>
            </p:cNvPr>
            <p:cNvSpPr txBox="1"/>
            <p:nvPr/>
          </p:nvSpPr>
          <p:spPr>
            <a:xfrm>
              <a:off x="3291899" y="944370"/>
              <a:ext cx="2331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Somatic Variant Calling</a:t>
              </a:r>
            </a:p>
          </p:txBody>
        </p:sp>
      </p:grpSp>
      <p:grpSp>
        <p:nvGrpSpPr>
          <p:cNvPr id="752" name="群組 751">
            <a:extLst>
              <a:ext uri="{FF2B5EF4-FFF2-40B4-BE49-F238E27FC236}">
                <a16:creationId xmlns:a16="http://schemas.microsoft.com/office/drawing/2014/main" id="{5097E6F1-C5EC-4291-A946-D5744913F7B1}"/>
              </a:ext>
            </a:extLst>
          </p:cNvPr>
          <p:cNvGrpSpPr/>
          <p:nvPr/>
        </p:nvGrpSpPr>
        <p:grpSpPr>
          <a:xfrm>
            <a:off x="4513993" y="2743900"/>
            <a:ext cx="564477" cy="523288"/>
            <a:chOff x="5339062" y="2179592"/>
            <a:chExt cx="777578" cy="720840"/>
          </a:xfrm>
        </p:grpSpPr>
        <p:sp>
          <p:nvSpPr>
            <p:cNvPr id="744" name="橢圓 743">
              <a:extLst>
                <a:ext uri="{FF2B5EF4-FFF2-40B4-BE49-F238E27FC236}">
                  <a16:creationId xmlns:a16="http://schemas.microsoft.com/office/drawing/2014/main" id="{CB387C9C-6596-448A-A50F-C84BA5A81624}"/>
                </a:ext>
              </a:extLst>
            </p:cNvPr>
            <p:cNvSpPr/>
            <p:nvPr/>
          </p:nvSpPr>
          <p:spPr>
            <a:xfrm>
              <a:off x="5339062" y="2179592"/>
              <a:ext cx="777578" cy="72084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45" name="橢圓 744">
              <a:extLst>
                <a:ext uri="{FF2B5EF4-FFF2-40B4-BE49-F238E27FC236}">
                  <a16:creationId xmlns:a16="http://schemas.microsoft.com/office/drawing/2014/main" id="{5515AE4E-CD61-45F6-AE0B-4A30976E29AB}"/>
                </a:ext>
              </a:extLst>
            </p:cNvPr>
            <p:cNvSpPr/>
            <p:nvPr/>
          </p:nvSpPr>
          <p:spPr>
            <a:xfrm>
              <a:off x="5454076" y="2554709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46" name="橢圓 745">
              <a:extLst>
                <a:ext uri="{FF2B5EF4-FFF2-40B4-BE49-F238E27FC236}">
                  <a16:creationId xmlns:a16="http://schemas.microsoft.com/office/drawing/2014/main" id="{F368F973-F47D-4F9E-8E12-85BBC55E189A}"/>
                </a:ext>
              </a:extLst>
            </p:cNvPr>
            <p:cNvSpPr/>
            <p:nvPr/>
          </p:nvSpPr>
          <p:spPr>
            <a:xfrm>
              <a:off x="5901206" y="2445966"/>
              <a:ext cx="108743" cy="1087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48" name="橢圓 747">
              <a:extLst>
                <a:ext uri="{FF2B5EF4-FFF2-40B4-BE49-F238E27FC236}">
                  <a16:creationId xmlns:a16="http://schemas.microsoft.com/office/drawing/2014/main" id="{AEDD5BB4-11C0-4C01-9CCF-357B7EED17BA}"/>
                </a:ext>
              </a:extLst>
            </p:cNvPr>
            <p:cNvSpPr/>
            <p:nvPr/>
          </p:nvSpPr>
          <p:spPr>
            <a:xfrm>
              <a:off x="5560972" y="2274560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50" name="橢圓 749">
              <a:extLst>
                <a:ext uri="{FF2B5EF4-FFF2-40B4-BE49-F238E27FC236}">
                  <a16:creationId xmlns:a16="http://schemas.microsoft.com/office/drawing/2014/main" id="{74B4E0DE-7320-4C93-BD0E-1EB7213A4865}"/>
                </a:ext>
              </a:extLst>
            </p:cNvPr>
            <p:cNvSpPr/>
            <p:nvPr/>
          </p:nvSpPr>
          <p:spPr>
            <a:xfrm>
              <a:off x="5662141" y="2431269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51" name="橢圓 750">
              <a:extLst>
                <a:ext uri="{FF2B5EF4-FFF2-40B4-BE49-F238E27FC236}">
                  <a16:creationId xmlns:a16="http://schemas.microsoft.com/office/drawing/2014/main" id="{A41CB1A4-4025-4902-9832-688A53FCCC63}"/>
                </a:ext>
              </a:extLst>
            </p:cNvPr>
            <p:cNvSpPr/>
            <p:nvPr/>
          </p:nvSpPr>
          <p:spPr>
            <a:xfrm>
              <a:off x="5784434" y="2267654"/>
              <a:ext cx="108743" cy="108743"/>
            </a:xfrm>
            <a:prstGeom prst="ellips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70" name="群組 769">
            <a:extLst>
              <a:ext uri="{FF2B5EF4-FFF2-40B4-BE49-F238E27FC236}">
                <a16:creationId xmlns:a16="http://schemas.microsoft.com/office/drawing/2014/main" id="{0330F4AF-1458-4683-BEF3-FBDDCC55AA8D}"/>
              </a:ext>
            </a:extLst>
          </p:cNvPr>
          <p:cNvGrpSpPr/>
          <p:nvPr/>
        </p:nvGrpSpPr>
        <p:grpSpPr>
          <a:xfrm rot="5400000">
            <a:off x="8089295" y="2493720"/>
            <a:ext cx="445632" cy="1023648"/>
            <a:chOff x="7533953" y="5426066"/>
            <a:chExt cx="523226" cy="1201887"/>
          </a:xfrm>
        </p:grpSpPr>
        <p:grpSp>
          <p:nvGrpSpPr>
            <p:cNvPr id="771" name="群組 770">
              <a:extLst>
                <a:ext uri="{FF2B5EF4-FFF2-40B4-BE49-F238E27FC236}">
                  <a16:creationId xmlns:a16="http://schemas.microsoft.com/office/drawing/2014/main" id="{AEB761E8-D0AD-42F8-A617-35016DDBD2C8}"/>
                </a:ext>
              </a:extLst>
            </p:cNvPr>
            <p:cNvGrpSpPr/>
            <p:nvPr/>
          </p:nvGrpSpPr>
          <p:grpSpPr>
            <a:xfrm>
              <a:off x="7533953" y="5426066"/>
              <a:ext cx="220832" cy="1201883"/>
              <a:chOff x="7533953" y="5426066"/>
              <a:chExt cx="220832" cy="1201883"/>
            </a:xfrm>
          </p:grpSpPr>
          <p:sp>
            <p:nvSpPr>
              <p:cNvPr id="779" name="橢圓 778">
                <a:extLst>
                  <a:ext uri="{FF2B5EF4-FFF2-40B4-BE49-F238E27FC236}">
                    <a16:creationId xmlns:a16="http://schemas.microsoft.com/office/drawing/2014/main" id="{52E40F62-4E66-4CC6-B2A3-6FB0E09F76FE}"/>
                  </a:ext>
                </a:extLst>
              </p:cNvPr>
              <p:cNvSpPr/>
              <p:nvPr/>
            </p:nvSpPr>
            <p:spPr>
              <a:xfrm rot="5400000">
                <a:off x="7371703" y="5588316"/>
                <a:ext cx="545055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0" name="手繪多邊形: 圖案 779">
                <a:extLst>
                  <a:ext uri="{FF2B5EF4-FFF2-40B4-BE49-F238E27FC236}">
                    <a16:creationId xmlns:a16="http://schemas.microsoft.com/office/drawing/2014/main" id="{9BC88F15-3D5D-45B5-837C-D83A31704485}"/>
                  </a:ext>
                </a:extLst>
              </p:cNvPr>
              <p:cNvSpPr/>
              <p:nvPr/>
            </p:nvSpPr>
            <p:spPr>
              <a:xfrm rot="5400000">
                <a:off x="7643298" y="5966796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8 h 4795"/>
                  <a:gd name="connsiteX2" fmla="*/ 712 w 1302"/>
                  <a:gd name="connsiteY2" fmla="*/ 4795 h 4795"/>
                  <a:gd name="connsiteX3" fmla="*/ 0 w 1302"/>
                  <a:gd name="connsiteY3" fmla="*/ 2398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8"/>
                    </a:lnTo>
                    <a:lnTo>
                      <a:pt x="712" y="4795"/>
                    </a:lnTo>
                    <a:lnTo>
                      <a:pt x="0" y="2398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781" name="橢圓 780">
                <a:extLst>
                  <a:ext uri="{FF2B5EF4-FFF2-40B4-BE49-F238E27FC236}">
                    <a16:creationId xmlns:a16="http://schemas.microsoft.com/office/drawing/2014/main" id="{E5992083-D5E9-4DF1-BC9F-75C76920FAAE}"/>
                  </a:ext>
                </a:extLst>
              </p:cNvPr>
              <p:cNvSpPr/>
              <p:nvPr/>
            </p:nvSpPr>
            <p:spPr>
              <a:xfrm rot="5400000">
                <a:off x="7314884" y="6188325"/>
                <a:ext cx="658693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2" name="橢圓 781">
                <a:extLst>
                  <a:ext uri="{FF2B5EF4-FFF2-40B4-BE49-F238E27FC236}">
                    <a16:creationId xmlns:a16="http://schemas.microsoft.com/office/drawing/2014/main" id="{2ADA7D08-5CAD-422A-A68F-17EB99AFA3D1}"/>
                  </a:ext>
                </a:extLst>
              </p:cNvPr>
              <p:cNvSpPr/>
              <p:nvPr/>
            </p:nvSpPr>
            <p:spPr>
              <a:xfrm rot="5400000">
                <a:off x="7371498" y="5588521"/>
                <a:ext cx="545741" cy="220832"/>
              </a:xfrm>
              <a:prstGeom prst="ellipse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3" name="橢圓 782">
                <a:extLst>
                  <a:ext uri="{FF2B5EF4-FFF2-40B4-BE49-F238E27FC236}">
                    <a16:creationId xmlns:a16="http://schemas.microsoft.com/office/drawing/2014/main" id="{81969B33-69EA-46B4-87C6-7A57E88BA723}"/>
                  </a:ext>
                </a:extLst>
              </p:cNvPr>
              <p:cNvSpPr/>
              <p:nvPr/>
            </p:nvSpPr>
            <p:spPr>
              <a:xfrm rot="5400000">
                <a:off x="7597615" y="5872988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772" name="群組 771">
              <a:extLst>
                <a:ext uri="{FF2B5EF4-FFF2-40B4-BE49-F238E27FC236}">
                  <a16:creationId xmlns:a16="http://schemas.microsoft.com/office/drawing/2014/main" id="{AC788BCF-92A2-4234-A03C-39A3D2FED3F2}"/>
                </a:ext>
              </a:extLst>
            </p:cNvPr>
            <p:cNvGrpSpPr/>
            <p:nvPr/>
          </p:nvGrpSpPr>
          <p:grpSpPr>
            <a:xfrm>
              <a:off x="7836623" y="5426066"/>
              <a:ext cx="220556" cy="1201887"/>
              <a:chOff x="7836623" y="5426066"/>
              <a:chExt cx="220556" cy="1201887"/>
            </a:xfrm>
          </p:grpSpPr>
          <p:sp>
            <p:nvSpPr>
              <p:cNvPr id="773" name="橢圓 772">
                <a:extLst>
                  <a:ext uri="{FF2B5EF4-FFF2-40B4-BE49-F238E27FC236}">
                    <a16:creationId xmlns:a16="http://schemas.microsoft.com/office/drawing/2014/main" id="{13EE2210-7059-40EA-BCD0-6D4C9FCE4FC2}"/>
                  </a:ext>
                </a:extLst>
              </p:cNvPr>
              <p:cNvSpPr/>
              <p:nvPr/>
            </p:nvSpPr>
            <p:spPr>
              <a:xfrm rot="5400000">
                <a:off x="7617554" y="6188328"/>
                <a:ext cx="658694" cy="220556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74" name="手繪多邊形: 圖案 773">
                <a:extLst>
                  <a:ext uri="{FF2B5EF4-FFF2-40B4-BE49-F238E27FC236}">
                    <a16:creationId xmlns:a16="http://schemas.microsoft.com/office/drawing/2014/main" id="{7024F2CD-0F44-4B5B-9F60-829F35C9D213}"/>
                  </a:ext>
                </a:extLst>
              </p:cNvPr>
              <p:cNvSpPr/>
              <p:nvPr/>
            </p:nvSpPr>
            <p:spPr>
              <a:xfrm rot="5400000">
                <a:off x="7945966" y="5966797"/>
                <a:ext cx="1866" cy="6783"/>
              </a:xfrm>
              <a:custGeom>
                <a:avLst/>
                <a:gdLst>
                  <a:gd name="connsiteX0" fmla="*/ 712 w 1302"/>
                  <a:gd name="connsiteY0" fmla="*/ 0 h 4795"/>
                  <a:gd name="connsiteX1" fmla="*/ 1302 w 1302"/>
                  <a:gd name="connsiteY1" fmla="*/ 2397 h 4795"/>
                  <a:gd name="connsiteX2" fmla="*/ 712 w 1302"/>
                  <a:gd name="connsiteY2" fmla="*/ 4795 h 4795"/>
                  <a:gd name="connsiteX3" fmla="*/ 0 w 1302"/>
                  <a:gd name="connsiteY3" fmla="*/ 2397 h 4795"/>
                  <a:gd name="connsiteX4" fmla="*/ 712 w 1302"/>
                  <a:gd name="connsiteY4" fmla="*/ 0 h 4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2" h="4795">
                    <a:moveTo>
                      <a:pt x="712" y="0"/>
                    </a:moveTo>
                    <a:lnTo>
                      <a:pt x="1302" y="2397"/>
                    </a:lnTo>
                    <a:lnTo>
                      <a:pt x="712" y="4795"/>
                    </a:lnTo>
                    <a:lnTo>
                      <a:pt x="0" y="2397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75" name="手繪多邊形: 圖案 774">
                <a:extLst>
                  <a:ext uri="{FF2B5EF4-FFF2-40B4-BE49-F238E27FC236}">
                    <a16:creationId xmlns:a16="http://schemas.microsoft.com/office/drawing/2014/main" id="{45346E37-7563-4EC4-A1BE-1C107BBDEC67}"/>
                  </a:ext>
                </a:extLst>
              </p:cNvPr>
              <p:cNvSpPr/>
              <p:nvPr/>
            </p:nvSpPr>
            <p:spPr>
              <a:xfrm rot="5400000">
                <a:off x="7886567" y="5821386"/>
                <a:ext cx="120942" cy="178534"/>
              </a:xfrm>
              <a:custGeom>
                <a:avLst/>
                <a:gdLst>
                  <a:gd name="connsiteX0" fmla="*/ 0 w 120942"/>
                  <a:gd name="connsiteY0" fmla="*/ 178534 h 178534"/>
                  <a:gd name="connsiteX1" fmla="*/ 0 w 120942"/>
                  <a:gd name="connsiteY1" fmla="*/ 0 h 178534"/>
                  <a:gd name="connsiteX2" fmla="*/ 41020 w 120942"/>
                  <a:gd name="connsiteY2" fmla="*/ 11191 h 178534"/>
                  <a:gd name="connsiteX3" fmla="*/ 120942 w 120942"/>
                  <a:gd name="connsiteY3" fmla="*/ 89267 h 178534"/>
                  <a:gd name="connsiteX4" fmla="*/ 41020 w 120942"/>
                  <a:gd name="connsiteY4" fmla="*/ 167343 h 178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942" h="178534">
                    <a:moveTo>
                      <a:pt x="0" y="178534"/>
                    </a:moveTo>
                    <a:lnTo>
                      <a:pt x="0" y="0"/>
                    </a:lnTo>
                    <a:lnTo>
                      <a:pt x="41020" y="11191"/>
                    </a:lnTo>
                    <a:cubicBezTo>
                      <a:pt x="90400" y="31173"/>
                      <a:pt x="120942" y="58777"/>
                      <a:pt x="120942" y="89267"/>
                    </a:cubicBezTo>
                    <a:cubicBezTo>
                      <a:pt x="120942" y="119758"/>
                      <a:pt x="90400" y="147362"/>
                      <a:pt x="41020" y="167343"/>
                    </a:cubicBezTo>
                    <a:close/>
                  </a:path>
                </a:pathLst>
              </a:cu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776" name="橢圓 775">
                <a:extLst>
                  <a:ext uri="{FF2B5EF4-FFF2-40B4-BE49-F238E27FC236}">
                    <a16:creationId xmlns:a16="http://schemas.microsoft.com/office/drawing/2014/main" id="{420BEDDD-5223-4950-A840-9B6F37BBF76D}"/>
                  </a:ext>
                </a:extLst>
              </p:cNvPr>
              <p:cNvSpPr/>
              <p:nvPr/>
            </p:nvSpPr>
            <p:spPr>
              <a:xfrm rot="5400000">
                <a:off x="7900285" y="5872989"/>
                <a:ext cx="93231" cy="193584"/>
              </a:xfrm>
              <a:prstGeom prst="ellips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777" name="直線接點 776">
                <a:extLst>
                  <a:ext uri="{FF2B5EF4-FFF2-40B4-BE49-F238E27FC236}">
                    <a16:creationId xmlns:a16="http://schemas.microsoft.com/office/drawing/2014/main" id="{6CFA080D-254E-48D2-8FFF-BC7532911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78049" y="5426066"/>
                <a:ext cx="137702" cy="0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778" name="直線接點 777">
                <a:extLst>
                  <a:ext uri="{FF2B5EF4-FFF2-40B4-BE49-F238E27FC236}">
                    <a16:creationId xmlns:a16="http://schemas.microsoft.com/office/drawing/2014/main" id="{9FA11CA7-A952-4E5C-84FE-AC594C31B6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43231" y="5433719"/>
                <a:ext cx="5382" cy="407487"/>
              </a:xfrm>
              <a:prstGeom prst="line">
                <a:avLst/>
              </a:prstGeom>
              <a:solidFill>
                <a:srgbClr val="D0CECE"/>
              </a:solidFill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grpSp>
        <p:nvGrpSpPr>
          <p:cNvPr id="872" name="群組 871">
            <a:extLst>
              <a:ext uri="{FF2B5EF4-FFF2-40B4-BE49-F238E27FC236}">
                <a16:creationId xmlns:a16="http://schemas.microsoft.com/office/drawing/2014/main" id="{227267D5-748D-432D-9A89-EC92EFE6E069}"/>
              </a:ext>
            </a:extLst>
          </p:cNvPr>
          <p:cNvGrpSpPr/>
          <p:nvPr/>
        </p:nvGrpSpPr>
        <p:grpSpPr>
          <a:xfrm>
            <a:off x="285259" y="2820878"/>
            <a:ext cx="3572581" cy="369332"/>
            <a:chOff x="608213" y="2942167"/>
            <a:chExt cx="3572581" cy="369332"/>
          </a:xfrm>
        </p:grpSpPr>
        <p:sp>
          <p:nvSpPr>
            <p:cNvPr id="870" name="矩形: 圓角 869">
              <a:extLst>
                <a:ext uri="{FF2B5EF4-FFF2-40B4-BE49-F238E27FC236}">
                  <a16:creationId xmlns:a16="http://schemas.microsoft.com/office/drawing/2014/main" id="{8FE08714-DB94-4616-BDF8-4C18BF6F78BF}"/>
                </a:ext>
              </a:extLst>
            </p:cNvPr>
            <p:cNvSpPr/>
            <p:nvPr/>
          </p:nvSpPr>
          <p:spPr>
            <a:xfrm>
              <a:off x="608213" y="2993420"/>
              <a:ext cx="3572581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sz="1400" dirty="0"/>
            </a:p>
          </p:txBody>
        </p:sp>
        <p:sp>
          <p:nvSpPr>
            <p:cNvPr id="871" name="文字方塊 870">
              <a:extLst>
                <a:ext uri="{FF2B5EF4-FFF2-40B4-BE49-F238E27FC236}">
                  <a16:creationId xmlns:a16="http://schemas.microsoft.com/office/drawing/2014/main" id="{DCA4C2BC-BE83-48B6-A285-22802D298040}"/>
                </a:ext>
              </a:extLst>
            </p:cNvPr>
            <p:cNvSpPr txBox="1"/>
            <p:nvPr/>
          </p:nvSpPr>
          <p:spPr>
            <a:xfrm>
              <a:off x="608213" y="2942167"/>
              <a:ext cx="35725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Somatic Variant Candidate</a:t>
              </a:r>
              <a:r>
                <a:rPr lang="zh-TW" altLang="en-US" dirty="0"/>
                <a:t> </a:t>
              </a:r>
              <a:r>
                <a:rPr lang="en-US" altLang="zh-TW" sz="1800" dirty="0"/>
                <a:t>Selection</a:t>
              </a:r>
            </a:p>
          </p:txBody>
        </p:sp>
      </p:grpSp>
      <p:grpSp>
        <p:nvGrpSpPr>
          <p:cNvPr id="876" name="群組 875">
            <a:extLst>
              <a:ext uri="{FF2B5EF4-FFF2-40B4-BE49-F238E27FC236}">
                <a16:creationId xmlns:a16="http://schemas.microsoft.com/office/drawing/2014/main" id="{C3EA6312-3488-4923-ABAA-C655CF894407}"/>
              </a:ext>
            </a:extLst>
          </p:cNvPr>
          <p:cNvGrpSpPr/>
          <p:nvPr/>
        </p:nvGrpSpPr>
        <p:grpSpPr>
          <a:xfrm>
            <a:off x="9192865" y="2820878"/>
            <a:ext cx="2693744" cy="369332"/>
            <a:chOff x="3110859" y="944370"/>
            <a:chExt cx="2693744" cy="369332"/>
          </a:xfrm>
        </p:grpSpPr>
        <p:sp>
          <p:nvSpPr>
            <p:cNvPr id="877" name="矩形: 圓角 876">
              <a:extLst>
                <a:ext uri="{FF2B5EF4-FFF2-40B4-BE49-F238E27FC236}">
                  <a16:creationId xmlns:a16="http://schemas.microsoft.com/office/drawing/2014/main" id="{9DBC6F36-5F24-4A59-B5D9-D48DAABB5584}"/>
                </a:ext>
              </a:extLst>
            </p:cNvPr>
            <p:cNvSpPr/>
            <p:nvPr/>
          </p:nvSpPr>
          <p:spPr>
            <a:xfrm>
              <a:off x="3110859" y="995116"/>
              <a:ext cx="2693744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sz="1400" dirty="0"/>
            </a:p>
          </p:txBody>
        </p:sp>
        <p:sp>
          <p:nvSpPr>
            <p:cNvPr id="878" name="文字方塊 877">
              <a:extLst>
                <a:ext uri="{FF2B5EF4-FFF2-40B4-BE49-F238E27FC236}">
                  <a16:creationId xmlns:a16="http://schemas.microsoft.com/office/drawing/2014/main" id="{9584E5AE-69FD-4FC2-99CE-3C56BEFED830}"/>
                </a:ext>
              </a:extLst>
            </p:cNvPr>
            <p:cNvSpPr txBox="1"/>
            <p:nvPr/>
          </p:nvSpPr>
          <p:spPr>
            <a:xfrm>
              <a:off x="3685308" y="944370"/>
              <a:ext cx="15448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LOH Detection</a:t>
              </a: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774FAF4E-48C8-467D-AC8A-14DA7BE8F5E7}"/>
              </a:ext>
            </a:extLst>
          </p:cNvPr>
          <p:cNvGrpSpPr/>
          <p:nvPr/>
        </p:nvGrpSpPr>
        <p:grpSpPr>
          <a:xfrm>
            <a:off x="6215498" y="6133266"/>
            <a:ext cx="377272" cy="261307"/>
            <a:chOff x="9019484" y="4709765"/>
            <a:chExt cx="306383" cy="212209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3271C038-4AD7-4EDD-89CF-A61F87ADD5D9}"/>
                </a:ext>
              </a:extLst>
            </p:cNvPr>
            <p:cNvSpPr/>
            <p:nvPr/>
          </p:nvSpPr>
          <p:spPr>
            <a:xfrm>
              <a:off x="9211777" y="4782431"/>
              <a:ext cx="114090" cy="11409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265FCD7A-7C34-4BAA-A117-3F46635CDDD8}"/>
                </a:ext>
              </a:extLst>
            </p:cNvPr>
            <p:cNvSpPr/>
            <p:nvPr/>
          </p:nvSpPr>
          <p:spPr>
            <a:xfrm>
              <a:off x="9019484" y="4786386"/>
              <a:ext cx="114090" cy="11409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23B661D-E816-4331-A9A2-718C6806C826}"/>
                </a:ext>
              </a:extLst>
            </p:cNvPr>
            <p:cNvSpPr/>
            <p:nvPr/>
          </p:nvSpPr>
          <p:spPr>
            <a:xfrm>
              <a:off x="9066396" y="4710024"/>
              <a:ext cx="114090" cy="11409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7849D455-7B8F-4965-9928-AC8B6BD4E90E}"/>
                </a:ext>
              </a:extLst>
            </p:cNvPr>
            <p:cNvSpPr/>
            <p:nvPr/>
          </p:nvSpPr>
          <p:spPr>
            <a:xfrm>
              <a:off x="9123313" y="4807884"/>
              <a:ext cx="114090" cy="11409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7CAA0B32-7D23-4F57-A55E-4DD40FF2AA05}"/>
                </a:ext>
              </a:extLst>
            </p:cNvPr>
            <p:cNvSpPr/>
            <p:nvPr/>
          </p:nvSpPr>
          <p:spPr>
            <a:xfrm>
              <a:off x="9152554" y="4709765"/>
              <a:ext cx="114090" cy="11409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63" name="群組 762">
            <a:extLst>
              <a:ext uri="{FF2B5EF4-FFF2-40B4-BE49-F238E27FC236}">
                <a16:creationId xmlns:a16="http://schemas.microsoft.com/office/drawing/2014/main" id="{60415BF2-150C-4BE6-9C01-E74E52941EB9}"/>
              </a:ext>
            </a:extLst>
          </p:cNvPr>
          <p:cNvGrpSpPr/>
          <p:nvPr/>
        </p:nvGrpSpPr>
        <p:grpSpPr>
          <a:xfrm>
            <a:off x="4248192" y="6110031"/>
            <a:ext cx="963389" cy="307777"/>
            <a:chOff x="11099609" y="1752130"/>
            <a:chExt cx="963389" cy="307777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9832333E-4533-4C63-B3C7-DE062BDF6A6E}"/>
                </a:ext>
              </a:extLst>
            </p:cNvPr>
            <p:cNvGrpSpPr/>
            <p:nvPr/>
          </p:nvGrpSpPr>
          <p:grpSpPr>
            <a:xfrm>
              <a:off x="11099609" y="1765532"/>
              <a:ext cx="377272" cy="261307"/>
              <a:chOff x="9019484" y="4709765"/>
              <a:chExt cx="306383" cy="212209"/>
            </a:xfrm>
          </p:grpSpPr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5F137673-AD3D-44F7-87A3-5E17B5732DE2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07A02885-CF47-4B7F-B59C-784630F6CABC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757EF28E-F5C2-4120-9DE0-FC38779D1BD9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754A8BD8-F85B-4B3E-B9F5-91D575D83E9F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F4E92154-6AEF-45B5-AA72-4FA77B88CE13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BC0589EE-D11C-4192-AC4E-2D3ED29FDDF0}"/>
                </a:ext>
              </a:extLst>
            </p:cNvPr>
            <p:cNvGrpSpPr/>
            <p:nvPr/>
          </p:nvGrpSpPr>
          <p:grpSpPr>
            <a:xfrm>
              <a:off x="11685726" y="1765532"/>
              <a:ext cx="377272" cy="261307"/>
              <a:chOff x="9019484" y="4709765"/>
              <a:chExt cx="306383" cy="212209"/>
            </a:xfrm>
          </p:grpSpPr>
          <p:sp>
            <p:nvSpPr>
              <p:cNvPr id="34" name="橢圓 33">
                <a:extLst>
                  <a:ext uri="{FF2B5EF4-FFF2-40B4-BE49-F238E27FC236}">
                    <a16:creationId xmlns:a16="http://schemas.microsoft.com/office/drawing/2014/main" id="{FC4ABA09-8D2C-4E9D-839D-3F77D9AB3F26}"/>
                  </a:ext>
                </a:extLst>
              </p:cNvPr>
              <p:cNvSpPr/>
              <p:nvPr/>
            </p:nvSpPr>
            <p:spPr>
              <a:xfrm>
                <a:off x="9211777" y="4782431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橢圓 34">
                <a:extLst>
                  <a:ext uri="{FF2B5EF4-FFF2-40B4-BE49-F238E27FC236}">
                    <a16:creationId xmlns:a16="http://schemas.microsoft.com/office/drawing/2014/main" id="{5898FCF2-4E6C-4FB9-AC2D-F3F2187E921D}"/>
                  </a:ext>
                </a:extLst>
              </p:cNvPr>
              <p:cNvSpPr/>
              <p:nvPr/>
            </p:nvSpPr>
            <p:spPr>
              <a:xfrm>
                <a:off x="9019484" y="4786386"/>
                <a:ext cx="114090" cy="11409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C5A3022E-32D9-40F8-A2BA-0C65ECF92A1B}"/>
                  </a:ext>
                </a:extLst>
              </p:cNvPr>
              <p:cNvSpPr/>
              <p:nvPr/>
            </p:nvSpPr>
            <p:spPr>
              <a:xfrm>
                <a:off x="9066396" y="471002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C5747970-7E64-4F0A-8485-ACC22F2E8A72}"/>
                  </a:ext>
                </a:extLst>
              </p:cNvPr>
              <p:cNvSpPr/>
              <p:nvPr/>
            </p:nvSpPr>
            <p:spPr>
              <a:xfrm>
                <a:off x="9123313" y="4807884"/>
                <a:ext cx="114090" cy="11409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橢圓 37">
                <a:extLst>
                  <a:ext uri="{FF2B5EF4-FFF2-40B4-BE49-F238E27FC236}">
                    <a16:creationId xmlns:a16="http://schemas.microsoft.com/office/drawing/2014/main" id="{18DA13CA-E3BB-45FE-A979-6E0790459937}"/>
                  </a:ext>
                </a:extLst>
              </p:cNvPr>
              <p:cNvSpPr/>
              <p:nvPr/>
            </p:nvSpPr>
            <p:spPr>
              <a:xfrm>
                <a:off x="9152554" y="4709765"/>
                <a:ext cx="114090" cy="11409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640" name="文字方塊 639">
              <a:extLst>
                <a:ext uri="{FF2B5EF4-FFF2-40B4-BE49-F238E27FC236}">
                  <a16:creationId xmlns:a16="http://schemas.microsoft.com/office/drawing/2014/main" id="{D9B149F8-B722-4587-8586-4BAFBABBE37B}"/>
                </a:ext>
              </a:extLst>
            </p:cNvPr>
            <p:cNvSpPr txBox="1"/>
            <p:nvPr/>
          </p:nvSpPr>
          <p:spPr>
            <a:xfrm>
              <a:off x="11444086" y="1752130"/>
              <a:ext cx="2744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dirty="0"/>
                <a:t>~</a:t>
              </a:r>
              <a:endParaRPr lang="zh-TW" altLang="en-US" sz="1400" dirty="0"/>
            </a:p>
          </p:txBody>
        </p:sp>
      </p:grpSp>
      <p:grpSp>
        <p:nvGrpSpPr>
          <p:cNvPr id="883" name="群組 882">
            <a:extLst>
              <a:ext uri="{FF2B5EF4-FFF2-40B4-BE49-F238E27FC236}">
                <a16:creationId xmlns:a16="http://schemas.microsoft.com/office/drawing/2014/main" id="{93D6E962-6606-49CD-AA86-957854511369}"/>
              </a:ext>
            </a:extLst>
          </p:cNvPr>
          <p:cNvGrpSpPr/>
          <p:nvPr/>
        </p:nvGrpSpPr>
        <p:grpSpPr>
          <a:xfrm>
            <a:off x="285259" y="6079253"/>
            <a:ext cx="3572581" cy="369332"/>
            <a:chOff x="608213" y="2942167"/>
            <a:chExt cx="3572581" cy="369332"/>
          </a:xfrm>
        </p:grpSpPr>
        <p:sp>
          <p:nvSpPr>
            <p:cNvPr id="884" name="矩形: 圓角 883">
              <a:extLst>
                <a:ext uri="{FF2B5EF4-FFF2-40B4-BE49-F238E27FC236}">
                  <a16:creationId xmlns:a16="http://schemas.microsoft.com/office/drawing/2014/main" id="{38D8F8E7-F152-4394-BA93-56A18CD3B84B}"/>
                </a:ext>
              </a:extLst>
            </p:cNvPr>
            <p:cNvSpPr/>
            <p:nvPr/>
          </p:nvSpPr>
          <p:spPr>
            <a:xfrm>
              <a:off x="608213" y="2993420"/>
              <a:ext cx="3572581" cy="266827"/>
            </a:xfrm>
            <a:prstGeom prst="roundRect">
              <a:avLst/>
            </a:prstGeom>
            <a:solidFill>
              <a:srgbClr val="F2F2F2"/>
            </a:solidFill>
            <a:ln>
              <a:solidFill>
                <a:srgbClr val="3B3838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zh-TW" altLang="en-US" sz="1400" dirty="0"/>
            </a:p>
          </p:txBody>
        </p:sp>
        <p:sp>
          <p:nvSpPr>
            <p:cNvPr id="885" name="文字方塊 884">
              <a:extLst>
                <a:ext uri="{FF2B5EF4-FFF2-40B4-BE49-F238E27FC236}">
                  <a16:creationId xmlns:a16="http://schemas.microsoft.com/office/drawing/2014/main" id="{D9C7500C-5D2C-4B75-B850-F24D8C5AB4FE}"/>
                </a:ext>
              </a:extLst>
            </p:cNvPr>
            <p:cNvSpPr txBox="1"/>
            <p:nvPr/>
          </p:nvSpPr>
          <p:spPr>
            <a:xfrm>
              <a:off x="746648" y="2942167"/>
              <a:ext cx="3295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Tumor Purity Prediction Equation</a:t>
              </a:r>
            </a:p>
          </p:txBody>
        </p:sp>
      </p:grpSp>
      <p:grpSp>
        <p:nvGrpSpPr>
          <p:cNvPr id="888" name="群組 887">
            <a:extLst>
              <a:ext uri="{FF2B5EF4-FFF2-40B4-BE49-F238E27FC236}">
                <a16:creationId xmlns:a16="http://schemas.microsoft.com/office/drawing/2014/main" id="{06F4CA9E-F948-4A80-A66C-1E725B734A7E}"/>
              </a:ext>
            </a:extLst>
          </p:cNvPr>
          <p:cNvGrpSpPr/>
          <p:nvPr/>
        </p:nvGrpSpPr>
        <p:grpSpPr>
          <a:xfrm>
            <a:off x="4759490" y="5612801"/>
            <a:ext cx="1612735" cy="330428"/>
            <a:chOff x="4577196" y="5213441"/>
            <a:chExt cx="3553200" cy="330428"/>
          </a:xfrm>
        </p:grpSpPr>
        <p:sp>
          <p:nvSpPr>
            <p:cNvPr id="886" name="右中括弧 885">
              <a:extLst>
                <a:ext uri="{FF2B5EF4-FFF2-40B4-BE49-F238E27FC236}">
                  <a16:creationId xmlns:a16="http://schemas.microsoft.com/office/drawing/2014/main" id="{8D252688-C9E2-4B1B-A66D-62487C4C0056}"/>
                </a:ext>
              </a:extLst>
            </p:cNvPr>
            <p:cNvSpPr/>
            <p:nvPr/>
          </p:nvSpPr>
          <p:spPr>
            <a:xfrm rot="16200000">
              <a:off x="6269104" y="3682577"/>
              <a:ext cx="169384" cy="3553200"/>
            </a:xfrm>
            <a:prstGeom prst="rightBracket">
              <a:avLst/>
            </a:prstGeom>
            <a:ln w="38100">
              <a:solidFill>
                <a:srgbClr val="A6A6A6"/>
              </a:solidFill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887" name="直線接點 886">
              <a:extLst>
                <a:ext uri="{FF2B5EF4-FFF2-40B4-BE49-F238E27FC236}">
                  <a16:creationId xmlns:a16="http://schemas.microsoft.com/office/drawing/2014/main" id="{648EC99F-87B2-441E-8B82-E2A6150C020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259194" y="5299556"/>
              <a:ext cx="172229" cy="0"/>
            </a:xfrm>
            <a:prstGeom prst="line">
              <a:avLst/>
            </a:prstGeom>
            <a:ln w="38100">
              <a:solidFill>
                <a:srgbClr val="A6A6A6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05" name="群組 704">
            <a:extLst>
              <a:ext uri="{FF2B5EF4-FFF2-40B4-BE49-F238E27FC236}">
                <a16:creationId xmlns:a16="http://schemas.microsoft.com/office/drawing/2014/main" id="{C83D2CA8-2DE3-41B0-95C7-DAE177BDD9F7}"/>
              </a:ext>
            </a:extLst>
          </p:cNvPr>
          <p:cNvGrpSpPr/>
          <p:nvPr/>
        </p:nvGrpSpPr>
        <p:grpSpPr>
          <a:xfrm>
            <a:off x="7927087" y="1296013"/>
            <a:ext cx="777578" cy="720840"/>
            <a:chOff x="5159412" y="1502273"/>
            <a:chExt cx="777578" cy="720840"/>
          </a:xfrm>
        </p:grpSpPr>
        <p:sp>
          <p:nvSpPr>
            <p:cNvPr id="699" name="橢圓 698">
              <a:extLst>
                <a:ext uri="{FF2B5EF4-FFF2-40B4-BE49-F238E27FC236}">
                  <a16:creationId xmlns:a16="http://schemas.microsoft.com/office/drawing/2014/main" id="{78FF7E00-C984-4DF5-88FE-F94D9C136F1A}"/>
                </a:ext>
              </a:extLst>
            </p:cNvPr>
            <p:cNvSpPr/>
            <p:nvPr/>
          </p:nvSpPr>
          <p:spPr>
            <a:xfrm>
              <a:off x="5159412" y="1502273"/>
              <a:ext cx="777578" cy="72084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00" name="橢圓 699">
              <a:extLst>
                <a:ext uri="{FF2B5EF4-FFF2-40B4-BE49-F238E27FC236}">
                  <a16:creationId xmlns:a16="http://schemas.microsoft.com/office/drawing/2014/main" id="{7A92A99F-2A54-4088-A49B-258ED713DE2A}"/>
                </a:ext>
              </a:extLst>
            </p:cNvPr>
            <p:cNvSpPr/>
            <p:nvPr/>
          </p:nvSpPr>
          <p:spPr>
            <a:xfrm>
              <a:off x="5274426" y="1877390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01" name="橢圓 700">
              <a:extLst>
                <a:ext uri="{FF2B5EF4-FFF2-40B4-BE49-F238E27FC236}">
                  <a16:creationId xmlns:a16="http://schemas.microsoft.com/office/drawing/2014/main" id="{2EC41FBC-8057-4EE0-BB30-F446422AE2CF}"/>
                </a:ext>
              </a:extLst>
            </p:cNvPr>
            <p:cNvSpPr/>
            <p:nvPr/>
          </p:nvSpPr>
          <p:spPr>
            <a:xfrm>
              <a:off x="5721556" y="1768647"/>
              <a:ext cx="108743" cy="108743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702" name="橢圓 701">
              <a:extLst>
                <a:ext uri="{FF2B5EF4-FFF2-40B4-BE49-F238E27FC236}">
                  <a16:creationId xmlns:a16="http://schemas.microsoft.com/office/drawing/2014/main" id="{3571ABCF-EF54-4328-95F1-66E3679BDC75}"/>
                </a:ext>
              </a:extLst>
            </p:cNvPr>
            <p:cNvSpPr/>
            <p:nvPr/>
          </p:nvSpPr>
          <p:spPr>
            <a:xfrm>
              <a:off x="5683784" y="1948141"/>
              <a:ext cx="108743" cy="108743"/>
            </a:xfrm>
            <a:prstGeom prst="ellips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3" name="橢圓 702">
              <a:extLst>
                <a:ext uri="{FF2B5EF4-FFF2-40B4-BE49-F238E27FC236}">
                  <a16:creationId xmlns:a16="http://schemas.microsoft.com/office/drawing/2014/main" id="{1DA34597-9732-4BAA-B14A-A72D4E08FEA8}"/>
                </a:ext>
              </a:extLst>
            </p:cNvPr>
            <p:cNvSpPr/>
            <p:nvPr/>
          </p:nvSpPr>
          <p:spPr>
            <a:xfrm>
              <a:off x="5381322" y="1597241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04" name="橢圓 703">
              <a:extLst>
                <a:ext uri="{FF2B5EF4-FFF2-40B4-BE49-F238E27FC236}">
                  <a16:creationId xmlns:a16="http://schemas.microsoft.com/office/drawing/2014/main" id="{BEFA6430-2EC4-4912-82B4-9778C85CAD60}"/>
                </a:ext>
              </a:extLst>
            </p:cNvPr>
            <p:cNvSpPr/>
            <p:nvPr/>
          </p:nvSpPr>
          <p:spPr>
            <a:xfrm>
              <a:off x="5435693" y="1985454"/>
              <a:ext cx="108743" cy="108743"/>
            </a:xfrm>
            <a:prstGeom prst="ellips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41" name="橢圓 740">
              <a:extLst>
                <a:ext uri="{FF2B5EF4-FFF2-40B4-BE49-F238E27FC236}">
                  <a16:creationId xmlns:a16="http://schemas.microsoft.com/office/drawing/2014/main" id="{0DCD4DB9-5994-496E-87DB-55F0E95B3125}"/>
                </a:ext>
              </a:extLst>
            </p:cNvPr>
            <p:cNvSpPr/>
            <p:nvPr/>
          </p:nvSpPr>
          <p:spPr>
            <a:xfrm>
              <a:off x="5482491" y="1753950"/>
              <a:ext cx="108743" cy="108743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lt1"/>
                </a:solidFill>
              </a:endParaRPr>
            </a:p>
          </p:txBody>
        </p:sp>
        <p:sp>
          <p:nvSpPr>
            <p:cNvPr id="742" name="橢圓 741">
              <a:extLst>
                <a:ext uri="{FF2B5EF4-FFF2-40B4-BE49-F238E27FC236}">
                  <a16:creationId xmlns:a16="http://schemas.microsoft.com/office/drawing/2014/main" id="{93101690-6EAB-4545-ACA1-FD490F77F75B}"/>
                </a:ext>
              </a:extLst>
            </p:cNvPr>
            <p:cNvSpPr/>
            <p:nvPr/>
          </p:nvSpPr>
          <p:spPr>
            <a:xfrm>
              <a:off x="5604784" y="1590335"/>
              <a:ext cx="108743" cy="108743"/>
            </a:xfrm>
            <a:prstGeom prst="ellipse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33" name="箭號: 向右 732">
            <a:extLst>
              <a:ext uri="{FF2B5EF4-FFF2-40B4-BE49-F238E27FC236}">
                <a16:creationId xmlns:a16="http://schemas.microsoft.com/office/drawing/2014/main" id="{3ECA9006-C6B0-41A7-98F2-75F6D220C334}"/>
              </a:ext>
            </a:extLst>
          </p:cNvPr>
          <p:cNvSpPr/>
          <p:nvPr/>
        </p:nvSpPr>
        <p:spPr>
          <a:xfrm>
            <a:off x="6628056" y="1586233"/>
            <a:ext cx="169907" cy="140400"/>
          </a:xfrm>
          <a:prstGeom prst="rightArrow">
            <a:avLst/>
          </a:prstGeom>
          <a:solidFill>
            <a:srgbClr val="A6A6A6"/>
          </a:solidFill>
          <a:ln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7" name="文字方塊 1176">
            <a:extLst>
              <a:ext uri="{FF2B5EF4-FFF2-40B4-BE49-F238E27FC236}">
                <a16:creationId xmlns:a16="http://schemas.microsoft.com/office/drawing/2014/main" id="{9E477BB7-D002-4EF8-8641-BD176696D144}"/>
              </a:ext>
            </a:extLst>
          </p:cNvPr>
          <p:cNvSpPr txBox="1"/>
          <p:nvPr/>
        </p:nvSpPr>
        <p:spPr>
          <a:xfrm>
            <a:off x="3669970" y="4673697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HP1-1</a:t>
            </a:r>
            <a:endParaRPr lang="zh-TW" altLang="en-US" dirty="0"/>
          </a:p>
        </p:txBody>
      </p:sp>
      <p:sp>
        <p:nvSpPr>
          <p:cNvPr id="1178" name="文字方塊 1177">
            <a:extLst>
              <a:ext uri="{FF2B5EF4-FFF2-40B4-BE49-F238E27FC236}">
                <a16:creationId xmlns:a16="http://schemas.microsoft.com/office/drawing/2014/main" id="{74D2B64E-69BC-49CB-B743-F8FD887CA1F1}"/>
              </a:ext>
            </a:extLst>
          </p:cNvPr>
          <p:cNvSpPr txBox="1"/>
          <p:nvPr/>
        </p:nvSpPr>
        <p:spPr>
          <a:xfrm>
            <a:off x="3669970" y="510743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</a:t>
            </a:r>
            <a:endParaRPr lang="zh-TW" altLang="en-US" dirty="0"/>
          </a:p>
        </p:txBody>
      </p:sp>
      <p:sp>
        <p:nvSpPr>
          <p:cNvPr id="1183" name="文字方塊 1182">
            <a:extLst>
              <a:ext uri="{FF2B5EF4-FFF2-40B4-BE49-F238E27FC236}">
                <a16:creationId xmlns:a16="http://schemas.microsoft.com/office/drawing/2014/main" id="{DC495428-1180-4153-960B-8A31E4CE6A45}"/>
              </a:ext>
            </a:extLst>
          </p:cNvPr>
          <p:cNvSpPr txBox="1"/>
          <p:nvPr/>
        </p:nvSpPr>
        <p:spPr>
          <a:xfrm>
            <a:off x="5425729" y="4402523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</a:t>
            </a:r>
            <a:endParaRPr lang="zh-TW" altLang="en-US" dirty="0"/>
          </a:p>
        </p:txBody>
      </p:sp>
      <p:sp>
        <p:nvSpPr>
          <p:cNvPr id="1242" name="文字方塊 1241">
            <a:extLst>
              <a:ext uri="{FF2B5EF4-FFF2-40B4-BE49-F238E27FC236}">
                <a16:creationId xmlns:a16="http://schemas.microsoft.com/office/drawing/2014/main" id="{DF3DE392-743A-4CF7-BD46-8C2E31E9F58F}"/>
              </a:ext>
            </a:extLst>
          </p:cNvPr>
          <p:cNvSpPr txBox="1"/>
          <p:nvPr/>
        </p:nvSpPr>
        <p:spPr>
          <a:xfrm>
            <a:off x="6387161" y="4673697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HP1-1</a:t>
            </a:r>
            <a:endParaRPr lang="zh-TW" altLang="en-US" dirty="0"/>
          </a:p>
        </p:txBody>
      </p:sp>
      <p:sp>
        <p:nvSpPr>
          <p:cNvPr id="1243" name="文字方塊 1242">
            <a:extLst>
              <a:ext uri="{FF2B5EF4-FFF2-40B4-BE49-F238E27FC236}">
                <a16:creationId xmlns:a16="http://schemas.microsoft.com/office/drawing/2014/main" id="{C8984296-41EA-4F1B-B936-88D7E116D8AA}"/>
              </a:ext>
            </a:extLst>
          </p:cNvPr>
          <p:cNvSpPr txBox="1"/>
          <p:nvPr/>
        </p:nvSpPr>
        <p:spPr>
          <a:xfrm>
            <a:off x="6387161" y="510743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</a:t>
            </a:r>
            <a:endParaRPr lang="zh-TW" altLang="en-US" dirty="0"/>
          </a:p>
        </p:txBody>
      </p:sp>
      <p:grpSp>
        <p:nvGrpSpPr>
          <p:cNvPr id="1396" name="群組 1395">
            <a:extLst>
              <a:ext uri="{FF2B5EF4-FFF2-40B4-BE49-F238E27FC236}">
                <a16:creationId xmlns:a16="http://schemas.microsoft.com/office/drawing/2014/main" id="{544CCF4F-C303-4D59-A18A-280E55695A56}"/>
              </a:ext>
            </a:extLst>
          </p:cNvPr>
          <p:cNvGrpSpPr/>
          <p:nvPr/>
        </p:nvGrpSpPr>
        <p:grpSpPr>
          <a:xfrm>
            <a:off x="4006649" y="1358353"/>
            <a:ext cx="1505682" cy="596160"/>
            <a:chOff x="10620449" y="5334785"/>
            <a:chExt cx="1505682" cy="596160"/>
          </a:xfrm>
        </p:grpSpPr>
        <p:sp>
          <p:nvSpPr>
            <p:cNvPr id="1394" name="箭號: 五邊形 1393">
              <a:extLst>
                <a:ext uri="{FF2B5EF4-FFF2-40B4-BE49-F238E27FC236}">
                  <a16:creationId xmlns:a16="http://schemas.microsoft.com/office/drawing/2014/main" id="{A277F7B6-BB67-458D-9178-32B3DA852740}"/>
                </a:ext>
              </a:extLst>
            </p:cNvPr>
            <p:cNvSpPr/>
            <p:nvPr/>
          </p:nvSpPr>
          <p:spPr>
            <a:xfrm>
              <a:off x="10927712" y="5643061"/>
              <a:ext cx="426088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1395" name="箭號: 五邊形 1394">
              <a:extLst>
                <a:ext uri="{FF2B5EF4-FFF2-40B4-BE49-F238E27FC236}">
                  <a16:creationId xmlns:a16="http://schemas.microsoft.com/office/drawing/2014/main" id="{CCDB19ED-4666-4E74-953C-23E36557ED72}"/>
                </a:ext>
              </a:extLst>
            </p:cNvPr>
            <p:cNvSpPr/>
            <p:nvPr/>
          </p:nvSpPr>
          <p:spPr>
            <a:xfrm>
              <a:off x="10808494" y="5797869"/>
              <a:ext cx="545306" cy="129600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grpSp>
          <p:nvGrpSpPr>
            <p:cNvPr id="1341" name="群組 1340">
              <a:extLst>
                <a:ext uri="{FF2B5EF4-FFF2-40B4-BE49-F238E27FC236}">
                  <a16:creationId xmlns:a16="http://schemas.microsoft.com/office/drawing/2014/main" id="{CD33B2B4-53B3-4A92-A731-C839EFA10B4D}"/>
                </a:ext>
              </a:extLst>
            </p:cNvPr>
            <p:cNvGrpSpPr/>
            <p:nvPr/>
          </p:nvGrpSpPr>
          <p:grpSpPr>
            <a:xfrm>
              <a:off x="11380869" y="5643061"/>
              <a:ext cx="745262" cy="284408"/>
              <a:chOff x="9779317" y="5996832"/>
              <a:chExt cx="1478884" cy="284408"/>
            </a:xfrm>
          </p:grpSpPr>
          <p:sp>
            <p:nvSpPr>
              <p:cNvPr id="1369" name="箭號: 五邊形 1368">
                <a:extLst>
                  <a:ext uri="{FF2B5EF4-FFF2-40B4-BE49-F238E27FC236}">
                    <a16:creationId xmlns:a16="http://schemas.microsoft.com/office/drawing/2014/main" id="{0A9A8899-AFF9-42F6-8E88-600D6499296B}"/>
                  </a:ext>
                </a:extLst>
              </p:cNvPr>
              <p:cNvSpPr/>
              <p:nvPr/>
            </p:nvSpPr>
            <p:spPr>
              <a:xfrm>
                <a:off x="9779317" y="59968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70" name="箭號: 五邊形 1369">
                <a:extLst>
                  <a:ext uri="{FF2B5EF4-FFF2-40B4-BE49-F238E27FC236}">
                    <a16:creationId xmlns:a16="http://schemas.microsoft.com/office/drawing/2014/main" id="{54F50C54-BEAD-407E-AFEE-3F9BBE24709C}"/>
                  </a:ext>
                </a:extLst>
              </p:cNvPr>
              <p:cNvSpPr/>
              <p:nvPr/>
            </p:nvSpPr>
            <p:spPr>
              <a:xfrm>
                <a:off x="9779317" y="6151640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2" name="群組 1341">
              <a:extLst>
                <a:ext uri="{FF2B5EF4-FFF2-40B4-BE49-F238E27FC236}">
                  <a16:creationId xmlns:a16="http://schemas.microsoft.com/office/drawing/2014/main" id="{7DBE0437-C819-4337-9724-111D494D5D06}"/>
                </a:ext>
              </a:extLst>
            </p:cNvPr>
            <p:cNvGrpSpPr/>
            <p:nvPr/>
          </p:nvGrpSpPr>
          <p:grpSpPr>
            <a:xfrm>
              <a:off x="11727655" y="5338261"/>
              <a:ext cx="398475" cy="282000"/>
              <a:chOff x="9779317" y="5692032"/>
              <a:chExt cx="1478884" cy="282000"/>
            </a:xfrm>
          </p:grpSpPr>
          <p:sp>
            <p:nvSpPr>
              <p:cNvPr id="1367" name="箭號: 五邊形 1366">
                <a:extLst>
                  <a:ext uri="{FF2B5EF4-FFF2-40B4-BE49-F238E27FC236}">
                    <a16:creationId xmlns:a16="http://schemas.microsoft.com/office/drawing/2014/main" id="{2BEF2DAA-14B8-47C1-9D60-462400A96D3A}"/>
                  </a:ext>
                </a:extLst>
              </p:cNvPr>
              <p:cNvSpPr/>
              <p:nvPr/>
            </p:nvSpPr>
            <p:spPr>
              <a:xfrm>
                <a:off x="9779317" y="56920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8" name="箭號: 五邊形 1367">
                <a:extLst>
                  <a:ext uri="{FF2B5EF4-FFF2-40B4-BE49-F238E27FC236}">
                    <a16:creationId xmlns:a16="http://schemas.microsoft.com/office/drawing/2014/main" id="{6708076D-E727-434D-9CC5-FDCDF9DA1C90}"/>
                  </a:ext>
                </a:extLst>
              </p:cNvPr>
              <p:cNvSpPr/>
              <p:nvPr/>
            </p:nvSpPr>
            <p:spPr>
              <a:xfrm>
                <a:off x="9779317" y="58444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3" name="群組 1342">
              <a:extLst>
                <a:ext uri="{FF2B5EF4-FFF2-40B4-BE49-F238E27FC236}">
                  <a16:creationId xmlns:a16="http://schemas.microsoft.com/office/drawing/2014/main" id="{331C5048-7B4A-4052-A6B6-2C585D0BB3D6}"/>
                </a:ext>
              </a:extLst>
            </p:cNvPr>
            <p:cNvGrpSpPr/>
            <p:nvPr/>
          </p:nvGrpSpPr>
          <p:grpSpPr>
            <a:xfrm>
              <a:off x="11063288" y="5338261"/>
              <a:ext cx="628650" cy="282000"/>
              <a:chOff x="9779317" y="5692032"/>
              <a:chExt cx="1478884" cy="282000"/>
            </a:xfrm>
          </p:grpSpPr>
          <p:sp>
            <p:nvSpPr>
              <p:cNvPr id="1365" name="箭號: 五邊形 1364">
                <a:extLst>
                  <a:ext uri="{FF2B5EF4-FFF2-40B4-BE49-F238E27FC236}">
                    <a16:creationId xmlns:a16="http://schemas.microsoft.com/office/drawing/2014/main" id="{1F3B6D3A-02FF-4B25-A669-71043BBA2C0F}"/>
                  </a:ext>
                </a:extLst>
              </p:cNvPr>
              <p:cNvSpPr/>
              <p:nvPr/>
            </p:nvSpPr>
            <p:spPr>
              <a:xfrm>
                <a:off x="9779317" y="56920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6" name="箭號: 五邊形 1365">
                <a:extLst>
                  <a:ext uri="{FF2B5EF4-FFF2-40B4-BE49-F238E27FC236}">
                    <a16:creationId xmlns:a16="http://schemas.microsoft.com/office/drawing/2014/main" id="{1D945ED6-5BBE-4400-BAB0-6A9EF0132625}"/>
                  </a:ext>
                </a:extLst>
              </p:cNvPr>
              <p:cNvSpPr/>
              <p:nvPr/>
            </p:nvSpPr>
            <p:spPr>
              <a:xfrm>
                <a:off x="9779317" y="58444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4" name="群組 1343">
              <a:extLst>
                <a:ext uri="{FF2B5EF4-FFF2-40B4-BE49-F238E27FC236}">
                  <a16:creationId xmlns:a16="http://schemas.microsoft.com/office/drawing/2014/main" id="{4FBCC91A-4F5A-4DD5-86C2-3AC4A483EC1C}"/>
                </a:ext>
              </a:extLst>
            </p:cNvPr>
            <p:cNvGrpSpPr/>
            <p:nvPr/>
          </p:nvGrpSpPr>
          <p:grpSpPr>
            <a:xfrm>
              <a:off x="10620449" y="5643061"/>
              <a:ext cx="276350" cy="284408"/>
              <a:chOff x="9779317" y="5996832"/>
              <a:chExt cx="1478884" cy="284408"/>
            </a:xfrm>
          </p:grpSpPr>
          <p:sp>
            <p:nvSpPr>
              <p:cNvPr id="1363" name="箭號: 五邊形 1362">
                <a:extLst>
                  <a:ext uri="{FF2B5EF4-FFF2-40B4-BE49-F238E27FC236}">
                    <a16:creationId xmlns:a16="http://schemas.microsoft.com/office/drawing/2014/main" id="{B15FD466-E0EB-4EF5-95E1-5AF848051BA3}"/>
                  </a:ext>
                </a:extLst>
              </p:cNvPr>
              <p:cNvSpPr/>
              <p:nvPr/>
            </p:nvSpPr>
            <p:spPr>
              <a:xfrm>
                <a:off x="9779317" y="5996832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4" name="箭號: 五邊形 1363">
                <a:extLst>
                  <a:ext uri="{FF2B5EF4-FFF2-40B4-BE49-F238E27FC236}">
                    <a16:creationId xmlns:a16="http://schemas.microsoft.com/office/drawing/2014/main" id="{9B65BA49-18D1-4A64-B926-D2BEAE82BBA3}"/>
                  </a:ext>
                </a:extLst>
              </p:cNvPr>
              <p:cNvSpPr/>
              <p:nvPr/>
            </p:nvSpPr>
            <p:spPr>
              <a:xfrm>
                <a:off x="9779317" y="6151640"/>
                <a:ext cx="1478884" cy="129600"/>
              </a:xfrm>
              <a:prstGeom prst="homePlate">
                <a:avLst/>
              </a:prstGeom>
              <a:solidFill>
                <a:srgbClr val="C9C9C9"/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5" name="群組 1344">
              <a:extLst>
                <a:ext uri="{FF2B5EF4-FFF2-40B4-BE49-F238E27FC236}">
                  <a16:creationId xmlns:a16="http://schemas.microsoft.com/office/drawing/2014/main" id="{4C6A0DE8-4F89-4CC1-8D39-9BA16ACC4201}"/>
                </a:ext>
              </a:extLst>
            </p:cNvPr>
            <p:cNvGrpSpPr/>
            <p:nvPr/>
          </p:nvGrpSpPr>
          <p:grpSpPr>
            <a:xfrm>
              <a:off x="10702190" y="5639116"/>
              <a:ext cx="72000" cy="291829"/>
              <a:chOff x="9861058" y="5992887"/>
              <a:chExt cx="149158" cy="291829"/>
            </a:xfrm>
          </p:grpSpPr>
          <p:sp>
            <p:nvSpPr>
              <p:cNvPr id="1361" name="矩形 178">
                <a:extLst>
                  <a:ext uri="{FF2B5EF4-FFF2-40B4-BE49-F238E27FC236}">
                    <a16:creationId xmlns:a16="http://schemas.microsoft.com/office/drawing/2014/main" id="{1963E273-035B-4913-BD8B-704D9715CF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61058" y="599288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2" name="矩形 178">
                <a:extLst>
                  <a:ext uri="{FF2B5EF4-FFF2-40B4-BE49-F238E27FC236}">
                    <a16:creationId xmlns:a16="http://schemas.microsoft.com/office/drawing/2014/main" id="{4A0A6554-75C2-4996-9CC9-3E66788733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61058" y="614769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6" name="群組 1345">
              <a:extLst>
                <a:ext uri="{FF2B5EF4-FFF2-40B4-BE49-F238E27FC236}">
                  <a16:creationId xmlns:a16="http://schemas.microsoft.com/office/drawing/2014/main" id="{36749AD8-8093-4AF3-9DA1-7A072099470B}"/>
                </a:ext>
              </a:extLst>
            </p:cNvPr>
            <p:cNvGrpSpPr/>
            <p:nvPr/>
          </p:nvGrpSpPr>
          <p:grpSpPr>
            <a:xfrm>
              <a:off x="11561618" y="5639116"/>
              <a:ext cx="72000" cy="291829"/>
              <a:chOff x="10639049" y="5992887"/>
              <a:chExt cx="149158" cy="291829"/>
            </a:xfrm>
          </p:grpSpPr>
          <p:sp>
            <p:nvSpPr>
              <p:cNvPr id="1359" name="矩形 178">
                <a:extLst>
                  <a:ext uri="{FF2B5EF4-FFF2-40B4-BE49-F238E27FC236}">
                    <a16:creationId xmlns:a16="http://schemas.microsoft.com/office/drawing/2014/main" id="{5C6ACAFF-69C2-48AB-903D-731943547B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39049" y="599288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60" name="矩形 178">
                <a:extLst>
                  <a:ext uri="{FF2B5EF4-FFF2-40B4-BE49-F238E27FC236}">
                    <a16:creationId xmlns:a16="http://schemas.microsoft.com/office/drawing/2014/main" id="{E1B1FB8A-99AF-41FC-AAC3-94229172EB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39049" y="614769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7" name="群組 1346">
              <a:extLst>
                <a:ext uri="{FF2B5EF4-FFF2-40B4-BE49-F238E27FC236}">
                  <a16:creationId xmlns:a16="http://schemas.microsoft.com/office/drawing/2014/main" id="{0A6F138F-667A-44E1-B559-5658B626C4D0}"/>
                </a:ext>
              </a:extLst>
            </p:cNvPr>
            <p:cNvGrpSpPr/>
            <p:nvPr/>
          </p:nvGrpSpPr>
          <p:grpSpPr>
            <a:xfrm>
              <a:off x="11114200" y="5334785"/>
              <a:ext cx="72000" cy="287565"/>
              <a:chOff x="10173606" y="5688556"/>
              <a:chExt cx="149158" cy="287565"/>
            </a:xfrm>
          </p:grpSpPr>
          <p:sp>
            <p:nvSpPr>
              <p:cNvPr id="1357" name="矩形 178">
                <a:extLst>
                  <a:ext uri="{FF2B5EF4-FFF2-40B4-BE49-F238E27FC236}">
                    <a16:creationId xmlns:a16="http://schemas.microsoft.com/office/drawing/2014/main" id="{0AB4A0FD-2249-45FB-9E4D-6164C95E3A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73606" y="5688556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58" name="矩形 178">
                <a:extLst>
                  <a:ext uri="{FF2B5EF4-FFF2-40B4-BE49-F238E27FC236}">
                    <a16:creationId xmlns:a16="http://schemas.microsoft.com/office/drawing/2014/main" id="{CA1F9F18-FF72-4425-9C5C-FFFD01C4B1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73606" y="5839100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8" name="群組 1347">
              <a:extLst>
                <a:ext uri="{FF2B5EF4-FFF2-40B4-BE49-F238E27FC236}">
                  <a16:creationId xmlns:a16="http://schemas.microsoft.com/office/drawing/2014/main" id="{29BF25A7-B1B6-4B92-AE59-209D04CCA7DB}"/>
                </a:ext>
              </a:extLst>
            </p:cNvPr>
            <p:cNvGrpSpPr/>
            <p:nvPr/>
          </p:nvGrpSpPr>
          <p:grpSpPr>
            <a:xfrm>
              <a:off x="11803708" y="5334785"/>
              <a:ext cx="72000" cy="287565"/>
              <a:chOff x="10905140" y="5688556"/>
              <a:chExt cx="149158" cy="287565"/>
            </a:xfrm>
          </p:grpSpPr>
          <p:sp>
            <p:nvSpPr>
              <p:cNvPr id="1355" name="矩形 178">
                <a:extLst>
                  <a:ext uri="{FF2B5EF4-FFF2-40B4-BE49-F238E27FC236}">
                    <a16:creationId xmlns:a16="http://schemas.microsoft.com/office/drawing/2014/main" id="{D77F2BC2-5B80-4EB2-90EC-F2895575BB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05140" y="5688556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56" name="矩形 178">
                <a:extLst>
                  <a:ext uri="{FF2B5EF4-FFF2-40B4-BE49-F238E27FC236}">
                    <a16:creationId xmlns:a16="http://schemas.microsoft.com/office/drawing/2014/main" id="{AF403CBB-90F7-4C09-9303-F76E682C78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05140" y="5839100"/>
                <a:ext cx="149158" cy="137021"/>
              </a:xfrm>
              <a:prstGeom prst="rect">
                <a:avLst/>
              </a:prstGeom>
              <a:solidFill>
                <a:srgbClr val="C55A1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49" name="群組 1348">
              <a:extLst>
                <a:ext uri="{FF2B5EF4-FFF2-40B4-BE49-F238E27FC236}">
                  <a16:creationId xmlns:a16="http://schemas.microsoft.com/office/drawing/2014/main" id="{43AF568D-316D-4885-B7B8-053F8590D476}"/>
                </a:ext>
              </a:extLst>
            </p:cNvPr>
            <p:cNvGrpSpPr/>
            <p:nvPr/>
          </p:nvGrpSpPr>
          <p:grpSpPr>
            <a:xfrm>
              <a:off x="11408190" y="5485648"/>
              <a:ext cx="70975" cy="294434"/>
              <a:chOff x="10448385" y="5839419"/>
              <a:chExt cx="149158" cy="294434"/>
            </a:xfrm>
          </p:grpSpPr>
          <p:sp>
            <p:nvSpPr>
              <p:cNvPr id="1353" name="矩形 178">
                <a:extLst>
                  <a:ext uri="{FF2B5EF4-FFF2-40B4-BE49-F238E27FC236}">
                    <a16:creationId xmlns:a16="http://schemas.microsoft.com/office/drawing/2014/main" id="{7AD50C4A-FCF1-4EC3-B2FC-D150B990B6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48385" y="5996832"/>
                <a:ext cx="149158" cy="137021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54" name="矩形 178">
                <a:extLst>
                  <a:ext uri="{FF2B5EF4-FFF2-40B4-BE49-F238E27FC236}">
                    <a16:creationId xmlns:a16="http://schemas.microsoft.com/office/drawing/2014/main" id="{D1665CA7-23D4-4D70-BA15-A9BC692EE3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48385" y="5839419"/>
                <a:ext cx="149158" cy="137021"/>
              </a:xfrm>
              <a:prstGeom prst="rect">
                <a:avLst/>
              </a:prstGeom>
              <a:solidFill>
                <a:srgbClr val="FFC000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50" name="群組 1349">
              <a:extLst>
                <a:ext uri="{FF2B5EF4-FFF2-40B4-BE49-F238E27FC236}">
                  <a16:creationId xmlns:a16="http://schemas.microsoft.com/office/drawing/2014/main" id="{73835C46-D785-4C64-A413-F919A73A7F48}"/>
                </a:ext>
              </a:extLst>
            </p:cNvPr>
            <p:cNvGrpSpPr/>
            <p:nvPr/>
          </p:nvGrpSpPr>
          <p:grpSpPr>
            <a:xfrm>
              <a:off x="11938833" y="5639116"/>
              <a:ext cx="72000" cy="291829"/>
              <a:chOff x="11060678" y="5992887"/>
              <a:chExt cx="149158" cy="291829"/>
            </a:xfrm>
          </p:grpSpPr>
          <p:sp>
            <p:nvSpPr>
              <p:cNvPr id="1351" name="矩形 178">
                <a:extLst>
                  <a:ext uri="{FF2B5EF4-FFF2-40B4-BE49-F238E27FC236}">
                    <a16:creationId xmlns:a16="http://schemas.microsoft.com/office/drawing/2014/main" id="{A9EAC510-C0D3-4850-B8BD-6D684B2EAA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60678" y="599288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52" name="矩形 178">
                <a:extLst>
                  <a:ext uri="{FF2B5EF4-FFF2-40B4-BE49-F238E27FC236}">
                    <a16:creationId xmlns:a16="http://schemas.microsoft.com/office/drawing/2014/main" id="{0B75AF5B-535E-4618-AFE9-A8F3BFC824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60678" y="614769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374" name="群組 1373">
              <a:extLst>
                <a:ext uri="{FF2B5EF4-FFF2-40B4-BE49-F238E27FC236}">
                  <a16:creationId xmlns:a16="http://schemas.microsoft.com/office/drawing/2014/main" id="{9AB3E818-2645-40AB-8F83-A83072ADBF9B}"/>
                </a:ext>
              </a:extLst>
            </p:cNvPr>
            <p:cNvGrpSpPr/>
            <p:nvPr/>
          </p:nvGrpSpPr>
          <p:grpSpPr>
            <a:xfrm>
              <a:off x="11209079" y="5639116"/>
              <a:ext cx="72000" cy="291829"/>
              <a:chOff x="9861058" y="5992887"/>
              <a:chExt cx="149158" cy="291829"/>
            </a:xfrm>
          </p:grpSpPr>
          <p:sp>
            <p:nvSpPr>
              <p:cNvPr id="1375" name="矩形 178">
                <a:extLst>
                  <a:ext uri="{FF2B5EF4-FFF2-40B4-BE49-F238E27FC236}">
                    <a16:creationId xmlns:a16="http://schemas.microsoft.com/office/drawing/2014/main" id="{BA314530-D938-4AB2-B4CE-DC8314132E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61058" y="5992887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376" name="矩形 178">
                <a:extLst>
                  <a:ext uri="{FF2B5EF4-FFF2-40B4-BE49-F238E27FC236}">
                    <a16:creationId xmlns:a16="http://schemas.microsoft.com/office/drawing/2014/main" id="{052E54D8-036C-4010-8CC2-5FEBD25922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61058" y="6147695"/>
                <a:ext cx="149158" cy="137021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</p:grpSp>
      <p:grpSp>
        <p:nvGrpSpPr>
          <p:cNvPr id="1436" name="群組 1435">
            <a:extLst>
              <a:ext uri="{FF2B5EF4-FFF2-40B4-BE49-F238E27FC236}">
                <a16:creationId xmlns:a16="http://schemas.microsoft.com/office/drawing/2014/main" id="{1988FE73-B788-43E4-B741-D35767383721}"/>
              </a:ext>
            </a:extLst>
          </p:cNvPr>
          <p:cNvGrpSpPr/>
          <p:nvPr/>
        </p:nvGrpSpPr>
        <p:grpSpPr>
          <a:xfrm>
            <a:off x="7157418" y="4705866"/>
            <a:ext cx="1505682" cy="714791"/>
            <a:chOff x="5454733" y="4705866"/>
            <a:chExt cx="1505682" cy="714791"/>
          </a:xfrm>
        </p:grpSpPr>
        <p:grpSp>
          <p:nvGrpSpPr>
            <p:cNvPr id="1437" name="群組 1436">
              <a:extLst>
                <a:ext uri="{FF2B5EF4-FFF2-40B4-BE49-F238E27FC236}">
                  <a16:creationId xmlns:a16="http://schemas.microsoft.com/office/drawing/2014/main" id="{2061B314-0B9D-428F-A5E3-26DCE3B0B316}"/>
                </a:ext>
              </a:extLst>
            </p:cNvPr>
            <p:cNvGrpSpPr/>
            <p:nvPr/>
          </p:nvGrpSpPr>
          <p:grpSpPr>
            <a:xfrm>
              <a:off x="5897572" y="4705866"/>
              <a:ext cx="1062842" cy="287565"/>
              <a:chOff x="5897572" y="3714024"/>
              <a:chExt cx="1062842" cy="287565"/>
            </a:xfrm>
          </p:grpSpPr>
          <p:grpSp>
            <p:nvGrpSpPr>
              <p:cNvPr id="1459" name="群組 1458">
                <a:extLst>
                  <a:ext uri="{FF2B5EF4-FFF2-40B4-BE49-F238E27FC236}">
                    <a16:creationId xmlns:a16="http://schemas.microsoft.com/office/drawing/2014/main" id="{380B24AE-8242-4799-8402-59E85AEC429B}"/>
                  </a:ext>
                </a:extLst>
              </p:cNvPr>
              <p:cNvGrpSpPr/>
              <p:nvPr/>
            </p:nvGrpSpPr>
            <p:grpSpPr>
              <a:xfrm>
                <a:off x="6561939" y="3717500"/>
                <a:ext cx="398475" cy="282000"/>
                <a:chOff x="9779317" y="5692032"/>
                <a:chExt cx="1478884" cy="282000"/>
              </a:xfrm>
            </p:grpSpPr>
            <p:sp>
              <p:nvSpPr>
                <p:cNvPr id="1469" name="箭號: 五邊形 1468">
                  <a:extLst>
                    <a:ext uri="{FF2B5EF4-FFF2-40B4-BE49-F238E27FC236}">
                      <a16:creationId xmlns:a16="http://schemas.microsoft.com/office/drawing/2014/main" id="{732A79D6-E2C9-488E-8E72-B7B32AEEA94F}"/>
                    </a:ext>
                  </a:extLst>
                </p:cNvPr>
                <p:cNvSpPr/>
                <p:nvPr/>
              </p:nvSpPr>
              <p:spPr>
                <a:xfrm>
                  <a:off x="9779317" y="56920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70" name="箭號: 五邊形 1469">
                  <a:extLst>
                    <a:ext uri="{FF2B5EF4-FFF2-40B4-BE49-F238E27FC236}">
                      <a16:creationId xmlns:a16="http://schemas.microsoft.com/office/drawing/2014/main" id="{9CA94C8D-CF81-4523-A105-478EC6097A0B}"/>
                    </a:ext>
                  </a:extLst>
                </p:cNvPr>
                <p:cNvSpPr/>
                <p:nvPr/>
              </p:nvSpPr>
              <p:spPr>
                <a:xfrm>
                  <a:off x="9779317" y="58444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60" name="群組 1459">
                <a:extLst>
                  <a:ext uri="{FF2B5EF4-FFF2-40B4-BE49-F238E27FC236}">
                    <a16:creationId xmlns:a16="http://schemas.microsoft.com/office/drawing/2014/main" id="{85A6B9E8-7F2B-4AAC-A5A3-3909F70A6983}"/>
                  </a:ext>
                </a:extLst>
              </p:cNvPr>
              <p:cNvGrpSpPr/>
              <p:nvPr/>
            </p:nvGrpSpPr>
            <p:grpSpPr>
              <a:xfrm>
                <a:off x="5897572" y="3717500"/>
                <a:ext cx="628650" cy="282000"/>
                <a:chOff x="9779317" y="5692032"/>
                <a:chExt cx="1478884" cy="282000"/>
              </a:xfrm>
            </p:grpSpPr>
            <p:sp>
              <p:nvSpPr>
                <p:cNvPr id="1467" name="箭號: 五邊形 1466">
                  <a:extLst>
                    <a:ext uri="{FF2B5EF4-FFF2-40B4-BE49-F238E27FC236}">
                      <a16:creationId xmlns:a16="http://schemas.microsoft.com/office/drawing/2014/main" id="{E2C2733C-4DAB-431B-B2AD-01320394B56D}"/>
                    </a:ext>
                  </a:extLst>
                </p:cNvPr>
                <p:cNvSpPr/>
                <p:nvPr/>
              </p:nvSpPr>
              <p:spPr>
                <a:xfrm>
                  <a:off x="9779317" y="56920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68" name="箭號: 五邊形 1467">
                  <a:extLst>
                    <a:ext uri="{FF2B5EF4-FFF2-40B4-BE49-F238E27FC236}">
                      <a16:creationId xmlns:a16="http://schemas.microsoft.com/office/drawing/2014/main" id="{5DA5B8D8-1809-4159-B2FD-D46C78F29378}"/>
                    </a:ext>
                  </a:extLst>
                </p:cNvPr>
                <p:cNvSpPr/>
                <p:nvPr/>
              </p:nvSpPr>
              <p:spPr>
                <a:xfrm>
                  <a:off x="9779317" y="5844432"/>
                  <a:ext cx="1478884" cy="129600"/>
                </a:xfrm>
                <a:prstGeom prst="homePlate">
                  <a:avLst/>
                </a:prstGeom>
                <a:solidFill>
                  <a:srgbClr val="C5D8E9"/>
                </a:solidFill>
                <a:ln>
                  <a:solidFill>
                    <a:srgbClr val="C5D8E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 dirty="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61" name="群組 1460">
                <a:extLst>
                  <a:ext uri="{FF2B5EF4-FFF2-40B4-BE49-F238E27FC236}">
                    <a16:creationId xmlns:a16="http://schemas.microsoft.com/office/drawing/2014/main" id="{98130D44-698D-4392-A284-519B402CCD0B}"/>
                  </a:ext>
                </a:extLst>
              </p:cNvPr>
              <p:cNvGrpSpPr/>
              <p:nvPr/>
            </p:nvGrpSpPr>
            <p:grpSpPr>
              <a:xfrm>
                <a:off x="5948484" y="3714024"/>
                <a:ext cx="72000" cy="287565"/>
                <a:chOff x="10173606" y="5688556"/>
                <a:chExt cx="149158" cy="287565"/>
              </a:xfrm>
            </p:grpSpPr>
            <p:sp>
              <p:nvSpPr>
                <p:cNvPr id="1465" name="矩形 178">
                  <a:extLst>
                    <a:ext uri="{FF2B5EF4-FFF2-40B4-BE49-F238E27FC236}">
                      <a16:creationId xmlns:a16="http://schemas.microsoft.com/office/drawing/2014/main" id="{2BACE342-56A0-4CF5-BD30-81B2CB9210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173606" y="5688556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66" name="矩形 178">
                  <a:extLst>
                    <a:ext uri="{FF2B5EF4-FFF2-40B4-BE49-F238E27FC236}">
                      <a16:creationId xmlns:a16="http://schemas.microsoft.com/office/drawing/2014/main" id="{E2D336D3-6613-44A0-B3BA-AFFDEBA12C4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173606" y="5839100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62" name="群組 1461">
                <a:extLst>
                  <a:ext uri="{FF2B5EF4-FFF2-40B4-BE49-F238E27FC236}">
                    <a16:creationId xmlns:a16="http://schemas.microsoft.com/office/drawing/2014/main" id="{D13CDE57-7B80-4CF1-A14C-801FFFBABF75}"/>
                  </a:ext>
                </a:extLst>
              </p:cNvPr>
              <p:cNvGrpSpPr/>
              <p:nvPr/>
            </p:nvGrpSpPr>
            <p:grpSpPr>
              <a:xfrm>
                <a:off x="6637992" y="3714024"/>
                <a:ext cx="72000" cy="287565"/>
                <a:chOff x="10905140" y="5688556"/>
                <a:chExt cx="149158" cy="287565"/>
              </a:xfrm>
            </p:grpSpPr>
            <p:sp>
              <p:nvSpPr>
                <p:cNvPr id="1463" name="矩形 178">
                  <a:extLst>
                    <a:ext uri="{FF2B5EF4-FFF2-40B4-BE49-F238E27FC236}">
                      <a16:creationId xmlns:a16="http://schemas.microsoft.com/office/drawing/2014/main" id="{3AB185B7-57E5-4C34-BB88-AAAD8DC3C65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05140" y="5688556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64" name="矩形 178">
                  <a:extLst>
                    <a:ext uri="{FF2B5EF4-FFF2-40B4-BE49-F238E27FC236}">
                      <a16:creationId xmlns:a16="http://schemas.microsoft.com/office/drawing/2014/main" id="{A1F6FE42-5ADA-4F64-979E-212D020936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905140" y="5839100"/>
                  <a:ext cx="149158" cy="137021"/>
                </a:xfrm>
                <a:prstGeom prst="rect">
                  <a:avLst/>
                </a:prstGeom>
                <a:solidFill>
                  <a:srgbClr val="C55A1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  <p:grpSp>
          <p:nvGrpSpPr>
            <p:cNvPr id="1438" name="群組 1437">
              <a:extLst>
                <a:ext uri="{FF2B5EF4-FFF2-40B4-BE49-F238E27FC236}">
                  <a16:creationId xmlns:a16="http://schemas.microsoft.com/office/drawing/2014/main" id="{55220F87-D015-488E-B173-3513FD3A55BD}"/>
                </a:ext>
              </a:extLst>
            </p:cNvPr>
            <p:cNvGrpSpPr/>
            <p:nvPr/>
          </p:nvGrpSpPr>
          <p:grpSpPr>
            <a:xfrm>
              <a:off x="5454733" y="5128828"/>
              <a:ext cx="1505682" cy="291829"/>
              <a:chOff x="5454733" y="4018355"/>
              <a:chExt cx="1505682" cy="291829"/>
            </a:xfrm>
          </p:grpSpPr>
          <p:sp>
            <p:nvSpPr>
              <p:cNvPr id="1439" name="箭號: 五邊形 1438">
                <a:extLst>
                  <a:ext uri="{FF2B5EF4-FFF2-40B4-BE49-F238E27FC236}">
                    <a16:creationId xmlns:a16="http://schemas.microsoft.com/office/drawing/2014/main" id="{E0E204FE-7079-45D9-BC57-B000D9E6F2ED}"/>
                  </a:ext>
                </a:extLst>
              </p:cNvPr>
              <p:cNvSpPr/>
              <p:nvPr/>
            </p:nvSpPr>
            <p:spPr>
              <a:xfrm>
                <a:off x="5761996" y="4022300"/>
                <a:ext cx="426088" cy="129600"/>
              </a:xfrm>
              <a:prstGeom prst="homePlate">
                <a:avLst/>
              </a:prstGeom>
              <a:solidFill>
                <a:srgbClr val="FBC6C1"/>
              </a:solidFill>
              <a:ln>
                <a:solidFill>
                  <a:srgbClr val="FBC6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440" name="箭號: 五邊形 1439">
                <a:extLst>
                  <a:ext uri="{FF2B5EF4-FFF2-40B4-BE49-F238E27FC236}">
                    <a16:creationId xmlns:a16="http://schemas.microsoft.com/office/drawing/2014/main" id="{BF2690E6-C62F-490B-B3E9-C825F197CC76}"/>
                  </a:ext>
                </a:extLst>
              </p:cNvPr>
              <p:cNvSpPr/>
              <p:nvPr/>
            </p:nvSpPr>
            <p:spPr>
              <a:xfrm>
                <a:off x="5642778" y="4177108"/>
                <a:ext cx="545306" cy="129600"/>
              </a:xfrm>
              <a:prstGeom prst="homePlate">
                <a:avLst/>
              </a:prstGeom>
              <a:solidFill>
                <a:srgbClr val="FBC6C1"/>
              </a:solidFill>
              <a:ln>
                <a:solidFill>
                  <a:srgbClr val="FBC6C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 dirty="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grpSp>
            <p:nvGrpSpPr>
              <p:cNvPr id="1441" name="群組 1440">
                <a:extLst>
                  <a:ext uri="{FF2B5EF4-FFF2-40B4-BE49-F238E27FC236}">
                    <a16:creationId xmlns:a16="http://schemas.microsoft.com/office/drawing/2014/main" id="{F3542CE6-CBF0-4E7D-9021-39B456B3E392}"/>
                  </a:ext>
                </a:extLst>
              </p:cNvPr>
              <p:cNvGrpSpPr/>
              <p:nvPr/>
            </p:nvGrpSpPr>
            <p:grpSpPr>
              <a:xfrm>
                <a:off x="6215153" y="4022300"/>
                <a:ext cx="745262" cy="284408"/>
                <a:chOff x="9779317" y="5996832"/>
                <a:chExt cx="1478884" cy="284408"/>
              </a:xfrm>
            </p:grpSpPr>
            <p:sp>
              <p:nvSpPr>
                <p:cNvPr id="1457" name="箭號: 五邊形 1456">
                  <a:extLst>
                    <a:ext uri="{FF2B5EF4-FFF2-40B4-BE49-F238E27FC236}">
                      <a16:creationId xmlns:a16="http://schemas.microsoft.com/office/drawing/2014/main" id="{BC9F037E-0F03-488F-AE3E-E801CED1BE09}"/>
                    </a:ext>
                  </a:extLst>
                </p:cNvPr>
                <p:cNvSpPr/>
                <p:nvPr/>
              </p:nvSpPr>
              <p:spPr>
                <a:xfrm>
                  <a:off x="9779317" y="5996832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58" name="箭號: 五邊形 1457">
                  <a:extLst>
                    <a:ext uri="{FF2B5EF4-FFF2-40B4-BE49-F238E27FC236}">
                      <a16:creationId xmlns:a16="http://schemas.microsoft.com/office/drawing/2014/main" id="{7B1C2D57-504B-4453-94BC-1B3D3DF69C2E}"/>
                    </a:ext>
                  </a:extLst>
                </p:cNvPr>
                <p:cNvSpPr/>
                <p:nvPr/>
              </p:nvSpPr>
              <p:spPr>
                <a:xfrm>
                  <a:off x="9779317" y="6151640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42" name="群組 1441">
                <a:extLst>
                  <a:ext uri="{FF2B5EF4-FFF2-40B4-BE49-F238E27FC236}">
                    <a16:creationId xmlns:a16="http://schemas.microsoft.com/office/drawing/2014/main" id="{BCF7FAA8-3AEF-4047-B1E7-9B7234C2D25B}"/>
                  </a:ext>
                </a:extLst>
              </p:cNvPr>
              <p:cNvGrpSpPr/>
              <p:nvPr/>
            </p:nvGrpSpPr>
            <p:grpSpPr>
              <a:xfrm>
                <a:off x="5454733" y="4022300"/>
                <a:ext cx="276350" cy="284408"/>
                <a:chOff x="9779317" y="5996832"/>
                <a:chExt cx="1478884" cy="284408"/>
              </a:xfrm>
            </p:grpSpPr>
            <p:sp>
              <p:nvSpPr>
                <p:cNvPr id="1455" name="箭號: 五邊形 1454">
                  <a:extLst>
                    <a:ext uri="{FF2B5EF4-FFF2-40B4-BE49-F238E27FC236}">
                      <a16:creationId xmlns:a16="http://schemas.microsoft.com/office/drawing/2014/main" id="{7791659B-F75A-418A-AE37-33137F7FA45C}"/>
                    </a:ext>
                  </a:extLst>
                </p:cNvPr>
                <p:cNvSpPr/>
                <p:nvPr/>
              </p:nvSpPr>
              <p:spPr>
                <a:xfrm>
                  <a:off x="9779317" y="5996832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456" name="箭號: 五邊形 1455">
                  <a:extLst>
                    <a:ext uri="{FF2B5EF4-FFF2-40B4-BE49-F238E27FC236}">
                      <a16:creationId xmlns:a16="http://schemas.microsoft.com/office/drawing/2014/main" id="{D0C74FB2-1DC4-4E3A-A6D1-E5BCE3F24474}"/>
                    </a:ext>
                  </a:extLst>
                </p:cNvPr>
                <p:cNvSpPr/>
                <p:nvPr/>
              </p:nvSpPr>
              <p:spPr>
                <a:xfrm>
                  <a:off x="9779317" y="6151640"/>
                  <a:ext cx="1478884" cy="129600"/>
                </a:xfrm>
                <a:prstGeom prst="homePlate">
                  <a:avLst/>
                </a:prstGeom>
                <a:solidFill>
                  <a:srgbClr val="FBC6C1"/>
                </a:solidFill>
                <a:ln>
                  <a:solidFill>
                    <a:srgbClr val="FBC6C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 dirty="0">
                    <a:solidFill>
                      <a:prstClr val="white"/>
                    </a:solidFill>
                    <a:latin typeface="Calibri"/>
                    <a:ea typeface="微軟正黑體"/>
                  </a:endParaRPr>
                </a:p>
              </p:txBody>
            </p:sp>
          </p:grpSp>
          <p:grpSp>
            <p:nvGrpSpPr>
              <p:cNvPr id="1443" name="群組 1442">
                <a:extLst>
                  <a:ext uri="{FF2B5EF4-FFF2-40B4-BE49-F238E27FC236}">
                    <a16:creationId xmlns:a16="http://schemas.microsoft.com/office/drawing/2014/main" id="{119E4983-B272-436D-A1F3-0F3CEF04FCBA}"/>
                  </a:ext>
                </a:extLst>
              </p:cNvPr>
              <p:cNvGrpSpPr/>
              <p:nvPr/>
            </p:nvGrpSpPr>
            <p:grpSpPr>
              <a:xfrm>
                <a:off x="5536474" y="4018355"/>
                <a:ext cx="72000" cy="291829"/>
                <a:chOff x="9861058" y="5992887"/>
                <a:chExt cx="149158" cy="291829"/>
              </a:xfrm>
            </p:grpSpPr>
            <p:sp>
              <p:nvSpPr>
                <p:cNvPr id="1453" name="矩形 178">
                  <a:extLst>
                    <a:ext uri="{FF2B5EF4-FFF2-40B4-BE49-F238E27FC236}">
                      <a16:creationId xmlns:a16="http://schemas.microsoft.com/office/drawing/2014/main" id="{5DF5CC67-BE32-4493-AEFC-E33653E480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54" name="矩形 178">
                  <a:extLst>
                    <a:ext uri="{FF2B5EF4-FFF2-40B4-BE49-F238E27FC236}">
                      <a16:creationId xmlns:a16="http://schemas.microsoft.com/office/drawing/2014/main" id="{E301802C-54B8-45B6-8460-A63138FB12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44" name="群組 1443">
                <a:extLst>
                  <a:ext uri="{FF2B5EF4-FFF2-40B4-BE49-F238E27FC236}">
                    <a16:creationId xmlns:a16="http://schemas.microsoft.com/office/drawing/2014/main" id="{5F718E33-321F-4924-A371-81BE1180526D}"/>
                  </a:ext>
                </a:extLst>
              </p:cNvPr>
              <p:cNvGrpSpPr/>
              <p:nvPr/>
            </p:nvGrpSpPr>
            <p:grpSpPr>
              <a:xfrm>
                <a:off x="6395902" y="4018355"/>
                <a:ext cx="72000" cy="291829"/>
                <a:chOff x="10639049" y="5992887"/>
                <a:chExt cx="149158" cy="291829"/>
              </a:xfrm>
            </p:grpSpPr>
            <p:sp>
              <p:nvSpPr>
                <p:cNvPr id="1451" name="矩形 178">
                  <a:extLst>
                    <a:ext uri="{FF2B5EF4-FFF2-40B4-BE49-F238E27FC236}">
                      <a16:creationId xmlns:a16="http://schemas.microsoft.com/office/drawing/2014/main" id="{DAE6B633-5AF3-4122-AB45-62E9C164F1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39049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52" name="矩形 178">
                  <a:extLst>
                    <a:ext uri="{FF2B5EF4-FFF2-40B4-BE49-F238E27FC236}">
                      <a16:creationId xmlns:a16="http://schemas.microsoft.com/office/drawing/2014/main" id="{609C533C-0EC3-42F6-8373-36EBBA73B7C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39049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45" name="群組 1444">
                <a:extLst>
                  <a:ext uri="{FF2B5EF4-FFF2-40B4-BE49-F238E27FC236}">
                    <a16:creationId xmlns:a16="http://schemas.microsoft.com/office/drawing/2014/main" id="{74D7CCC4-AA52-42DC-BB04-DF67F6A5D77C}"/>
                  </a:ext>
                </a:extLst>
              </p:cNvPr>
              <p:cNvGrpSpPr/>
              <p:nvPr/>
            </p:nvGrpSpPr>
            <p:grpSpPr>
              <a:xfrm>
                <a:off x="6773117" y="4018355"/>
                <a:ext cx="72000" cy="291829"/>
                <a:chOff x="11060678" y="5992887"/>
                <a:chExt cx="149158" cy="291829"/>
              </a:xfrm>
            </p:grpSpPr>
            <p:sp>
              <p:nvSpPr>
                <p:cNvPr id="1449" name="矩形 178">
                  <a:extLst>
                    <a:ext uri="{FF2B5EF4-FFF2-40B4-BE49-F238E27FC236}">
                      <a16:creationId xmlns:a16="http://schemas.microsoft.com/office/drawing/2014/main" id="{718F85EE-B160-4345-987C-B83A5CB3E4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6067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50" name="矩形 178">
                  <a:extLst>
                    <a:ext uri="{FF2B5EF4-FFF2-40B4-BE49-F238E27FC236}">
                      <a16:creationId xmlns:a16="http://schemas.microsoft.com/office/drawing/2014/main" id="{8C0D3B6E-87D7-49EC-9F64-A3B56074B6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6067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  <p:grpSp>
            <p:nvGrpSpPr>
              <p:cNvPr id="1446" name="群組 1445">
                <a:extLst>
                  <a:ext uri="{FF2B5EF4-FFF2-40B4-BE49-F238E27FC236}">
                    <a16:creationId xmlns:a16="http://schemas.microsoft.com/office/drawing/2014/main" id="{DA3AB88B-29D3-4DD7-A3AA-1BBD25E958E8}"/>
                  </a:ext>
                </a:extLst>
              </p:cNvPr>
              <p:cNvGrpSpPr/>
              <p:nvPr/>
            </p:nvGrpSpPr>
            <p:grpSpPr>
              <a:xfrm>
                <a:off x="6043363" y="4018355"/>
                <a:ext cx="72000" cy="291829"/>
                <a:chOff x="9861058" y="5992887"/>
                <a:chExt cx="149158" cy="291829"/>
              </a:xfrm>
            </p:grpSpPr>
            <p:sp>
              <p:nvSpPr>
                <p:cNvPr id="1447" name="矩形 178">
                  <a:extLst>
                    <a:ext uri="{FF2B5EF4-FFF2-40B4-BE49-F238E27FC236}">
                      <a16:creationId xmlns:a16="http://schemas.microsoft.com/office/drawing/2014/main" id="{DF6F6A1B-5F97-4B2B-B1CD-EEE672F120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5992887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448" name="矩形 178">
                  <a:extLst>
                    <a:ext uri="{FF2B5EF4-FFF2-40B4-BE49-F238E27FC236}">
                      <a16:creationId xmlns:a16="http://schemas.microsoft.com/office/drawing/2014/main" id="{7AC4E4A3-B620-4DF7-AE48-F885267B8D2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861058" y="6147695"/>
                  <a:ext cx="149158" cy="137021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679551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EB1A7B-44F1-45F4-9E8F-F5C66F0F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r>
              <a:rPr lang="zh-TW" altLang="en-US" dirty="0"/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:</a:t>
            </a:r>
            <a:r>
              <a:rPr lang="zh-TW" altLang="en-US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 </a:t>
            </a:r>
            <a:r>
              <a:rPr lang="en-US" altLang="zh-TW" sz="1800" b="0" dirty="0">
                <a:solidFill>
                  <a:prstClr val="black"/>
                </a:solidFill>
                <a:latin typeface="Calibri Light"/>
                <a:ea typeface="微軟正黑體 Light"/>
              </a:rPr>
              <a:t>Haplotagging somatic and LOH</a:t>
            </a:r>
            <a:endParaRPr lang="zh-TW" altLang="en-US" sz="1800" b="0" dirty="0">
              <a:solidFill>
                <a:prstClr val="black"/>
              </a:solidFill>
              <a:latin typeface="Calibri Light"/>
              <a:ea typeface="微軟正黑體 Light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DD37F49-1999-46CF-B961-B55DFA3E0B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0" y="1931516"/>
            <a:ext cx="12192000" cy="4675621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AC64019-0F70-4046-AF76-C3DA21F101D2}"/>
              </a:ext>
            </a:extLst>
          </p:cNvPr>
          <p:cNvSpPr txBox="1"/>
          <p:nvPr/>
        </p:nvSpPr>
        <p:spPr>
          <a:xfrm>
            <a:off x="152400" y="21853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8A0FBD-CDB3-4408-A25F-77115E264A27}"/>
              </a:ext>
            </a:extLst>
          </p:cNvPr>
          <p:cNvSpPr txBox="1"/>
          <p:nvPr/>
        </p:nvSpPr>
        <p:spPr>
          <a:xfrm>
            <a:off x="152400" y="317781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584DAF-9295-442F-867E-97206757C7C0}"/>
              </a:ext>
            </a:extLst>
          </p:cNvPr>
          <p:cNvSpPr txBox="1"/>
          <p:nvPr/>
        </p:nvSpPr>
        <p:spPr>
          <a:xfrm>
            <a:off x="152400" y="4573972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HP1-1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3C2D9BD-DCDA-4AC6-AA2F-C05866F3451C}"/>
              </a:ext>
            </a:extLst>
          </p:cNvPr>
          <p:cNvCxnSpPr>
            <a:cxnSpLocks/>
          </p:cNvCxnSpPr>
          <p:nvPr/>
        </p:nvCxnSpPr>
        <p:spPr>
          <a:xfrm>
            <a:off x="6644774" y="1250543"/>
            <a:ext cx="0" cy="6480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E9D8465-FFB9-4AB1-91A7-9C66E1394811}"/>
              </a:ext>
            </a:extLst>
          </p:cNvPr>
          <p:cNvSpPr txBox="1"/>
          <p:nvPr/>
        </p:nvSpPr>
        <p:spPr>
          <a:xfrm>
            <a:off x="9485384" y="909353"/>
            <a:ext cx="573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/>
              <a:t>LOH</a:t>
            </a:r>
            <a:endParaRPr lang="zh-TW" altLang="en-US" dirty="0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B41283C-0DEF-4319-8F19-137447A465E3}"/>
              </a:ext>
            </a:extLst>
          </p:cNvPr>
          <p:cNvCxnSpPr>
            <a:cxnSpLocks/>
          </p:cNvCxnSpPr>
          <p:nvPr/>
        </p:nvCxnSpPr>
        <p:spPr>
          <a:xfrm>
            <a:off x="6644774" y="1250543"/>
            <a:ext cx="548055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F9C1A2D-67CC-4085-A3A2-6A34C614666F}"/>
              </a:ext>
            </a:extLst>
          </p:cNvPr>
          <p:cNvGrpSpPr/>
          <p:nvPr/>
        </p:nvGrpSpPr>
        <p:grpSpPr>
          <a:xfrm>
            <a:off x="7478201" y="1371099"/>
            <a:ext cx="1655197" cy="618651"/>
            <a:chOff x="5713477" y="1532345"/>
            <a:chExt cx="1655197" cy="618651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26EEFC5F-CFB3-4E3A-A67F-43C5DBDE6B43}"/>
                </a:ext>
              </a:extLst>
            </p:cNvPr>
            <p:cNvSpPr txBox="1"/>
            <p:nvPr/>
          </p:nvSpPr>
          <p:spPr>
            <a:xfrm>
              <a:off x="5713477" y="1532345"/>
              <a:ext cx="1655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/>
                <a:t>Somatic Variant</a:t>
              </a:r>
              <a:endParaRPr lang="zh-TW" altLang="en-US" dirty="0"/>
            </a:p>
          </p:txBody>
        </p: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6AF8B484-95EC-4972-B80B-990290C5E1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225" y="1901677"/>
              <a:ext cx="1" cy="24931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DBA005-2F27-44FE-9F1F-1D4E3EB60972}"/>
              </a:ext>
            </a:extLst>
          </p:cNvPr>
          <p:cNvGrpSpPr/>
          <p:nvPr/>
        </p:nvGrpSpPr>
        <p:grpSpPr>
          <a:xfrm>
            <a:off x="2743775" y="1371099"/>
            <a:ext cx="1655197" cy="618651"/>
            <a:chOff x="5713477" y="1532345"/>
            <a:chExt cx="1655197" cy="61865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7CF9B53-4F2C-4F9E-99A4-8CBAD338EF0E}"/>
                </a:ext>
              </a:extLst>
            </p:cNvPr>
            <p:cNvSpPr txBox="1"/>
            <p:nvPr/>
          </p:nvSpPr>
          <p:spPr>
            <a:xfrm>
              <a:off x="5713477" y="1532345"/>
              <a:ext cx="16551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800"/>
                <a:t>Somatic Variant</a:t>
              </a:r>
              <a:endParaRPr lang="zh-TW" altLang="en-US" dirty="0"/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109DC62E-FC46-4481-B6F2-4A1A7F222F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225" y="1901677"/>
              <a:ext cx="1" cy="249319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8862C1F-FF85-4A5B-AEA5-A6CEC9D4C8AE}"/>
              </a:ext>
            </a:extLst>
          </p:cNvPr>
          <p:cNvSpPr txBox="1"/>
          <p:nvPr/>
        </p:nvSpPr>
        <p:spPr>
          <a:xfrm>
            <a:off x="152400" y="543961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HP2-1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5D38A8-3CB9-428A-B47E-E5AC486078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51302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群組 1190">
            <a:extLst>
              <a:ext uri="{FF2B5EF4-FFF2-40B4-BE49-F238E27FC236}">
                <a16:creationId xmlns:a16="http://schemas.microsoft.com/office/drawing/2014/main" id="{6F308CC1-06C9-43CA-BA3C-B0C8D6285616}"/>
              </a:ext>
            </a:extLst>
          </p:cNvPr>
          <p:cNvGrpSpPr/>
          <p:nvPr/>
        </p:nvGrpSpPr>
        <p:grpSpPr>
          <a:xfrm>
            <a:off x="147687" y="3104054"/>
            <a:ext cx="792000" cy="669600"/>
            <a:chOff x="8918663" y="4261871"/>
            <a:chExt cx="587438" cy="497500"/>
          </a:xfrm>
        </p:grpSpPr>
        <p:grpSp>
          <p:nvGrpSpPr>
            <p:cNvPr id="1192" name="群組 1191">
              <a:extLst>
                <a:ext uri="{FF2B5EF4-FFF2-40B4-BE49-F238E27FC236}">
                  <a16:creationId xmlns:a16="http://schemas.microsoft.com/office/drawing/2014/main" id="{B23B5F55-CC41-44D8-9943-C40C073DA8C0}"/>
                </a:ext>
              </a:extLst>
            </p:cNvPr>
            <p:cNvGrpSpPr/>
            <p:nvPr/>
          </p:nvGrpSpPr>
          <p:grpSpPr>
            <a:xfrm>
              <a:off x="9048170" y="4570148"/>
              <a:ext cx="189223" cy="189223"/>
              <a:chOff x="949654" y="4248584"/>
              <a:chExt cx="254494" cy="254494"/>
            </a:xfrm>
          </p:grpSpPr>
          <p:grpSp>
            <p:nvGrpSpPr>
              <p:cNvPr id="1238" name="群組 1237">
                <a:extLst>
                  <a:ext uri="{FF2B5EF4-FFF2-40B4-BE49-F238E27FC236}">
                    <a16:creationId xmlns:a16="http://schemas.microsoft.com/office/drawing/2014/main" id="{C2435FB8-10C9-44B5-9329-E4F85EEB49D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40" name="橢圓 1239">
                  <a:extLst>
                    <a:ext uri="{FF2B5EF4-FFF2-40B4-BE49-F238E27FC236}">
                      <a16:creationId xmlns:a16="http://schemas.microsoft.com/office/drawing/2014/main" id="{F03F60EF-9459-43E7-BC30-F30E204D02D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41" name="橢圓 1240">
                  <a:extLst>
                    <a:ext uri="{FF2B5EF4-FFF2-40B4-BE49-F238E27FC236}">
                      <a16:creationId xmlns:a16="http://schemas.microsoft.com/office/drawing/2014/main" id="{801B4B1E-9460-4755-B1F7-91286F40A41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39" name="橢圓 1238">
                <a:extLst>
                  <a:ext uri="{FF2B5EF4-FFF2-40B4-BE49-F238E27FC236}">
                    <a16:creationId xmlns:a16="http://schemas.microsoft.com/office/drawing/2014/main" id="{04943446-8443-46DE-9226-9D41DA9CB4EA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3" name="群組 1192">
              <a:extLst>
                <a:ext uri="{FF2B5EF4-FFF2-40B4-BE49-F238E27FC236}">
                  <a16:creationId xmlns:a16="http://schemas.microsoft.com/office/drawing/2014/main" id="{D7AD8263-8ECE-420E-AAB6-4ECA873ACD85}"/>
                </a:ext>
              </a:extLst>
            </p:cNvPr>
            <p:cNvGrpSpPr/>
            <p:nvPr/>
          </p:nvGrpSpPr>
          <p:grpSpPr>
            <a:xfrm>
              <a:off x="9186936" y="4261871"/>
              <a:ext cx="189223" cy="189223"/>
              <a:chOff x="949654" y="4248584"/>
              <a:chExt cx="254494" cy="254494"/>
            </a:xfrm>
          </p:grpSpPr>
          <p:grpSp>
            <p:nvGrpSpPr>
              <p:cNvPr id="1234" name="群組 1233">
                <a:extLst>
                  <a:ext uri="{FF2B5EF4-FFF2-40B4-BE49-F238E27FC236}">
                    <a16:creationId xmlns:a16="http://schemas.microsoft.com/office/drawing/2014/main" id="{88BD5592-C5C3-48E7-B2C2-334F1C2CFDE7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36" name="橢圓 1235">
                  <a:extLst>
                    <a:ext uri="{FF2B5EF4-FFF2-40B4-BE49-F238E27FC236}">
                      <a16:creationId xmlns:a16="http://schemas.microsoft.com/office/drawing/2014/main" id="{F1426E72-7052-4EF3-AABA-58553CBEE822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37" name="橢圓 1236">
                  <a:extLst>
                    <a:ext uri="{FF2B5EF4-FFF2-40B4-BE49-F238E27FC236}">
                      <a16:creationId xmlns:a16="http://schemas.microsoft.com/office/drawing/2014/main" id="{80C94DCA-A0D2-41BD-B53F-3C180F936D87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35" name="橢圓 1234">
                <a:extLst>
                  <a:ext uri="{FF2B5EF4-FFF2-40B4-BE49-F238E27FC236}">
                    <a16:creationId xmlns:a16="http://schemas.microsoft.com/office/drawing/2014/main" id="{52F2A4CF-FE17-4DC6-AAAA-314265AFECEB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4" name="群組 1193">
              <a:extLst>
                <a:ext uri="{FF2B5EF4-FFF2-40B4-BE49-F238E27FC236}">
                  <a16:creationId xmlns:a16="http://schemas.microsoft.com/office/drawing/2014/main" id="{B46EAAE4-5C9B-4F5B-8503-5390144B14D6}"/>
                </a:ext>
              </a:extLst>
            </p:cNvPr>
            <p:cNvGrpSpPr/>
            <p:nvPr/>
          </p:nvGrpSpPr>
          <p:grpSpPr>
            <a:xfrm>
              <a:off x="9316878" y="4348047"/>
              <a:ext cx="189223" cy="189223"/>
              <a:chOff x="949654" y="4248584"/>
              <a:chExt cx="254494" cy="254494"/>
            </a:xfrm>
          </p:grpSpPr>
          <p:grpSp>
            <p:nvGrpSpPr>
              <p:cNvPr id="1230" name="群組 1229">
                <a:extLst>
                  <a:ext uri="{FF2B5EF4-FFF2-40B4-BE49-F238E27FC236}">
                    <a16:creationId xmlns:a16="http://schemas.microsoft.com/office/drawing/2014/main" id="{3D269B13-9208-4267-8762-D71EB4543310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32" name="橢圓 1231">
                  <a:extLst>
                    <a:ext uri="{FF2B5EF4-FFF2-40B4-BE49-F238E27FC236}">
                      <a16:creationId xmlns:a16="http://schemas.microsoft.com/office/drawing/2014/main" id="{7B69A637-DC3F-42D5-A4B1-7F725805082A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233" name="橢圓 1232">
                  <a:extLst>
                    <a:ext uri="{FF2B5EF4-FFF2-40B4-BE49-F238E27FC236}">
                      <a16:creationId xmlns:a16="http://schemas.microsoft.com/office/drawing/2014/main" id="{45A3DC20-EB1A-4FE7-8C0D-4A2E2900B207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31" name="橢圓 1230">
                <a:extLst>
                  <a:ext uri="{FF2B5EF4-FFF2-40B4-BE49-F238E27FC236}">
                    <a16:creationId xmlns:a16="http://schemas.microsoft.com/office/drawing/2014/main" id="{9145502D-4723-4EC4-8AEE-11131BA45F30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5" name="群組 1194">
              <a:extLst>
                <a:ext uri="{FF2B5EF4-FFF2-40B4-BE49-F238E27FC236}">
                  <a16:creationId xmlns:a16="http://schemas.microsoft.com/office/drawing/2014/main" id="{F1758687-BEE4-4DD5-A90E-18E6AF51BD1D}"/>
                </a:ext>
              </a:extLst>
            </p:cNvPr>
            <p:cNvGrpSpPr/>
            <p:nvPr/>
          </p:nvGrpSpPr>
          <p:grpSpPr>
            <a:xfrm>
              <a:off x="9163553" y="4547268"/>
              <a:ext cx="189223" cy="189223"/>
              <a:chOff x="949654" y="4248584"/>
              <a:chExt cx="254494" cy="254494"/>
            </a:xfrm>
          </p:grpSpPr>
          <p:grpSp>
            <p:nvGrpSpPr>
              <p:cNvPr id="1226" name="群組 1225">
                <a:extLst>
                  <a:ext uri="{FF2B5EF4-FFF2-40B4-BE49-F238E27FC236}">
                    <a16:creationId xmlns:a16="http://schemas.microsoft.com/office/drawing/2014/main" id="{83CD6A87-4E49-47FE-A5F1-E26841CA8037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28" name="橢圓 1227">
                  <a:extLst>
                    <a:ext uri="{FF2B5EF4-FFF2-40B4-BE49-F238E27FC236}">
                      <a16:creationId xmlns:a16="http://schemas.microsoft.com/office/drawing/2014/main" id="{22F2D410-10D2-4D01-90A0-83ED54FA48B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9" name="橢圓 1228">
                  <a:extLst>
                    <a:ext uri="{FF2B5EF4-FFF2-40B4-BE49-F238E27FC236}">
                      <a16:creationId xmlns:a16="http://schemas.microsoft.com/office/drawing/2014/main" id="{339E8E79-A179-4E23-A146-3A5EF0F7499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27" name="橢圓 1226">
                <a:extLst>
                  <a:ext uri="{FF2B5EF4-FFF2-40B4-BE49-F238E27FC236}">
                    <a16:creationId xmlns:a16="http://schemas.microsoft.com/office/drawing/2014/main" id="{8C6E4C71-3F0C-474A-83D9-5F63C8038F5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6" name="群組 1195">
              <a:extLst>
                <a:ext uri="{FF2B5EF4-FFF2-40B4-BE49-F238E27FC236}">
                  <a16:creationId xmlns:a16="http://schemas.microsoft.com/office/drawing/2014/main" id="{50E060D5-B809-418B-B24D-7A1F54C64B97}"/>
                </a:ext>
              </a:extLst>
            </p:cNvPr>
            <p:cNvGrpSpPr/>
            <p:nvPr/>
          </p:nvGrpSpPr>
          <p:grpSpPr>
            <a:xfrm>
              <a:off x="9036824" y="4268618"/>
              <a:ext cx="189223" cy="189223"/>
              <a:chOff x="949654" y="4248584"/>
              <a:chExt cx="254494" cy="254494"/>
            </a:xfrm>
          </p:grpSpPr>
          <p:grpSp>
            <p:nvGrpSpPr>
              <p:cNvPr id="1222" name="群組 1221">
                <a:extLst>
                  <a:ext uri="{FF2B5EF4-FFF2-40B4-BE49-F238E27FC236}">
                    <a16:creationId xmlns:a16="http://schemas.microsoft.com/office/drawing/2014/main" id="{7C0B847B-2DEE-45D0-958C-097D98647A5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24" name="橢圓 1223">
                  <a:extLst>
                    <a:ext uri="{FF2B5EF4-FFF2-40B4-BE49-F238E27FC236}">
                      <a16:creationId xmlns:a16="http://schemas.microsoft.com/office/drawing/2014/main" id="{0610BD96-73C4-4749-9164-7586F75B691C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5" name="橢圓 1224">
                  <a:extLst>
                    <a:ext uri="{FF2B5EF4-FFF2-40B4-BE49-F238E27FC236}">
                      <a16:creationId xmlns:a16="http://schemas.microsoft.com/office/drawing/2014/main" id="{7A25E529-AD35-4CC8-A650-55D63ADA0CC3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23" name="橢圓 1222">
                <a:extLst>
                  <a:ext uri="{FF2B5EF4-FFF2-40B4-BE49-F238E27FC236}">
                    <a16:creationId xmlns:a16="http://schemas.microsoft.com/office/drawing/2014/main" id="{1DDC2035-48F6-4D2D-85E6-07A87AD5E307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7" name="群組 1196">
              <a:extLst>
                <a:ext uri="{FF2B5EF4-FFF2-40B4-BE49-F238E27FC236}">
                  <a16:creationId xmlns:a16="http://schemas.microsoft.com/office/drawing/2014/main" id="{DBD66BD4-6FBE-449F-86E7-59BEA32E4303}"/>
                </a:ext>
              </a:extLst>
            </p:cNvPr>
            <p:cNvGrpSpPr/>
            <p:nvPr/>
          </p:nvGrpSpPr>
          <p:grpSpPr>
            <a:xfrm>
              <a:off x="8918663" y="4381599"/>
              <a:ext cx="189223" cy="189223"/>
              <a:chOff x="949654" y="4248584"/>
              <a:chExt cx="254494" cy="254494"/>
            </a:xfrm>
          </p:grpSpPr>
          <p:grpSp>
            <p:nvGrpSpPr>
              <p:cNvPr id="1218" name="群組 1217">
                <a:extLst>
                  <a:ext uri="{FF2B5EF4-FFF2-40B4-BE49-F238E27FC236}">
                    <a16:creationId xmlns:a16="http://schemas.microsoft.com/office/drawing/2014/main" id="{ACCE75D2-69D6-4DF4-B596-95D8C7F81DBC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20" name="橢圓 1219">
                  <a:extLst>
                    <a:ext uri="{FF2B5EF4-FFF2-40B4-BE49-F238E27FC236}">
                      <a16:creationId xmlns:a16="http://schemas.microsoft.com/office/drawing/2014/main" id="{BD77FE2B-73AB-4BB8-BE26-52E91846938C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21" name="橢圓 1220">
                  <a:extLst>
                    <a:ext uri="{FF2B5EF4-FFF2-40B4-BE49-F238E27FC236}">
                      <a16:creationId xmlns:a16="http://schemas.microsoft.com/office/drawing/2014/main" id="{3F7C4DD4-99D2-46B6-B354-F8E446CDC02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19" name="橢圓 1218">
                <a:extLst>
                  <a:ext uri="{FF2B5EF4-FFF2-40B4-BE49-F238E27FC236}">
                    <a16:creationId xmlns:a16="http://schemas.microsoft.com/office/drawing/2014/main" id="{58781ABE-A3F7-4F97-AE11-B6D7AD150C4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8" name="群組 1197">
              <a:extLst>
                <a:ext uri="{FF2B5EF4-FFF2-40B4-BE49-F238E27FC236}">
                  <a16:creationId xmlns:a16="http://schemas.microsoft.com/office/drawing/2014/main" id="{ABB17B17-FA1B-416F-B55A-553700553D12}"/>
                </a:ext>
              </a:extLst>
            </p:cNvPr>
            <p:cNvGrpSpPr/>
            <p:nvPr/>
          </p:nvGrpSpPr>
          <p:grpSpPr>
            <a:xfrm>
              <a:off x="8955368" y="4512736"/>
              <a:ext cx="189223" cy="189223"/>
              <a:chOff x="949654" y="4248584"/>
              <a:chExt cx="254494" cy="254494"/>
            </a:xfrm>
          </p:grpSpPr>
          <p:grpSp>
            <p:nvGrpSpPr>
              <p:cNvPr id="1214" name="群組 1213">
                <a:extLst>
                  <a:ext uri="{FF2B5EF4-FFF2-40B4-BE49-F238E27FC236}">
                    <a16:creationId xmlns:a16="http://schemas.microsoft.com/office/drawing/2014/main" id="{B0008C37-B53E-4AD9-A1D8-D6B28ABABC17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16" name="橢圓 1215">
                  <a:extLst>
                    <a:ext uri="{FF2B5EF4-FFF2-40B4-BE49-F238E27FC236}">
                      <a16:creationId xmlns:a16="http://schemas.microsoft.com/office/drawing/2014/main" id="{4CAE4F3E-23A0-474D-B57D-2C45CC39AD1A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7" name="橢圓 1216">
                  <a:extLst>
                    <a:ext uri="{FF2B5EF4-FFF2-40B4-BE49-F238E27FC236}">
                      <a16:creationId xmlns:a16="http://schemas.microsoft.com/office/drawing/2014/main" id="{08650CA8-A965-4642-B3D3-819C89A3A423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15" name="橢圓 1214">
                <a:extLst>
                  <a:ext uri="{FF2B5EF4-FFF2-40B4-BE49-F238E27FC236}">
                    <a16:creationId xmlns:a16="http://schemas.microsoft.com/office/drawing/2014/main" id="{1A6441D3-E262-415E-8686-5A3AD86DD66E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9" name="群組 1198">
              <a:extLst>
                <a:ext uri="{FF2B5EF4-FFF2-40B4-BE49-F238E27FC236}">
                  <a16:creationId xmlns:a16="http://schemas.microsoft.com/office/drawing/2014/main" id="{91241105-CFB1-4527-8AC1-9CECBB2AE85B}"/>
                </a:ext>
              </a:extLst>
            </p:cNvPr>
            <p:cNvGrpSpPr/>
            <p:nvPr/>
          </p:nvGrpSpPr>
          <p:grpSpPr>
            <a:xfrm>
              <a:off x="9308403" y="4488715"/>
              <a:ext cx="189223" cy="189223"/>
              <a:chOff x="949654" y="4248584"/>
              <a:chExt cx="254494" cy="254494"/>
            </a:xfrm>
          </p:grpSpPr>
          <p:grpSp>
            <p:nvGrpSpPr>
              <p:cNvPr id="1210" name="群組 1209">
                <a:extLst>
                  <a:ext uri="{FF2B5EF4-FFF2-40B4-BE49-F238E27FC236}">
                    <a16:creationId xmlns:a16="http://schemas.microsoft.com/office/drawing/2014/main" id="{BC0DFF36-3A1C-4BDE-958E-D71CE2E5923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12" name="橢圓 1211">
                  <a:extLst>
                    <a:ext uri="{FF2B5EF4-FFF2-40B4-BE49-F238E27FC236}">
                      <a16:creationId xmlns:a16="http://schemas.microsoft.com/office/drawing/2014/main" id="{685F9786-6DB4-4CA1-B444-2C1E954F07B1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13" name="橢圓 1212">
                  <a:extLst>
                    <a:ext uri="{FF2B5EF4-FFF2-40B4-BE49-F238E27FC236}">
                      <a16:creationId xmlns:a16="http://schemas.microsoft.com/office/drawing/2014/main" id="{6BED9CCE-CBB1-4D1C-A311-4F1F124BEB6A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11" name="橢圓 1210">
                <a:extLst>
                  <a:ext uri="{FF2B5EF4-FFF2-40B4-BE49-F238E27FC236}">
                    <a16:creationId xmlns:a16="http://schemas.microsoft.com/office/drawing/2014/main" id="{13FACDC9-96BC-4471-A780-BEBBDCFF7B69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00" name="群組 1199">
              <a:extLst>
                <a:ext uri="{FF2B5EF4-FFF2-40B4-BE49-F238E27FC236}">
                  <a16:creationId xmlns:a16="http://schemas.microsoft.com/office/drawing/2014/main" id="{7EB6A40B-3970-4394-83B9-4BB1B087B929}"/>
                </a:ext>
              </a:extLst>
            </p:cNvPr>
            <p:cNvGrpSpPr/>
            <p:nvPr/>
          </p:nvGrpSpPr>
          <p:grpSpPr>
            <a:xfrm>
              <a:off x="9049410" y="4431242"/>
              <a:ext cx="189223" cy="189223"/>
              <a:chOff x="949654" y="4248584"/>
              <a:chExt cx="254494" cy="254494"/>
            </a:xfrm>
          </p:grpSpPr>
          <p:grpSp>
            <p:nvGrpSpPr>
              <p:cNvPr id="1206" name="群組 1205">
                <a:extLst>
                  <a:ext uri="{FF2B5EF4-FFF2-40B4-BE49-F238E27FC236}">
                    <a16:creationId xmlns:a16="http://schemas.microsoft.com/office/drawing/2014/main" id="{9D46B3D3-03FE-40F0-910F-05773499411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08" name="橢圓 1207">
                  <a:extLst>
                    <a:ext uri="{FF2B5EF4-FFF2-40B4-BE49-F238E27FC236}">
                      <a16:creationId xmlns:a16="http://schemas.microsoft.com/office/drawing/2014/main" id="{66B0F687-CB76-4430-AA48-6F0BA23F6486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9" name="橢圓 1208">
                  <a:extLst>
                    <a:ext uri="{FF2B5EF4-FFF2-40B4-BE49-F238E27FC236}">
                      <a16:creationId xmlns:a16="http://schemas.microsoft.com/office/drawing/2014/main" id="{908629DC-1792-4878-BE21-E08556E4133A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07" name="橢圓 1206">
                <a:extLst>
                  <a:ext uri="{FF2B5EF4-FFF2-40B4-BE49-F238E27FC236}">
                    <a16:creationId xmlns:a16="http://schemas.microsoft.com/office/drawing/2014/main" id="{18D892E4-80FF-4BB4-82C6-C98FBE3486F7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01" name="群組 1200">
              <a:extLst>
                <a:ext uri="{FF2B5EF4-FFF2-40B4-BE49-F238E27FC236}">
                  <a16:creationId xmlns:a16="http://schemas.microsoft.com/office/drawing/2014/main" id="{60BFE911-8ABE-4C5B-A358-297033A40C9D}"/>
                </a:ext>
              </a:extLst>
            </p:cNvPr>
            <p:cNvGrpSpPr/>
            <p:nvPr/>
          </p:nvGrpSpPr>
          <p:grpSpPr>
            <a:xfrm>
              <a:off x="9165974" y="4377612"/>
              <a:ext cx="189223" cy="189223"/>
              <a:chOff x="949654" y="4248584"/>
              <a:chExt cx="254494" cy="254494"/>
            </a:xfrm>
          </p:grpSpPr>
          <p:grpSp>
            <p:nvGrpSpPr>
              <p:cNvPr id="1202" name="群組 1201">
                <a:extLst>
                  <a:ext uri="{FF2B5EF4-FFF2-40B4-BE49-F238E27FC236}">
                    <a16:creationId xmlns:a16="http://schemas.microsoft.com/office/drawing/2014/main" id="{4C1803CE-0368-4772-9CF2-48E502AEA570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04" name="橢圓 1203">
                  <a:extLst>
                    <a:ext uri="{FF2B5EF4-FFF2-40B4-BE49-F238E27FC236}">
                      <a16:creationId xmlns:a16="http://schemas.microsoft.com/office/drawing/2014/main" id="{FD766B4A-27CB-4602-8C2C-B8576699F138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05" name="橢圓 1204">
                  <a:extLst>
                    <a:ext uri="{FF2B5EF4-FFF2-40B4-BE49-F238E27FC236}">
                      <a16:creationId xmlns:a16="http://schemas.microsoft.com/office/drawing/2014/main" id="{8875561E-A57F-45D8-AD84-9DCF24F72B7F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03" name="橢圓 1202">
                <a:extLst>
                  <a:ext uri="{FF2B5EF4-FFF2-40B4-BE49-F238E27FC236}">
                    <a16:creationId xmlns:a16="http://schemas.microsoft.com/office/drawing/2014/main" id="{2443F010-9684-4930-97AC-950619624A90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4B46C2F-D4C6-4CCC-923E-5377324347FB}"/>
              </a:ext>
            </a:extLst>
          </p:cNvPr>
          <p:cNvSpPr/>
          <p:nvPr/>
        </p:nvSpPr>
        <p:spPr>
          <a:xfrm>
            <a:off x="5474708" y="1238825"/>
            <a:ext cx="1765807" cy="205484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3949D1D0-3E3B-4279-A27D-5836C1A9C40F}"/>
              </a:ext>
            </a:extLst>
          </p:cNvPr>
          <p:cNvGrpSpPr/>
          <p:nvPr/>
        </p:nvGrpSpPr>
        <p:grpSpPr>
          <a:xfrm>
            <a:off x="1599806" y="2944469"/>
            <a:ext cx="1510940" cy="969062"/>
            <a:chOff x="1599806" y="2497625"/>
            <a:chExt cx="1510940" cy="969062"/>
          </a:xfrm>
        </p:grpSpPr>
        <p:sp>
          <p:nvSpPr>
            <p:cNvPr id="710" name="箭號: 五邊形 709">
              <a:extLst>
                <a:ext uri="{FF2B5EF4-FFF2-40B4-BE49-F238E27FC236}">
                  <a16:creationId xmlns:a16="http://schemas.microsoft.com/office/drawing/2014/main" id="{80822464-B3C0-4FDA-8238-4120716E4BCF}"/>
                </a:ext>
              </a:extLst>
            </p:cNvPr>
            <p:cNvSpPr/>
            <p:nvPr/>
          </p:nvSpPr>
          <p:spPr>
            <a:xfrm>
              <a:off x="1599806" y="2497625"/>
              <a:ext cx="1183327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11" name="矩形 178">
              <a:extLst>
                <a:ext uri="{FF2B5EF4-FFF2-40B4-BE49-F238E27FC236}">
                  <a16:creationId xmlns:a16="http://schemas.microsoft.com/office/drawing/2014/main" id="{C546E78F-1392-4FA1-9571-F90542A2B5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0" y="2497625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2" name="矩形 178">
              <a:extLst>
                <a:ext uri="{FF2B5EF4-FFF2-40B4-BE49-F238E27FC236}">
                  <a16:creationId xmlns:a16="http://schemas.microsoft.com/office/drawing/2014/main" id="{555B1B82-47F6-4CA0-AC7A-85F51F9868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2497625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3" name="矩形 178">
              <a:extLst>
                <a:ext uri="{FF2B5EF4-FFF2-40B4-BE49-F238E27FC236}">
                  <a16:creationId xmlns:a16="http://schemas.microsoft.com/office/drawing/2014/main" id="{8C99125D-FB1F-4738-B428-E6098B6B1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2497625"/>
              <a:ext cx="141079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4" name="矩形 178">
              <a:extLst>
                <a:ext uri="{FF2B5EF4-FFF2-40B4-BE49-F238E27FC236}">
                  <a16:creationId xmlns:a16="http://schemas.microsoft.com/office/drawing/2014/main" id="{A19617A0-F489-41D4-B1AF-C46FA30B3B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2497625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5" name="箭號: 五邊形 704">
              <a:extLst>
                <a:ext uri="{FF2B5EF4-FFF2-40B4-BE49-F238E27FC236}">
                  <a16:creationId xmlns:a16="http://schemas.microsoft.com/office/drawing/2014/main" id="{F9FBFFA4-01FC-40A5-BA70-05D047A88DF1}"/>
                </a:ext>
              </a:extLst>
            </p:cNvPr>
            <p:cNvSpPr/>
            <p:nvPr/>
          </p:nvSpPr>
          <p:spPr>
            <a:xfrm>
              <a:off x="1599806" y="3337087"/>
              <a:ext cx="1183327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6" name="矩形 178">
              <a:extLst>
                <a:ext uri="{FF2B5EF4-FFF2-40B4-BE49-F238E27FC236}">
                  <a16:creationId xmlns:a16="http://schemas.microsoft.com/office/drawing/2014/main" id="{551BF989-AD8C-41D1-8C1C-81C99CA0B5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0" y="3337087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7" name="矩形 178">
              <a:extLst>
                <a:ext uri="{FF2B5EF4-FFF2-40B4-BE49-F238E27FC236}">
                  <a16:creationId xmlns:a16="http://schemas.microsoft.com/office/drawing/2014/main" id="{87F6D9B0-A89D-4AB6-9AAE-8621AA55FF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3337087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8" name="矩形 178">
              <a:extLst>
                <a:ext uri="{FF2B5EF4-FFF2-40B4-BE49-F238E27FC236}">
                  <a16:creationId xmlns:a16="http://schemas.microsoft.com/office/drawing/2014/main" id="{54DE4A82-2DD1-4873-9A5E-D6BF64245A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3337087"/>
              <a:ext cx="141079" cy="12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709" name="矩形 178">
              <a:extLst>
                <a:ext uri="{FF2B5EF4-FFF2-40B4-BE49-F238E27FC236}">
                  <a16:creationId xmlns:a16="http://schemas.microsoft.com/office/drawing/2014/main" id="{E0E0EE53-075C-4CBE-BB49-2571B398A4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3337087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0" name="箭號: 五邊形 699">
              <a:extLst>
                <a:ext uri="{FF2B5EF4-FFF2-40B4-BE49-F238E27FC236}">
                  <a16:creationId xmlns:a16="http://schemas.microsoft.com/office/drawing/2014/main" id="{15C7C2C1-7CC0-4E99-9BDD-2BCDE02F489E}"/>
                </a:ext>
              </a:extLst>
            </p:cNvPr>
            <p:cNvSpPr/>
            <p:nvPr/>
          </p:nvSpPr>
          <p:spPr>
            <a:xfrm>
              <a:off x="1599806" y="2833409"/>
              <a:ext cx="1183327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1" name="矩形 178">
              <a:extLst>
                <a:ext uri="{FF2B5EF4-FFF2-40B4-BE49-F238E27FC236}">
                  <a16:creationId xmlns:a16="http://schemas.microsoft.com/office/drawing/2014/main" id="{8CD2B8F3-4A4F-47AF-B7EE-38AEA83B92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0" y="2833409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2" name="矩形 178">
              <a:extLst>
                <a:ext uri="{FF2B5EF4-FFF2-40B4-BE49-F238E27FC236}">
                  <a16:creationId xmlns:a16="http://schemas.microsoft.com/office/drawing/2014/main" id="{08EA89BA-6FC2-4329-BFB7-4DFFA6BADF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2833409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3" name="矩形 178">
              <a:extLst>
                <a:ext uri="{FF2B5EF4-FFF2-40B4-BE49-F238E27FC236}">
                  <a16:creationId xmlns:a16="http://schemas.microsoft.com/office/drawing/2014/main" id="{85FD8A78-CFA0-41DA-8726-C1F42098B9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2833409"/>
              <a:ext cx="141079" cy="12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704" name="矩形 178">
              <a:extLst>
                <a:ext uri="{FF2B5EF4-FFF2-40B4-BE49-F238E27FC236}">
                  <a16:creationId xmlns:a16="http://schemas.microsoft.com/office/drawing/2014/main" id="{D1B60BB7-4F33-436B-AB80-9F5FD32976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2833409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4" name="箭號: 五邊形 693">
              <a:extLst>
                <a:ext uri="{FF2B5EF4-FFF2-40B4-BE49-F238E27FC236}">
                  <a16:creationId xmlns:a16="http://schemas.microsoft.com/office/drawing/2014/main" id="{3320E395-EAFB-4DD0-8AA3-8E78A9AD4AA0}"/>
                </a:ext>
              </a:extLst>
            </p:cNvPr>
            <p:cNvSpPr/>
            <p:nvPr/>
          </p:nvSpPr>
          <p:spPr>
            <a:xfrm>
              <a:off x="1599806" y="3001301"/>
              <a:ext cx="1510940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95" name="矩形 178">
              <a:extLst>
                <a:ext uri="{FF2B5EF4-FFF2-40B4-BE49-F238E27FC236}">
                  <a16:creationId xmlns:a16="http://schemas.microsoft.com/office/drawing/2014/main" id="{44CAD50D-F499-4150-B37C-B358F3B9A67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7" y="3001301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96" name="矩形 178">
              <a:extLst>
                <a:ext uri="{FF2B5EF4-FFF2-40B4-BE49-F238E27FC236}">
                  <a16:creationId xmlns:a16="http://schemas.microsoft.com/office/drawing/2014/main" id="{054128AE-8A96-4F29-9DF4-F7CEF30526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0" y="3001301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97" name="矩形 178">
              <a:extLst>
                <a:ext uri="{FF2B5EF4-FFF2-40B4-BE49-F238E27FC236}">
                  <a16:creationId xmlns:a16="http://schemas.microsoft.com/office/drawing/2014/main" id="{F5A24DE3-2BE8-4491-98E6-687C519C09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3001301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8" name="矩形 178">
              <a:extLst>
                <a:ext uri="{FF2B5EF4-FFF2-40B4-BE49-F238E27FC236}">
                  <a16:creationId xmlns:a16="http://schemas.microsoft.com/office/drawing/2014/main" id="{E6C593D7-FD9A-49FB-8A50-3DF7675781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3001301"/>
              <a:ext cx="141079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9" name="矩形 178">
              <a:extLst>
                <a:ext uri="{FF2B5EF4-FFF2-40B4-BE49-F238E27FC236}">
                  <a16:creationId xmlns:a16="http://schemas.microsoft.com/office/drawing/2014/main" id="{47DFC44A-B38F-447E-9C96-B55BD57A33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3001301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88" name="箭號: 五邊形 687">
              <a:extLst>
                <a:ext uri="{FF2B5EF4-FFF2-40B4-BE49-F238E27FC236}">
                  <a16:creationId xmlns:a16="http://schemas.microsoft.com/office/drawing/2014/main" id="{48235B1B-78D2-43E6-8260-82BD17A0070A}"/>
                </a:ext>
              </a:extLst>
            </p:cNvPr>
            <p:cNvSpPr/>
            <p:nvPr/>
          </p:nvSpPr>
          <p:spPr>
            <a:xfrm>
              <a:off x="1599806" y="2665517"/>
              <a:ext cx="1510940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89" name="矩形 178">
              <a:extLst>
                <a:ext uri="{FF2B5EF4-FFF2-40B4-BE49-F238E27FC236}">
                  <a16:creationId xmlns:a16="http://schemas.microsoft.com/office/drawing/2014/main" id="{AD759B67-185A-4505-A038-87E9AB1A0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7" y="2665517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90" name="矩形 178">
              <a:extLst>
                <a:ext uri="{FF2B5EF4-FFF2-40B4-BE49-F238E27FC236}">
                  <a16:creationId xmlns:a16="http://schemas.microsoft.com/office/drawing/2014/main" id="{ABE8946C-6941-42CC-839A-077708D435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1" y="2665517"/>
              <a:ext cx="137359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91" name="矩形 178">
              <a:extLst>
                <a:ext uri="{FF2B5EF4-FFF2-40B4-BE49-F238E27FC236}">
                  <a16:creationId xmlns:a16="http://schemas.microsoft.com/office/drawing/2014/main" id="{9007F171-285A-4B93-BEBB-134543BED7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2665517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2" name="矩形 178">
              <a:extLst>
                <a:ext uri="{FF2B5EF4-FFF2-40B4-BE49-F238E27FC236}">
                  <a16:creationId xmlns:a16="http://schemas.microsoft.com/office/drawing/2014/main" id="{842A5A17-F0E8-41A5-9E3E-184655BFEC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2665517"/>
              <a:ext cx="141079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3" name="矩形 178">
              <a:extLst>
                <a:ext uri="{FF2B5EF4-FFF2-40B4-BE49-F238E27FC236}">
                  <a16:creationId xmlns:a16="http://schemas.microsoft.com/office/drawing/2014/main" id="{7F0BA244-7A2A-429F-968C-E582F81FB2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2665517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T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82" name="箭號: 五邊形 681">
              <a:extLst>
                <a:ext uri="{FF2B5EF4-FFF2-40B4-BE49-F238E27FC236}">
                  <a16:creationId xmlns:a16="http://schemas.microsoft.com/office/drawing/2014/main" id="{84BE9889-43D6-4117-A00F-755E0A16770E}"/>
                </a:ext>
              </a:extLst>
            </p:cNvPr>
            <p:cNvSpPr/>
            <p:nvPr/>
          </p:nvSpPr>
          <p:spPr>
            <a:xfrm>
              <a:off x="1599806" y="3169193"/>
              <a:ext cx="1510940" cy="129600"/>
            </a:xfrm>
            <a:prstGeom prst="homePlate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683" name="矩形 178">
              <a:extLst>
                <a:ext uri="{FF2B5EF4-FFF2-40B4-BE49-F238E27FC236}">
                  <a16:creationId xmlns:a16="http://schemas.microsoft.com/office/drawing/2014/main" id="{72D4AF44-AFAA-48A7-ABFF-FFE1105240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33207" y="3169193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84" name="矩形 178">
              <a:extLst>
                <a:ext uri="{FF2B5EF4-FFF2-40B4-BE49-F238E27FC236}">
                  <a16:creationId xmlns:a16="http://schemas.microsoft.com/office/drawing/2014/main" id="{0EA39FD7-CBAF-4B1A-8A54-B3ECD1C791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51900" y="3169193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5" name="矩形 178">
              <a:extLst>
                <a:ext uri="{FF2B5EF4-FFF2-40B4-BE49-F238E27FC236}">
                  <a16:creationId xmlns:a16="http://schemas.microsoft.com/office/drawing/2014/main" id="{75CC1D77-90A9-4A15-9FAF-2757C74630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47227" y="3169193"/>
              <a:ext cx="141080" cy="129600"/>
            </a:xfrm>
            <a:prstGeom prst="rect">
              <a:avLst/>
            </a:prstGeom>
            <a:solidFill>
              <a:srgbClr val="FFC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A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686" name="矩形 178">
              <a:extLst>
                <a:ext uri="{FF2B5EF4-FFF2-40B4-BE49-F238E27FC236}">
                  <a16:creationId xmlns:a16="http://schemas.microsoft.com/office/drawing/2014/main" id="{D45B91EA-0262-4045-BD6E-BCE9199014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42554" y="3169193"/>
              <a:ext cx="141079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7" name="矩形 178">
              <a:extLst>
                <a:ext uri="{FF2B5EF4-FFF2-40B4-BE49-F238E27FC236}">
                  <a16:creationId xmlns:a16="http://schemas.microsoft.com/office/drawing/2014/main" id="{713E57DF-A176-4A00-B03F-640C2B3EC0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37880" y="3169193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3" name="群組 172">
            <a:extLst>
              <a:ext uri="{FF2B5EF4-FFF2-40B4-BE49-F238E27FC236}">
                <a16:creationId xmlns:a16="http://schemas.microsoft.com/office/drawing/2014/main" id="{10E91E4B-C8A1-4C57-8B80-DF7C25F7A317}"/>
              </a:ext>
            </a:extLst>
          </p:cNvPr>
          <p:cNvGrpSpPr/>
          <p:nvPr/>
        </p:nvGrpSpPr>
        <p:grpSpPr>
          <a:xfrm>
            <a:off x="-1091227" y="3104054"/>
            <a:ext cx="790071" cy="669110"/>
            <a:chOff x="147687" y="2682445"/>
            <a:chExt cx="790071" cy="669110"/>
          </a:xfrm>
        </p:grpSpPr>
        <p:grpSp>
          <p:nvGrpSpPr>
            <p:cNvPr id="1262" name="群組 1261">
              <a:extLst>
                <a:ext uri="{FF2B5EF4-FFF2-40B4-BE49-F238E27FC236}">
                  <a16:creationId xmlns:a16="http://schemas.microsoft.com/office/drawing/2014/main" id="{B88E205B-963C-4C83-B1CF-0AFB1DD71B91}"/>
                </a:ext>
              </a:extLst>
            </p:cNvPr>
            <p:cNvGrpSpPr/>
            <p:nvPr/>
          </p:nvGrpSpPr>
          <p:grpSpPr>
            <a:xfrm>
              <a:off x="321866" y="3097061"/>
              <a:ext cx="254494" cy="254494"/>
              <a:chOff x="949654" y="4248584"/>
              <a:chExt cx="254494" cy="254494"/>
            </a:xfrm>
          </p:grpSpPr>
          <p:grpSp>
            <p:nvGrpSpPr>
              <p:cNvPr id="1263" name="群組 1262">
                <a:extLst>
                  <a:ext uri="{FF2B5EF4-FFF2-40B4-BE49-F238E27FC236}">
                    <a16:creationId xmlns:a16="http://schemas.microsoft.com/office/drawing/2014/main" id="{EF3629C2-FD87-4221-A8E2-439FF82A52DC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265" name="橢圓 1264">
                  <a:extLst>
                    <a:ext uri="{FF2B5EF4-FFF2-40B4-BE49-F238E27FC236}">
                      <a16:creationId xmlns:a16="http://schemas.microsoft.com/office/drawing/2014/main" id="{A83A0CAC-2C15-4DCB-A867-224A793EAC1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66" name="橢圓 1265">
                  <a:extLst>
                    <a:ext uri="{FF2B5EF4-FFF2-40B4-BE49-F238E27FC236}">
                      <a16:creationId xmlns:a16="http://schemas.microsoft.com/office/drawing/2014/main" id="{FFF5B3ED-71E7-432E-8407-51CC430ABE4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264" name="橢圓 1263">
                <a:extLst>
                  <a:ext uri="{FF2B5EF4-FFF2-40B4-BE49-F238E27FC236}">
                    <a16:creationId xmlns:a16="http://schemas.microsoft.com/office/drawing/2014/main" id="{06C1FB01-BC29-4F51-A85A-D77D9F909157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32A3B026-8366-41E3-BCF3-04748C5DA73E}"/>
                </a:ext>
              </a:extLst>
            </p:cNvPr>
            <p:cNvGrpSpPr/>
            <p:nvPr/>
          </p:nvGrpSpPr>
          <p:grpSpPr>
            <a:xfrm>
              <a:off x="508499" y="2682445"/>
              <a:ext cx="254494" cy="254494"/>
              <a:chOff x="949654" y="4248584"/>
              <a:chExt cx="254494" cy="254494"/>
            </a:xfrm>
          </p:grpSpPr>
          <p:grpSp>
            <p:nvGrpSpPr>
              <p:cNvPr id="417" name="群組 416">
                <a:extLst>
                  <a:ext uri="{FF2B5EF4-FFF2-40B4-BE49-F238E27FC236}">
                    <a16:creationId xmlns:a16="http://schemas.microsoft.com/office/drawing/2014/main" id="{66240611-3D1E-43AD-A1C4-F967611B888C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18" name="橢圓 417">
                  <a:extLst>
                    <a:ext uri="{FF2B5EF4-FFF2-40B4-BE49-F238E27FC236}">
                      <a16:creationId xmlns:a16="http://schemas.microsoft.com/office/drawing/2014/main" id="{8EFB6F00-929F-4E00-9E49-12D43796C9C8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19" name="橢圓 418">
                  <a:extLst>
                    <a:ext uri="{FF2B5EF4-FFF2-40B4-BE49-F238E27FC236}">
                      <a16:creationId xmlns:a16="http://schemas.microsoft.com/office/drawing/2014/main" id="{53D200A7-1541-4374-947B-1D27A5259E0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29" name="橢圓 428">
                <a:extLst>
                  <a:ext uri="{FF2B5EF4-FFF2-40B4-BE49-F238E27FC236}">
                    <a16:creationId xmlns:a16="http://schemas.microsoft.com/office/drawing/2014/main" id="{08407373-D78D-4634-95F7-AE446697D86F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0" name="群組 429">
              <a:extLst>
                <a:ext uri="{FF2B5EF4-FFF2-40B4-BE49-F238E27FC236}">
                  <a16:creationId xmlns:a16="http://schemas.microsoft.com/office/drawing/2014/main" id="{B0E911B1-DF92-4B1C-8531-94E00EBAAC5C}"/>
                </a:ext>
              </a:extLst>
            </p:cNvPr>
            <p:cNvGrpSpPr/>
            <p:nvPr/>
          </p:nvGrpSpPr>
          <p:grpSpPr>
            <a:xfrm>
              <a:off x="683264" y="2798347"/>
              <a:ext cx="254494" cy="254494"/>
              <a:chOff x="949654" y="4248584"/>
              <a:chExt cx="254494" cy="254494"/>
            </a:xfrm>
          </p:grpSpPr>
          <p:grpSp>
            <p:nvGrpSpPr>
              <p:cNvPr id="431" name="群組 430">
                <a:extLst>
                  <a:ext uri="{FF2B5EF4-FFF2-40B4-BE49-F238E27FC236}">
                    <a16:creationId xmlns:a16="http://schemas.microsoft.com/office/drawing/2014/main" id="{B92C026E-C2D8-4002-A065-EEC5ADE14A8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33" name="橢圓 432">
                  <a:extLst>
                    <a:ext uri="{FF2B5EF4-FFF2-40B4-BE49-F238E27FC236}">
                      <a16:creationId xmlns:a16="http://schemas.microsoft.com/office/drawing/2014/main" id="{79F35A35-2E1E-4B85-9EC2-8C3BCBAA4B2C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4" name="橢圓 433">
                  <a:extLst>
                    <a:ext uri="{FF2B5EF4-FFF2-40B4-BE49-F238E27FC236}">
                      <a16:creationId xmlns:a16="http://schemas.microsoft.com/office/drawing/2014/main" id="{22DC9292-BF9A-4D12-8CE9-26213CAB67D9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32" name="橢圓 431">
                <a:extLst>
                  <a:ext uri="{FF2B5EF4-FFF2-40B4-BE49-F238E27FC236}">
                    <a16:creationId xmlns:a16="http://schemas.microsoft.com/office/drawing/2014/main" id="{AA40E639-3469-4F2D-BB54-7892D18C0666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35" name="群組 434">
              <a:extLst>
                <a:ext uri="{FF2B5EF4-FFF2-40B4-BE49-F238E27FC236}">
                  <a16:creationId xmlns:a16="http://schemas.microsoft.com/office/drawing/2014/main" id="{175E1AD8-DFDB-4571-B2A0-E14008C82E9D}"/>
                </a:ext>
              </a:extLst>
            </p:cNvPr>
            <p:cNvGrpSpPr/>
            <p:nvPr/>
          </p:nvGrpSpPr>
          <p:grpSpPr>
            <a:xfrm>
              <a:off x="477050" y="3066288"/>
              <a:ext cx="254494" cy="254494"/>
              <a:chOff x="949654" y="4248584"/>
              <a:chExt cx="254494" cy="254494"/>
            </a:xfrm>
          </p:grpSpPr>
          <p:grpSp>
            <p:nvGrpSpPr>
              <p:cNvPr id="436" name="群組 435">
                <a:extLst>
                  <a:ext uri="{FF2B5EF4-FFF2-40B4-BE49-F238E27FC236}">
                    <a16:creationId xmlns:a16="http://schemas.microsoft.com/office/drawing/2014/main" id="{B3D4F0A4-6269-4C52-9C8D-478F67DDBB7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38" name="橢圓 437">
                  <a:extLst>
                    <a:ext uri="{FF2B5EF4-FFF2-40B4-BE49-F238E27FC236}">
                      <a16:creationId xmlns:a16="http://schemas.microsoft.com/office/drawing/2014/main" id="{462FFD1C-176A-4BCB-B050-C01711C3E3F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39" name="橢圓 438">
                  <a:extLst>
                    <a:ext uri="{FF2B5EF4-FFF2-40B4-BE49-F238E27FC236}">
                      <a16:creationId xmlns:a16="http://schemas.microsoft.com/office/drawing/2014/main" id="{14E8E534-30E4-4694-9B2E-0C3299E5846C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37" name="橢圓 436">
                <a:extLst>
                  <a:ext uri="{FF2B5EF4-FFF2-40B4-BE49-F238E27FC236}">
                    <a16:creationId xmlns:a16="http://schemas.microsoft.com/office/drawing/2014/main" id="{2FD64C94-5A94-4182-B3CA-C6D536D4E344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0" name="群組 439">
              <a:extLst>
                <a:ext uri="{FF2B5EF4-FFF2-40B4-BE49-F238E27FC236}">
                  <a16:creationId xmlns:a16="http://schemas.microsoft.com/office/drawing/2014/main" id="{D4EDBCA9-B49D-4EC6-A04A-218CB8AF0A4D}"/>
                </a:ext>
              </a:extLst>
            </p:cNvPr>
            <p:cNvGrpSpPr/>
            <p:nvPr/>
          </p:nvGrpSpPr>
          <p:grpSpPr>
            <a:xfrm>
              <a:off x="306607" y="2691519"/>
              <a:ext cx="254494" cy="254494"/>
              <a:chOff x="949654" y="4248584"/>
              <a:chExt cx="254494" cy="254494"/>
            </a:xfrm>
          </p:grpSpPr>
          <p:grpSp>
            <p:nvGrpSpPr>
              <p:cNvPr id="441" name="群組 440">
                <a:extLst>
                  <a:ext uri="{FF2B5EF4-FFF2-40B4-BE49-F238E27FC236}">
                    <a16:creationId xmlns:a16="http://schemas.microsoft.com/office/drawing/2014/main" id="{66F63C75-572E-465F-8718-44C385EBE2CD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43" name="橢圓 442">
                  <a:extLst>
                    <a:ext uri="{FF2B5EF4-FFF2-40B4-BE49-F238E27FC236}">
                      <a16:creationId xmlns:a16="http://schemas.microsoft.com/office/drawing/2014/main" id="{EE955490-74A2-4083-A3D7-EF9E9B8BF84C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44" name="橢圓 443">
                  <a:extLst>
                    <a:ext uri="{FF2B5EF4-FFF2-40B4-BE49-F238E27FC236}">
                      <a16:creationId xmlns:a16="http://schemas.microsoft.com/office/drawing/2014/main" id="{D893D6DF-64E3-4C6E-BB84-0010DE5B522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42" name="橢圓 441">
                <a:extLst>
                  <a:ext uri="{FF2B5EF4-FFF2-40B4-BE49-F238E27FC236}">
                    <a16:creationId xmlns:a16="http://schemas.microsoft.com/office/drawing/2014/main" id="{DFA68326-AB93-4573-A2BE-E019E2C3A47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45" name="群組 444">
              <a:extLst>
                <a:ext uri="{FF2B5EF4-FFF2-40B4-BE49-F238E27FC236}">
                  <a16:creationId xmlns:a16="http://schemas.microsoft.com/office/drawing/2014/main" id="{C5E608AF-EDBE-453F-BA55-46996D37E405}"/>
                </a:ext>
              </a:extLst>
            </p:cNvPr>
            <p:cNvGrpSpPr/>
            <p:nvPr/>
          </p:nvGrpSpPr>
          <p:grpSpPr>
            <a:xfrm>
              <a:off x="147687" y="2843472"/>
              <a:ext cx="254494" cy="254494"/>
              <a:chOff x="949654" y="4248584"/>
              <a:chExt cx="254494" cy="254494"/>
            </a:xfrm>
          </p:grpSpPr>
          <p:grpSp>
            <p:nvGrpSpPr>
              <p:cNvPr id="446" name="群組 445">
                <a:extLst>
                  <a:ext uri="{FF2B5EF4-FFF2-40B4-BE49-F238E27FC236}">
                    <a16:creationId xmlns:a16="http://schemas.microsoft.com/office/drawing/2014/main" id="{E1AF97FB-FB6B-4998-98AA-865ED2329E1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58" name="橢圓 457">
                  <a:extLst>
                    <a:ext uri="{FF2B5EF4-FFF2-40B4-BE49-F238E27FC236}">
                      <a16:creationId xmlns:a16="http://schemas.microsoft.com/office/drawing/2014/main" id="{DC0B9F6B-B764-464C-A73C-C9B7F0E4414B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9" name="橢圓 458">
                  <a:extLst>
                    <a:ext uri="{FF2B5EF4-FFF2-40B4-BE49-F238E27FC236}">
                      <a16:creationId xmlns:a16="http://schemas.microsoft.com/office/drawing/2014/main" id="{C1D78183-956C-44F7-9C14-FA405ABF2949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47" name="橢圓 446">
                <a:extLst>
                  <a:ext uri="{FF2B5EF4-FFF2-40B4-BE49-F238E27FC236}">
                    <a16:creationId xmlns:a16="http://schemas.microsoft.com/office/drawing/2014/main" id="{9DD85F1D-647B-4A5F-A364-A2770E52DF7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60" name="群組 459">
              <a:extLst>
                <a:ext uri="{FF2B5EF4-FFF2-40B4-BE49-F238E27FC236}">
                  <a16:creationId xmlns:a16="http://schemas.microsoft.com/office/drawing/2014/main" id="{27E28439-6204-4C21-89AA-F9A3A2075443}"/>
                </a:ext>
              </a:extLst>
            </p:cNvPr>
            <p:cNvGrpSpPr/>
            <p:nvPr/>
          </p:nvGrpSpPr>
          <p:grpSpPr>
            <a:xfrm>
              <a:off x="197053" y="3019845"/>
              <a:ext cx="254494" cy="254494"/>
              <a:chOff x="949654" y="4248584"/>
              <a:chExt cx="254494" cy="254494"/>
            </a:xfrm>
          </p:grpSpPr>
          <p:grpSp>
            <p:nvGrpSpPr>
              <p:cNvPr id="466" name="群組 465">
                <a:extLst>
                  <a:ext uri="{FF2B5EF4-FFF2-40B4-BE49-F238E27FC236}">
                    <a16:creationId xmlns:a16="http://schemas.microsoft.com/office/drawing/2014/main" id="{25C6ED66-34EE-40F8-B4AE-409E3A556C3E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73" name="橢圓 472">
                  <a:extLst>
                    <a:ext uri="{FF2B5EF4-FFF2-40B4-BE49-F238E27FC236}">
                      <a16:creationId xmlns:a16="http://schemas.microsoft.com/office/drawing/2014/main" id="{098C5F92-B574-4708-B528-C12EE22BE1AB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74" name="橢圓 473">
                  <a:extLst>
                    <a:ext uri="{FF2B5EF4-FFF2-40B4-BE49-F238E27FC236}">
                      <a16:creationId xmlns:a16="http://schemas.microsoft.com/office/drawing/2014/main" id="{D43814F3-3C03-41CC-8C5F-F15CC3216D0A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67" name="橢圓 466">
                <a:extLst>
                  <a:ext uri="{FF2B5EF4-FFF2-40B4-BE49-F238E27FC236}">
                    <a16:creationId xmlns:a16="http://schemas.microsoft.com/office/drawing/2014/main" id="{1DA0BD6C-79F4-46DD-924F-C738414E5578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75" name="群組 474">
              <a:extLst>
                <a:ext uri="{FF2B5EF4-FFF2-40B4-BE49-F238E27FC236}">
                  <a16:creationId xmlns:a16="http://schemas.microsoft.com/office/drawing/2014/main" id="{E87136FB-138D-42D7-8452-CB44108D2D15}"/>
                </a:ext>
              </a:extLst>
            </p:cNvPr>
            <p:cNvGrpSpPr/>
            <p:nvPr/>
          </p:nvGrpSpPr>
          <p:grpSpPr>
            <a:xfrm>
              <a:off x="671866" y="2987538"/>
              <a:ext cx="254494" cy="254494"/>
              <a:chOff x="949654" y="4248584"/>
              <a:chExt cx="254494" cy="254494"/>
            </a:xfrm>
          </p:grpSpPr>
          <p:grpSp>
            <p:nvGrpSpPr>
              <p:cNvPr id="476" name="群組 475">
                <a:extLst>
                  <a:ext uri="{FF2B5EF4-FFF2-40B4-BE49-F238E27FC236}">
                    <a16:creationId xmlns:a16="http://schemas.microsoft.com/office/drawing/2014/main" id="{FD713343-060B-40F9-80AC-53B76A3C1B33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78" name="橢圓 477">
                  <a:extLst>
                    <a:ext uri="{FF2B5EF4-FFF2-40B4-BE49-F238E27FC236}">
                      <a16:creationId xmlns:a16="http://schemas.microsoft.com/office/drawing/2014/main" id="{D1DBF387-3E00-428D-AD1A-861CAE9D6B8E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1" name="橢圓 480">
                  <a:extLst>
                    <a:ext uri="{FF2B5EF4-FFF2-40B4-BE49-F238E27FC236}">
                      <a16:creationId xmlns:a16="http://schemas.microsoft.com/office/drawing/2014/main" id="{6B76FAFA-5D06-4417-B446-C160510B881F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77" name="橢圓 476">
                <a:extLst>
                  <a:ext uri="{FF2B5EF4-FFF2-40B4-BE49-F238E27FC236}">
                    <a16:creationId xmlns:a16="http://schemas.microsoft.com/office/drawing/2014/main" id="{199FE21E-F0A2-4AC8-9436-A397B3AF11AB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2" name="群組 481">
              <a:extLst>
                <a:ext uri="{FF2B5EF4-FFF2-40B4-BE49-F238E27FC236}">
                  <a16:creationId xmlns:a16="http://schemas.microsoft.com/office/drawing/2014/main" id="{11966F9B-49DE-4D21-A11F-F6307B232237}"/>
                </a:ext>
              </a:extLst>
            </p:cNvPr>
            <p:cNvGrpSpPr/>
            <p:nvPr/>
          </p:nvGrpSpPr>
          <p:grpSpPr>
            <a:xfrm>
              <a:off x="323534" y="2910240"/>
              <a:ext cx="254494" cy="254494"/>
              <a:chOff x="949654" y="4248584"/>
              <a:chExt cx="254494" cy="254494"/>
            </a:xfrm>
          </p:grpSpPr>
          <p:grpSp>
            <p:nvGrpSpPr>
              <p:cNvPr id="483" name="群組 482">
                <a:extLst>
                  <a:ext uri="{FF2B5EF4-FFF2-40B4-BE49-F238E27FC236}">
                    <a16:creationId xmlns:a16="http://schemas.microsoft.com/office/drawing/2014/main" id="{EC29CFAF-89FC-4DA1-AD27-7A92FA678DE0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85" name="橢圓 484">
                  <a:extLst>
                    <a:ext uri="{FF2B5EF4-FFF2-40B4-BE49-F238E27FC236}">
                      <a16:creationId xmlns:a16="http://schemas.microsoft.com/office/drawing/2014/main" id="{9F09E811-C2BA-47F0-8D82-719FFA2AE053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86" name="橢圓 485">
                  <a:extLst>
                    <a:ext uri="{FF2B5EF4-FFF2-40B4-BE49-F238E27FC236}">
                      <a16:creationId xmlns:a16="http://schemas.microsoft.com/office/drawing/2014/main" id="{03A0A50A-B63B-46EE-9F06-C00ED01A71CC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84" name="橢圓 483">
                <a:extLst>
                  <a:ext uri="{FF2B5EF4-FFF2-40B4-BE49-F238E27FC236}">
                    <a16:creationId xmlns:a16="http://schemas.microsoft.com/office/drawing/2014/main" id="{3EB9A2A0-31D6-4850-867D-4E4445129505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7" name="群組 486">
              <a:extLst>
                <a:ext uri="{FF2B5EF4-FFF2-40B4-BE49-F238E27FC236}">
                  <a16:creationId xmlns:a16="http://schemas.microsoft.com/office/drawing/2014/main" id="{80E83EF8-ACD8-4FEC-B49E-0BCBB116B31F}"/>
                </a:ext>
              </a:extLst>
            </p:cNvPr>
            <p:cNvGrpSpPr/>
            <p:nvPr/>
          </p:nvGrpSpPr>
          <p:grpSpPr>
            <a:xfrm>
              <a:off x="480306" y="2838110"/>
              <a:ext cx="254494" cy="254494"/>
              <a:chOff x="949654" y="4248584"/>
              <a:chExt cx="254494" cy="254494"/>
            </a:xfrm>
          </p:grpSpPr>
          <p:grpSp>
            <p:nvGrpSpPr>
              <p:cNvPr id="488" name="群組 487">
                <a:extLst>
                  <a:ext uri="{FF2B5EF4-FFF2-40B4-BE49-F238E27FC236}">
                    <a16:creationId xmlns:a16="http://schemas.microsoft.com/office/drawing/2014/main" id="{75F9FF8C-E2EE-4C44-87CE-3450C77F86A9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490" name="橢圓 489">
                  <a:extLst>
                    <a:ext uri="{FF2B5EF4-FFF2-40B4-BE49-F238E27FC236}">
                      <a16:creationId xmlns:a16="http://schemas.microsoft.com/office/drawing/2014/main" id="{2D41E775-4BB4-4973-AE9C-8C9A81586C1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91" name="橢圓 490">
                  <a:extLst>
                    <a:ext uri="{FF2B5EF4-FFF2-40B4-BE49-F238E27FC236}">
                      <a16:creationId xmlns:a16="http://schemas.microsoft.com/office/drawing/2014/main" id="{1D5AB52E-821A-4351-B411-5AB7478C2D3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489" name="橢圓 488">
                <a:extLst>
                  <a:ext uri="{FF2B5EF4-FFF2-40B4-BE49-F238E27FC236}">
                    <a16:creationId xmlns:a16="http://schemas.microsoft.com/office/drawing/2014/main" id="{5919BB1E-4921-4058-95CB-C91F217E65AA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40CE71AD-B568-4A91-B2DA-5966001FDA81}"/>
              </a:ext>
            </a:extLst>
          </p:cNvPr>
          <p:cNvGrpSpPr/>
          <p:nvPr/>
        </p:nvGrpSpPr>
        <p:grpSpPr>
          <a:xfrm>
            <a:off x="3772793" y="3134735"/>
            <a:ext cx="581109" cy="581109"/>
            <a:chOff x="2035664" y="2379338"/>
            <a:chExt cx="857346" cy="857346"/>
          </a:xfrm>
        </p:grpSpPr>
        <p:sp>
          <p:nvSpPr>
            <p:cNvPr id="451" name="橢圓 450">
              <a:extLst>
                <a:ext uri="{FF2B5EF4-FFF2-40B4-BE49-F238E27FC236}">
                  <a16:creationId xmlns:a16="http://schemas.microsoft.com/office/drawing/2014/main" id="{2412A936-0AD8-4309-9E95-9A2EB0E8C313}"/>
                </a:ext>
              </a:extLst>
            </p:cNvPr>
            <p:cNvSpPr/>
            <p:nvPr/>
          </p:nvSpPr>
          <p:spPr>
            <a:xfrm>
              <a:off x="2035664" y="2379338"/>
              <a:ext cx="857346" cy="857346"/>
            </a:xfrm>
            <a:prstGeom prst="ellipse">
              <a:avLst/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52" name="橢圓 451">
              <a:extLst>
                <a:ext uri="{FF2B5EF4-FFF2-40B4-BE49-F238E27FC236}">
                  <a16:creationId xmlns:a16="http://schemas.microsoft.com/office/drawing/2014/main" id="{F95949E0-3D5A-4950-8616-493A391CF338}"/>
                </a:ext>
              </a:extLst>
            </p:cNvPr>
            <p:cNvSpPr/>
            <p:nvPr/>
          </p:nvSpPr>
          <p:spPr>
            <a:xfrm>
              <a:off x="2526709" y="2593549"/>
              <a:ext cx="143053" cy="143053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5" name="橢圓 454">
              <a:extLst>
                <a:ext uri="{FF2B5EF4-FFF2-40B4-BE49-F238E27FC236}">
                  <a16:creationId xmlns:a16="http://schemas.microsoft.com/office/drawing/2014/main" id="{FA3F7700-8166-42F4-873B-6B76975F4620}"/>
                </a:ext>
              </a:extLst>
            </p:cNvPr>
            <p:cNvSpPr/>
            <p:nvPr/>
          </p:nvSpPr>
          <p:spPr>
            <a:xfrm>
              <a:off x="2277809" y="2498888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6" name="橢圓 455">
              <a:extLst>
                <a:ext uri="{FF2B5EF4-FFF2-40B4-BE49-F238E27FC236}">
                  <a16:creationId xmlns:a16="http://schemas.microsoft.com/office/drawing/2014/main" id="{A4E31AE1-A577-404E-B2EA-92F6D47E9334}"/>
                </a:ext>
              </a:extLst>
            </p:cNvPr>
            <p:cNvSpPr/>
            <p:nvPr/>
          </p:nvSpPr>
          <p:spPr>
            <a:xfrm>
              <a:off x="2657841" y="2816583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7" name="橢圓 456">
              <a:extLst>
                <a:ext uri="{FF2B5EF4-FFF2-40B4-BE49-F238E27FC236}">
                  <a16:creationId xmlns:a16="http://schemas.microsoft.com/office/drawing/2014/main" id="{7DDCEE65-3B58-4947-890D-83D388E896C5}"/>
                </a:ext>
              </a:extLst>
            </p:cNvPr>
            <p:cNvSpPr/>
            <p:nvPr/>
          </p:nvSpPr>
          <p:spPr>
            <a:xfrm>
              <a:off x="2230115" y="2799779"/>
              <a:ext cx="143053" cy="143053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62" name="橢圓 661">
              <a:extLst>
                <a:ext uri="{FF2B5EF4-FFF2-40B4-BE49-F238E27FC236}">
                  <a16:creationId xmlns:a16="http://schemas.microsoft.com/office/drawing/2014/main" id="{DCDFE172-A42E-44BE-9581-87783C515030}"/>
                </a:ext>
              </a:extLst>
            </p:cNvPr>
            <p:cNvSpPr/>
            <p:nvPr/>
          </p:nvSpPr>
          <p:spPr>
            <a:xfrm>
              <a:off x="2335049" y="2975031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61" name="箭號: 向右 660">
            <a:extLst>
              <a:ext uri="{FF2B5EF4-FFF2-40B4-BE49-F238E27FC236}">
                <a16:creationId xmlns:a16="http://schemas.microsoft.com/office/drawing/2014/main" id="{4C82FB69-138C-4C36-992B-8E931942AD4D}"/>
              </a:ext>
            </a:extLst>
          </p:cNvPr>
          <p:cNvSpPr/>
          <p:nvPr/>
        </p:nvSpPr>
        <p:spPr>
          <a:xfrm>
            <a:off x="1113055" y="3355089"/>
            <a:ext cx="254494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3" name="箭號: 向右 662">
            <a:extLst>
              <a:ext uri="{FF2B5EF4-FFF2-40B4-BE49-F238E27FC236}">
                <a16:creationId xmlns:a16="http://schemas.microsoft.com/office/drawing/2014/main" id="{318F020D-BEE2-4A55-9787-AFC55FF22D94}"/>
              </a:ext>
            </a:extLst>
          </p:cNvPr>
          <p:cNvSpPr/>
          <p:nvPr/>
        </p:nvSpPr>
        <p:spPr>
          <a:xfrm>
            <a:off x="3314523" y="3355089"/>
            <a:ext cx="254494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62" name="群組 161">
            <a:extLst>
              <a:ext uri="{FF2B5EF4-FFF2-40B4-BE49-F238E27FC236}">
                <a16:creationId xmlns:a16="http://schemas.microsoft.com/office/drawing/2014/main" id="{5D283D3E-FDDF-4BB5-887A-794C0E0CD8AD}"/>
              </a:ext>
            </a:extLst>
          </p:cNvPr>
          <p:cNvGrpSpPr/>
          <p:nvPr/>
        </p:nvGrpSpPr>
        <p:grpSpPr>
          <a:xfrm>
            <a:off x="871926" y="3595798"/>
            <a:ext cx="3071254" cy="369332"/>
            <a:chOff x="871926" y="5907157"/>
            <a:chExt cx="3071254" cy="369332"/>
          </a:xfrm>
        </p:grpSpPr>
        <p:sp>
          <p:nvSpPr>
            <p:cNvPr id="194" name="文字方塊 193">
              <a:extLst>
                <a:ext uri="{FF2B5EF4-FFF2-40B4-BE49-F238E27FC236}">
                  <a16:creationId xmlns:a16="http://schemas.microsoft.com/office/drawing/2014/main" id="{4043A60C-D3CE-4165-A3F6-62AB3DD721E7}"/>
                </a:ext>
              </a:extLst>
            </p:cNvPr>
            <p:cNvSpPr txBox="1"/>
            <p:nvPr/>
          </p:nvSpPr>
          <p:spPr>
            <a:xfrm>
              <a:off x="871926" y="5907157"/>
              <a:ext cx="7264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dirty="0">
                  <a:solidFill>
                    <a:schemeClr val="bg1">
                      <a:lumMod val="50000"/>
                    </a:schemeClr>
                  </a:solidFill>
                </a:rPr>
                <a:t>Long-read </a:t>
              </a:r>
            </a:p>
            <a:p>
              <a:pPr algn="ctr"/>
              <a:r>
                <a:rPr lang="en-US" altLang="zh-TW" sz="900" dirty="0">
                  <a:solidFill>
                    <a:schemeClr val="bg1">
                      <a:lumMod val="50000"/>
                    </a:schemeClr>
                  </a:solidFill>
                </a:rPr>
                <a:t>sequencing</a:t>
              </a:r>
            </a:p>
          </p:txBody>
        </p:sp>
        <p:sp>
          <p:nvSpPr>
            <p:cNvPr id="665" name="文字方塊 664">
              <a:extLst>
                <a:ext uri="{FF2B5EF4-FFF2-40B4-BE49-F238E27FC236}">
                  <a16:creationId xmlns:a16="http://schemas.microsoft.com/office/drawing/2014/main" id="{1FB58CD9-BF37-4FEF-96A6-FE74BA9D4B74}"/>
                </a:ext>
              </a:extLst>
            </p:cNvPr>
            <p:cNvSpPr txBox="1"/>
            <p:nvPr/>
          </p:nvSpPr>
          <p:spPr>
            <a:xfrm>
              <a:off x="2946182" y="5907157"/>
              <a:ext cx="9969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900" dirty="0">
                  <a:solidFill>
                    <a:schemeClr val="bg1">
                      <a:lumMod val="50000"/>
                    </a:schemeClr>
                  </a:solidFill>
                </a:rPr>
                <a:t>Somatic </a:t>
              </a:r>
            </a:p>
            <a:p>
              <a:pPr algn="ctr"/>
              <a:r>
                <a:rPr lang="en-US" altLang="zh-TW" sz="900" dirty="0">
                  <a:solidFill>
                    <a:schemeClr val="bg1">
                      <a:lumMod val="50000"/>
                    </a:schemeClr>
                  </a:solidFill>
                </a:rPr>
                <a:t>variant calling</a:t>
              </a:r>
            </a:p>
          </p:txBody>
        </p:sp>
      </p:grpSp>
      <p:sp>
        <p:nvSpPr>
          <p:cNvPr id="666" name="文字方塊 665">
            <a:extLst>
              <a:ext uri="{FF2B5EF4-FFF2-40B4-BE49-F238E27FC236}">
                <a16:creationId xmlns:a16="http://schemas.microsoft.com/office/drawing/2014/main" id="{6613189F-8DEE-4F6A-8648-7AB55755034C}"/>
              </a:ext>
            </a:extLst>
          </p:cNvPr>
          <p:cNvSpPr txBox="1"/>
          <p:nvPr/>
        </p:nvSpPr>
        <p:spPr>
          <a:xfrm>
            <a:off x="45020" y="2772671"/>
            <a:ext cx="996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100" dirty="0">
                <a:solidFill>
                  <a:schemeClr val="bg1">
                    <a:lumMod val="50000"/>
                  </a:schemeClr>
                </a:solidFill>
              </a:rPr>
              <a:t>Tumor cell</a:t>
            </a:r>
          </a:p>
        </p:txBody>
      </p:sp>
      <p:grpSp>
        <p:nvGrpSpPr>
          <p:cNvPr id="218" name="群組 217">
            <a:extLst>
              <a:ext uri="{FF2B5EF4-FFF2-40B4-BE49-F238E27FC236}">
                <a16:creationId xmlns:a16="http://schemas.microsoft.com/office/drawing/2014/main" id="{62C221B3-AA42-4225-B3F3-E47CDF45AD9A}"/>
              </a:ext>
            </a:extLst>
          </p:cNvPr>
          <p:cNvGrpSpPr/>
          <p:nvPr/>
        </p:nvGrpSpPr>
        <p:grpSpPr>
          <a:xfrm>
            <a:off x="378026" y="4866061"/>
            <a:ext cx="1497367" cy="850056"/>
            <a:chOff x="1953167" y="5131793"/>
            <a:chExt cx="1497367" cy="850056"/>
          </a:xfrm>
        </p:grpSpPr>
        <p:sp>
          <p:nvSpPr>
            <p:cNvPr id="751" name="矩形: 圓角 750">
              <a:extLst>
                <a:ext uri="{FF2B5EF4-FFF2-40B4-BE49-F238E27FC236}">
                  <a16:creationId xmlns:a16="http://schemas.microsoft.com/office/drawing/2014/main" id="{A7FFE4D3-5E73-49C7-AAFA-B55A8FB27C78}"/>
                </a:ext>
              </a:extLst>
            </p:cNvPr>
            <p:cNvSpPr/>
            <p:nvPr/>
          </p:nvSpPr>
          <p:spPr>
            <a:xfrm>
              <a:off x="1953167" y="5131793"/>
              <a:ext cx="1497367" cy="850056"/>
            </a:xfrm>
            <a:prstGeom prst="roundRect">
              <a:avLst/>
            </a:prstGeom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215" name="群組 214">
              <a:extLst>
                <a:ext uri="{FF2B5EF4-FFF2-40B4-BE49-F238E27FC236}">
                  <a16:creationId xmlns:a16="http://schemas.microsoft.com/office/drawing/2014/main" id="{473F2E3F-EEDC-4E8C-988A-3B09BC166DE4}"/>
                </a:ext>
              </a:extLst>
            </p:cNvPr>
            <p:cNvGrpSpPr/>
            <p:nvPr/>
          </p:nvGrpSpPr>
          <p:grpSpPr>
            <a:xfrm>
              <a:off x="2102099" y="5161220"/>
              <a:ext cx="1342942" cy="791202"/>
              <a:chOff x="2107592" y="5190647"/>
              <a:chExt cx="1342942" cy="791202"/>
            </a:xfrm>
          </p:grpSpPr>
          <p:grpSp>
            <p:nvGrpSpPr>
              <p:cNvPr id="190" name="群組 189">
                <a:extLst>
                  <a:ext uri="{FF2B5EF4-FFF2-40B4-BE49-F238E27FC236}">
                    <a16:creationId xmlns:a16="http://schemas.microsoft.com/office/drawing/2014/main" id="{D730A25F-DD54-4B47-AAA0-76BA00159BE0}"/>
                  </a:ext>
                </a:extLst>
              </p:cNvPr>
              <p:cNvGrpSpPr/>
              <p:nvPr/>
            </p:nvGrpSpPr>
            <p:grpSpPr>
              <a:xfrm>
                <a:off x="2107592" y="5372307"/>
                <a:ext cx="1211496" cy="246221"/>
                <a:chOff x="796641" y="1246845"/>
                <a:chExt cx="1211496" cy="246221"/>
              </a:xfrm>
            </p:grpSpPr>
            <p:sp>
              <p:nvSpPr>
                <p:cNvPr id="397" name="矩形 396">
                  <a:extLst>
                    <a:ext uri="{FF2B5EF4-FFF2-40B4-BE49-F238E27FC236}">
                      <a16:creationId xmlns:a16="http://schemas.microsoft.com/office/drawing/2014/main" id="{CC9D1CD8-7C58-4752-8D9B-B962AFC920AD}"/>
                    </a:ext>
                  </a:extLst>
                </p:cNvPr>
                <p:cNvSpPr/>
                <p:nvPr/>
              </p:nvSpPr>
              <p:spPr>
                <a:xfrm>
                  <a:off x="796641" y="1297955"/>
                  <a:ext cx="144000" cy="1440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1" name="文字方塊 400">
                  <a:extLst>
                    <a:ext uri="{FF2B5EF4-FFF2-40B4-BE49-F238E27FC236}">
                      <a16:creationId xmlns:a16="http://schemas.microsoft.com/office/drawing/2014/main" id="{2F10CD0E-363C-4DD8-82CF-3DC712D2453C}"/>
                    </a:ext>
                  </a:extLst>
                </p:cNvPr>
                <p:cNvSpPr txBox="1"/>
                <p:nvPr/>
              </p:nvSpPr>
              <p:spPr>
                <a:xfrm>
                  <a:off x="949834" y="1246845"/>
                  <a:ext cx="10583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Germline</a:t>
                  </a:r>
                  <a:r>
                    <a:rPr lang="zh-TW" altLang="en-US" sz="1000" dirty="0"/>
                    <a:t> </a:t>
                  </a:r>
                  <a:r>
                    <a:rPr lang="en-US" altLang="zh-TW" sz="1000" dirty="0"/>
                    <a:t>variant</a:t>
                  </a:r>
                  <a:endParaRPr lang="zh-TW" altLang="en-US" sz="1000" dirty="0"/>
                </a:p>
              </p:txBody>
            </p:sp>
          </p:grpSp>
          <p:grpSp>
            <p:nvGrpSpPr>
              <p:cNvPr id="191" name="群組 190">
                <a:extLst>
                  <a:ext uri="{FF2B5EF4-FFF2-40B4-BE49-F238E27FC236}">
                    <a16:creationId xmlns:a16="http://schemas.microsoft.com/office/drawing/2014/main" id="{72AE6A0F-5971-40C7-A244-21BDE43C862B}"/>
                  </a:ext>
                </a:extLst>
              </p:cNvPr>
              <p:cNvGrpSpPr/>
              <p:nvPr/>
            </p:nvGrpSpPr>
            <p:grpSpPr>
              <a:xfrm>
                <a:off x="2107592" y="5553967"/>
                <a:ext cx="1147376" cy="246221"/>
                <a:chOff x="796641" y="1431564"/>
                <a:chExt cx="1147376" cy="246221"/>
              </a:xfrm>
            </p:grpSpPr>
            <p:sp>
              <p:nvSpPr>
                <p:cNvPr id="398" name="矩形 397">
                  <a:extLst>
                    <a:ext uri="{FF2B5EF4-FFF2-40B4-BE49-F238E27FC236}">
                      <a16:creationId xmlns:a16="http://schemas.microsoft.com/office/drawing/2014/main" id="{A7813846-2230-4F5E-8607-FF86D2D6190F}"/>
                    </a:ext>
                  </a:extLst>
                </p:cNvPr>
                <p:cNvSpPr/>
                <p:nvPr/>
              </p:nvSpPr>
              <p:spPr>
                <a:xfrm>
                  <a:off x="796641" y="1482674"/>
                  <a:ext cx="144000" cy="144000"/>
                </a:xfrm>
                <a:prstGeom prst="rect">
                  <a:avLst/>
                </a:prstGeom>
                <a:solidFill>
                  <a:srgbClr val="C55A11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2" name="文字方塊 401">
                  <a:extLst>
                    <a:ext uri="{FF2B5EF4-FFF2-40B4-BE49-F238E27FC236}">
                      <a16:creationId xmlns:a16="http://schemas.microsoft.com/office/drawing/2014/main" id="{7D13EC6D-9A2B-435B-AC0B-532027452C97}"/>
                    </a:ext>
                  </a:extLst>
                </p:cNvPr>
                <p:cNvSpPr txBox="1"/>
                <p:nvPr/>
              </p:nvSpPr>
              <p:spPr>
                <a:xfrm>
                  <a:off x="949834" y="1431564"/>
                  <a:ext cx="99418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Somatic variant</a:t>
                  </a:r>
                  <a:endParaRPr lang="zh-TW" altLang="en-US" sz="1000" dirty="0"/>
                </a:p>
              </p:txBody>
            </p:sp>
          </p:grpSp>
          <p:grpSp>
            <p:nvGrpSpPr>
              <p:cNvPr id="192" name="群組 191">
                <a:extLst>
                  <a:ext uri="{FF2B5EF4-FFF2-40B4-BE49-F238E27FC236}">
                    <a16:creationId xmlns:a16="http://schemas.microsoft.com/office/drawing/2014/main" id="{A3985DA1-49B4-49A9-A2E1-6101DDD93C5B}"/>
                  </a:ext>
                </a:extLst>
              </p:cNvPr>
              <p:cNvGrpSpPr/>
              <p:nvPr/>
            </p:nvGrpSpPr>
            <p:grpSpPr>
              <a:xfrm>
                <a:off x="2107592" y="5735628"/>
                <a:ext cx="1342942" cy="246221"/>
                <a:chOff x="796641" y="1616283"/>
                <a:chExt cx="1342942" cy="246221"/>
              </a:xfrm>
            </p:grpSpPr>
            <p:sp>
              <p:nvSpPr>
                <p:cNvPr id="400" name="矩形 399">
                  <a:extLst>
                    <a:ext uri="{FF2B5EF4-FFF2-40B4-BE49-F238E27FC236}">
                      <a16:creationId xmlns:a16="http://schemas.microsoft.com/office/drawing/2014/main" id="{1A49F211-F58D-4ADE-8582-4A6A247BF11B}"/>
                    </a:ext>
                  </a:extLst>
                </p:cNvPr>
                <p:cNvSpPr/>
                <p:nvPr/>
              </p:nvSpPr>
              <p:spPr>
                <a:xfrm>
                  <a:off x="796641" y="1667393"/>
                  <a:ext cx="144000" cy="144000"/>
                </a:xfrm>
                <a:prstGeom prst="rect">
                  <a:avLst/>
                </a:prstGeom>
                <a:solidFill>
                  <a:srgbClr val="FFC000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20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4" name="文字方塊 403">
                  <a:extLst>
                    <a:ext uri="{FF2B5EF4-FFF2-40B4-BE49-F238E27FC236}">
                      <a16:creationId xmlns:a16="http://schemas.microsoft.com/office/drawing/2014/main" id="{2FA163F5-C8BB-443A-8206-AF598C498313}"/>
                    </a:ext>
                  </a:extLst>
                </p:cNvPr>
                <p:cNvSpPr txBox="1"/>
                <p:nvPr/>
              </p:nvSpPr>
              <p:spPr>
                <a:xfrm>
                  <a:off x="949834" y="1616283"/>
                  <a:ext cx="118974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Sequencing artifact</a:t>
                  </a:r>
                </a:p>
              </p:txBody>
            </p:sp>
          </p:grpSp>
          <p:grpSp>
            <p:nvGrpSpPr>
              <p:cNvPr id="748" name="群組 747">
                <a:extLst>
                  <a:ext uri="{FF2B5EF4-FFF2-40B4-BE49-F238E27FC236}">
                    <a16:creationId xmlns:a16="http://schemas.microsoft.com/office/drawing/2014/main" id="{7596C747-A229-4D3D-B13A-CA4175AD7338}"/>
                  </a:ext>
                </a:extLst>
              </p:cNvPr>
              <p:cNvGrpSpPr/>
              <p:nvPr/>
            </p:nvGrpSpPr>
            <p:grpSpPr>
              <a:xfrm>
                <a:off x="2107592" y="5190647"/>
                <a:ext cx="958222" cy="246221"/>
                <a:chOff x="796641" y="1246845"/>
                <a:chExt cx="958222" cy="246221"/>
              </a:xfrm>
            </p:grpSpPr>
            <p:sp>
              <p:nvSpPr>
                <p:cNvPr id="749" name="矩形 748">
                  <a:extLst>
                    <a:ext uri="{FF2B5EF4-FFF2-40B4-BE49-F238E27FC236}">
                      <a16:creationId xmlns:a16="http://schemas.microsoft.com/office/drawing/2014/main" id="{412E521B-B867-4BD2-9F9C-5275ECE4A3DC}"/>
                    </a:ext>
                  </a:extLst>
                </p:cNvPr>
                <p:cNvSpPr/>
                <p:nvPr/>
              </p:nvSpPr>
              <p:spPr>
                <a:xfrm>
                  <a:off x="796641" y="1297955"/>
                  <a:ext cx="144000" cy="144000"/>
                </a:xfrm>
                <a:prstGeom prst="rect">
                  <a:avLst/>
                </a:prstGeom>
                <a:solidFill>
                  <a:srgbClr val="C9C9C9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50" name="文字方塊 749">
                  <a:extLst>
                    <a:ext uri="{FF2B5EF4-FFF2-40B4-BE49-F238E27FC236}">
                      <a16:creationId xmlns:a16="http://schemas.microsoft.com/office/drawing/2014/main" id="{5151BF6B-E022-44BF-86F4-73ACFDA3AC18}"/>
                    </a:ext>
                  </a:extLst>
                </p:cNvPr>
                <p:cNvSpPr txBox="1"/>
                <p:nvPr/>
              </p:nvSpPr>
              <p:spPr>
                <a:xfrm>
                  <a:off x="949834" y="1246845"/>
                  <a:ext cx="80502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000" dirty="0"/>
                    <a:t>Non-variant</a:t>
                  </a:r>
                  <a:endParaRPr lang="zh-TW" altLang="en-US" sz="1000" dirty="0"/>
                </a:p>
              </p:txBody>
            </p:sp>
          </p:grpSp>
        </p:grpSp>
      </p:grpSp>
      <p:sp>
        <p:nvSpPr>
          <p:cNvPr id="593" name="矩形: 圓角 592">
            <a:extLst>
              <a:ext uri="{FF2B5EF4-FFF2-40B4-BE49-F238E27FC236}">
                <a16:creationId xmlns:a16="http://schemas.microsoft.com/office/drawing/2014/main" id="{D571FCE5-A936-4E8E-BBF4-55099ADD7C3E}"/>
              </a:ext>
            </a:extLst>
          </p:cNvPr>
          <p:cNvSpPr/>
          <p:nvPr/>
        </p:nvSpPr>
        <p:spPr>
          <a:xfrm>
            <a:off x="8505044" y="1007779"/>
            <a:ext cx="3406464" cy="236492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5" name="矩形: 圓角 294">
            <a:extLst>
              <a:ext uri="{FF2B5EF4-FFF2-40B4-BE49-F238E27FC236}">
                <a16:creationId xmlns:a16="http://schemas.microsoft.com/office/drawing/2014/main" id="{C1BFD36D-6213-465A-B494-D5FFE6F80438}"/>
              </a:ext>
            </a:extLst>
          </p:cNvPr>
          <p:cNvSpPr/>
          <p:nvPr/>
        </p:nvSpPr>
        <p:spPr>
          <a:xfrm>
            <a:off x="4465269" y="1007779"/>
            <a:ext cx="3743963" cy="2359843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9" name="文字方塊 268">
            <a:extLst>
              <a:ext uri="{FF2B5EF4-FFF2-40B4-BE49-F238E27FC236}">
                <a16:creationId xmlns:a16="http://schemas.microsoft.com/office/drawing/2014/main" id="{564E48AA-F043-419A-A4B9-35F10A4B6219}"/>
              </a:ext>
            </a:extLst>
          </p:cNvPr>
          <p:cNvSpPr txBox="1"/>
          <p:nvPr/>
        </p:nvSpPr>
        <p:spPr>
          <a:xfrm>
            <a:off x="4459888" y="1083813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292" name="矩形: 圓角 291">
            <a:extLst>
              <a:ext uri="{FF2B5EF4-FFF2-40B4-BE49-F238E27FC236}">
                <a16:creationId xmlns:a16="http://schemas.microsoft.com/office/drawing/2014/main" id="{030623B3-5AEE-46B4-9613-8A9C9BF770C8}"/>
              </a:ext>
            </a:extLst>
          </p:cNvPr>
          <p:cNvSpPr/>
          <p:nvPr/>
        </p:nvSpPr>
        <p:spPr>
          <a:xfrm>
            <a:off x="4823153" y="877994"/>
            <a:ext cx="3028194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293" name="文字方塊 292">
            <a:extLst>
              <a:ext uri="{FF2B5EF4-FFF2-40B4-BE49-F238E27FC236}">
                <a16:creationId xmlns:a16="http://schemas.microsoft.com/office/drawing/2014/main" id="{4FED9007-8309-4C54-B234-11201144F888}"/>
              </a:ext>
            </a:extLst>
          </p:cNvPr>
          <p:cNvSpPr txBox="1"/>
          <p:nvPr/>
        </p:nvSpPr>
        <p:spPr>
          <a:xfrm>
            <a:off x="4761081" y="821478"/>
            <a:ext cx="3152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/>
              <a:t>Haplotype-Aware Variant Re-Calling</a:t>
            </a:r>
            <a:endParaRPr lang="zh-TW" altLang="en-US" sz="1600" dirty="0"/>
          </a:p>
        </p:txBody>
      </p:sp>
      <p:grpSp>
        <p:nvGrpSpPr>
          <p:cNvPr id="1465" name="群組 1464">
            <a:extLst>
              <a:ext uri="{FF2B5EF4-FFF2-40B4-BE49-F238E27FC236}">
                <a16:creationId xmlns:a16="http://schemas.microsoft.com/office/drawing/2014/main" id="{69236860-96D5-44A6-BBC0-4A5BB51D51A2}"/>
              </a:ext>
            </a:extLst>
          </p:cNvPr>
          <p:cNvGrpSpPr/>
          <p:nvPr/>
        </p:nvGrpSpPr>
        <p:grpSpPr>
          <a:xfrm>
            <a:off x="7589889" y="2556863"/>
            <a:ext cx="360000" cy="360000"/>
            <a:chOff x="2035662" y="2379337"/>
            <a:chExt cx="857345" cy="857345"/>
          </a:xfrm>
        </p:grpSpPr>
        <p:sp>
          <p:nvSpPr>
            <p:cNvPr id="1466" name="橢圓 1465">
              <a:extLst>
                <a:ext uri="{FF2B5EF4-FFF2-40B4-BE49-F238E27FC236}">
                  <a16:creationId xmlns:a16="http://schemas.microsoft.com/office/drawing/2014/main" id="{4829F93F-2B48-4F54-91F7-F89CE58C5059}"/>
                </a:ext>
              </a:extLst>
            </p:cNvPr>
            <p:cNvSpPr/>
            <p:nvPr/>
          </p:nvSpPr>
          <p:spPr>
            <a:xfrm>
              <a:off x="2035662" y="2379337"/>
              <a:ext cx="857345" cy="857345"/>
            </a:xfrm>
            <a:prstGeom prst="ellips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68" name="橢圓 1467">
              <a:extLst>
                <a:ext uri="{FF2B5EF4-FFF2-40B4-BE49-F238E27FC236}">
                  <a16:creationId xmlns:a16="http://schemas.microsoft.com/office/drawing/2014/main" id="{BEE5FC21-9641-4B6B-9F0E-08329B1C3D84}"/>
                </a:ext>
              </a:extLst>
            </p:cNvPr>
            <p:cNvSpPr/>
            <p:nvPr/>
          </p:nvSpPr>
          <p:spPr>
            <a:xfrm>
              <a:off x="2277807" y="2498884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69" name="橢圓 1468">
              <a:extLst>
                <a:ext uri="{FF2B5EF4-FFF2-40B4-BE49-F238E27FC236}">
                  <a16:creationId xmlns:a16="http://schemas.microsoft.com/office/drawing/2014/main" id="{B575291A-EB86-4762-8602-31558177EB77}"/>
                </a:ext>
              </a:extLst>
            </p:cNvPr>
            <p:cNvSpPr/>
            <p:nvPr/>
          </p:nvSpPr>
          <p:spPr>
            <a:xfrm>
              <a:off x="2657835" y="2816578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70" name="橢圓 1469">
              <a:extLst>
                <a:ext uri="{FF2B5EF4-FFF2-40B4-BE49-F238E27FC236}">
                  <a16:creationId xmlns:a16="http://schemas.microsoft.com/office/drawing/2014/main" id="{F854DE91-9F7D-4EDA-817C-D55ADCBC8B15}"/>
                </a:ext>
              </a:extLst>
            </p:cNvPr>
            <p:cNvSpPr/>
            <p:nvPr/>
          </p:nvSpPr>
          <p:spPr>
            <a:xfrm>
              <a:off x="2230115" y="2799779"/>
              <a:ext cx="143053" cy="143053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71" name="橢圓 1470">
              <a:extLst>
                <a:ext uri="{FF2B5EF4-FFF2-40B4-BE49-F238E27FC236}">
                  <a16:creationId xmlns:a16="http://schemas.microsoft.com/office/drawing/2014/main" id="{EA6951FC-B811-401E-9980-15D61F4EC6E4}"/>
                </a:ext>
              </a:extLst>
            </p:cNvPr>
            <p:cNvSpPr/>
            <p:nvPr/>
          </p:nvSpPr>
          <p:spPr>
            <a:xfrm>
              <a:off x="2335049" y="2975032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60" name="文字方塊 1459">
            <a:extLst>
              <a:ext uri="{FF2B5EF4-FFF2-40B4-BE49-F238E27FC236}">
                <a16:creationId xmlns:a16="http://schemas.microsoft.com/office/drawing/2014/main" id="{F3A166FC-DEA4-4931-B776-E2BD7AB07701}"/>
              </a:ext>
            </a:extLst>
          </p:cNvPr>
          <p:cNvSpPr txBox="1"/>
          <p:nvPr/>
        </p:nvSpPr>
        <p:spPr>
          <a:xfrm>
            <a:off x="7360984" y="2898194"/>
            <a:ext cx="8178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altLang="zh-TW" dirty="0"/>
              <a:t>Non-somatic</a:t>
            </a:r>
            <a:endParaRPr lang="zh-TW" altLang="en-US" dirty="0"/>
          </a:p>
        </p:txBody>
      </p:sp>
      <p:grpSp>
        <p:nvGrpSpPr>
          <p:cNvPr id="464" name="群組 463">
            <a:extLst>
              <a:ext uri="{FF2B5EF4-FFF2-40B4-BE49-F238E27FC236}">
                <a16:creationId xmlns:a16="http://schemas.microsoft.com/office/drawing/2014/main" id="{154C1E22-6338-40DE-92FA-3B90B5D84B99}"/>
              </a:ext>
            </a:extLst>
          </p:cNvPr>
          <p:cNvGrpSpPr/>
          <p:nvPr/>
        </p:nvGrpSpPr>
        <p:grpSpPr>
          <a:xfrm>
            <a:off x="4749864" y="2556862"/>
            <a:ext cx="360000" cy="360000"/>
            <a:chOff x="2035664" y="2379338"/>
            <a:chExt cx="857346" cy="857346"/>
          </a:xfrm>
        </p:grpSpPr>
        <p:sp>
          <p:nvSpPr>
            <p:cNvPr id="465" name="橢圓 464">
              <a:extLst>
                <a:ext uri="{FF2B5EF4-FFF2-40B4-BE49-F238E27FC236}">
                  <a16:creationId xmlns:a16="http://schemas.microsoft.com/office/drawing/2014/main" id="{85861F96-3022-4A68-9816-9BFB33F9EB99}"/>
                </a:ext>
              </a:extLst>
            </p:cNvPr>
            <p:cNvSpPr/>
            <p:nvPr/>
          </p:nvSpPr>
          <p:spPr>
            <a:xfrm>
              <a:off x="2035664" y="2379338"/>
              <a:ext cx="857346" cy="857346"/>
            </a:xfrm>
            <a:prstGeom prst="ellips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8" name="橢圓 467">
              <a:extLst>
                <a:ext uri="{FF2B5EF4-FFF2-40B4-BE49-F238E27FC236}">
                  <a16:creationId xmlns:a16="http://schemas.microsoft.com/office/drawing/2014/main" id="{CBB11DFE-4FA8-4FDC-AD14-01797127EC4E}"/>
                </a:ext>
              </a:extLst>
            </p:cNvPr>
            <p:cNvSpPr/>
            <p:nvPr/>
          </p:nvSpPr>
          <p:spPr>
            <a:xfrm>
              <a:off x="2277809" y="2498888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9" name="橢圓 468">
              <a:extLst>
                <a:ext uri="{FF2B5EF4-FFF2-40B4-BE49-F238E27FC236}">
                  <a16:creationId xmlns:a16="http://schemas.microsoft.com/office/drawing/2014/main" id="{943CF572-172E-4C4E-BD3A-8FB5F59817DF}"/>
                </a:ext>
              </a:extLst>
            </p:cNvPr>
            <p:cNvSpPr/>
            <p:nvPr/>
          </p:nvSpPr>
          <p:spPr>
            <a:xfrm>
              <a:off x="2657841" y="2816583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70" name="橢圓 469">
              <a:extLst>
                <a:ext uri="{FF2B5EF4-FFF2-40B4-BE49-F238E27FC236}">
                  <a16:creationId xmlns:a16="http://schemas.microsoft.com/office/drawing/2014/main" id="{156DAD47-A767-46B0-8B0D-A33C8007C24E}"/>
                </a:ext>
              </a:extLst>
            </p:cNvPr>
            <p:cNvSpPr/>
            <p:nvPr/>
          </p:nvSpPr>
          <p:spPr>
            <a:xfrm>
              <a:off x="2335049" y="2975031"/>
              <a:ext cx="143053" cy="143053"/>
            </a:xfrm>
            <a:prstGeom prst="ellipse">
              <a:avLst/>
            </a:prstGeom>
            <a:solidFill>
              <a:srgbClr val="2F5597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71" name="文字方塊 470">
            <a:extLst>
              <a:ext uri="{FF2B5EF4-FFF2-40B4-BE49-F238E27FC236}">
                <a16:creationId xmlns:a16="http://schemas.microsoft.com/office/drawing/2014/main" id="{DDEE65D5-504D-4015-B3E8-0B2582D0979A}"/>
              </a:ext>
            </a:extLst>
          </p:cNvPr>
          <p:cNvSpPr txBox="1"/>
          <p:nvPr/>
        </p:nvSpPr>
        <p:spPr>
          <a:xfrm>
            <a:off x="4519151" y="2898194"/>
            <a:ext cx="8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altLang="zh-TW" dirty="0"/>
              <a:t>Non-somatic</a:t>
            </a:r>
            <a:br>
              <a:rPr lang="en-US" altLang="zh-TW" dirty="0"/>
            </a:br>
            <a:r>
              <a:rPr lang="en-US" altLang="zh-TW" dirty="0"/>
              <a:t>(PON)</a:t>
            </a:r>
            <a:endParaRPr lang="zh-TW" altLang="en-US" dirty="0"/>
          </a:p>
        </p:txBody>
      </p:sp>
      <p:sp>
        <p:nvSpPr>
          <p:cNvPr id="493" name="矩形: 圓角 492">
            <a:extLst>
              <a:ext uri="{FF2B5EF4-FFF2-40B4-BE49-F238E27FC236}">
                <a16:creationId xmlns:a16="http://schemas.microsoft.com/office/drawing/2014/main" id="{4BC0088E-2878-4668-B07A-2E048C7B521E}"/>
              </a:ext>
            </a:extLst>
          </p:cNvPr>
          <p:cNvSpPr/>
          <p:nvPr/>
        </p:nvSpPr>
        <p:spPr>
          <a:xfrm>
            <a:off x="9415534" y="877994"/>
            <a:ext cx="1585484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494" name="文字方塊 493">
            <a:extLst>
              <a:ext uri="{FF2B5EF4-FFF2-40B4-BE49-F238E27FC236}">
                <a16:creationId xmlns:a16="http://schemas.microsoft.com/office/drawing/2014/main" id="{617851C3-2B0F-4C8C-8FA1-4879D0086192}"/>
              </a:ext>
            </a:extLst>
          </p:cNvPr>
          <p:cNvSpPr txBox="1"/>
          <p:nvPr/>
        </p:nvSpPr>
        <p:spPr>
          <a:xfrm>
            <a:off x="9353170" y="821478"/>
            <a:ext cx="1710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Somatic Phasing</a:t>
            </a:r>
            <a:endParaRPr lang="zh-TW" altLang="en-US" dirty="0"/>
          </a:p>
        </p:txBody>
      </p:sp>
      <p:sp>
        <p:nvSpPr>
          <p:cNvPr id="594" name="箭號: 向右 593">
            <a:extLst>
              <a:ext uri="{FF2B5EF4-FFF2-40B4-BE49-F238E27FC236}">
                <a16:creationId xmlns:a16="http://schemas.microsoft.com/office/drawing/2014/main" id="{77DD6B10-E227-409A-B07C-1E05623DD5F2}"/>
              </a:ext>
            </a:extLst>
          </p:cNvPr>
          <p:cNvSpPr/>
          <p:nvPr/>
        </p:nvSpPr>
        <p:spPr>
          <a:xfrm>
            <a:off x="8220491" y="1915598"/>
            <a:ext cx="254494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5" name="文字方塊 604">
            <a:extLst>
              <a:ext uri="{FF2B5EF4-FFF2-40B4-BE49-F238E27FC236}">
                <a16:creationId xmlns:a16="http://schemas.microsoft.com/office/drawing/2014/main" id="{B79D671F-FF25-4274-B7EB-46776A00C991}"/>
              </a:ext>
            </a:extLst>
          </p:cNvPr>
          <p:cNvSpPr txBox="1"/>
          <p:nvPr/>
        </p:nvSpPr>
        <p:spPr>
          <a:xfrm>
            <a:off x="8540550" y="103324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  <p:sp>
        <p:nvSpPr>
          <p:cNvPr id="606" name="矩形: 圓角 605">
            <a:extLst>
              <a:ext uri="{FF2B5EF4-FFF2-40B4-BE49-F238E27FC236}">
                <a16:creationId xmlns:a16="http://schemas.microsoft.com/office/drawing/2014/main" id="{430AE724-CE13-4793-8A2B-DD478A10D5D6}"/>
              </a:ext>
            </a:extLst>
          </p:cNvPr>
          <p:cNvSpPr/>
          <p:nvPr/>
        </p:nvSpPr>
        <p:spPr>
          <a:xfrm>
            <a:off x="4465269" y="3663980"/>
            <a:ext cx="3743963" cy="2359843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7" name="文字方塊 676">
            <a:extLst>
              <a:ext uri="{FF2B5EF4-FFF2-40B4-BE49-F238E27FC236}">
                <a16:creationId xmlns:a16="http://schemas.microsoft.com/office/drawing/2014/main" id="{B9FA9EB5-17FA-49F9-90DB-D615B3A7DE87}"/>
              </a:ext>
            </a:extLst>
          </p:cNvPr>
          <p:cNvSpPr txBox="1"/>
          <p:nvPr/>
        </p:nvSpPr>
        <p:spPr>
          <a:xfrm>
            <a:off x="4459888" y="371453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sp>
        <p:nvSpPr>
          <p:cNvPr id="679" name="矩形: 圓角 678">
            <a:extLst>
              <a:ext uri="{FF2B5EF4-FFF2-40B4-BE49-F238E27FC236}">
                <a16:creationId xmlns:a16="http://schemas.microsoft.com/office/drawing/2014/main" id="{131B535C-D95A-41B7-8DA9-6B2EB2DC1DCB}"/>
              </a:ext>
            </a:extLst>
          </p:cNvPr>
          <p:cNvSpPr/>
          <p:nvPr/>
        </p:nvSpPr>
        <p:spPr>
          <a:xfrm>
            <a:off x="4853187" y="3529114"/>
            <a:ext cx="2968126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680" name="文字方塊 679">
            <a:extLst>
              <a:ext uri="{FF2B5EF4-FFF2-40B4-BE49-F238E27FC236}">
                <a16:creationId xmlns:a16="http://schemas.microsoft.com/office/drawing/2014/main" id="{4481C5BB-1BAF-4E05-93E9-B7D8D927C3EC}"/>
              </a:ext>
            </a:extLst>
          </p:cNvPr>
          <p:cNvSpPr txBox="1"/>
          <p:nvPr/>
        </p:nvSpPr>
        <p:spPr>
          <a:xfrm>
            <a:off x="4790994" y="3472598"/>
            <a:ext cx="3092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0" dirty="0"/>
              <a:t>Chromosomal-Scale LOH Detection</a:t>
            </a:r>
          </a:p>
        </p:txBody>
      </p:sp>
      <p:sp>
        <p:nvSpPr>
          <p:cNvPr id="939" name="矩形: 圓角 938">
            <a:extLst>
              <a:ext uri="{FF2B5EF4-FFF2-40B4-BE49-F238E27FC236}">
                <a16:creationId xmlns:a16="http://schemas.microsoft.com/office/drawing/2014/main" id="{427F2DF6-8786-4863-8AE3-AF99B8CDF44B}"/>
              </a:ext>
            </a:extLst>
          </p:cNvPr>
          <p:cNvSpPr/>
          <p:nvPr/>
        </p:nvSpPr>
        <p:spPr>
          <a:xfrm>
            <a:off x="8505044" y="3671599"/>
            <a:ext cx="3406464" cy="2364924"/>
          </a:xfrm>
          <a:prstGeom prst="round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7" name="箭號: 向右 1246">
            <a:extLst>
              <a:ext uri="{FF2B5EF4-FFF2-40B4-BE49-F238E27FC236}">
                <a16:creationId xmlns:a16="http://schemas.microsoft.com/office/drawing/2014/main" id="{997F0246-F406-4142-A1B0-870B12EB5E0D}"/>
              </a:ext>
            </a:extLst>
          </p:cNvPr>
          <p:cNvSpPr/>
          <p:nvPr/>
        </p:nvSpPr>
        <p:spPr>
          <a:xfrm rot="18900000">
            <a:off x="8216950" y="3564892"/>
            <a:ext cx="329975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1" name="矩形: 圓角 940">
            <a:extLst>
              <a:ext uri="{FF2B5EF4-FFF2-40B4-BE49-F238E27FC236}">
                <a16:creationId xmlns:a16="http://schemas.microsoft.com/office/drawing/2014/main" id="{1F77BF19-D9DF-44DF-8041-AC1B1861F2BC}"/>
              </a:ext>
            </a:extLst>
          </p:cNvPr>
          <p:cNvSpPr/>
          <p:nvPr/>
        </p:nvSpPr>
        <p:spPr>
          <a:xfrm>
            <a:off x="9328722" y="3529114"/>
            <a:ext cx="1759108" cy="266827"/>
          </a:xfrm>
          <a:prstGeom prst="roundRect">
            <a:avLst/>
          </a:prstGeom>
          <a:solidFill>
            <a:srgbClr val="F2F2F2"/>
          </a:solidFill>
          <a:ln>
            <a:solidFill>
              <a:srgbClr val="3B3838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942" name="文字方塊 941">
            <a:extLst>
              <a:ext uri="{FF2B5EF4-FFF2-40B4-BE49-F238E27FC236}">
                <a16:creationId xmlns:a16="http://schemas.microsoft.com/office/drawing/2014/main" id="{CAB5F9EF-5B3D-4171-868E-C7F25DB49A20}"/>
              </a:ext>
            </a:extLst>
          </p:cNvPr>
          <p:cNvSpPr txBox="1"/>
          <p:nvPr/>
        </p:nvSpPr>
        <p:spPr>
          <a:xfrm>
            <a:off x="9298831" y="3472598"/>
            <a:ext cx="181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Purity Estimation</a:t>
            </a:r>
            <a:endParaRPr lang="zh-TW" altLang="en-US" dirty="0"/>
          </a:p>
        </p:txBody>
      </p:sp>
      <p:sp>
        <p:nvSpPr>
          <p:cNvPr id="1009" name="文字方塊 1008">
            <a:extLst>
              <a:ext uri="{FF2B5EF4-FFF2-40B4-BE49-F238E27FC236}">
                <a16:creationId xmlns:a16="http://schemas.microsoft.com/office/drawing/2014/main" id="{0005B43B-C38B-4EBC-9501-97FDB4CD546B}"/>
              </a:ext>
            </a:extLst>
          </p:cNvPr>
          <p:cNvSpPr txBox="1"/>
          <p:nvPr/>
        </p:nvSpPr>
        <p:spPr>
          <a:xfrm>
            <a:off x="8540550" y="368436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</a:t>
            </a:r>
            <a:endParaRPr lang="zh-TW" altLang="en-US" dirty="0"/>
          </a:p>
        </p:txBody>
      </p:sp>
      <p:sp>
        <p:nvSpPr>
          <p:cNvPr id="1730" name="箭號: 向右 1729">
            <a:extLst>
              <a:ext uri="{FF2B5EF4-FFF2-40B4-BE49-F238E27FC236}">
                <a16:creationId xmlns:a16="http://schemas.microsoft.com/office/drawing/2014/main" id="{D69EFEA1-9397-4D5A-B0F7-5BDD2B0EB383}"/>
              </a:ext>
            </a:extLst>
          </p:cNvPr>
          <p:cNvSpPr/>
          <p:nvPr/>
        </p:nvSpPr>
        <p:spPr>
          <a:xfrm rot="5400000">
            <a:off x="10081029" y="3311588"/>
            <a:ext cx="254494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53" name="群組 1452">
            <a:extLst>
              <a:ext uri="{FF2B5EF4-FFF2-40B4-BE49-F238E27FC236}">
                <a16:creationId xmlns:a16="http://schemas.microsoft.com/office/drawing/2014/main" id="{64F6D1FD-94BA-4BA3-BE7F-F045A5B909C7}"/>
              </a:ext>
            </a:extLst>
          </p:cNvPr>
          <p:cNvGrpSpPr/>
          <p:nvPr/>
        </p:nvGrpSpPr>
        <p:grpSpPr>
          <a:xfrm>
            <a:off x="7589888" y="1672330"/>
            <a:ext cx="360000" cy="360000"/>
            <a:chOff x="2035664" y="2379338"/>
            <a:chExt cx="857346" cy="857346"/>
          </a:xfrm>
        </p:grpSpPr>
        <p:sp>
          <p:nvSpPr>
            <p:cNvPr id="1455" name="橢圓 1454">
              <a:extLst>
                <a:ext uri="{FF2B5EF4-FFF2-40B4-BE49-F238E27FC236}">
                  <a16:creationId xmlns:a16="http://schemas.microsoft.com/office/drawing/2014/main" id="{837C7D3F-5247-4A0B-8781-C6BDA6CFD243}"/>
                </a:ext>
              </a:extLst>
            </p:cNvPr>
            <p:cNvSpPr/>
            <p:nvPr/>
          </p:nvSpPr>
          <p:spPr>
            <a:xfrm>
              <a:off x="2035664" y="2379338"/>
              <a:ext cx="857346" cy="857346"/>
            </a:xfrm>
            <a:prstGeom prst="ellipse">
              <a:avLst/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456" name="橢圓 1455">
              <a:extLst>
                <a:ext uri="{FF2B5EF4-FFF2-40B4-BE49-F238E27FC236}">
                  <a16:creationId xmlns:a16="http://schemas.microsoft.com/office/drawing/2014/main" id="{8A7A2BCD-30F6-43D1-B886-42FC559877FA}"/>
                </a:ext>
              </a:extLst>
            </p:cNvPr>
            <p:cNvSpPr/>
            <p:nvPr/>
          </p:nvSpPr>
          <p:spPr>
            <a:xfrm>
              <a:off x="2526709" y="2593549"/>
              <a:ext cx="143053" cy="143053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54" name="文字方塊 1453">
            <a:extLst>
              <a:ext uri="{FF2B5EF4-FFF2-40B4-BE49-F238E27FC236}">
                <a16:creationId xmlns:a16="http://schemas.microsoft.com/office/drawing/2014/main" id="{1D1CAEC1-1F3C-472B-A6FD-D481F33FA52F}"/>
              </a:ext>
            </a:extLst>
          </p:cNvPr>
          <p:cNvSpPr txBox="1"/>
          <p:nvPr/>
        </p:nvSpPr>
        <p:spPr>
          <a:xfrm>
            <a:off x="7427390" y="1480342"/>
            <a:ext cx="6849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>
                <a:solidFill>
                  <a:schemeClr val="accent2">
                    <a:lumMod val="75000"/>
                  </a:schemeClr>
                </a:solidFill>
              </a:rPr>
              <a:t>Somatic</a:t>
            </a:r>
            <a:endParaRPr lang="zh-TW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65C76B45-4A75-428E-BC8A-C9F630BE40C2}"/>
              </a:ext>
            </a:extLst>
          </p:cNvPr>
          <p:cNvGrpSpPr/>
          <p:nvPr/>
        </p:nvGrpSpPr>
        <p:grpSpPr>
          <a:xfrm>
            <a:off x="5596341" y="1211638"/>
            <a:ext cx="1522540" cy="2103474"/>
            <a:chOff x="5555148" y="1211638"/>
            <a:chExt cx="1522540" cy="2103474"/>
          </a:xfrm>
        </p:grpSpPr>
        <p:sp>
          <p:nvSpPr>
            <p:cNvPr id="565" name="矩形: 圓角 564">
              <a:extLst>
                <a:ext uri="{FF2B5EF4-FFF2-40B4-BE49-F238E27FC236}">
                  <a16:creationId xmlns:a16="http://schemas.microsoft.com/office/drawing/2014/main" id="{F323DCBD-6326-4DBA-93F5-0B487D807626}"/>
                </a:ext>
              </a:extLst>
            </p:cNvPr>
            <p:cNvSpPr/>
            <p:nvPr/>
          </p:nvSpPr>
          <p:spPr>
            <a:xfrm>
              <a:off x="5555148" y="2302623"/>
              <a:ext cx="1522540" cy="7718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矩形: 圓角 3">
              <a:extLst>
                <a:ext uri="{FF2B5EF4-FFF2-40B4-BE49-F238E27FC236}">
                  <a16:creationId xmlns:a16="http://schemas.microsoft.com/office/drawing/2014/main" id="{76F5505A-DA9D-4E22-B84C-3A8D2A855430}"/>
                </a:ext>
              </a:extLst>
            </p:cNvPr>
            <p:cNvSpPr/>
            <p:nvPr/>
          </p:nvSpPr>
          <p:spPr>
            <a:xfrm>
              <a:off x="5555148" y="1447208"/>
              <a:ext cx="1522540" cy="77182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7" name="文字方塊 1736">
              <a:extLst>
                <a:ext uri="{FF2B5EF4-FFF2-40B4-BE49-F238E27FC236}">
                  <a16:creationId xmlns:a16="http://schemas.microsoft.com/office/drawing/2014/main" id="{5EF53962-894C-49BA-81C9-2AA94E0269BE}"/>
                </a:ext>
              </a:extLst>
            </p:cNvPr>
            <p:cNvSpPr txBox="1"/>
            <p:nvPr/>
          </p:nvSpPr>
          <p:spPr>
            <a:xfrm>
              <a:off x="5615649" y="3038113"/>
              <a:ext cx="140153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ea typeface="微軟正黑體"/>
                </a:defRPr>
              </a:lvl1pPr>
            </a:lstStyle>
            <a:p>
              <a:r>
                <a:rPr lang="en-US" altLang="zh-TW" dirty="0">
                  <a:solidFill>
                    <a:schemeClr val="tx1"/>
                  </a:solidFill>
                </a:rPr>
                <a:t>Sequencing Artifact</a:t>
              </a:r>
            </a:p>
          </p:txBody>
        </p:sp>
        <p:sp>
          <p:nvSpPr>
            <p:cNvPr id="1738" name="文字方塊 1737">
              <a:extLst>
                <a:ext uri="{FF2B5EF4-FFF2-40B4-BE49-F238E27FC236}">
                  <a16:creationId xmlns:a16="http://schemas.microsoft.com/office/drawing/2014/main" id="{4656E873-997C-4B44-A417-51EDB488C8DB}"/>
                </a:ext>
              </a:extLst>
            </p:cNvPr>
            <p:cNvSpPr txBox="1"/>
            <p:nvPr/>
          </p:nvSpPr>
          <p:spPr>
            <a:xfrm>
              <a:off x="5734464" y="1211638"/>
              <a:ext cx="11639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TW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0" i="0" u="none" strike="noStrike" cap="none" spc="0" normalizeH="0" baseline="0">
                  <a:ln>
                    <a:noFill/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ea typeface="微軟正黑體"/>
                </a:defRPr>
              </a:lvl1pPr>
            </a:lstStyle>
            <a:p>
              <a:r>
                <a:rPr lang="en-US" altLang="zh-TW" dirty="0">
                  <a:solidFill>
                    <a:schemeClr val="tx1"/>
                  </a:solidFill>
                </a:rPr>
                <a:t>Somatic Variant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722" name="直線單箭頭接點 721">
              <a:extLst>
                <a:ext uri="{FF2B5EF4-FFF2-40B4-BE49-F238E27FC236}">
                  <a16:creationId xmlns:a16="http://schemas.microsoft.com/office/drawing/2014/main" id="{C338173B-4524-4B6E-811D-A040E3E04E16}"/>
                </a:ext>
              </a:extLst>
            </p:cNvPr>
            <p:cNvCxnSpPr>
              <a:cxnSpLocks/>
              <a:stCxn id="730" idx="6"/>
              <a:endCxn id="736" idx="1"/>
            </p:cNvCxnSpPr>
            <p:nvPr/>
          </p:nvCxnSpPr>
          <p:spPr>
            <a:xfrm>
              <a:off x="6522792" y="1606814"/>
              <a:ext cx="321410" cy="178064"/>
            </a:xfrm>
            <a:prstGeom prst="straightConnector1">
              <a:avLst/>
            </a:prstGeom>
            <a:ln w="28575">
              <a:solidFill>
                <a:srgbClr val="C55A1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直線單箭頭接點 722">
              <a:extLst>
                <a:ext uri="{FF2B5EF4-FFF2-40B4-BE49-F238E27FC236}">
                  <a16:creationId xmlns:a16="http://schemas.microsoft.com/office/drawing/2014/main" id="{3505F9E1-4DAF-4C82-8B6C-BDAD2D5C13EC}"/>
                </a:ext>
              </a:extLst>
            </p:cNvPr>
            <p:cNvCxnSpPr>
              <a:cxnSpLocks/>
              <a:stCxn id="734" idx="6"/>
              <a:endCxn id="735" idx="2"/>
            </p:cNvCxnSpPr>
            <p:nvPr/>
          </p:nvCxnSpPr>
          <p:spPr>
            <a:xfrm>
              <a:off x="6072633" y="1846466"/>
              <a:ext cx="270159" cy="2052"/>
            </a:xfrm>
            <a:prstGeom prst="straightConnector1">
              <a:avLst/>
            </a:prstGeom>
            <a:ln w="28575">
              <a:solidFill>
                <a:schemeClr val="accent6">
                  <a:lumMod val="60000"/>
                  <a:lumOff val="4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直線單箭頭接點 723">
              <a:extLst>
                <a:ext uri="{FF2B5EF4-FFF2-40B4-BE49-F238E27FC236}">
                  <a16:creationId xmlns:a16="http://schemas.microsoft.com/office/drawing/2014/main" id="{490F7E42-EB89-4FC6-980A-0A1E89812611}"/>
                </a:ext>
              </a:extLst>
            </p:cNvPr>
            <p:cNvCxnSpPr>
              <a:cxnSpLocks/>
              <a:stCxn id="735" idx="6"/>
              <a:endCxn id="736" idx="2"/>
            </p:cNvCxnSpPr>
            <p:nvPr/>
          </p:nvCxnSpPr>
          <p:spPr>
            <a:xfrm>
              <a:off x="6522792" y="1848518"/>
              <a:ext cx="295050" cy="0"/>
            </a:xfrm>
            <a:prstGeom prst="straightConnector1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prstDash val="sysDot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5" name="直線單箭頭接點 724">
              <a:extLst>
                <a:ext uri="{FF2B5EF4-FFF2-40B4-BE49-F238E27FC236}">
                  <a16:creationId xmlns:a16="http://schemas.microsoft.com/office/drawing/2014/main" id="{444F61FD-9FB1-494F-B415-219DA7A47514}"/>
                </a:ext>
              </a:extLst>
            </p:cNvPr>
            <p:cNvCxnSpPr>
              <a:cxnSpLocks/>
              <a:stCxn id="731" idx="6"/>
              <a:endCxn id="732" idx="2"/>
            </p:cNvCxnSpPr>
            <p:nvPr/>
          </p:nvCxnSpPr>
          <p:spPr>
            <a:xfrm>
              <a:off x="6072633" y="2087144"/>
              <a:ext cx="270159" cy="2052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線單箭頭接點 727">
              <a:extLst>
                <a:ext uri="{FF2B5EF4-FFF2-40B4-BE49-F238E27FC236}">
                  <a16:creationId xmlns:a16="http://schemas.microsoft.com/office/drawing/2014/main" id="{B450A77F-CFDD-4F5D-89F8-EFAD4CDC3C75}"/>
                </a:ext>
              </a:extLst>
            </p:cNvPr>
            <p:cNvCxnSpPr>
              <a:cxnSpLocks/>
              <a:stCxn id="732" idx="6"/>
              <a:endCxn id="733" idx="2"/>
            </p:cNvCxnSpPr>
            <p:nvPr/>
          </p:nvCxnSpPr>
          <p:spPr>
            <a:xfrm>
              <a:off x="6522792" y="2089196"/>
              <a:ext cx="295050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prstDash val="sys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直線單箭頭接點 728">
              <a:extLst>
                <a:ext uri="{FF2B5EF4-FFF2-40B4-BE49-F238E27FC236}">
                  <a16:creationId xmlns:a16="http://schemas.microsoft.com/office/drawing/2014/main" id="{4A33CFF1-912D-4635-A0D9-7D280120FE24}"/>
                </a:ext>
              </a:extLst>
            </p:cNvPr>
            <p:cNvCxnSpPr>
              <a:cxnSpLocks/>
              <a:stCxn id="734" idx="7"/>
              <a:endCxn id="730" idx="2"/>
            </p:cNvCxnSpPr>
            <p:nvPr/>
          </p:nvCxnSpPr>
          <p:spPr>
            <a:xfrm flipV="1">
              <a:off x="6046273" y="1606814"/>
              <a:ext cx="296519" cy="176012"/>
            </a:xfrm>
            <a:prstGeom prst="straightConnector1">
              <a:avLst/>
            </a:prstGeom>
            <a:ln w="28575">
              <a:solidFill>
                <a:srgbClr val="C55A1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6" name="群組 725">
              <a:extLst>
                <a:ext uri="{FF2B5EF4-FFF2-40B4-BE49-F238E27FC236}">
                  <a16:creationId xmlns:a16="http://schemas.microsoft.com/office/drawing/2014/main" id="{0988975A-1EC4-4C8A-9010-BEAF23252C8E}"/>
                </a:ext>
              </a:extLst>
            </p:cNvPr>
            <p:cNvGrpSpPr/>
            <p:nvPr/>
          </p:nvGrpSpPr>
          <p:grpSpPr>
            <a:xfrm>
              <a:off x="5892633" y="1756466"/>
              <a:ext cx="1105209" cy="182052"/>
              <a:chOff x="5805867" y="1400269"/>
              <a:chExt cx="1105209" cy="182052"/>
            </a:xfrm>
          </p:grpSpPr>
          <p:sp>
            <p:nvSpPr>
              <p:cNvPr id="734" name="橢圓 733">
                <a:extLst>
                  <a:ext uri="{FF2B5EF4-FFF2-40B4-BE49-F238E27FC236}">
                    <a16:creationId xmlns:a16="http://schemas.microsoft.com/office/drawing/2014/main" id="{3439EE6D-602C-4F85-8103-32A37AF101C3}"/>
                  </a:ext>
                </a:extLst>
              </p:cNvPr>
              <p:cNvSpPr/>
              <p:nvPr/>
            </p:nvSpPr>
            <p:spPr>
              <a:xfrm>
                <a:off x="5805867" y="1400269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solidFill>
                      <a:schemeClr val="bg1">
                        <a:lumMod val="50000"/>
                      </a:schemeClr>
                    </a:solidFill>
                  </a:rPr>
                  <a:t>A</a:t>
                </a:r>
                <a:endParaRPr lang="zh-TW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35" name="橢圓 734">
                <a:extLst>
                  <a:ext uri="{FF2B5EF4-FFF2-40B4-BE49-F238E27FC236}">
                    <a16:creationId xmlns:a16="http://schemas.microsoft.com/office/drawing/2014/main" id="{63C99191-8942-4422-BDE1-F63D40037631}"/>
                  </a:ext>
                </a:extLst>
              </p:cNvPr>
              <p:cNvSpPr/>
              <p:nvPr/>
            </p:nvSpPr>
            <p:spPr>
              <a:xfrm>
                <a:off x="6256026" y="1402321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>
                    <a:solidFill>
                      <a:schemeClr val="bg1">
                        <a:lumMod val="50000"/>
                      </a:schemeClr>
                    </a:solidFill>
                  </a:rPr>
                  <a:t>T</a:t>
                </a:r>
                <a:endParaRPr lang="zh-TW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36" name="橢圓 735">
                <a:extLst>
                  <a:ext uri="{FF2B5EF4-FFF2-40B4-BE49-F238E27FC236}">
                    <a16:creationId xmlns:a16="http://schemas.microsoft.com/office/drawing/2014/main" id="{D4ECED40-9BDA-4850-BEC3-1B6C4FA5A605}"/>
                  </a:ext>
                </a:extLst>
              </p:cNvPr>
              <p:cNvSpPr/>
              <p:nvPr/>
            </p:nvSpPr>
            <p:spPr>
              <a:xfrm>
                <a:off x="6731076" y="1402321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solidFill>
                      <a:schemeClr val="bg1">
                        <a:lumMod val="50000"/>
                      </a:schemeClr>
                    </a:solidFill>
                  </a:rPr>
                  <a:t>C</a:t>
                </a:r>
                <a:endParaRPr lang="zh-TW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27" name="群組 726">
              <a:extLst>
                <a:ext uri="{FF2B5EF4-FFF2-40B4-BE49-F238E27FC236}">
                  <a16:creationId xmlns:a16="http://schemas.microsoft.com/office/drawing/2014/main" id="{C25B037D-5C7A-454A-82F4-6C888B10658E}"/>
                </a:ext>
              </a:extLst>
            </p:cNvPr>
            <p:cNvGrpSpPr/>
            <p:nvPr/>
          </p:nvGrpSpPr>
          <p:grpSpPr>
            <a:xfrm>
              <a:off x="5892633" y="1997144"/>
              <a:ext cx="1105209" cy="182052"/>
              <a:chOff x="5805867" y="1883602"/>
              <a:chExt cx="1105209" cy="182052"/>
            </a:xfrm>
          </p:grpSpPr>
          <p:sp>
            <p:nvSpPr>
              <p:cNvPr id="731" name="橢圓 730">
                <a:extLst>
                  <a:ext uri="{FF2B5EF4-FFF2-40B4-BE49-F238E27FC236}">
                    <a16:creationId xmlns:a16="http://schemas.microsoft.com/office/drawing/2014/main" id="{460A3B2E-4905-42C2-B291-E49809481C1E}"/>
                  </a:ext>
                </a:extLst>
              </p:cNvPr>
              <p:cNvSpPr/>
              <p:nvPr/>
            </p:nvSpPr>
            <p:spPr>
              <a:xfrm>
                <a:off x="5805867" y="1883602"/>
                <a:ext cx="180000" cy="1800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solidFill>
                      <a:schemeClr val="bg1"/>
                    </a:solidFill>
                  </a:rPr>
                  <a:t>G</a:t>
                </a:r>
                <a:endParaRPr lang="zh-TW" alt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32" name="橢圓 731">
                <a:extLst>
                  <a:ext uri="{FF2B5EF4-FFF2-40B4-BE49-F238E27FC236}">
                    <a16:creationId xmlns:a16="http://schemas.microsoft.com/office/drawing/2014/main" id="{4E752ACA-F634-4C68-B2CE-1683449DA96C}"/>
                  </a:ext>
                </a:extLst>
              </p:cNvPr>
              <p:cNvSpPr/>
              <p:nvPr/>
            </p:nvSpPr>
            <p:spPr>
              <a:xfrm>
                <a:off x="6256026" y="1885654"/>
                <a:ext cx="180000" cy="180000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solidFill>
                      <a:schemeClr val="bg1">
                        <a:lumMod val="50000"/>
                      </a:schemeClr>
                    </a:solidFill>
                  </a:rPr>
                  <a:t>T</a:t>
                </a:r>
                <a:endParaRPr lang="zh-TW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733" name="橢圓 732">
                <a:extLst>
                  <a:ext uri="{FF2B5EF4-FFF2-40B4-BE49-F238E27FC236}">
                    <a16:creationId xmlns:a16="http://schemas.microsoft.com/office/drawing/2014/main" id="{F345FA5E-CA62-4AE8-AA23-05C73B6C04F9}"/>
                  </a:ext>
                </a:extLst>
              </p:cNvPr>
              <p:cNvSpPr/>
              <p:nvPr/>
            </p:nvSpPr>
            <p:spPr>
              <a:xfrm>
                <a:off x="6731076" y="1885654"/>
                <a:ext cx="180000" cy="180000"/>
              </a:xfrm>
              <a:prstGeom prst="ellipse">
                <a:avLst/>
              </a:prstGeom>
              <a:solidFill>
                <a:srgbClr val="2F5597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solidFill>
                      <a:schemeClr val="bg1"/>
                    </a:solidFill>
                  </a:rPr>
                  <a:t>T</a:t>
                </a:r>
                <a:endParaRPr lang="zh-TW" altLang="en-US" sz="11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0" name="橢圓 729">
              <a:extLst>
                <a:ext uri="{FF2B5EF4-FFF2-40B4-BE49-F238E27FC236}">
                  <a16:creationId xmlns:a16="http://schemas.microsoft.com/office/drawing/2014/main" id="{8354FCD0-89E5-41B5-A972-7EB874A92E7E}"/>
                </a:ext>
              </a:extLst>
            </p:cNvPr>
            <p:cNvSpPr/>
            <p:nvPr/>
          </p:nvSpPr>
          <p:spPr>
            <a:xfrm>
              <a:off x="6342792" y="1516814"/>
              <a:ext cx="180000" cy="180000"/>
            </a:xfrm>
            <a:prstGeom prst="ellipse">
              <a:avLst/>
            </a:prstGeom>
            <a:solidFill>
              <a:srgbClr val="C55A11"/>
            </a:solidFill>
            <a:ln w="19050">
              <a:solidFill>
                <a:srgbClr val="C55A1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>
                  <a:solidFill>
                    <a:schemeClr val="bg1"/>
                  </a:solidFill>
                </a:rPr>
                <a:t>G</a:t>
              </a:r>
              <a:endParaRPr lang="zh-TW" altLang="en-US" sz="1400" dirty="0">
                <a:solidFill>
                  <a:schemeClr val="bg1"/>
                </a:solidFill>
              </a:endParaRPr>
            </a:p>
          </p:txBody>
        </p:sp>
        <p:pic>
          <p:nvPicPr>
            <p:cNvPr id="737" name="圖形 736" descr="女性形象 以實心填滿">
              <a:extLst>
                <a:ext uri="{FF2B5EF4-FFF2-40B4-BE49-F238E27FC236}">
                  <a16:creationId xmlns:a16="http://schemas.microsoft.com/office/drawing/2014/main" id="{80B3964E-C322-4CF1-A65D-C3EB0932D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13818" y="1947165"/>
              <a:ext cx="282009" cy="282010"/>
            </a:xfrm>
            <a:prstGeom prst="rect">
              <a:avLst/>
            </a:prstGeom>
          </p:spPr>
        </p:pic>
        <p:pic>
          <p:nvPicPr>
            <p:cNvPr id="738" name="圖形 737" descr="男性形象 以實心填滿">
              <a:extLst>
                <a:ext uri="{FF2B5EF4-FFF2-40B4-BE49-F238E27FC236}">
                  <a16:creationId xmlns:a16="http://schemas.microsoft.com/office/drawing/2014/main" id="{92FFE47B-2CBC-4E4C-A791-ED94F2B76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13818" y="1706487"/>
              <a:ext cx="282009" cy="282010"/>
            </a:xfrm>
            <a:prstGeom prst="rect">
              <a:avLst/>
            </a:prstGeom>
          </p:spPr>
        </p:pic>
        <p:pic>
          <p:nvPicPr>
            <p:cNvPr id="787" name="圖形 786" descr="男性形象 以實心填滿">
              <a:extLst>
                <a:ext uri="{FF2B5EF4-FFF2-40B4-BE49-F238E27FC236}">
                  <a16:creationId xmlns:a16="http://schemas.microsoft.com/office/drawing/2014/main" id="{6905162F-BCBA-458A-8E7F-2AD8D130F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13818" y="1465809"/>
              <a:ext cx="282009" cy="282010"/>
            </a:xfrm>
            <a:prstGeom prst="rect">
              <a:avLst/>
            </a:prstGeom>
          </p:spPr>
        </p:pic>
        <p:grpSp>
          <p:nvGrpSpPr>
            <p:cNvPr id="156" name="群組 155">
              <a:extLst>
                <a:ext uri="{FF2B5EF4-FFF2-40B4-BE49-F238E27FC236}">
                  <a16:creationId xmlns:a16="http://schemas.microsoft.com/office/drawing/2014/main" id="{183B9751-6CEE-4AD8-8E80-E882E5300870}"/>
                </a:ext>
              </a:extLst>
            </p:cNvPr>
            <p:cNvGrpSpPr/>
            <p:nvPr/>
          </p:nvGrpSpPr>
          <p:grpSpPr>
            <a:xfrm>
              <a:off x="5613818" y="2317484"/>
              <a:ext cx="1384024" cy="763366"/>
              <a:chOff x="5498871" y="2394125"/>
              <a:chExt cx="1384024" cy="763366"/>
            </a:xfrm>
          </p:grpSpPr>
          <p:cxnSp>
            <p:nvCxnSpPr>
              <p:cNvPr id="631" name="直線單箭頭接點 630">
                <a:extLst>
                  <a:ext uri="{FF2B5EF4-FFF2-40B4-BE49-F238E27FC236}">
                    <a16:creationId xmlns:a16="http://schemas.microsoft.com/office/drawing/2014/main" id="{2C2BEF74-9395-4747-9454-E11A27BA454C}"/>
                  </a:ext>
                </a:extLst>
              </p:cNvPr>
              <p:cNvCxnSpPr>
                <a:cxnSpLocks/>
                <a:stCxn id="638" idx="7"/>
                <a:endCxn id="637" idx="3"/>
              </p:cNvCxnSpPr>
              <p:nvPr/>
            </p:nvCxnSpPr>
            <p:spPr>
              <a:xfrm flipV="1">
                <a:off x="5931326" y="2599796"/>
                <a:ext cx="797929" cy="352024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直線單箭頭接點 631">
                <a:extLst>
                  <a:ext uri="{FF2B5EF4-FFF2-40B4-BE49-F238E27FC236}">
                    <a16:creationId xmlns:a16="http://schemas.microsoft.com/office/drawing/2014/main" id="{293C401B-E1BD-4AFB-8331-7FD9619E29DC}"/>
                  </a:ext>
                </a:extLst>
              </p:cNvPr>
              <p:cNvCxnSpPr>
                <a:cxnSpLocks/>
                <a:stCxn id="635" idx="6"/>
                <a:endCxn id="636" idx="2"/>
              </p:cNvCxnSpPr>
              <p:nvPr/>
            </p:nvCxnSpPr>
            <p:spPr>
              <a:xfrm>
                <a:off x="5957686" y="2534104"/>
                <a:ext cx="270159" cy="2052"/>
              </a:xfrm>
              <a:prstGeom prst="straightConnector1">
                <a:avLst/>
              </a:prstGeom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直線單箭頭接點 632">
                <a:extLst>
                  <a:ext uri="{FF2B5EF4-FFF2-40B4-BE49-F238E27FC236}">
                    <a16:creationId xmlns:a16="http://schemas.microsoft.com/office/drawing/2014/main" id="{C8EF9378-5F9D-4952-A5BD-FBEDE9E63786}"/>
                  </a:ext>
                </a:extLst>
              </p:cNvPr>
              <p:cNvCxnSpPr>
                <a:cxnSpLocks/>
                <a:stCxn id="636" idx="6"/>
                <a:endCxn id="637" idx="2"/>
              </p:cNvCxnSpPr>
              <p:nvPr/>
            </p:nvCxnSpPr>
            <p:spPr>
              <a:xfrm>
                <a:off x="6407845" y="2536156"/>
                <a:ext cx="295050" cy="0"/>
              </a:xfrm>
              <a:prstGeom prst="straightConnector1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prstDash val="sysDot"/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4" name="直線單箭頭接點 633">
                <a:extLst>
                  <a:ext uri="{FF2B5EF4-FFF2-40B4-BE49-F238E27FC236}">
                    <a16:creationId xmlns:a16="http://schemas.microsoft.com/office/drawing/2014/main" id="{20BD386E-7AC1-49F6-8A68-3637D3EBE7F1}"/>
                  </a:ext>
                </a:extLst>
              </p:cNvPr>
              <p:cNvCxnSpPr>
                <a:cxnSpLocks/>
                <a:stCxn id="638" idx="6"/>
                <a:endCxn id="639" idx="2"/>
              </p:cNvCxnSpPr>
              <p:nvPr/>
            </p:nvCxnSpPr>
            <p:spPr>
              <a:xfrm>
                <a:off x="5957686" y="3015460"/>
                <a:ext cx="270159" cy="2052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prstDash val="sys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BDD9FA93-77F3-4CCD-8591-713DE670DA14}"/>
                  </a:ext>
                </a:extLst>
              </p:cNvPr>
              <p:cNvGrpSpPr/>
              <p:nvPr/>
            </p:nvGrpSpPr>
            <p:grpSpPr>
              <a:xfrm>
                <a:off x="5777686" y="2444104"/>
                <a:ext cx="1105209" cy="182052"/>
                <a:chOff x="5805867" y="2454291"/>
                <a:chExt cx="1105209" cy="182052"/>
              </a:xfrm>
            </p:grpSpPr>
            <p:sp>
              <p:nvSpPr>
                <p:cNvPr id="635" name="橢圓 634">
                  <a:extLst>
                    <a:ext uri="{FF2B5EF4-FFF2-40B4-BE49-F238E27FC236}">
                      <a16:creationId xmlns:a16="http://schemas.microsoft.com/office/drawing/2014/main" id="{6D782ED6-C6C2-4AC0-BB39-5AFD7E7AE4FB}"/>
                    </a:ext>
                  </a:extLst>
                </p:cNvPr>
                <p:cNvSpPr/>
                <p:nvPr/>
              </p:nvSpPr>
              <p:spPr>
                <a:xfrm>
                  <a:off x="5805867" y="2454291"/>
                  <a:ext cx="180000" cy="18000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>
                          <a:lumMod val="50000"/>
                        </a:schemeClr>
                      </a:solidFill>
                    </a:rPr>
                    <a:t>A</a:t>
                  </a:r>
                  <a:endParaRPr lang="zh-TW" altLang="en-US" sz="11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36" name="橢圓 635">
                  <a:extLst>
                    <a:ext uri="{FF2B5EF4-FFF2-40B4-BE49-F238E27FC236}">
                      <a16:creationId xmlns:a16="http://schemas.microsoft.com/office/drawing/2014/main" id="{051C2238-FE45-4680-BDBB-EB71719D05F2}"/>
                    </a:ext>
                  </a:extLst>
                </p:cNvPr>
                <p:cNvSpPr/>
                <p:nvPr/>
              </p:nvSpPr>
              <p:spPr>
                <a:xfrm>
                  <a:off x="6256026" y="2456343"/>
                  <a:ext cx="180000" cy="18000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>
                          <a:lumMod val="50000"/>
                        </a:schemeClr>
                      </a:solidFill>
                    </a:rPr>
                    <a:t>G</a:t>
                  </a:r>
                  <a:endParaRPr lang="zh-TW" altLang="en-US" sz="11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37" name="橢圓 636">
                  <a:extLst>
                    <a:ext uri="{FF2B5EF4-FFF2-40B4-BE49-F238E27FC236}">
                      <a16:creationId xmlns:a16="http://schemas.microsoft.com/office/drawing/2014/main" id="{28674D85-920E-4C55-B98D-D374BA4DBA59}"/>
                    </a:ext>
                  </a:extLst>
                </p:cNvPr>
                <p:cNvSpPr/>
                <p:nvPr/>
              </p:nvSpPr>
              <p:spPr>
                <a:xfrm>
                  <a:off x="6731076" y="2456343"/>
                  <a:ext cx="180000" cy="18000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>
                          <a:lumMod val="50000"/>
                        </a:schemeClr>
                      </a:solidFill>
                    </a:rPr>
                    <a:t>C</a:t>
                  </a:r>
                  <a:endParaRPr lang="zh-TW" altLang="en-US" sz="11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E787AC4C-C6C5-4F72-8B38-06B0AF0CE1B5}"/>
                  </a:ext>
                </a:extLst>
              </p:cNvPr>
              <p:cNvGrpSpPr/>
              <p:nvPr/>
            </p:nvGrpSpPr>
            <p:grpSpPr>
              <a:xfrm>
                <a:off x="5777686" y="2925460"/>
                <a:ext cx="1105209" cy="182052"/>
                <a:chOff x="5805867" y="2937624"/>
                <a:chExt cx="1105209" cy="182052"/>
              </a:xfrm>
            </p:grpSpPr>
            <p:sp>
              <p:nvSpPr>
                <p:cNvPr id="638" name="橢圓 637">
                  <a:extLst>
                    <a:ext uri="{FF2B5EF4-FFF2-40B4-BE49-F238E27FC236}">
                      <a16:creationId xmlns:a16="http://schemas.microsoft.com/office/drawing/2014/main" id="{A9B575C3-2A7E-42F9-A188-F222DE9CFE45}"/>
                    </a:ext>
                  </a:extLst>
                </p:cNvPr>
                <p:cNvSpPr/>
                <p:nvPr/>
              </p:nvSpPr>
              <p:spPr>
                <a:xfrm>
                  <a:off x="5805867" y="2937624"/>
                  <a:ext cx="180000" cy="18000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/>
                      </a:solidFill>
                    </a:rPr>
                    <a:t>G</a:t>
                  </a:r>
                  <a:endParaRPr lang="zh-TW" altLang="en-US" sz="11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39" name="橢圓 638">
                  <a:extLst>
                    <a:ext uri="{FF2B5EF4-FFF2-40B4-BE49-F238E27FC236}">
                      <a16:creationId xmlns:a16="http://schemas.microsoft.com/office/drawing/2014/main" id="{CDD14DD7-DCF4-4F04-9444-53997FD33D00}"/>
                    </a:ext>
                  </a:extLst>
                </p:cNvPr>
                <p:cNvSpPr/>
                <p:nvPr/>
              </p:nvSpPr>
              <p:spPr>
                <a:xfrm>
                  <a:off x="6256026" y="2939676"/>
                  <a:ext cx="180000" cy="180000"/>
                </a:xfrm>
                <a:prstGeom prst="ellipse">
                  <a:avLst/>
                </a:prstGeom>
                <a:noFill/>
                <a:ln w="190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>
                          <a:lumMod val="50000"/>
                        </a:schemeClr>
                      </a:solidFill>
                    </a:rPr>
                    <a:t>G</a:t>
                  </a:r>
                  <a:endParaRPr lang="zh-TW" altLang="en-US" sz="11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640" name="橢圓 639">
                  <a:extLst>
                    <a:ext uri="{FF2B5EF4-FFF2-40B4-BE49-F238E27FC236}">
                      <a16:creationId xmlns:a16="http://schemas.microsoft.com/office/drawing/2014/main" id="{558A960B-FFF3-4E3F-8C88-C19CF488AB8F}"/>
                    </a:ext>
                  </a:extLst>
                </p:cNvPr>
                <p:cNvSpPr/>
                <p:nvPr/>
              </p:nvSpPr>
              <p:spPr>
                <a:xfrm>
                  <a:off x="6731076" y="2939676"/>
                  <a:ext cx="180000" cy="180000"/>
                </a:xfrm>
                <a:prstGeom prst="ellipse">
                  <a:avLst/>
                </a:prstGeom>
                <a:solidFill>
                  <a:srgbClr val="2F5597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dirty="0">
                      <a:solidFill>
                        <a:schemeClr val="bg1"/>
                      </a:solidFill>
                    </a:rPr>
                    <a:t>T</a:t>
                  </a:r>
                  <a:endParaRPr lang="zh-TW" altLang="en-US" sz="1100" dirty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641" name="直線單箭頭接點 640">
                <a:extLst>
                  <a:ext uri="{FF2B5EF4-FFF2-40B4-BE49-F238E27FC236}">
                    <a16:creationId xmlns:a16="http://schemas.microsoft.com/office/drawing/2014/main" id="{03E1AE1C-F690-4A8E-B23F-AA1497AB8014}"/>
                  </a:ext>
                </a:extLst>
              </p:cNvPr>
              <p:cNvCxnSpPr>
                <a:cxnSpLocks/>
                <a:stCxn id="639" idx="6"/>
                <a:endCxn id="640" idx="2"/>
              </p:cNvCxnSpPr>
              <p:nvPr/>
            </p:nvCxnSpPr>
            <p:spPr>
              <a:xfrm>
                <a:off x="6407845" y="3017512"/>
                <a:ext cx="295050" cy="0"/>
              </a:xfrm>
              <a:prstGeom prst="straightConnector1">
                <a:avLst/>
              </a:prstGeom>
              <a:ln w="28575">
                <a:solidFill>
                  <a:schemeClr val="accent1">
                    <a:lumMod val="60000"/>
                    <a:lumOff val="40000"/>
                  </a:schemeClr>
                </a:solidFill>
                <a:prstDash val="sys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3" name="橢圓 642">
                <a:extLst>
                  <a:ext uri="{FF2B5EF4-FFF2-40B4-BE49-F238E27FC236}">
                    <a16:creationId xmlns:a16="http://schemas.microsoft.com/office/drawing/2014/main" id="{5AA8083C-3A1E-40FB-901B-0DEBFCA3B852}"/>
                  </a:ext>
                </a:extLst>
              </p:cNvPr>
              <p:cNvSpPr/>
              <p:nvPr/>
            </p:nvSpPr>
            <p:spPr>
              <a:xfrm>
                <a:off x="6227845" y="2685808"/>
                <a:ext cx="180000" cy="180000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400" dirty="0">
                    <a:solidFill>
                      <a:schemeClr val="bg1"/>
                    </a:solidFill>
                  </a:rPr>
                  <a:t>A</a:t>
                </a:r>
                <a:endParaRPr lang="zh-TW" altLang="en-US" sz="14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93" name="圖形 792" descr="男性形象 以實心填滿">
                <a:extLst>
                  <a:ext uri="{FF2B5EF4-FFF2-40B4-BE49-F238E27FC236}">
                    <a16:creationId xmlns:a16="http://schemas.microsoft.com/office/drawing/2014/main" id="{54A7EA23-A023-486B-BF99-6C5441AE82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52571"/>
              <a:stretch>
                <a:fillRect/>
              </a:stretch>
            </p:blipFill>
            <p:spPr>
              <a:xfrm>
                <a:off x="5651888" y="2634803"/>
                <a:ext cx="133754" cy="282010"/>
              </a:xfrm>
              <a:custGeom>
                <a:avLst/>
                <a:gdLst>
                  <a:gd name="connsiteX0" fmla="*/ 0 w 133754"/>
                  <a:gd name="connsiteY0" fmla="*/ 0 h 282010"/>
                  <a:gd name="connsiteX1" fmla="*/ 133754 w 133754"/>
                  <a:gd name="connsiteY1" fmla="*/ 0 h 282010"/>
                  <a:gd name="connsiteX2" fmla="*/ 133754 w 133754"/>
                  <a:gd name="connsiteY2" fmla="*/ 282010 h 282010"/>
                  <a:gd name="connsiteX3" fmla="*/ 0 w 133754"/>
                  <a:gd name="connsiteY3" fmla="*/ 282010 h 282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754" h="282010">
                    <a:moveTo>
                      <a:pt x="0" y="0"/>
                    </a:moveTo>
                    <a:lnTo>
                      <a:pt x="133754" y="0"/>
                    </a:lnTo>
                    <a:lnTo>
                      <a:pt x="133754" y="282010"/>
                    </a:lnTo>
                    <a:lnTo>
                      <a:pt x="0" y="282010"/>
                    </a:lnTo>
                    <a:close/>
                  </a:path>
                </a:pathLst>
              </a:custGeom>
            </p:spPr>
          </p:pic>
          <p:pic>
            <p:nvPicPr>
              <p:cNvPr id="792" name="圖形 791" descr="女性形象 以實心填滿">
                <a:extLst>
                  <a:ext uri="{FF2B5EF4-FFF2-40B4-BE49-F238E27FC236}">
                    <a16:creationId xmlns:a16="http://schemas.microsoft.com/office/drawing/2014/main" id="{58270499-A642-42CF-A8C4-27FBCEFE2A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 r="51392"/>
              <a:stretch>
                <a:fillRect/>
              </a:stretch>
            </p:blipFill>
            <p:spPr>
              <a:xfrm>
                <a:off x="5500869" y="2634803"/>
                <a:ext cx="137078" cy="282010"/>
              </a:xfrm>
              <a:custGeom>
                <a:avLst/>
                <a:gdLst>
                  <a:gd name="connsiteX0" fmla="*/ 0 w 137078"/>
                  <a:gd name="connsiteY0" fmla="*/ 0 h 282010"/>
                  <a:gd name="connsiteX1" fmla="*/ 137078 w 137078"/>
                  <a:gd name="connsiteY1" fmla="*/ 0 h 282010"/>
                  <a:gd name="connsiteX2" fmla="*/ 137078 w 137078"/>
                  <a:gd name="connsiteY2" fmla="*/ 282010 h 282010"/>
                  <a:gd name="connsiteX3" fmla="*/ 0 w 137078"/>
                  <a:gd name="connsiteY3" fmla="*/ 282010 h 282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7078" h="282010">
                    <a:moveTo>
                      <a:pt x="0" y="0"/>
                    </a:moveTo>
                    <a:lnTo>
                      <a:pt x="137078" y="0"/>
                    </a:lnTo>
                    <a:lnTo>
                      <a:pt x="137078" y="282010"/>
                    </a:lnTo>
                    <a:lnTo>
                      <a:pt x="0" y="282010"/>
                    </a:lnTo>
                    <a:close/>
                  </a:path>
                </a:pathLst>
              </a:custGeom>
            </p:spPr>
          </p:pic>
          <p:pic>
            <p:nvPicPr>
              <p:cNvPr id="795" name="圖形 794" descr="女性形象 以實心填滿">
                <a:extLst>
                  <a:ext uri="{FF2B5EF4-FFF2-40B4-BE49-F238E27FC236}">
                    <a16:creationId xmlns:a16="http://schemas.microsoft.com/office/drawing/2014/main" id="{B9465468-1BB5-45FB-B08F-074D97413C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98871" y="2875481"/>
                <a:ext cx="282009" cy="282010"/>
              </a:xfrm>
              <a:prstGeom prst="rect">
                <a:avLst/>
              </a:prstGeom>
            </p:spPr>
          </p:pic>
          <p:pic>
            <p:nvPicPr>
              <p:cNvPr id="798" name="圖形 797" descr="男性形象 以實心填滿">
                <a:extLst>
                  <a:ext uri="{FF2B5EF4-FFF2-40B4-BE49-F238E27FC236}">
                    <a16:creationId xmlns:a16="http://schemas.microsoft.com/office/drawing/2014/main" id="{F4989965-8702-4BC0-81D6-75A18621B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498871" y="2394125"/>
                <a:ext cx="282009" cy="282010"/>
              </a:xfrm>
              <a:prstGeom prst="rect">
                <a:avLst/>
              </a:prstGeom>
            </p:spPr>
          </p:pic>
        </p:grpSp>
      </p:grpSp>
      <p:sp>
        <p:nvSpPr>
          <p:cNvPr id="820" name="箭號: 向右 819">
            <a:extLst>
              <a:ext uri="{FF2B5EF4-FFF2-40B4-BE49-F238E27FC236}">
                <a16:creationId xmlns:a16="http://schemas.microsoft.com/office/drawing/2014/main" id="{AA138437-21D8-421B-B852-0E6E2967F7F7}"/>
              </a:ext>
            </a:extLst>
          </p:cNvPr>
          <p:cNvSpPr/>
          <p:nvPr/>
        </p:nvSpPr>
        <p:spPr>
          <a:xfrm>
            <a:off x="7038111" y="2693959"/>
            <a:ext cx="457653" cy="85809"/>
          </a:xfrm>
          <a:prstGeom prst="rightArrow">
            <a:avLst>
              <a:gd name="adj1" fmla="val 50000"/>
              <a:gd name="adj2" fmla="val 83300"/>
            </a:avLst>
          </a:prstGeom>
          <a:gradFill flip="none" rotWithShape="1">
            <a:gsLst>
              <a:gs pos="0">
                <a:srgbClr val="F2F2F2"/>
              </a:gs>
              <a:gs pos="37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8" name="矩形: 圓角 1177">
            <a:extLst>
              <a:ext uri="{FF2B5EF4-FFF2-40B4-BE49-F238E27FC236}">
                <a16:creationId xmlns:a16="http://schemas.microsoft.com/office/drawing/2014/main" id="{602772D5-CED0-4987-B465-E3ADF393C3E7}"/>
              </a:ext>
            </a:extLst>
          </p:cNvPr>
          <p:cNvSpPr/>
          <p:nvPr/>
        </p:nvSpPr>
        <p:spPr>
          <a:xfrm>
            <a:off x="8657041" y="4076836"/>
            <a:ext cx="2608513" cy="1780849"/>
          </a:xfrm>
          <a:prstGeom prst="roundRect">
            <a:avLst>
              <a:gd name="adj" fmla="val 805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5204D5E6-90DA-499B-881C-AC1606E57C60}"/>
              </a:ext>
            </a:extLst>
          </p:cNvPr>
          <p:cNvSpPr/>
          <p:nvPr/>
        </p:nvSpPr>
        <p:spPr>
          <a:xfrm>
            <a:off x="11495231" y="4079564"/>
            <a:ext cx="196097" cy="1746059"/>
          </a:xfrm>
          <a:prstGeom prst="rect">
            <a:avLst/>
          </a:prstGeom>
          <a:gradFill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0" name="箭號: 向右 1579">
            <a:extLst>
              <a:ext uri="{FF2B5EF4-FFF2-40B4-BE49-F238E27FC236}">
                <a16:creationId xmlns:a16="http://schemas.microsoft.com/office/drawing/2014/main" id="{D0CD88C5-EBEE-42DB-AEDF-BA163F37D71A}"/>
              </a:ext>
            </a:extLst>
          </p:cNvPr>
          <p:cNvSpPr/>
          <p:nvPr/>
        </p:nvSpPr>
        <p:spPr>
          <a:xfrm>
            <a:off x="11192543" y="4880600"/>
            <a:ext cx="180000" cy="140400"/>
          </a:xfrm>
          <a:prstGeom prst="rightArrow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81" name="文字方塊 1580">
            <a:extLst>
              <a:ext uri="{FF2B5EF4-FFF2-40B4-BE49-F238E27FC236}">
                <a16:creationId xmlns:a16="http://schemas.microsoft.com/office/drawing/2014/main" id="{DB32D238-50F8-4E12-BC9A-04ADF63DABDD}"/>
              </a:ext>
            </a:extLst>
          </p:cNvPr>
          <p:cNvSpPr txBox="1"/>
          <p:nvPr/>
        </p:nvSpPr>
        <p:spPr>
          <a:xfrm>
            <a:off x="11265554" y="5718193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900"/>
            </a:lvl1pPr>
          </a:lstStyle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0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35" name="文字方塊 1634">
            <a:extLst>
              <a:ext uri="{FF2B5EF4-FFF2-40B4-BE49-F238E27FC236}">
                <a16:creationId xmlns:a16="http://schemas.microsoft.com/office/drawing/2014/main" id="{A361C48D-64D8-4141-9C33-0BE48A2E817E}"/>
              </a:ext>
            </a:extLst>
          </p:cNvPr>
          <p:cNvSpPr txBox="1"/>
          <p:nvPr/>
        </p:nvSpPr>
        <p:spPr>
          <a:xfrm>
            <a:off x="11265554" y="3971846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900"/>
            </a:lvl1pPr>
          </a:lstStyle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36" name="文字方塊 1635">
            <a:extLst>
              <a:ext uri="{FF2B5EF4-FFF2-40B4-BE49-F238E27FC236}">
                <a16:creationId xmlns:a16="http://schemas.microsoft.com/office/drawing/2014/main" id="{E0BE05DD-0ABC-42C6-B8B4-60E4D90609FB}"/>
              </a:ext>
            </a:extLst>
          </p:cNvPr>
          <p:cNvSpPr txBox="1"/>
          <p:nvPr/>
        </p:nvSpPr>
        <p:spPr>
          <a:xfrm>
            <a:off x="11361033" y="3862742"/>
            <a:ext cx="4635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900"/>
            </a:lvl1pPr>
          </a:lstStyle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Purity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6" name="文字方塊 185">
            <a:extLst>
              <a:ext uri="{FF2B5EF4-FFF2-40B4-BE49-F238E27FC236}">
                <a16:creationId xmlns:a16="http://schemas.microsoft.com/office/drawing/2014/main" id="{035EE3AE-F8B8-40F1-8110-1EB384933A10}"/>
              </a:ext>
            </a:extLst>
          </p:cNvPr>
          <p:cNvSpPr txBox="1"/>
          <p:nvPr/>
        </p:nvSpPr>
        <p:spPr>
          <a:xfrm>
            <a:off x="9494415" y="3841930"/>
            <a:ext cx="1511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Haplotype Imbalance</a:t>
            </a:r>
          </a:p>
        </p:txBody>
      </p:sp>
      <p:pic>
        <p:nvPicPr>
          <p:cNvPr id="1260" name="圖片 1259">
            <a:extLst>
              <a:ext uri="{FF2B5EF4-FFF2-40B4-BE49-F238E27FC236}">
                <a16:creationId xmlns:a16="http://schemas.microsoft.com/office/drawing/2014/main" id="{B1AD5BD6-33C8-46B0-B8F3-33CE4F6ABA90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b="49203"/>
          <a:stretch/>
        </p:blipFill>
        <p:spPr>
          <a:xfrm>
            <a:off x="10416051" y="4725534"/>
            <a:ext cx="709543" cy="450532"/>
          </a:xfrm>
          <a:prstGeom prst="rect">
            <a:avLst/>
          </a:prstGeom>
        </p:spPr>
      </p:pic>
      <p:grpSp>
        <p:nvGrpSpPr>
          <p:cNvPr id="176" name="群組 175">
            <a:extLst>
              <a:ext uri="{FF2B5EF4-FFF2-40B4-BE49-F238E27FC236}">
                <a16:creationId xmlns:a16="http://schemas.microsoft.com/office/drawing/2014/main" id="{A3EDD498-F68E-42E0-9DEE-018737CB6BD1}"/>
              </a:ext>
            </a:extLst>
          </p:cNvPr>
          <p:cNvGrpSpPr/>
          <p:nvPr/>
        </p:nvGrpSpPr>
        <p:grpSpPr>
          <a:xfrm>
            <a:off x="8733932" y="4838546"/>
            <a:ext cx="265096" cy="224509"/>
            <a:chOff x="8918663" y="4261871"/>
            <a:chExt cx="587438" cy="497500"/>
          </a:xfrm>
        </p:grpSpPr>
        <p:grpSp>
          <p:nvGrpSpPr>
            <p:cNvPr id="1393" name="群組 1392">
              <a:extLst>
                <a:ext uri="{FF2B5EF4-FFF2-40B4-BE49-F238E27FC236}">
                  <a16:creationId xmlns:a16="http://schemas.microsoft.com/office/drawing/2014/main" id="{7F460B7C-3954-456B-87C5-1421CD3731E9}"/>
                </a:ext>
              </a:extLst>
            </p:cNvPr>
            <p:cNvGrpSpPr/>
            <p:nvPr/>
          </p:nvGrpSpPr>
          <p:grpSpPr>
            <a:xfrm>
              <a:off x="9048170" y="4570148"/>
              <a:ext cx="189223" cy="189223"/>
              <a:chOff x="949654" y="4248584"/>
              <a:chExt cx="254494" cy="254494"/>
            </a:xfrm>
          </p:grpSpPr>
          <p:grpSp>
            <p:nvGrpSpPr>
              <p:cNvPr id="1439" name="群組 1438">
                <a:extLst>
                  <a:ext uri="{FF2B5EF4-FFF2-40B4-BE49-F238E27FC236}">
                    <a16:creationId xmlns:a16="http://schemas.microsoft.com/office/drawing/2014/main" id="{2A18B56D-3EEF-4F89-87C1-782E02ACFE5F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41" name="橢圓 1440">
                  <a:extLst>
                    <a:ext uri="{FF2B5EF4-FFF2-40B4-BE49-F238E27FC236}">
                      <a16:creationId xmlns:a16="http://schemas.microsoft.com/office/drawing/2014/main" id="{FBE6ECC1-FE99-4AE9-915E-1DD33911C1D6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42" name="橢圓 1441">
                  <a:extLst>
                    <a:ext uri="{FF2B5EF4-FFF2-40B4-BE49-F238E27FC236}">
                      <a16:creationId xmlns:a16="http://schemas.microsoft.com/office/drawing/2014/main" id="{A111825A-65A2-477F-B470-3630FBCB68DE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40" name="橢圓 1439">
                <a:extLst>
                  <a:ext uri="{FF2B5EF4-FFF2-40B4-BE49-F238E27FC236}">
                    <a16:creationId xmlns:a16="http://schemas.microsoft.com/office/drawing/2014/main" id="{DD017E80-3C6D-4E8B-8657-D5C2EFCED62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4" name="群組 1393">
              <a:extLst>
                <a:ext uri="{FF2B5EF4-FFF2-40B4-BE49-F238E27FC236}">
                  <a16:creationId xmlns:a16="http://schemas.microsoft.com/office/drawing/2014/main" id="{F921CA64-5A9D-4B14-BBE9-5692EE6782ED}"/>
                </a:ext>
              </a:extLst>
            </p:cNvPr>
            <p:cNvGrpSpPr/>
            <p:nvPr/>
          </p:nvGrpSpPr>
          <p:grpSpPr>
            <a:xfrm>
              <a:off x="9186936" y="4261871"/>
              <a:ext cx="189223" cy="189223"/>
              <a:chOff x="949654" y="4248584"/>
              <a:chExt cx="254494" cy="254494"/>
            </a:xfrm>
          </p:grpSpPr>
          <p:grpSp>
            <p:nvGrpSpPr>
              <p:cNvPr id="1435" name="群組 1434">
                <a:extLst>
                  <a:ext uri="{FF2B5EF4-FFF2-40B4-BE49-F238E27FC236}">
                    <a16:creationId xmlns:a16="http://schemas.microsoft.com/office/drawing/2014/main" id="{29B57481-AC97-49BE-B5E0-D20AE71CC1C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37" name="橢圓 1436">
                  <a:extLst>
                    <a:ext uri="{FF2B5EF4-FFF2-40B4-BE49-F238E27FC236}">
                      <a16:creationId xmlns:a16="http://schemas.microsoft.com/office/drawing/2014/main" id="{147ACDBE-CA3B-44D0-A0B3-F6F3A647D490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38" name="橢圓 1437">
                  <a:extLst>
                    <a:ext uri="{FF2B5EF4-FFF2-40B4-BE49-F238E27FC236}">
                      <a16:creationId xmlns:a16="http://schemas.microsoft.com/office/drawing/2014/main" id="{D94B7655-1853-41FB-8054-70B9F9110819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36" name="橢圓 1435">
                <a:extLst>
                  <a:ext uri="{FF2B5EF4-FFF2-40B4-BE49-F238E27FC236}">
                    <a16:creationId xmlns:a16="http://schemas.microsoft.com/office/drawing/2014/main" id="{B95FBB05-F6A5-4251-B29A-F153F4B5897D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5" name="群組 1394">
              <a:extLst>
                <a:ext uri="{FF2B5EF4-FFF2-40B4-BE49-F238E27FC236}">
                  <a16:creationId xmlns:a16="http://schemas.microsoft.com/office/drawing/2014/main" id="{43036362-4AF4-4454-B41E-C161EC916920}"/>
                </a:ext>
              </a:extLst>
            </p:cNvPr>
            <p:cNvGrpSpPr/>
            <p:nvPr/>
          </p:nvGrpSpPr>
          <p:grpSpPr>
            <a:xfrm>
              <a:off x="9316878" y="4348047"/>
              <a:ext cx="189223" cy="189223"/>
              <a:chOff x="949654" y="4248584"/>
              <a:chExt cx="254494" cy="254494"/>
            </a:xfrm>
          </p:grpSpPr>
          <p:grpSp>
            <p:nvGrpSpPr>
              <p:cNvPr id="1431" name="群組 1430">
                <a:extLst>
                  <a:ext uri="{FF2B5EF4-FFF2-40B4-BE49-F238E27FC236}">
                    <a16:creationId xmlns:a16="http://schemas.microsoft.com/office/drawing/2014/main" id="{2FBF3015-B66F-4CDA-96FE-6C2035E7171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33" name="橢圓 1432">
                  <a:extLst>
                    <a:ext uri="{FF2B5EF4-FFF2-40B4-BE49-F238E27FC236}">
                      <a16:creationId xmlns:a16="http://schemas.microsoft.com/office/drawing/2014/main" id="{77C71E21-4FC4-45BB-B2D2-62A4E684E5BE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434" name="橢圓 1433">
                  <a:extLst>
                    <a:ext uri="{FF2B5EF4-FFF2-40B4-BE49-F238E27FC236}">
                      <a16:creationId xmlns:a16="http://schemas.microsoft.com/office/drawing/2014/main" id="{9C974B82-0B07-434B-90E0-5381D5CD2699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32" name="橢圓 1431">
                <a:extLst>
                  <a:ext uri="{FF2B5EF4-FFF2-40B4-BE49-F238E27FC236}">
                    <a16:creationId xmlns:a16="http://schemas.microsoft.com/office/drawing/2014/main" id="{4EAD190B-B8B4-46A2-B036-E71A8DFF460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6" name="群組 1395">
              <a:extLst>
                <a:ext uri="{FF2B5EF4-FFF2-40B4-BE49-F238E27FC236}">
                  <a16:creationId xmlns:a16="http://schemas.microsoft.com/office/drawing/2014/main" id="{25C16E07-0DDA-443A-AD3D-7DC8FEE1AEBB}"/>
                </a:ext>
              </a:extLst>
            </p:cNvPr>
            <p:cNvGrpSpPr/>
            <p:nvPr/>
          </p:nvGrpSpPr>
          <p:grpSpPr>
            <a:xfrm>
              <a:off x="9163553" y="4547268"/>
              <a:ext cx="189223" cy="189223"/>
              <a:chOff x="949654" y="4248584"/>
              <a:chExt cx="254494" cy="254494"/>
            </a:xfrm>
          </p:grpSpPr>
          <p:grpSp>
            <p:nvGrpSpPr>
              <p:cNvPr id="1427" name="群組 1426">
                <a:extLst>
                  <a:ext uri="{FF2B5EF4-FFF2-40B4-BE49-F238E27FC236}">
                    <a16:creationId xmlns:a16="http://schemas.microsoft.com/office/drawing/2014/main" id="{AABCD537-8707-492A-A19E-069B26AF5888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29" name="橢圓 1428">
                  <a:extLst>
                    <a:ext uri="{FF2B5EF4-FFF2-40B4-BE49-F238E27FC236}">
                      <a16:creationId xmlns:a16="http://schemas.microsoft.com/office/drawing/2014/main" id="{FD40FD90-3D1A-4C3A-B617-954148EAE867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30" name="橢圓 1429">
                  <a:extLst>
                    <a:ext uri="{FF2B5EF4-FFF2-40B4-BE49-F238E27FC236}">
                      <a16:creationId xmlns:a16="http://schemas.microsoft.com/office/drawing/2014/main" id="{00229BB6-D647-475F-935E-86990C99BAFB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28" name="橢圓 1427">
                <a:extLst>
                  <a:ext uri="{FF2B5EF4-FFF2-40B4-BE49-F238E27FC236}">
                    <a16:creationId xmlns:a16="http://schemas.microsoft.com/office/drawing/2014/main" id="{E3A1C588-5B08-4D40-8934-953A7009F94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7" name="群組 1396">
              <a:extLst>
                <a:ext uri="{FF2B5EF4-FFF2-40B4-BE49-F238E27FC236}">
                  <a16:creationId xmlns:a16="http://schemas.microsoft.com/office/drawing/2014/main" id="{DE1269AA-EC28-4741-A40E-C3C781366D7A}"/>
                </a:ext>
              </a:extLst>
            </p:cNvPr>
            <p:cNvGrpSpPr/>
            <p:nvPr/>
          </p:nvGrpSpPr>
          <p:grpSpPr>
            <a:xfrm>
              <a:off x="9036824" y="4268618"/>
              <a:ext cx="189223" cy="189223"/>
              <a:chOff x="949654" y="4248584"/>
              <a:chExt cx="254494" cy="254494"/>
            </a:xfrm>
          </p:grpSpPr>
          <p:grpSp>
            <p:nvGrpSpPr>
              <p:cNvPr id="1423" name="群組 1422">
                <a:extLst>
                  <a:ext uri="{FF2B5EF4-FFF2-40B4-BE49-F238E27FC236}">
                    <a16:creationId xmlns:a16="http://schemas.microsoft.com/office/drawing/2014/main" id="{ABFC0593-854F-4C0A-9A63-6B00D7D50BA0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25" name="橢圓 1424">
                  <a:extLst>
                    <a:ext uri="{FF2B5EF4-FFF2-40B4-BE49-F238E27FC236}">
                      <a16:creationId xmlns:a16="http://schemas.microsoft.com/office/drawing/2014/main" id="{A635C157-44FF-44A7-B7F0-C9D5D2C5248F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26" name="橢圓 1425">
                  <a:extLst>
                    <a:ext uri="{FF2B5EF4-FFF2-40B4-BE49-F238E27FC236}">
                      <a16:creationId xmlns:a16="http://schemas.microsoft.com/office/drawing/2014/main" id="{58E77C28-DEB9-49EB-9F1A-DC3A1B07F866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24" name="橢圓 1423">
                <a:extLst>
                  <a:ext uri="{FF2B5EF4-FFF2-40B4-BE49-F238E27FC236}">
                    <a16:creationId xmlns:a16="http://schemas.microsoft.com/office/drawing/2014/main" id="{6A50A4DF-696F-482A-BD1F-76A4362A6E1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8" name="群組 1397">
              <a:extLst>
                <a:ext uri="{FF2B5EF4-FFF2-40B4-BE49-F238E27FC236}">
                  <a16:creationId xmlns:a16="http://schemas.microsoft.com/office/drawing/2014/main" id="{AF8A8078-18BA-4062-ADD0-77BABE31A690}"/>
                </a:ext>
              </a:extLst>
            </p:cNvPr>
            <p:cNvGrpSpPr/>
            <p:nvPr/>
          </p:nvGrpSpPr>
          <p:grpSpPr>
            <a:xfrm>
              <a:off x="8918663" y="4381599"/>
              <a:ext cx="189223" cy="189223"/>
              <a:chOff x="949654" y="4248584"/>
              <a:chExt cx="254494" cy="254494"/>
            </a:xfrm>
          </p:grpSpPr>
          <p:grpSp>
            <p:nvGrpSpPr>
              <p:cNvPr id="1419" name="群組 1418">
                <a:extLst>
                  <a:ext uri="{FF2B5EF4-FFF2-40B4-BE49-F238E27FC236}">
                    <a16:creationId xmlns:a16="http://schemas.microsoft.com/office/drawing/2014/main" id="{4FC52B82-1F75-49B4-A10C-E6FAE2C9DDF1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21" name="橢圓 1420">
                  <a:extLst>
                    <a:ext uri="{FF2B5EF4-FFF2-40B4-BE49-F238E27FC236}">
                      <a16:creationId xmlns:a16="http://schemas.microsoft.com/office/drawing/2014/main" id="{426D8A50-B684-4332-A9B2-5E979685EC33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22" name="橢圓 1421">
                  <a:extLst>
                    <a:ext uri="{FF2B5EF4-FFF2-40B4-BE49-F238E27FC236}">
                      <a16:creationId xmlns:a16="http://schemas.microsoft.com/office/drawing/2014/main" id="{084A10F5-F4F5-4C83-A58B-E8973BCD366B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20" name="橢圓 1419">
                <a:extLst>
                  <a:ext uri="{FF2B5EF4-FFF2-40B4-BE49-F238E27FC236}">
                    <a16:creationId xmlns:a16="http://schemas.microsoft.com/office/drawing/2014/main" id="{CA8E7C03-046A-41DA-A6DC-23D525F41358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9" name="群組 1398">
              <a:extLst>
                <a:ext uri="{FF2B5EF4-FFF2-40B4-BE49-F238E27FC236}">
                  <a16:creationId xmlns:a16="http://schemas.microsoft.com/office/drawing/2014/main" id="{98388EB5-04F4-4D04-A4FD-E5CE16A79BA0}"/>
                </a:ext>
              </a:extLst>
            </p:cNvPr>
            <p:cNvGrpSpPr/>
            <p:nvPr/>
          </p:nvGrpSpPr>
          <p:grpSpPr>
            <a:xfrm>
              <a:off x="8955368" y="4512736"/>
              <a:ext cx="189223" cy="189223"/>
              <a:chOff x="949654" y="4248584"/>
              <a:chExt cx="254494" cy="254494"/>
            </a:xfrm>
          </p:grpSpPr>
          <p:grpSp>
            <p:nvGrpSpPr>
              <p:cNvPr id="1415" name="群組 1414">
                <a:extLst>
                  <a:ext uri="{FF2B5EF4-FFF2-40B4-BE49-F238E27FC236}">
                    <a16:creationId xmlns:a16="http://schemas.microsoft.com/office/drawing/2014/main" id="{CBE1C1E6-2CCF-4794-8DC3-1BD76B5D771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17" name="橢圓 1416">
                  <a:extLst>
                    <a:ext uri="{FF2B5EF4-FFF2-40B4-BE49-F238E27FC236}">
                      <a16:creationId xmlns:a16="http://schemas.microsoft.com/office/drawing/2014/main" id="{30DF33A9-CA88-41D5-BF91-619A5E28C8BB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18" name="橢圓 1417">
                  <a:extLst>
                    <a:ext uri="{FF2B5EF4-FFF2-40B4-BE49-F238E27FC236}">
                      <a16:creationId xmlns:a16="http://schemas.microsoft.com/office/drawing/2014/main" id="{CE0B76DE-2DC6-4585-8AEA-22964CFE246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16" name="橢圓 1415">
                <a:extLst>
                  <a:ext uri="{FF2B5EF4-FFF2-40B4-BE49-F238E27FC236}">
                    <a16:creationId xmlns:a16="http://schemas.microsoft.com/office/drawing/2014/main" id="{E3F0FF3D-9701-4301-992B-E88AF17AC492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0" name="群組 1399">
              <a:extLst>
                <a:ext uri="{FF2B5EF4-FFF2-40B4-BE49-F238E27FC236}">
                  <a16:creationId xmlns:a16="http://schemas.microsoft.com/office/drawing/2014/main" id="{DA38CE0B-DA25-457F-ADD6-90BED99FBB91}"/>
                </a:ext>
              </a:extLst>
            </p:cNvPr>
            <p:cNvGrpSpPr/>
            <p:nvPr/>
          </p:nvGrpSpPr>
          <p:grpSpPr>
            <a:xfrm>
              <a:off x="9308403" y="4488715"/>
              <a:ext cx="189223" cy="189223"/>
              <a:chOff x="949654" y="4248584"/>
              <a:chExt cx="254494" cy="254494"/>
            </a:xfrm>
          </p:grpSpPr>
          <p:grpSp>
            <p:nvGrpSpPr>
              <p:cNvPr id="1411" name="群組 1410">
                <a:extLst>
                  <a:ext uri="{FF2B5EF4-FFF2-40B4-BE49-F238E27FC236}">
                    <a16:creationId xmlns:a16="http://schemas.microsoft.com/office/drawing/2014/main" id="{3D62D558-4326-44A6-A310-F8EB48BB80B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13" name="橢圓 1412">
                  <a:extLst>
                    <a:ext uri="{FF2B5EF4-FFF2-40B4-BE49-F238E27FC236}">
                      <a16:creationId xmlns:a16="http://schemas.microsoft.com/office/drawing/2014/main" id="{32D7B0CA-F60F-4952-BE22-6C46684CAE1F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14" name="橢圓 1413">
                  <a:extLst>
                    <a:ext uri="{FF2B5EF4-FFF2-40B4-BE49-F238E27FC236}">
                      <a16:creationId xmlns:a16="http://schemas.microsoft.com/office/drawing/2014/main" id="{1D3E6C02-07C4-4D7C-9C8F-72ACA6CF65C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12" name="橢圓 1411">
                <a:extLst>
                  <a:ext uri="{FF2B5EF4-FFF2-40B4-BE49-F238E27FC236}">
                    <a16:creationId xmlns:a16="http://schemas.microsoft.com/office/drawing/2014/main" id="{72A7691F-561F-4356-B09A-CB25DE6AC806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1" name="群組 1400">
              <a:extLst>
                <a:ext uri="{FF2B5EF4-FFF2-40B4-BE49-F238E27FC236}">
                  <a16:creationId xmlns:a16="http://schemas.microsoft.com/office/drawing/2014/main" id="{48B975BD-ADD2-4108-899C-67EC83520ECD}"/>
                </a:ext>
              </a:extLst>
            </p:cNvPr>
            <p:cNvGrpSpPr/>
            <p:nvPr/>
          </p:nvGrpSpPr>
          <p:grpSpPr>
            <a:xfrm>
              <a:off x="9049410" y="4431242"/>
              <a:ext cx="189223" cy="189223"/>
              <a:chOff x="949654" y="4248584"/>
              <a:chExt cx="254494" cy="254494"/>
            </a:xfrm>
          </p:grpSpPr>
          <p:grpSp>
            <p:nvGrpSpPr>
              <p:cNvPr id="1407" name="群組 1406">
                <a:extLst>
                  <a:ext uri="{FF2B5EF4-FFF2-40B4-BE49-F238E27FC236}">
                    <a16:creationId xmlns:a16="http://schemas.microsoft.com/office/drawing/2014/main" id="{48C1DF86-4F69-41FB-897D-A0A701EB8896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09" name="橢圓 1408">
                  <a:extLst>
                    <a:ext uri="{FF2B5EF4-FFF2-40B4-BE49-F238E27FC236}">
                      <a16:creationId xmlns:a16="http://schemas.microsoft.com/office/drawing/2014/main" id="{76CD2FA5-06AE-4286-9346-31A7F83E98E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10" name="橢圓 1409">
                  <a:extLst>
                    <a:ext uri="{FF2B5EF4-FFF2-40B4-BE49-F238E27FC236}">
                      <a16:creationId xmlns:a16="http://schemas.microsoft.com/office/drawing/2014/main" id="{DBC5CE5A-0826-42A8-AFF7-1BC692930D9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08" name="橢圓 1407">
                <a:extLst>
                  <a:ext uri="{FF2B5EF4-FFF2-40B4-BE49-F238E27FC236}">
                    <a16:creationId xmlns:a16="http://schemas.microsoft.com/office/drawing/2014/main" id="{D8679E09-8900-4E04-9FDB-1575F19EA1EA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2" name="群組 1401">
              <a:extLst>
                <a:ext uri="{FF2B5EF4-FFF2-40B4-BE49-F238E27FC236}">
                  <a16:creationId xmlns:a16="http://schemas.microsoft.com/office/drawing/2014/main" id="{0AA0EB47-4034-4062-A180-2C07B964B224}"/>
                </a:ext>
              </a:extLst>
            </p:cNvPr>
            <p:cNvGrpSpPr/>
            <p:nvPr/>
          </p:nvGrpSpPr>
          <p:grpSpPr>
            <a:xfrm>
              <a:off x="9165974" y="4377612"/>
              <a:ext cx="189223" cy="189223"/>
              <a:chOff x="949654" y="4248584"/>
              <a:chExt cx="254494" cy="254494"/>
            </a:xfrm>
          </p:grpSpPr>
          <p:grpSp>
            <p:nvGrpSpPr>
              <p:cNvPr id="1403" name="群組 1402">
                <a:extLst>
                  <a:ext uri="{FF2B5EF4-FFF2-40B4-BE49-F238E27FC236}">
                    <a16:creationId xmlns:a16="http://schemas.microsoft.com/office/drawing/2014/main" id="{566552EC-D8EE-49F0-BBD0-09EA0E23C978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05" name="橢圓 1404">
                  <a:extLst>
                    <a:ext uri="{FF2B5EF4-FFF2-40B4-BE49-F238E27FC236}">
                      <a16:creationId xmlns:a16="http://schemas.microsoft.com/office/drawing/2014/main" id="{ECEB0FCB-7644-4F21-9D50-3577BAC8D129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06" name="橢圓 1405">
                  <a:extLst>
                    <a:ext uri="{FF2B5EF4-FFF2-40B4-BE49-F238E27FC236}">
                      <a16:creationId xmlns:a16="http://schemas.microsoft.com/office/drawing/2014/main" id="{78C25347-E553-49EA-9D2D-1AB4A7539C9F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04" name="橢圓 1403">
                <a:extLst>
                  <a:ext uri="{FF2B5EF4-FFF2-40B4-BE49-F238E27FC236}">
                    <a16:creationId xmlns:a16="http://schemas.microsoft.com/office/drawing/2014/main" id="{B9834568-EB81-4B0A-942B-57A81924D431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656" name="箭號: 五邊形 1655">
            <a:extLst>
              <a:ext uri="{FF2B5EF4-FFF2-40B4-BE49-F238E27FC236}">
                <a16:creationId xmlns:a16="http://schemas.microsoft.com/office/drawing/2014/main" id="{376E8E5D-C0A3-4719-A98E-7378B68A7AAC}"/>
              </a:ext>
            </a:extLst>
          </p:cNvPr>
          <p:cNvSpPr/>
          <p:nvPr/>
        </p:nvSpPr>
        <p:spPr>
          <a:xfrm>
            <a:off x="9509860" y="4917604"/>
            <a:ext cx="642748" cy="45719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aseline="-25000">
              <a:solidFill>
                <a:schemeClr val="accent6">
                  <a:lumMod val="20000"/>
                  <a:lumOff val="80000"/>
                </a:schemeClr>
              </a:solidFill>
              <a:latin typeface="Calibri"/>
              <a:ea typeface="微軟正黑體"/>
            </a:endParaRPr>
          </a:p>
        </p:txBody>
      </p:sp>
      <p:sp>
        <p:nvSpPr>
          <p:cNvPr id="1700" name="文字方塊 1699">
            <a:extLst>
              <a:ext uri="{FF2B5EF4-FFF2-40B4-BE49-F238E27FC236}">
                <a16:creationId xmlns:a16="http://schemas.microsoft.com/office/drawing/2014/main" id="{B4A6F598-99BF-43A9-BF34-F1218C9ACCBC}"/>
              </a:ext>
            </a:extLst>
          </p:cNvPr>
          <p:cNvSpPr txBox="1"/>
          <p:nvPr/>
        </p:nvSpPr>
        <p:spPr>
          <a:xfrm>
            <a:off x="8997123" y="4689248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rgbClr val="C55A11"/>
                </a:solidFill>
              </a:defRPr>
            </a:lvl1pPr>
          </a:lstStyle>
          <a:p>
            <a:r>
              <a:rPr lang="en-US" altLang="zh-TW" sz="1200" dirty="0"/>
              <a:t>HP1-1</a:t>
            </a:r>
            <a:endParaRPr lang="zh-TW" altLang="en-US" sz="1200" dirty="0"/>
          </a:p>
        </p:txBody>
      </p:sp>
      <p:sp>
        <p:nvSpPr>
          <p:cNvPr id="1701" name="文字方塊 1700">
            <a:extLst>
              <a:ext uri="{FF2B5EF4-FFF2-40B4-BE49-F238E27FC236}">
                <a16:creationId xmlns:a16="http://schemas.microsoft.com/office/drawing/2014/main" id="{9710905F-082A-4F92-BBAF-BB9D7F71D197}"/>
              </a:ext>
            </a:extLst>
          </p:cNvPr>
          <p:cNvSpPr txBox="1"/>
          <p:nvPr/>
        </p:nvSpPr>
        <p:spPr>
          <a:xfrm>
            <a:off x="8997123" y="4809107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altLang="zh-TW" dirty="0"/>
              <a:t>HP1</a:t>
            </a:r>
            <a:endParaRPr lang="zh-TW" altLang="en-US" dirty="0"/>
          </a:p>
        </p:txBody>
      </p:sp>
      <p:pic>
        <p:nvPicPr>
          <p:cNvPr id="1259" name="圖片 1258">
            <a:extLst>
              <a:ext uri="{FF2B5EF4-FFF2-40B4-BE49-F238E27FC236}">
                <a16:creationId xmlns:a16="http://schemas.microsoft.com/office/drawing/2014/main" id="{565203BC-AD7D-4F07-AEFF-FFCB9DD18429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1" b="49202"/>
          <a:stretch/>
        </p:blipFill>
        <p:spPr>
          <a:xfrm>
            <a:off x="10416051" y="4113066"/>
            <a:ext cx="709543" cy="450530"/>
          </a:xfrm>
          <a:prstGeom prst="rect">
            <a:avLst/>
          </a:prstGeom>
        </p:spPr>
      </p:pic>
      <p:grpSp>
        <p:nvGrpSpPr>
          <p:cNvPr id="1448" name="群組 1447">
            <a:extLst>
              <a:ext uri="{FF2B5EF4-FFF2-40B4-BE49-F238E27FC236}">
                <a16:creationId xmlns:a16="http://schemas.microsoft.com/office/drawing/2014/main" id="{9C05F461-B56B-45F1-967A-936E2602C663}"/>
              </a:ext>
            </a:extLst>
          </p:cNvPr>
          <p:cNvGrpSpPr/>
          <p:nvPr/>
        </p:nvGrpSpPr>
        <p:grpSpPr>
          <a:xfrm>
            <a:off x="8727717" y="4226077"/>
            <a:ext cx="265096" cy="224509"/>
            <a:chOff x="147687" y="2682445"/>
            <a:chExt cx="790071" cy="669110"/>
          </a:xfrm>
        </p:grpSpPr>
        <p:grpSp>
          <p:nvGrpSpPr>
            <p:cNvPr id="1449" name="群組 1448">
              <a:extLst>
                <a:ext uri="{FF2B5EF4-FFF2-40B4-BE49-F238E27FC236}">
                  <a16:creationId xmlns:a16="http://schemas.microsoft.com/office/drawing/2014/main" id="{0DC48D23-F007-4024-BE98-0AC18C83E62E}"/>
                </a:ext>
              </a:extLst>
            </p:cNvPr>
            <p:cNvGrpSpPr/>
            <p:nvPr/>
          </p:nvGrpSpPr>
          <p:grpSpPr>
            <a:xfrm>
              <a:off x="321866" y="3097061"/>
              <a:ext cx="254494" cy="254494"/>
              <a:chOff x="949654" y="4248584"/>
              <a:chExt cx="254494" cy="254494"/>
            </a:xfrm>
          </p:grpSpPr>
          <p:grpSp>
            <p:nvGrpSpPr>
              <p:cNvPr id="1507" name="群組 1506">
                <a:extLst>
                  <a:ext uri="{FF2B5EF4-FFF2-40B4-BE49-F238E27FC236}">
                    <a16:creationId xmlns:a16="http://schemas.microsoft.com/office/drawing/2014/main" id="{70ACB9E8-5BFF-461D-A316-CA7FD628B2A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509" name="橢圓 1508">
                  <a:extLst>
                    <a:ext uri="{FF2B5EF4-FFF2-40B4-BE49-F238E27FC236}">
                      <a16:creationId xmlns:a16="http://schemas.microsoft.com/office/drawing/2014/main" id="{7F2B9ADE-8D93-443F-AE4D-35E5CA39771F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10" name="橢圓 1509">
                  <a:extLst>
                    <a:ext uri="{FF2B5EF4-FFF2-40B4-BE49-F238E27FC236}">
                      <a16:creationId xmlns:a16="http://schemas.microsoft.com/office/drawing/2014/main" id="{E0EC5C99-F297-4980-A2B9-02DBB1BC6BD5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08" name="橢圓 1507">
                <a:extLst>
                  <a:ext uri="{FF2B5EF4-FFF2-40B4-BE49-F238E27FC236}">
                    <a16:creationId xmlns:a16="http://schemas.microsoft.com/office/drawing/2014/main" id="{8B8527C0-7266-4A72-994D-ACC0287DF4B5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0" name="群組 1449">
              <a:extLst>
                <a:ext uri="{FF2B5EF4-FFF2-40B4-BE49-F238E27FC236}">
                  <a16:creationId xmlns:a16="http://schemas.microsoft.com/office/drawing/2014/main" id="{F13292DF-B0A7-4AF6-9746-18E2263A1851}"/>
                </a:ext>
              </a:extLst>
            </p:cNvPr>
            <p:cNvGrpSpPr/>
            <p:nvPr/>
          </p:nvGrpSpPr>
          <p:grpSpPr>
            <a:xfrm>
              <a:off x="508499" y="2682445"/>
              <a:ext cx="254494" cy="254494"/>
              <a:chOff x="949654" y="4248584"/>
              <a:chExt cx="254494" cy="254494"/>
            </a:xfrm>
          </p:grpSpPr>
          <p:grpSp>
            <p:nvGrpSpPr>
              <p:cNvPr id="1503" name="群組 1502">
                <a:extLst>
                  <a:ext uri="{FF2B5EF4-FFF2-40B4-BE49-F238E27FC236}">
                    <a16:creationId xmlns:a16="http://schemas.microsoft.com/office/drawing/2014/main" id="{FB31C16B-A6BB-4757-A114-C97124537E0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505" name="橢圓 1504">
                  <a:extLst>
                    <a:ext uri="{FF2B5EF4-FFF2-40B4-BE49-F238E27FC236}">
                      <a16:creationId xmlns:a16="http://schemas.microsoft.com/office/drawing/2014/main" id="{1F6B47EE-DA1E-4A13-B43C-A6F21D877E6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06" name="橢圓 1505">
                  <a:extLst>
                    <a:ext uri="{FF2B5EF4-FFF2-40B4-BE49-F238E27FC236}">
                      <a16:creationId xmlns:a16="http://schemas.microsoft.com/office/drawing/2014/main" id="{E422BA53-4EC5-431C-A7C7-D05AB513931C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04" name="橢圓 1503">
                <a:extLst>
                  <a:ext uri="{FF2B5EF4-FFF2-40B4-BE49-F238E27FC236}">
                    <a16:creationId xmlns:a16="http://schemas.microsoft.com/office/drawing/2014/main" id="{5F2D89DF-D02F-40D5-9FE2-2E9A1CC8FAD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1" name="群組 1450">
              <a:extLst>
                <a:ext uri="{FF2B5EF4-FFF2-40B4-BE49-F238E27FC236}">
                  <a16:creationId xmlns:a16="http://schemas.microsoft.com/office/drawing/2014/main" id="{D784FE6F-AF15-4918-9780-D541EDA6FF79}"/>
                </a:ext>
              </a:extLst>
            </p:cNvPr>
            <p:cNvGrpSpPr/>
            <p:nvPr/>
          </p:nvGrpSpPr>
          <p:grpSpPr>
            <a:xfrm>
              <a:off x="683264" y="2798347"/>
              <a:ext cx="254494" cy="254494"/>
              <a:chOff x="949654" y="4248584"/>
              <a:chExt cx="254494" cy="254494"/>
            </a:xfrm>
          </p:grpSpPr>
          <p:grpSp>
            <p:nvGrpSpPr>
              <p:cNvPr id="1499" name="群組 1498">
                <a:extLst>
                  <a:ext uri="{FF2B5EF4-FFF2-40B4-BE49-F238E27FC236}">
                    <a16:creationId xmlns:a16="http://schemas.microsoft.com/office/drawing/2014/main" id="{EB723891-E992-4949-B121-47431FC10E1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501" name="橢圓 1500">
                  <a:extLst>
                    <a:ext uri="{FF2B5EF4-FFF2-40B4-BE49-F238E27FC236}">
                      <a16:creationId xmlns:a16="http://schemas.microsoft.com/office/drawing/2014/main" id="{C5411792-23AE-4448-834E-6FB5DE36534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02" name="橢圓 1501">
                  <a:extLst>
                    <a:ext uri="{FF2B5EF4-FFF2-40B4-BE49-F238E27FC236}">
                      <a16:creationId xmlns:a16="http://schemas.microsoft.com/office/drawing/2014/main" id="{B610E7DB-9DD9-4BDD-ADC9-2A458B9263A0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00" name="橢圓 1499">
                <a:extLst>
                  <a:ext uri="{FF2B5EF4-FFF2-40B4-BE49-F238E27FC236}">
                    <a16:creationId xmlns:a16="http://schemas.microsoft.com/office/drawing/2014/main" id="{8FCA34EC-D7F0-4D86-93A1-69E4F87A60E2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2" name="群組 1451">
              <a:extLst>
                <a:ext uri="{FF2B5EF4-FFF2-40B4-BE49-F238E27FC236}">
                  <a16:creationId xmlns:a16="http://schemas.microsoft.com/office/drawing/2014/main" id="{9AF26ED0-DDF6-426B-B9A4-4A8F77D1FBD4}"/>
                </a:ext>
              </a:extLst>
            </p:cNvPr>
            <p:cNvGrpSpPr/>
            <p:nvPr/>
          </p:nvGrpSpPr>
          <p:grpSpPr>
            <a:xfrm>
              <a:off x="477050" y="3066288"/>
              <a:ext cx="254494" cy="254494"/>
              <a:chOff x="949654" y="4248584"/>
              <a:chExt cx="254494" cy="254494"/>
            </a:xfrm>
          </p:grpSpPr>
          <p:grpSp>
            <p:nvGrpSpPr>
              <p:cNvPr id="1495" name="群組 1494">
                <a:extLst>
                  <a:ext uri="{FF2B5EF4-FFF2-40B4-BE49-F238E27FC236}">
                    <a16:creationId xmlns:a16="http://schemas.microsoft.com/office/drawing/2014/main" id="{A5F99BCE-771D-425F-964F-3701C14D708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97" name="橢圓 1496">
                  <a:extLst>
                    <a:ext uri="{FF2B5EF4-FFF2-40B4-BE49-F238E27FC236}">
                      <a16:creationId xmlns:a16="http://schemas.microsoft.com/office/drawing/2014/main" id="{257D9D63-1897-4C27-9EC8-FB9189F98D06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98" name="橢圓 1497">
                  <a:extLst>
                    <a:ext uri="{FF2B5EF4-FFF2-40B4-BE49-F238E27FC236}">
                      <a16:creationId xmlns:a16="http://schemas.microsoft.com/office/drawing/2014/main" id="{92B636E6-AE01-4FC7-95F8-E711B6684DB1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96" name="橢圓 1495">
                <a:extLst>
                  <a:ext uri="{FF2B5EF4-FFF2-40B4-BE49-F238E27FC236}">
                    <a16:creationId xmlns:a16="http://schemas.microsoft.com/office/drawing/2014/main" id="{91AE3879-B692-4972-B415-5FEEEB5D1D5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7" name="群組 1456">
              <a:extLst>
                <a:ext uri="{FF2B5EF4-FFF2-40B4-BE49-F238E27FC236}">
                  <a16:creationId xmlns:a16="http://schemas.microsoft.com/office/drawing/2014/main" id="{8A508BA1-FB23-4E69-BBB4-9EE23F202E44}"/>
                </a:ext>
              </a:extLst>
            </p:cNvPr>
            <p:cNvGrpSpPr/>
            <p:nvPr/>
          </p:nvGrpSpPr>
          <p:grpSpPr>
            <a:xfrm>
              <a:off x="306607" y="2691519"/>
              <a:ext cx="254494" cy="254494"/>
              <a:chOff x="949654" y="4248584"/>
              <a:chExt cx="254494" cy="254494"/>
            </a:xfrm>
          </p:grpSpPr>
          <p:grpSp>
            <p:nvGrpSpPr>
              <p:cNvPr id="1491" name="群組 1490">
                <a:extLst>
                  <a:ext uri="{FF2B5EF4-FFF2-40B4-BE49-F238E27FC236}">
                    <a16:creationId xmlns:a16="http://schemas.microsoft.com/office/drawing/2014/main" id="{32F1AFD3-EA1E-46D0-9986-F131090CC67E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93" name="橢圓 1492">
                  <a:extLst>
                    <a:ext uri="{FF2B5EF4-FFF2-40B4-BE49-F238E27FC236}">
                      <a16:creationId xmlns:a16="http://schemas.microsoft.com/office/drawing/2014/main" id="{44272810-7433-4B2A-A0F3-F9EC4CF2274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94" name="橢圓 1493">
                  <a:extLst>
                    <a:ext uri="{FF2B5EF4-FFF2-40B4-BE49-F238E27FC236}">
                      <a16:creationId xmlns:a16="http://schemas.microsoft.com/office/drawing/2014/main" id="{F83C4CCF-1ABE-4B2A-A958-07C27DF132D6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92" name="橢圓 1491">
                <a:extLst>
                  <a:ext uri="{FF2B5EF4-FFF2-40B4-BE49-F238E27FC236}">
                    <a16:creationId xmlns:a16="http://schemas.microsoft.com/office/drawing/2014/main" id="{4A6638A2-FFEB-4C90-83C4-6166D527E8A2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8" name="群組 1457">
              <a:extLst>
                <a:ext uri="{FF2B5EF4-FFF2-40B4-BE49-F238E27FC236}">
                  <a16:creationId xmlns:a16="http://schemas.microsoft.com/office/drawing/2014/main" id="{CA1F7C75-0953-4358-83AA-524FD05A72A6}"/>
                </a:ext>
              </a:extLst>
            </p:cNvPr>
            <p:cNvGrpSpPr/>
            <p:nvPr/>
          </p:nvGrpSpPr>
          <p:grpSpPr>
            <a:xfrm>
              <a:off x="147687" y="2843472"/>
              <a:ext cx="254494" cy="254494"/>
              <a:chOff x="949654" y="4248584"/>
              <a:chExt cx="254494" cy="254494"/>
            </a:xfrm>
          </p:grpSpPr>
          <p:grpSp>
            <p:nvGrpSpPr>
              <p:cNvPr id="1487" name="群組 1486">
                <a:extLst>
                  <a:ext uri="{FF2B5EF4-FFF2-40B4-BE49-F238E27FC236}">
                    <a16:creationId xmlns:a16="http://schemas.microsoft.com/office/drawing/2014/main" id="{9AB8FFB5-7D30-4767-B592-232232D47847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89" name="橢圓 1488">
                  <a:extLst>
                    <a:ext uri="{FF2B5EF4-FFF2-40B4-BE49-F238E27FC236}">
                      <a16:creationId xmlns:a16="http://schemas.microsoft.com/office/drawing/2014/main" id="{703FA9E0-83DF-45D9-8253-F599E5F010F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90" name="橢圓 1489">
                  <a:extLst>
                    <a:ext uri="{FF2B5EF4-FFF2-40B4-BE49-F238E27FC236}">
                      <a16:creationId xmlns:a16="http://schemas.microsoft.com/office/drawing/2014/main" id="{0975F2F3-E887-47DC-A33F-D32243742ACE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88" name="橢圓 1487">
                <a:extLst>
                  <a:ext uri="{FF2B5EF4-FFF2-40B4-BE49-F238E27FC236}">
                    <a16:creationId xmlns:a16="http://schemas.microsoft.com/office/drawing/2014/main" id="{37981D66-0F7A-43C3-964C-E960B04E322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59" name="群組 1458">
              <a:extLst>
                <a:ext uri="{FF2B5EF4-FFF2-40B4-BE49-F238E27FC236}">
                  <a16:creationId xmlns:a16="http://schemas.microsoft.com/office/drawing/2014/main" id="{19AED948-2913-40A6-B3EE-65DB00EF73D5}"/>
                </a:ext>
              </a:extLst>
            </p:cNvPr>
            <p:cNvGrpSpPr/>
            <p:nvPr/>
          </p:nvGrpSpPr>
          <p:grpSpPr>
            <a:xfrm>
              <a:off x="197053" y="3019845"/>
              <a:ext cx="254494" cy="254494"/>
              <a:chOff x="949654" y="4248584"/>
              <a:chExt cx="254494" cy="254494"/>
            </a:xfrm>
          </p:grpSpPr>
          <p:grpSp>
            <p:nvGrpSpPr>
              <p:cNvPr id="1483" name="群組 1482">
                <a:extLst>
                  <a:ext uri="{FF2B5EF4-FFF2-40B4-BE49-F238E27FC236}">
                    <a16:creationId xmlns:a16="http://schemas.microsoft.com/office/drawing/2014/main" id="{3DEF3C24-F739-4A38-A00A-2E50A2E87E5A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85" name="橢圓 1484">
                  <a:extLst>
                    <a:ext uri="{FF2B5EF4-FFF2-40B4-BE49-F238E27FC236}">
                      <a16:creationId xmlns:a16="http://schemas.microsoft.com/office/drawing/2014/main" id="{9DC19D1D-987E-435C-9D73-3E9817FEA7FE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86" name="橢圓 1485">
                  <a:extLst>
                    <a:ext uri="{FF2B5EF4-FFF2-40B4-BE49-F238E27FC236}">
                      <a16:creationId xmlns:a16="http://schemas.microsoft.com/office/drawing/2014/main" id="{F7CDF36D-460D-42F6-818B-6AAEB27E39D7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84" name="橢圓 1483">
                <a:extLst>
                  <a:ext uri="{FF2B5EF4-FFF2-40B4-BE49-F238E27FC236}">
                    <a16:creationId xmlns:a16="http://schemas.microsoft.com/office/drawing/2014/main" id="{3E9DEADE-7F6A-40CD-92B4-B5CA6AFDD02F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61" name="群組 1460">
              <a:extLst>
                <a:ext uri="{FF2B5EF4-FFF2-40B4-BE49-F238E27FC236}">
                  <a16:creationId xmlns:a16="http://schemas.microsoft.com/office/drawing/2014/main" id="{5D365427-4284-45BD-B5BC-F9F961A90E3C}"/>
                </a:ext>
              </a:extLst>
            </p:cNvPr>
            <p:cNvGrpSpPr/>
            <p:nvPr/>
          </p:nvGrpSpPr>
          <p:grpSpPr>
            <a:xfrm>
              <a:off x="671866" y="2987538"/>
              <a:ext cx="254494" cy="254494"/>
              <a:chOff x="949654" y="4248584"/>
              <a:chExt cx="254494" cy="254494"/>
            </a:xfrm>
          </p:grpSpPr>
          <p:grpSp>
            <p:nvGrpSpPr>
              <p:cNvPr id="1479" name="群組 1478">
                <a:extLst>
                  <a:ext uri="{FF2B5EF4-FFF2-40B4-BE49-F238E27FC236}">
                    <a16:creationId xmlns:a16="http://schemas.microsoft.com/office/drawing/2014/main" id="{11F9BE65-AB1D-41F5-AD5C-0531DA67CB12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81" name="橢圓 1480">
                  <a:extLst>
                    <a:ext uri="{FF2B5EF4-FFF2-40B4-BE49-F238E27FC236}">
                      <a16:creationId xmlns:a16="http://schemas.microsoft.com/office/drawing/2014/main" id="{CD45C2E6-1E24-4157-9846-C32CC1C27535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82" name="橢圓 1481">
                  <a:extLst>
                    <a:ext uri="{FF2B5EF4-FFF2-40B4-BE49-F238E27FC236}">
                      <a16:creationId xmlns:a16="http://schemas.microsoft.com/office/drawing/2014/main" id="{F79301F1-C376-456A-8A58-E9B42EB32A66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80" name="橢圓 1479">
                <a:extLst>
                  <a:ext uri="{FF2B5EF4-FFF2-40B4-BE49-F238E27FC236}">
                    <a16:creationId xmlns:a16="http://schemas.microsoft.com/office/drawing/2014/main" id="{67AA6430-29DA-49AB-AD94-B2742FC89A8E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62" name="群組 1461">
              <a:extLst>
                <a:ext uri="{FF2B5EF4-FFF2-40B4-BE49-F238E27FC236}">
                  <a16:creationId xmlns:a16="http://schemas.microsoft.com/office/drawing/2014/main" id="{E3A3A95D-9298-45BC-B8BA-50CA21330870}"/>
                </a:ext>
              </a:extLst>
            </p:cNvPr>
            <p:cNvGrpSpPr/>
            <p:nvPr/>
          </p:nvGrpSpPr>
          <p:grpSpPr>
            <a:xfrm>
              <a:off x="323534" y="2910240"/>
              <a:ext cx="254494" cy="254494"/>
              <a:chOff x="949654" y="4248584"/>
              <a:chExt cx="254494" cy="254494"/>
            </a:xfrm>
          </p:grpSpPr>
          <p:grpSp>
            <p:nvGrpSpPr>
              <p:cNvPr id="1475" name="群組 1474">
                <a:extLst>
                  <a:ext uri="{FF2B5EF4-FFF2-40B4-BE49-F238E27FC236}">
                    <a16:creationId xmlns:a16="http://schemas.microsoft.com/office/drawing/2014/main" id="{D33C48E6-859A-4518-BF16-D1BE038DC143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77" name="橢圓 1476">
                  <a:extLst>
                    <a:ext uri="{FF2B5EF4-FFF2-40B4-BE49-F238E27FC236}">
                      <a16:creationId xmlns:a16="http://schemas.microsoft.com/office/drawing/2014/main" id="{B89B7D27-971C-435D-B8DB-0EFD84EA2578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78" name="橢圓 1477">
                  <a:extLst>
                    <a:ext uri="{FF2B5EF4-FFF2-40B4-BE49-F238E27FC236}">
                      <a16:creationId xmlns:a16="http://schemas.microsoft.com/office/drawing/2014/main" id="{8131FBB1-11A5-4B97-B933-F632E0034DA0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76" name="橢圓 1475">
                <a:extLst>
                  <a:ext uri="{FF2B5EF4-FFF2-40B4-BE49-F238E27FC236}">
                    <a16:creationId xmlns:a16="http://schemas.microsoft.com/office/drawing/2014/main" id="{C1FB7E02-9998-4E25-B7CB-CB20C9D3F39E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63" name="群組 1462">
              <a:extLst>
                <a:ext uri="{FF2B5EF4-FFF2-40B4-BE49-F238E27FC236}">
                  <a16:creationId xmlns:a16="http://schemas.microsoft.com/office/drawing/2014/main" id="{4E7A9F99-C5A7-4B18-A111-DC2397261F1E}"/>
                </a:ext>
              </a:extLst>
            </p:cNvPr>
            <p:cNvGrpSpPr/>
            <p:nvPr/>
          </p:nvGrpSpPr>
          <p:grpSpPr>
            <a:xfrm>
              <a:off x="480306" y="2838110"/>
              <a:ext cx="254494" cy="254494"/>
              <a:chOff x="949654" y="4248584"/>
              <a:chExt cx="254494" cy="254494"/>
            </a:xfrm>
          </p:grpSpPr>
          <p:grpSp>
            <p:nvGrpSpPr>
              <p:cNvPr id="1464" name="群組 1463">
                <a:extLst>
                  <a:ext uri="{FF2B5EF4-FFF2-40B4-BE49-F238E27FC236}">
                    <a16:creationId xmlns:a16="http://schemas.microsoft.com/office/drawing/2014/main" id="{006A7A7C-0649-4E7F-A6F9-A4BD2DA0E643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473" name="橢圓 1472">
                  <a:extLst>
                    <a:ext uri="{FF2B5EF4-FFF2-40B4-BE49-F238E27FC236}">
                      <a16:creationId xmlns:a16="http://schemas.microsoft.com/office/drawing/2014/main" id="{2356CAF5-0E4C-401E-9ED4-CCDCAB65A502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74" name="橢圓 1473">
                  <a:extLst>
                    <a:ext uri="{FF2B5EF4-FFF2-40B4-BE49-F238E27FC236}">
                      <a16:creationId xmlns:a16="http://schemas.microsoft.com/office/drawing/2014/main" id="{BF31D496-95E6-4F07-936B-1E4633D8CDA7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467" name="橢圓 1466">
                <a:extLst>
                  <a:ext uri="{FF2B5EF4-FFF2-40B4-BE49-F238E27FC236}">
                    <a16:creationId xmlns:a16="http://schemas.microsoft.com/office/drawing/2014/main" id="{0493A070-63CC-4F89-9D20-3C71667450D4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20" name="群組 219">
            <a:extLst>
              <a:ext uri="{FF2B5EF4-FFF2-40B4-BE49-F238E27FC236}">
                <a16:creationId xmlns:a16="http://schemas.microsoft.com/office/drawing/2014/main" id="{A20E0BFD-C43A-41CA-907B-AA7242BA5F1E}"/>
              </a:ext>
            </a:extLst>
          </p:cNvPr>
          <p:cNvGrpSpPr/>
          <p:nvPr/>
        </p:nvGrpSpPr>
        <p:grpSpPr>
          <a:xfrm>
            <a:off x="9509859" y="4227157"/>
            <a:ext cx="642748" cy="133790"/>
            <a:chOff x="9441966" y="4116861"/>
            <a:chExt cx="642748" cy="133790"/>
          </a:xfrm>
        </p:grpSpPr>
        <p:grpSp>
          <p:nvGrpSpPr>
            <p:cNvPr id="195" name="群組 194">
              <a:extLst>
                <a:ext uri="{FF2B5EF4-FFF2-40B4-BE49-F238E27FC236}">
                  <a16:creationId xmlns:a16="http://schemas.microsoft.com/office/drawing/2014/main" id="{B3F2BA04-D83E-471B-95FD-B4794E3D5A58}"/>
                </a:ext>
              </a:extLst>
            </p:cNvPr>
            <p:cNvGrpSpPr/>
            <p:nvPr/>
          </p:nvGrpSpPr>
          <p:grpSpPr>
            <a:xfrm>
              <a:off x="9441966" y="4204932"/>
              <a:ext cx="642748" cy="45719"/>
              <a:chOff x="9613472" y="3808047"/>
              <a:chExt cx="642748" cy="45719"/>
            </a:xfrm>
          </p:grpSpPr>
          <p:sp>
            <p:nvSpPr>
              <p:cNvPr id="1562" name="箭號: 五邊形 1561">
                <a:extLst>
                  <a:ext uri="{FF2B5EF4-FFF2-40B4-BE49-F238E27FC236}">
                    <a16:creationId xmlns:a16="http://schemas.microsoft.com/office/drawing/2014/main" id="{F70C184B-C882-4A6C-B246-EC038A32F065}"/>
                  </a:ext>
                </a:extLst>
              </p:cNvPr>
              <p:cNvSpPr/>
              <p:nvPr/>
            </p:nvSpPr>
            <p:spPr>
              <a:xfrm>
                <a:off x="9613472" y="3808047"/>
                <a:ext cx="642748" cy="45719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65" name="矩形 178">
                <a:extLst>
                  <a:ext uri="{FF2B5EF4-FFF2-40B4-BE49-F238E27FC236}">
                    <a16:creationId xmlns:a16="http://schemas.microsoft.com/office/drawing/2014/main" id="{AE9EDB85-A46F-4013-8BA2-8CEC36BD20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62600" y="3808047"/>
                <a:ext cx="76630" cy="4571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3" name="群組 192">
              <a:extLst>
                <a:ext uri="{FF2B5EF4-FFF2-40B4-BE49-F238E27FC236}">
                  <a16:creationId xmlns:a16="http://schemas.microsoft.com/office/drawing/2014/main" id="{B86AC98E-CBAC-4896-BFC0-8459C98749EF}"/>
                </a:ext>
              </a:extLst>
            </p:cNvPr>
            <p:cNvGrpSpPr/>
            <p:nvPr/>
          </p:nvGrpSpPr>
          <p:grpSpPr>
            <a:xfrm>
              <a:off x="9441966" y="4161425"/>
              <a:ext cx="642748" cy="45719"/>
              <a:chOff x="9613472" y="3768092"/>
              <a:chExt cx="642748" cy="45719"/>
            </a:xfrm>
          </p:grpSpPr>
          <p:sp>
            <p:nvSpPr>
              <p:cNvPr id="1640" name="箭號: 五邊形 1639">
                <a:extLst>
                  <a:ext uri="{FF2B5EF4-FFF2-40B4-BE49-F238E27FC236}">
                    <a16:creationId xmlns:a16="http://schemas.microsoft.com/office/drawing/2014/main" id="{916BE36D-85A1-44FF-8457-CB71E3320864}"/>
                  </a:ext>
                </a:extLst>
              </p:cNvPr>
              <p:cNvSpPr/>
              <p:nvPr/>
            </p:nvSpPr>
            <p:spPr>
              <a:xfrm>
                <a:off x="9613472" y="3768092"/>
                <a:ext cx="642748" cy="45719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41" name="矩形 178">
                <a:extLst>
                  <a:ext uri="{FF2B5EF4-FFF2-40B4-BE49-F238E27FC236}">
                    <a16:creationId xmlns:a16="http://schemas.microsoft.com/office/drawing/2014/main" id="{2594CE1D-3F5E-4509-982E-6691F51200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62600" y="3768092"/>
                <a:ext cx="76630" cy="4571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9" name="群組 188">
              <a:extLst>
                <a:ext uri="{FF2B5EF4-FFF2-40B4-BE49-F238E27FC236}">
                  <a16:creationId xmlns:a16="http://schemas.microsoft.com/office/drawing/2014/main" id="{E8AAE75F-1199-4C6F-AE26-61B174D60D5A}"/>
                </a:ext>
              </a:extLst>
            </p:cNvPr>
            <p:cNvGrpSpPr/>
            <p:nvPr/>
          </p:nvGrpSpPr>
          <p:grpSpPr>
            <a:xfrm>
              <a:off x="9441966" y="4116861"/>
              <a:ext cx="642748" cy="45719"/>
              <a:chOff x="9613472" y="3719976"/>
              <a:chExt cx="642748" cy="45719"/>
            </a:xfrm>
          </p:grpSpPr>
          <p:sp>
            <p:nvSpPr>
              <p:cNvPr id="1643" name="箭號: 五邊形 1642">
                <a:extLst>
                  <a:ext uri="{FF2B5EF4-FFF2-40B4-BE49-F238E27FC236}">
                    <a16:creationId xmlns:a16="http://schemas.microsoft.com/office/drawing/2014/main" id="{65E1057C-92BF-4CC2-BFB2-ED10C26157B3}"/>
                  </a:ext>
                </a:extLst>
              </p:cNvPr>
              <p:cNvSpPr/>
              <p:nvPr/>
            </p:nvSpPr>
            <p:spPr>
              <a:xfrm>
                <a:off x="9613472" y="3719976"/>
                <a:ext cx="642748" cy="45719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44" name="矩形 178">
                <a:extLst>
                  <a:ext uri="{FF2B5EF4-FFF2-40B4-BE49-F238E27FC236}">
                    <a16:creationId xmlns:a16="http://schemas.microsoft.com/office/drawing/2014/main" id="{610D8F75-798A-4808-869F-6DE93B6B5E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62600" y="3719976"/>
                <a:ext cx="76630" cy="4571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695" name="文字方塊 1694">
            <a:extLst>
              <a:ext uri="{FF2B5EF4-FFF2-40B4-BE49-F238E27FC236}">
                <a16:creationId xmlns:a16="http://schemas.microsoft.com/office/drawing/2014/main" id="{2633018A-077E-45D3-BDA7-CA46970E4BB9}"/>
              </a:ext>
            </a:extLst>
          </p:cNvPr>
          <p:cNvSpPr txBox="1"/>
          <p:nvPr/>
        </p:nvSpPr>
        <p:spPr>
          <a:xfrm>
            <a:off x="9003357" y="4155553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rgbClr val="C55A11"/>
                </a:solidFill>
              </a:defRPr>
            </a:lvl1pPr>
          </a:lstStyle>
          <a:p>
            <a:r>
              <a:rPr lang="en-US" altLang="zh-TW" sz="1200" dirty="0"/>
              <a:t>HP1-1</a:t>
            </a:r>
            <a:endParaRPr lang="zh-TW" altLang="en-US" sz="1200" dirty="0"/>
          </a:p>
        </p:txBody>
      </p:sp>
      <p:grpSp>
        <p:nvGrpSpPr>
          <p:cNvPr id="217" name="群組 216">
            <a:extLst>
              <a:ext uri="{FF2B5EF4-FFF2-40B4-BE49-F238E27FC236}">
                <a16:creationId xmlns:a16="http://schemas.microsoft.com/office/drawing/2014/main" id="{EA7CDF78-79C5-4C3A-BADA-C6B2B30EA0D4}"/>
              </a:ext>
            </a:extLst>
          </p:cNvPr>
          <p:cNvGrpSpPr/>
          <p:nvPr/>
        </p:nvGrpSpPr>
        <p:grpSpPr>
          <a:xfrm>
            <a:off x="9509860" y="4387977"/>
            <a:ext cx="642748" cy="127201"/>
            <a:chOff x="9441967" y="4333837"/>
            <a:chExt cx="642748" cy="127201"/>
          </a:xfrm>
        </p:grpSpPr>
        <p:grpSp>
          <p:nvGrpSpPr>
            <p:cNvPr id="183" name="群組 182">
              <a:extLst>
                <a:ext uri="{FF2B5EF4-FFF2-40B4-BE49-F238E27FC236}">
                  <a16:creationId xmlns:a16="http://schemas.microsoft.com/office/drawing/2014/main" id="{60D8C761-3801-47E2-AC86-180EE726DACB}"/>
                </a:ext>
              </a:extLst>
            </p:cNvPr>
            <p:cNvGrpSpPr/>
            <p:nvPr/>
          </p:nvGrpSpPr>
          <p:grpSpPr>
            <a:xfrm>
              <a:off x="9441967" y="4333837"/>
              <a:ext cx="642748" cy="45719"/>
              <a:chOff x="9679225" y="6156035"/>
              <a:chExt cx="1183327" cy="129600"/>
            </a:xfrm>
          </p:grpSpPr>
          <p:sp>
            <p:nvSpPr>
              <p:cNvPr id="1637" name="箭號: 五邊形 1636">
                <a:extLst>
                  <a:ext uri="{FF2B5EF4-FFF2-40B4-BE49-F238E27FC236}">
                    <a16:creationId xmlns:a16="http://schemas.microsoft.com/office/drawing/2014/main" id="{DB53D387-C52A-4CA6-8678-FFD496F6BE4D}"/>
                  </a:ext>
                </a:extLst>
              </p:cNvPr>
              <p:cNvSpPr/>
              <p:nvPr/>
            </p:nvSpPr>
            <p:spPr>
              <a:xfrm>
                <a:off x="9679225" y="6156035"/>
                <a:ext cx="1183327" cy="129600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576" name="矩形 178">
                <a:extLst>
                  <a:ext uri="{FF2B5EF4-FFF2-40B4-BE49-F238E27FC236}">
                    <a16:creationId xmlns:a16="http://schemas.microsoft.com/office/drawing/2014/main" id="{8CDCB859-99F6-4672-9B2D-EF9867A382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31320" y="6156035"/>
                <a:ext cx="137359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79" name="矩形 178">
                <a:extLst>
                  <a:ext uri="{FF2B5EF4-FFF2-40B4-BE49-F238E27FC236}">
                    <a16:creationId xmlns:a16="http://schemas.microsoft.com/office/drawing/2014/main" id="{BFE712D6-4F79-4DD0-94D4-D1468403C2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17299" y="6156035"/>
                <a:ext cx="141080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5" name="群組 1644">
              <a:extLst>
                <a:ext uri="{FF2B5EF4-FFF2-40B4-BE49-F238E27FC236}">
                  <a16:creationId xmlns:a16="http://schemas.microsoft.com/office/drawing/2014/main" id="{4632BDC5-B7FA-419A-8B55-2104A4C55829}"/>
                </a:ext>
              </a:extLst>
            </p:cNvPr>
            <p:cNvGrpSpPr/>
            <p:nvPr/>
          </p:nvGrpSpPr>
          <p:grpSpPr>
            <a:xfrm>
              <a:off x="9441967" y="4373364"/>
              <a:ext cx="642748" cy="45719"/>
              <a:chOff x="9679225" y="6156035"/>
              <a:chExt cx="1183327" cy="129600"/>
            </a:xfrm>
          </p:grpSpPr>
          <p:sp>
            <p:nvSpPr>
              <p:cNvPr id="1646" name="箭號: 五邊形 1645">
                <a:extLst>
                  <a:ext uri="{FF2B5EF4-FFF2-40B4-BE49-F238E27FC236}">
                    <a16:creationId xmlns:a16="http://schemas.microsoft.com/office/drawing/2014/main" id="{4864C644-6F51-4B92-96BF-EDFA9D32E647}"/>
                  </a:ext>
                </a:extLst>
              </p:cNvPr>
              <p:cNvSpPr/>
              <p:nvPr/>
            </p:nvSpPr>
            <p:spPr>
              <a:xfrm>
                <a:off x="9679225" y="6156035"/>
                <a:ext cx="1183327" cy="129600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47" name="矩形 178">
                <a:extLst>
                  <a:ext uri="{FF2B5EF4-FFF2-40B4-BE49-F238E27FC236}">
                    <a16:creationId xmlns:a16="http://schemas.microsoft.com/office/drawing/2014/main" id="{0668FB57-D92A-4F36-B952-A0E319AB1B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31320" y="6156035"/>
                <a:ext cx="137359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8" name="矩形 178">
                <a:extLst>
                  <a:ext uri="{FF2B5EF4-FFF2-40B4-BE49-F238E27FC236}">
                    <a16:creationId xmlns:a16="http://schemas.microsoft.com/office/drawing/2014/main" id="{3294014B-CF08-4E24-B366-4A319206A2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17299" y="6156035"/>
                <a:ext cx="141080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49" name="群組 1648">
              <a:extLst>
                <a:ext uri="{FF2B5EF4-FFF2-40B4-BE49-F238E27FC236}">
                  <a16:creationId xmlns:a16="http://schemas.microsoft.com/office/drawing/2014/main" id="{49A765C8-6C45-4654-AA3F-85E89B650783}"/>
                </a:ext>
              </a:extLst>
            </p:cNvPr>
            <p:cNvGrpSpPr/>
            <p:nvPr/>
          </p:nvGrpSpPr>
          <p:grpSpPr>
            <a:xfrm>
              <a:off x="9441967" y="4415319"/>
              <a:ext cx="642748" cy="45719"/>
              <a:chOff x="9679225" y="6156035"/>
              <a:chExt cx="1183327" cy="129600"/>
            </a:xfrm>
          </p:grpSpPr>
          <p:sp>
            <p:nvSpPr>
              <p:cNvPr id="1650" name="箭號: 五邊形 1649">
                <a:extLst>
                  <a:ext uri="{FF2B5EF4-FFF2-40B4-BE49-F238E27FC236}">
                    <a16:creationId xmlns:a16="http://schemas.microsoft.com/office/drawing/2014/main" id="{97B93671-B27B-4370-9BB6-E54D92EA7E92}"/>
                  </a:ext>
                </a:extLst>
              </p:cNvPr>
              <p:cNvSpPr/>
              <p:nvPr/>
            </p:nvSpPr>
            <p:spPr>
              <a:xfrm>
                <a:off x="9679225" y="6156035"/>
                <a:ext cx="1183327" cy="129600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651" name="矩形 178">
                <a:extLst>
                  <a:ext uri="{FF2B5EF4-FFF2-40B4-BE49-F238E27FC236}">
                    <a16:creationId xmlns:a16="http://schemas.microsoft.com/office/drawing/2014/main" id="{A97B5D76-F448-412A-8FEE-35E2AF868D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31320" y="6156035"/>
                <a:ext cx="137359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52" name="矩形 178">
                <a:extLst>
                  <a:ext uri="{FF2B5EF4-FFF2-40B4-BE49-F238E27FC236}">
                    <a16:creationId xmlns:a16="http://schemas.microsoft.com/office/drawing/2014/main" id="{0E8DA620-D1E4-445A-85E7-0EFE72B18E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17299" y="6156035"/>
                <a:ext cx="141080" cy="129600"/>
              </a:xfrm>
              <a:prstGeom prst="rect">
                <a:avLst/>
              </a:prstGeom>
              <a:solidFill>
                <a:srgbClr val="2F5597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696" name="文字方塊 1695">
            <a:extLst>
              <a:ext uri="{FF2B5EF4-FFF2-40B4-BE49-F238E27FC236}">
                <a16:creationId xmlns:a16="http://schemas.microsoft.com/office/drawing/2014/main" id="{36282B44-2F93-4A31-9F5E-EE024E4E4CD6}"/>
              </a:ext>
            </a:extLst>
          </p:cNvPr>
          <p:cNvSpPr txBox="1"/>
          <p:nvPr/>
        </p:nvSpPr>
        <p:spPr>
          <a:xfrm>
            <a:off x="9003357" y="4313078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altLang="zh-TW" sz="1200" dirty="0">
                <a:solidFill>
                  <a:srgbClr val="2F5597"/>
                </a:solidFill>
              </a:rPr>
              <a:t>HP2</a:t>
            </a:r>
            <a:endParaRPr lang="zh-TW" altLang="en-US" sz="1200" dirty="0">
              <a:solidFill>
                <a:srgbClr val="2F5597"/>
              </a:solidFill>
            </a:endParaRPr>
          </a:p>
        </p:txBody>
      </p:sp>
      <p:pic>
        <p:nvPicPr>
          <p:cNvPr id="1583" name="圖片 1582">
            <a:extLst>
              <a:ext uri="{FF2B5EF4-FFF2-40B4-BE49-F238E27FC236}">
                <a16:creationId xmlns:a16="http://schemas.microsoft.com/office/drawing/2014/main" id="{9D435171-51D1-4D4B-A817-1C055FBA7966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49203"/>
          <a:stretch/>
        </p:blipFill>
        <p:spPr>
          <a:xfrm>
            <a:off x="10416051" y="5375109"/>
            <a:ext cx="709543" cy="450531"/>
          </a:xfrm>
          <a:prstGeom prst="rect">
            <a:avLst/>
          </a:prstGeom>
        </p:spPr>
      </p:pic>
      <p:grpSp>
        <p:nvGrpSpPr>
          <p:cNvPr id="1584" name="群組 1583">
            <a:extLst>
              <a:ext uri="{FF2B5EF4-FFF2-40B4-BE49-F238E27FC236}">
                <a16:creationId xmlns:a16="http://schemas.microsoft.com/office/drawing/2014/main" id="{6F0E6AAB-972C-403E-BB69-1E2249A64F6C}"/>
              </a:ext>
            </a:extLst>
          </p:cNvPr>
          <p:cNvGrpSpPr/>
          <p:nvPr/>
        </p:nvGrpSpPr>
        <p:grpSpPr>
          <a:xfrm>
            <a:off x="8733932" y="5488120"/>
            <a:ext cx="265096" cy="224509"/>
            <a:chOff x="8918663" y="3606263"/>
            <a:chExt cx="587438" cy="497500"/>
          </a:xfrm>
        </p:grpSpPr>
        <p:grpSp>
          <p:nvGrpSpPr>
            <p:cNvPr id="1585" name="群組 1584">
              <a:extLst>
                <a:ext uri="{FF2B5EF4-FFF2-40B4-BE49-F238E27FC236}">
                  <a16:creationId xmlns:a16="http://schemas.microsoft.com/office/drawing/2014/main" id="{5EC24DAC-2738-41FB-A25C-D613ED33A48B}"/>
                </a:ext>
              </a:extLst>
            </p:cNvPr>
            <p:cNvGrpSpPr/>
            <p:nvPr/>
          </p:nvGrpSpPr>
          <p:grpSpPr>
            <a:xfrm>
              <a:off x="9048170" y="3914540"/>
              <a:ext cx="189223" cy="189223"/>
              <a:chOff x="949654" y="4248584"/>
              <a:chExt cx="254494" cy="254494"/>
            </a:xfrm>
          </p:grpSpPr>
          <p:grpSp>
            <p:nvGrpSpPr>
              <p:cNvPr id="1631" name="群組 1630">
                <a:extLst>
                  <a:ext uri="{FF2B5EF4-FFF2-40B4-BE49-F238E27FC236}">
                    <a16:creationId xmlns:a16="http://schemas.microsoft.com/office/drawing/2014/main" id="{6CC9C556-0CAA-401D-A2C4-7703A77BFD6F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33" name="橢圓 1632">
                  <a:extLst>
                    <a:ext uri="{FF2B5EF4-FFF2-40B4-BE49-F238E27FC236}">
                      <a16:creationId xmlns:a16="http://schemas.microsoft.com/office/drawing/2014/main" id="{002E62BC-9EC9-4BD8-8C4F-F1AF62BB02D0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34" name="橢圓 1633">
                  <a:extLst>
                    <a:ext uri="{FF2B5EF4-FFF2-40B4-BE49-F238E27FC236}">
                      <a16:creationId xmlns:a16="http://schemas.microsoft.com/office/drawing/2014/main" id="{3EEEC033-7DF1-4190-A010-2D7368835CAA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32" name="橢圓 1631">
                <a:extLst>
                  <a:ext uri="{FF2B5EF4-FFF2-40B4-BE49-F238E27FC236}">
                    <a16:creationId xmlns:a16="http://schemas.microsoft.com/office/drawing/2014/main" id="{FF90D381-E578-41B4-9E96-C839B35EB71A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6" name="群組 1585">
              <a:extLst>
                <a:ext uri="{FF2B5EF4-FFF2-40B4-BE49-F238E27FC236}">
                  <a16:creationId xmlns:a16="http://schemas.microsoft.com/office/drawing/2014/main" id="{EAE491C6-D3BE-4AD7-82C3-940C4D8BF670}"/>
                </a:ext>
              </a:extLst>
            </p:cNvPr>
            <p:cNvGrpSpPr/>
            <p:nvPr/>
          </p:nvGrpSpPr>
          <p:grpSpPr>
            <a:xfrm>
              <a:off x="9186936" y="3606263"/>
              <a:ext cx="189223" cy="189223"/>
              <a:chOff x="949654" y="4248584"/>
              <a:chExt cx="254494" cy="254494"/>
            </a:xfrm>
          </p:grpSpPr>
          <p:grpSp>
            <p:nvGrpSpPr>
              <p:cNvPr id="1627" name="群組 1626">
                <a:extLst>
                  <a:ext uri="{FF2B5EF4-FFF2-40B4-BE49-F238E27FC236}">
                    <a16:creationId xmlns:a16="http://schemas.microsoft.com/office/drawing/2014/main" id="{2C722A53-FB7D-474E-8183-9FCBF480CA8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29" name="橢圓 1628">
                  <a:extLst>
                    <a:ext uri="{FF2B5EF4-FFF2-40B4-BE49-F238E27FC236}">
                      <a16:creationId xmlns:a16="http://schemas.microsoft.com/office/drawing/2014/main" id="{B6621375-B438-4BE5-BA3F-C587A0869BE0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30" name="橢圓 1629">
                  <a:extLst>
                    <a:ext uri="{FF2B5EF4-FFF2-40B4-BE49-F238E27FC236}">
                      <a16:creationId xmlns:a16="http://schemas.microsoft.com/office/drawing/2014/main" id="{D0629E07-6E19-461A-A57B-DB6CD8C85CB3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28" name="橢圓 1627">
                <a:extLst>
                  <a:ext uri="{FF2B5EF4-FFF2-40B4-BE49-F238E27FC236}">
                    <a16:creationId xmlns:a16="http://schemas.microsoft.com/office/drawing/2014/main" id="{D510E4B5-473A-4919-9E1D-54BD5FE4EB28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7" name="群組 1586">
              <a:extLst>
                <a:ext uri="{FF2B5EF4-FFF2-40B4-BE49-F238E27FC236}">
                  <a16:creationId xmlns:a16="http://schemas.microsoft.com/office/drawing/2014/main" id="{CA6F7265-E5FC-45F5-A72D-0FBC91153612}"/>
                </a:ext>
              </a:extLst>
            </p:cNvPr>
            <p:cNvGrpSpPr/>
            <p:nvPr/>
          </p:nvGrpSpPr>
          <p:grpSpPr>
            <a:xfrm>
              <a:off x="9316878" y="3692439"/>
              <a:ext cx="189223" cy="189223"/>
              <a:chOff x="949654" y="4248584"/>
              <a:chExt cx="254494" cy="254494"/>
            </a:xfrm>
          </p:grpSpPr>
          <p:grpSp>
            <p:nvGrpSpPr>
              <p:cNvPr id="1623" name="群組 1622">
                <a:extLst>
                  <a:ext uri="{FF2B5EF4-FFF2-40B4-BE49-F238E27FC236}">
                    <a16:creationId xmlns:a16="http://schemas.microsoft.com/office/drawing/2014/main" id="{0B38BCAD-3992-46F3-884F-6FD093DD1BFB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25" name="橢圓 1624">
                  <a:extLst>
                    <a:ext uri="{FF2B5EF4-FFF2-40B4-BE49-F238E27FC236}">
                      <a16:creationId xmlns:a16="http://schemas.microsoft.com/office/drawing/2014/main" id="{C88C2CF6-B369-4758-90C7-534B981CA38D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1626" name="橢圓 1625">
                  <a:extLst>
                    <a:ext uri="{FF2B5EF4-FFF2-40B4-BE49-F238E27FC236}">
                      <a16:creationId xmlns:a16="http://schemas.microsoft.com/office/drawing/2014/main" id="{2EC974CA-D233-46BF-A770-B583A1177BE3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24" name="橢圓 1623">
                <a:extLst>
                  <a:ext uri="{FF2B5EF4-FFF2-40B4-BE49-F238E27FC236}">
                    <a16:creationId xmlns:a16="http://schemas.microsoft.com/office/drawing/2014/main" id="{05CC6246-C7D3-4E2B-B001-7B2290C24C86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8" name="群組 1587">
              <a:extLst>
                <a:ext uri="{FF2B5EF4-FFF2-40B4-BE49-F238E27FC236}">
                  <a16:creationId xmlns:a16="http://schemas.microsoft.com/office/drawing/2014/main" id="{40C7D973-9EEB-4E62-98ED-5CBE23F6E164}"/>
                </a:ext>
              </a:extLst>
            </p:cNvPr>
            <p:cNvGrpSpPr/>
            <p:nvPr/>
          </p:nvGrpSpPr>
          <p:grpSpPr>
            <a:xfrm>
              <a:off x="9163553" y="3891660"/>
              <a:ext cx="189223" cy="189223"/>
              <a:chOff x="949654" y="4248584"/>
              <a:chExt cx="254494" cy="254494"/>
            </a:xfrm>
          </p:grpSpPr>
          <p:grpSp>
            <p:nvGrpSpPr>
              <p:cNvPr id="1619" name="群組 1618">
                <a:extLst>
                  <a:ext uri="{FF2B5EF4-FFF2-40B4-BE49-F238E27FC236}">
                    <a16:creationId xmlns:a16="http://schemas.microsoft.com/office/drawing/2014/main" id="{84FCD015-F404-4E06-8235-52E83581EE1F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21" name="橢圓 1620">
                  <a:extLst>
                    <a:ext uri="{FF2B5EF4-FFF2-40B4-BE49-F238E27FC236}">
                      <a16:creationId xmlns:a16="http://schemas.microsoft.com/office/drawing/2014/main" id="{512D20EC-0E69-4683-832B-CCC11FBF943E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22" name="橢圓 1621">
                  <a:extLst>
                    <a:ext uri="{FF2B5EF4-FFF2-40B4-BE49-F238E27FC236}">
                      <a16:creationId xmlns:a16="http://schemas.microsoft.com/office/drawing/2014/main" id="{EFCE67D9-B44B-478F-A10F-31FA879807A9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20" name="橢圓 1619">
                <a:extLst>
                  <a:ext uri="{FF2B5EF4-FFF2-40B4-BE49-F238E27FC236}">
                    <a16:creationId xmlns:a16="http://schemas.microsoft.com/office/drawing/2014/main" id="{3CBEEF9D-DBCD-4EED-A17D-1008E638A402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9" name="群組 1588">
              <a:extLst>
                <a:ext uri="{FF2B5EF4-FFF2-40B4-BE49-F238E27FC236}">
                  <a16:creationId xmlns:a16="http://schemas.microsoft.com/office/drawing/2014/main" id="{C0F74B92-2AEF-475F-A604-2FDA47B6FA43}"/>
                </a:ext>
              </a:extLst>
            </p:cNvPr>
            <p:cNvGrpSpPr/>
            <p:nvPr/>
          </p:nvGrpSpPr>
          <p:grpSpPr>
            <a:xfrm>
              <a:off x="9036824" y="3613010"/>
              <a:ext cx="189223" cy="189223"/>
              <a:chOff x="949654" y="4248584"/>
              <a:chExt cx="254494" cy="254494"/>
            </a:xfrm>
          </p:grpSpPr>
          <p:grpSp>
            <p:nvGrpSpPr>
              <p:cNvPr id="1615" name="群組 1614">
                <a:extLst>
                  <a:ext uri="{FF2B5EF4-FFF2-40B4-BE49-F238E27FC236}">
                    <a16:creationId xmlns:a16="http://schemas.microsoft.com/office/drawing/2014/main" id="{11FFE0C4-A9E5-49A2-AE1A-3C7E7D28274C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17" name="橢圓 1616">
                  <a:extLst>
                    <a:ext uri="{FF2B5EF4-FFF2-40B4-BE49-F238E27FC236}">
                      <a16:creationId xmlns:a16="http://schemas.microsoft.com/office/drawing/2014/main" id="{43FED7C3-8F54-46D8-BF70-C5CDC29C869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18" name="橢圓 1617">
                  <a:extLst>
                    <a:ext uri="{FF2B5EF4-FFF2-40B4-BE49-F238E27FC236}">
                      <a16:creationId xmlns:a16="http://schemas.microsoft.com/office/drawing/2014/main" id="{541C7496-3E1F-4475-B239-6153CD1DF170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16" name="橢圓 1615">
                <a:extLst>
                  <a:ext uri="{FF2B5EF4-FFF2-40B4-BE49-F238E27FC236}">
                    <a16:creationId xmlns:a16="http://schemas.microsoft.com/office/drawing/2014/main" id="{102B8779-A85B-4D31-ACDA-EF65DB5E1BAF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0" name="群組 1589">
              <a:extLst>
                <a:ext uri="{FF2B5EF4-FFF2-40B4-BE49-F238E27FC236}">
                  <a16:creationId xmlns:a16="http://schemas.microsoft.com/office/drawing/2014/main" id="{155AB49B-458A-4B33-8666-571D771C2E40}"/>
                </a:ext>
              </a:extLst>
            </p:cNvPr>
            <p:cNvGrpSpPr/>
            <p:nvPr/>
          </p:nvGrpSpPr>
          <p:grpSpPr>
            <a:xfrm>
              <a:off x="8918663" y="3725991"/>
              <a:ext cx="189223" cy="189223"/>
              <a:chOff x="949654" y="4248584"/>
              <a:chExt cx="254494" cy="254494"/>
            </a:xfrm>
          </p:grpSpPr>
          <p:grpSp>
            <p:nvGrpSpPr>
              <p:cNvPr id="1611" name="群組 1610">
                <a:extLst>
                  <a:ext uri="{FF2B5EF4-FFF2-40B4-BE49-F238E27FC236}">
                    <a16:creationId xmlns:a16="http://schemas.microsoft.com/office/drawing/2014/main" id="{5E957A14-50D1-4453-8906-1B1AC517FD71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13" name="橢圓 1612">
                  <a:extLst>
                    <a:ext uri="{FF2B5EF4-FFF2-40B4-BE49-F238E27FC236}">
                      <a16:creationId xmlns:a16="http://schemas.microsoft.com/office/drawing/2014/main" id="{5E010A71-7134-49FF-966E-3A2C6FDF155A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14" name="橢圓 1613">
                  <a:extLst>
                    <a:ext uri="{FF2B5EF4-FFF2-40B4-BE49-F238E27FC236}">
                      <a16:creationId xmlns:a16="http://schemas.microsoft.com/office/drawing/2014/main" id="{E3376BE0-BECB-44D6-9CDE-CF3554E54883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12" name="橢圓 1611">
                <a:extLst>
                  <a:ext uri="{FF2B5EF4-FFF2-40B4-BE49-F238E27FC236}">
                    <a16:creationId xmlns:a16="http://schemas.microsoft.com/office/drawing/2014/main" id="{B980B5FE-F794-40E0-A63D-D26C298F3E57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1" name="群組 1590">
              <a:extLst>
                <a:ext uri="{FF2B5EF4-FFF2-40B4-BE49-F238E27FC236}">
                  <a16:creationId xmlns:a16="http://schemas.microsoft.com/office/drawing/2014/main" id="{5BE08DCD-818B-4685-BFFC-EBF7A7328B0A}"/>
                </a:ext>
              </a:extLst>
            </p:cNvPr>
            <p:cNvGrpSpPr/>
            <p:nvPr/>
          </p:nvGrpSpPr>
          <p:grpSpPr>
            <a:xfrm>
              <a:off x="8955368" y="3857128"/>
              <a:ext cx="189223" cy="189223"/>
              <a:chOff x="949654" y="4248584"/>
              <a:chExt cx="254494" cy="254494"/>
            </a:xfrm>
          </p:grpSpPr>
          <p:grpSp>
            <p:nvGrpSpPr>
              <p:cNvPr id="1607" name="群組 1606">
                <a:extLst>
                  <a:ext uri="{FF2B5EF4-FFF2-40B4-BE49-F238E27FC236}">
                    <a16:creationId xmlns:a16="http://schemas.microsoft.com/office/drawing/2014/main" id="{3E76B49C-4089-42E0-87F5-DAD7EB251459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09" name="橢圓 1608">
                  <a:extLst>
                    <a:ext uri="{FF2B5EF4-FFF2-40B4-BE49-F238E27FC236}">
                      <a16:creationId xmlns:a16="http://schemas.microsoft.com/office/drawing/2014/main" id="{D63DC037-AAC6-4444-9861-6B56B5DEAF10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10" name="橢圓 1609">
                  <a:extLst>
                    <a:ext uri="{FF2B5EF4-FFF2-40B4-BE49-F238E27FC236}">
                      <a16:creationId xmlns:a16="http://schemas.microsoft.com/office/drawing/2014/main" id="{25967714-D760-41EF-84E7-720F8FFD1355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08" name="橢圓 1607">
                <a:extLst>
                  <a:ext uri="{FF2B5EF4-FFF2-40B4-BE49-F238E27FC236}">
                    <a16:creationId xmlns:a16="http://schemas.microsoft.com/office/drawing/2014/main" id="{DE145739-6C58-4B96-98A6-39BAA20EFF9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2" name="群組 1591">
              <a:extLst>
                <a:ext uri="{FF2B5EF4-FFF2-40B4-BE49-F238E27FC236}">
                  <a16:creationId xmlns:a16="http://schemas.microsoft.com/office/drawing/2014/main" id="{AF05E00D-EBF0-4599-AA39-3D4013339BE4}"/>
                </a:ext>
              </a:extLst>
            </p:cNvPr>
            <p:cNvGrpSpPr/>
            <p:nvPr/>
          </p:nvGrpSpPr>
          <p:grpSpPr>
            <a:xfrm>
              <a:off x="9308403" y="3833107"/>
              <a:ext cx="189223" cy="189223"/>
              <a:chOff x="949654" y="4248584"/>
              <a:chExt cx="254494" cy="254494"/>
            </a:xfrm>
          </p:grpSpPr>
          <p:grpSp>
            <p:nvGrpSpPr>
              <p:cNvPr id="1603" name="群組 1602">
                <a:extLst>
                  <a:ext uri="{FF2B5EF4-FFF2-40B4-BE49-F238E27FC236}">
                    <a16:creationId xmlns:a16="http://schemas.microsoft.com/office/drawing/2014/main" id="{2E60FBBC-D97B-4EA0-8ACB-39FAAB5F28C8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05" name="橢圓 1604">
                  <a:extLst>
                    <a:ext uri="{FF2B5EF4-FFF2-40B4-BE49-F238E27FC236}">
                      <a16:creationId xmlns:a16="http://schemas.microsoft.com/office/drawing/2014/main" id="{2BF987AF-D5F1-4486-B0CF-CFCA3BBBBC04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06" name="橢圓 1605">
                  <a:extLst>
                    <a:ext uri="{FF2B5EF4-FFF2-40B4-BE49-F238E27FC236}">
                      <a16:creationId xmlns:a16="http://schemas.microsoft.com/office/drawing/2014/main" id="{D44F84EB-876F-4257-A524-2DE6307C5208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04" name="橢圓 1603">
                <a:extLst>
                  <a:ext uri="{FF2B5EF4-FFF2-40B4-BE49-F238E27FC236}">
                    <a16:creationId xmlns:a16="http://schemas.microsoft.com/office/drawing/2014/main" id="{81F12967-785B-4C7B-9AC4-4CF6E41D2093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3" name="群組 1592">
              <a:extLst>
                <a:ext uri="{FF2B5EF4-FFF2-40B4-BE49-F238E27FC236}">
                  <a16:creationId xmlns:a16="http://schemas.microsoft.com/office/drawing/2014/main" id="{2D5E243A-EE36-4A23-88A1-0D89367AECAB}"/>
                </a:ext>
              </a:extLst>
            </p:cNvPr>
            <p:cNvGrpSpPr/>
            <p:nvPr/>
          </p:nvGrpSpPr>
          <p:grpSpPr>
            <a:xfrm>
              <a:off x="9049410" y="3775634"/>
              <a:ext cx="189223" cy="189223"/>
              <a:chOff x="949654" y="4248584"/>
              <a:chExt cx="254494" cy="254494"/>
            </a:xfrm>
          </p:grpSpPr>
          <p:grpSp>
            <p:nvGrpSpPr>
              <p:cNvPr id="1599" name="群組 1598">
                <a:extLst>
                  <a:ext uri="{FF2B5EF4-FFF2-40B4-BE49-F238E27FC236}">
                    <a16:creationId xmlns:a16="http://schemas.microsoft.com/office/drawing/2014/main" id="{306FAACF-45CE-4C09-AE8D-19BC4F62F155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601" name="橢圓 1600">
                  <a:extLst>
                    <a:ext uri="{FF2B5EF4-FFF2-40B4-BE49-F238E27FC236}">
                      <a16:creationId xmlns:a16="http://schemas.microsoft.com/office/drawing/2014/main" id="{71C77D95-EB5E-4A7C-81F0-48650571DF2B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602" name="橢圓 1601">
                  <a:extLst>
                    <a:ext uri="{FF2B5EF4-FFF2-40B4-BE49-F238E27FC236}">
                      <a16:creationId xmlns:a16="http://schemas.microsoft.com/office/drawing/2014/main" id="{2AA3EF6D-B39D-4F72-ADBC-55D983C2C680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00" name="橢圓 1599">
                <a:extLst>
                  <a:ext uri="{FF2B5EF4-FFF2-40B4-BE49-F238E27FC236}">
                    <a16:creationId xmlns:a16="http://schemas.microsoft.com/office/drawing/2014/main" id="{A98AFDB6-3E76-4B4B-8F46-E2AE698122FC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4" name="群組 1593">
              <a:extLst>
                <a:ext uri="{FF2B5EF4-FFF2-40B4-BE49-F238E27FC236}">
                  <a16:creationId xmlns:a16="http://schemas.microsoft.com/office/drawing/2014/main" id="{50A01FE8-6532-4835-883A-088063E6514C}"/>
                </a:ext>
              </a:extLst>
            </p:cNvPr>
            <p:cNvGrpSpPr/>
            <p:nvPr/>
          </p:nvGrpSpPr>
          <p:grpSpPr>
            <a:xfrm>
              <a:off x="9165974" y="3722004"/>
              <a:ext cx="189223" cy="189223"/>
              <a:chOff x="949654" y="4248584"/>
              <a:chExt cx="254494" cy="254494"/>
            </a:xfrm>
          </p:grpSpPr>
          <p:grpSp>
            <p:nvGrpSpPr>
              <p:cNvPr id="1595" name="群組 1594">
                <a:extLst>
                  <a:ext uri="{FF2B5EF4-FFF2-40B4-BE49-F238E27FC236}">
                    <a16:creationId xmlns:a16="http://schemas.microsoft.com/office/drawing/2014/main" id="{2C4706E2-FE6B-4D82-AB80-80BAF169E1C0}"/>
                  </a:ext>
                </a:extLst>
              </p:cNvPr>
              <p:cNvGrpSpPr/>
              <p:nvPr/>
            </p:nvGrpSpPr>
            <p:grpSpPr>
              <a:xfrm>
                <a:off x="949654" y="4248584"/>
                <a:ext cx="254494" cy="254494"/>
                <a:chOff x="1221089" y="4009558"/>
                <a:chExt cx="254494" cy="254494"/>
              </a:xfrm>
            </p:grpSpPr>
            <p:sp>
              <p:nvSpPr>
                <p:cNvPr id="1597" name="橢圓 1596">
                  <a:extLst>
                    <a:ext uri="{FF2B5EF4-FFF2-40B4-BE49-F238E27FC236}">
                      <a16:creationId xmlns:a16="http://schemas.microsoft.com/office/drawing/2014/main" id="{1A359B9E-4AC7-4F29-8AE5-E2C108E52052}"/>
                    </a:ext>
                  </a:extLst>
                </p:cNvPr>
                <p:cNvSpPr/>
                <p:nvPr/>
              </p:nvSpPr>
              <p:spPr>
                <a:xfrm>
                  <a:off x="1221089" y="4009558"/>
                  <a:ext cx="254494" cy="254494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98" name="橢圓 1597">
                  <a:extLst>
                    <a:ext uri="{FF2B5EF4-FFF2-40B4-BE49-F238E27FC236}">
                      <a16:creationId xmlns:a16="http://schemas.microsoft.com/office/drawing/2014/main" id="{FEDEEF2C-8648-42CA-961E-B41C3A013157}"/>
                    </a:ext>
                  </a:extLst>
                </p:cNvPr>
                <p:cNvSpPr/>
                <p:nvPr/>
              </p:nvSpPr>
              <p:spPr>
                <a:xfrm>
                  <a:off x="1272847" y="4053921"/>
                  <a:ext cx="177247" cy="177247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596" name="橢圓 1595">
                <a:extLst>
                  <a:ext uri="{FF2B5EF4-FFF2-40B4-BE49-F238E27FC236}">
                    <a16:creationId xmlns:a16="http://schemas.microsoft.com/office/drawing/2014/main" id="{F950588D-EF2B-415F-89F6-57D0AA766741}"/>
                  </a:ext>
                </a:extLst>
              </p:cNvPr>
              <p:cNvSpPr/>
              <p:nvPr/>
            </p:nvSpPr>
            <p:spPr>
              <a:xfrm>
                <a:off x="1077954" y="4369664"/>
                <a:ext cx="45719" cy="45719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1905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2" name="群組 201">
            <a:extLst>
              <a:ext uri="{FF2B5EF4-FFF2-40B4-BE49-F238E27FC236}">
                <a16:creationId xmlns:a16="http://schemas.microsoft.com/office/drawing/2014/main" id="{341376DA-E343-4529-9585-1F9EB33FCBFE}"/>
              </a:ext>
            </a:extLst>
          </p:cNvPr>
          <p:cNvGrpSpPr/>
          <p:nvPr/>
        </p:nvGrpSpPr>
        <p:grpSpPr>
          <a:xfrm>
            <a:off x="9509860" y="5539202"/>
            <a:ext cx="642748" cy="91761"/>
            <a:chOff x="9613473" y="5083297"/>
            <a:chExt cx="642748" cy="91761"/>
          </a:xfrm>
        </p:grpSpPr>
        <p:sp>
          <p:nvSpPr>
            <p:cNvPr id="1703" name="箭號: 五邊形 1702">
              <a:extLst>
                <a:ext uri="{FF2B5EF4-FFF2-40B4-BE49-F238E27FC236}">
                  <a16:creationId xmlns:a16="http://schemas.microsoft.com/office/drawing/2014/main" id="{7D0E3C44-CFDD-4389-98BF-BC6A83BFF527}"/>
                </a:ext>
              </a:extLst>
            </p:cNvPr>
            <p:cNvSpPr/>
            <p:nvPr/>
          </p:nvSpPr>
          <p:spPr>
            <a:xfrm>
              <a:off x="9613473" y="5129339"/>
              <a:ext cx="642748" cy="45719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aseline="-2500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5" name="箭號: 五邊形 1724">
              <a:extLst>
                <a:ext uri="{FF2B5EF4-FFF2-40B4-BE49-F238E27FC236}">
                  <a16:creationId xmlns:a16="http://schemas.microsoft.com/office/drawing/2014/main" id="{9CD48683-E5D6-4B17-A747-58FA615EB1CF}"/>
                </a:ext>
              </a:extLst>
            </p:cNvPr>
            <p:cNvSpPr/>
            <p:nvPr/>
          </p:nvSpPr>
          <p:spPr>
            <a:xfrm>
              <a:off x="9613473" y="5083297"/>
              <a:ext cx="642748" cy="45719"/>
            </a:xfrm>
            <a:prstGeom prst="homePlat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aseline="-25000">
                <a:solidFill>
                  <a:schemeClr val="accent6">
                    <a:lumMod val="20000"/>
                    <a:lumOff val="80000"/>
                  </a:schemeClr>
                </a:solidFill>
                <a:latin typeface="Calibri"/>
                <a:ea typeface="微軟正黑體"/>
              </a:endParaRPr>
            </a:p>
          </p:txBody>
        </p:sp>
      </p:grpSp>
      <p:grpSp>
        <p:nvGrpSpPr>
          <p:cNvPr id="1722" name="群組 1721">
            <a:extLst>
              <a:ext uri="{FF2B5EF4-FFF2-40B4-BE49-F238E27FC236}">
                <a16:creationId xmlns:a16="http://schemas.microsoft.com/office/drawing/2014/main" id="{43D494CE-B745-4BA7-A1AD-D7076FA1D62E}"/>
              </a:ext>
            </a:extLst>
          </p:cNvPr>
          <p:cNvGrpSpPr/>
          <p:nvPr/>
        </p:nvGrpSpPr>
        <p:grpSpPr>
          <a:xfrm>
            <a:off x="9509860" y="5427164"/>
            <a:ext cx="642748" cy="45719"/>
            <a:chOff x="9679225" y="5671615"/>
            <a:chExt cx="1183327" cy="129600"/>
          </a:xfrm>
        </p:grpSpPr>
        <p:sp>
          <p:nvSpPr>
            <p:cNvPr id="1723" name="箭號: 五邊形 1722">
              <a:extLst>
                <a:ext uri="{FF2B5EF4-FFF2-40B4-BE49-F238E27FC236}">
                  <a16:creationId xmlns:a16="http://schemas.microsoft.com/office/drawing/2014/main" id="{3191AFA3-71D0-4C00-8433-4BBB707D82E3}"/>
                </a:ext>
              </a:extLst>
            </p:cNvPr>
            <p:cNvSpPr/>
            <p:nvPr/>
          </p:nvSpPr>
          <p:spPr>
            <a:xfrm>
              <a:off x="9679225" y="5671615"/>
              <a:ext cx="1183327" cy="1296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1724" name="矩形 178">
              <a:extLst>
                <a:ext uri="{FF2B5EF4-FFF2-40B4-BE49-F238E27FC236}">
                  <a16:creationId xmlns:a16="http://schemas.microsoft.com/office/drawing/2014/main" id="{ACBC442E-8A88-40DE-BF23-FE767F3264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21973" y="5671615"/>
              <a:ext cx="141079" cy="12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dirty="0">
                <a:solidFill>
                  <a:schemeClr val="bg1"/>
                </a:solidFill>
              </a:endParaRPr>
            </a:p>
          </p:txBody>
        </p:sp>
      </p:grpSp>
      <p:sp>
        <p:nvSpPr>
          <p:cNvPr id="1707" name="文字方塊 1706">
            <a:extLst>
              <a:ext uri="{FF2B5EF4-FFF2-40B4-BE49-F238E27FC236}">
                <a16:creationId xmlns:a16="http://schemas.microsoft.com/office/drawing/2014/main" id="{E5C8C4AF-C6C4-4F21-B6B0-B3D31FB282E0}"/>
              </a:ext>
            </a:extLst>
          </p:cNvPr>
          <p:cNvSpPr txBox="1"/>
          <p:nvPr/>
        </p:nvSpPr>
        <p:spPr>
          <a:xfrm>
            <a:off x="8997123" y="5311524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rgbClr val="C55A11"/>
                </a:solidFill>
              </a:defRPr>
            </a:lvl1pPr>
          </a:lstStyle>
          <a:p>
            <a:r>
              <a:rPr lang="en-US" altLang="zh-TW" sz="1200" dirty="0"/>
              <a:t>HP1-1</a:t>
            </a:r>
            <a:endParaRPr lang="zh-TW" altLang="en-US" sz="1200" dirty="0"/>
          </a:p>
        </p:txBody>
      </p:sp>
      <p:sp>
        <p:nvSpPr>
          <p:cNvPr id="1708" name="文字方塊 1707">
            <a:extLst>
              <a:ext uri="{FF2B5EF4-FFF2-40B4-BE49-F238E27FC236}">
                <a16:creationId xmlns:a16="http://schemas.microsoft.com/office/drawing/2014/main" id="{CCFA660E-D13E-414A-BCBC-69207C732890}"/>
              </a:ext>
            </a:extLst>
          </p:cNvPr>
          <p:cNvSpPr txBox="1"/>
          <p:nvPr/>
        </p:nvSpPr>
        <p:spPr>
          <a:xfrm>
            <a:off x="8997123" y="5446583"/>
            <a:ext cx="439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altLang="zh-TW" dirty="0"/>
              <a:t>HP1</a:t>
            </a:r>
            <a:endParaRPr lang="zh-TW" altLang="en-US" dirty="0"/>
          </a:p>
        </p:txBody>
      </p:sp>
      <p:grpSp>
        <p:nvGrpSpPr>
          <p:cNvPr id="1744" name="群組 1743">
            <a:extLst>
              <a:ext uri="{FF2B5EF4-FFF2-40B4-BE49-F238E27FC236}">
                <a16:creationId xmlns:a16="http://schemas.microsoft.com/office/drawing/2014/main" id="{7EEAAB28-DB04-4C9C-9B1E-950549E36C0C}"/>
              </a:ext>
            </a:extLst>
          </p:cNvPr>
          <p:cNvGrpSpPr/>
          <p:nvPr/>
        </p:nvGrpSpPr>
        <p:grpSpPr>
          <a:xfrm>
            <a:off x="9509859" y="4782606"/>
            <a:ext cx="642748" cy="90283"/>
            <a:chOff x="9441966" y="4116861"/>
            <a:chExt cx="642748" cy="90283"/>
          </a:xfrm>
        </p:grpSpPr>
        <p:grpSp>
          <p:nvGrpSpPr>
            <p:cNvPr id="1746" name="群組 1745">
              <a:extLst>
                <a:ext uri="{FF2B5EF4-FFF2-40B4-BE49-F238E27FC236}">
                  <a16:creationId xmlns:a16="http://schemas.microsoft.com/office/drawing/2014/main" id="{2A74BA96-9042-44AD-B728-13EFD806C45F}"/>
                </a:ext>
              </a:extLst>
            </p:cNvPr>
            <p:cNvGrpSpPr/>
            <p:nvPr/>
          </p:nvGrpSpPr>
          <p:grpSpPr>
            <a:xfrm>
              <a:off x="9441966" y="4161425"/>
              <a:ext cx="642748" cy="45719"/>
              <a:chOff x="9613472" y="3768092"/>
              <a:chExt cx="642748" cy="45719"/>
            </a:xfrm>
          </p:grpSpPr>
          <p:sp>
            <p:nvSpPr>
              <p:cNvPr id="1750" name="箭號: 五邊形 1749">
                <a:extLst>
                  <a:ext uri="{FF2B5EF4-FFF2-40B4-BE49-F238E27FC236}">
                    <a16:creationId xmlns:a16="http://schemas.microsoft.com/office/drawing/2014/main" id="{32869E42-28F5-4616-9138-5D34D49C5649}"/>
                  </a:ext>
                </a:extLst>
              </p:cNvPr>
              <p:cNvSpPr/>
              <p:nvPr/>
            </p:nvSpPr>
            <p:spPr>
              <a:xfrm>
                <a:off x="9613472" y="3768092"/>
                <a:ext cx="642748" cy="45719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51" name="矩形 178">
                <a:extLst>
                  <a:ext uri="{FF2B5EF4-FFF2-40B4-BE49-F238E27FC236}">
                    <a16:creationId xmlns:a16="http://schemas.microsoft.com/office/drawing/2014/main" id="{C90C69E2-BE94-4374-8FD4-2D11C32B03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62600" y="3768092"/>
                <a:ext cx="76630" cy="4571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47" name="群組 1746">
              <a:extLst>
                <a:ext uri="{FF2B5EF4-FFF2-40B4-BE49-F238E27FC236}">
                  <a16:creationId xmlns:a16="http://schemas.microsoft.com/office/drawing/2014/main" id="{04556DAB-5BBB-44CE-A93E-C0B9A6179280}"/>
                </a:ext>
              </a:extLst>
            </p:cNvPr>
            <p:cNvGrpSpPr/>
            <p:nvPr/>
          </p:nvGrpSpPr>
          <p:grpSpPr>
            <a:xfrm>
              <a:off x="9441966" y="4116861"/>
              <a:ext cx="642748" cy="45719"/>
              <a:chOff x="9613472" y="3719976"/>
              <a:chExt cx="642748" cy="45719"/>
            </a:xfrm>
          </p:grpSpPr>
          <p:sp>
            <p:nvSpPr>
              <p:cNvPr id="1748" name="箭號: 五邊形 1747">
                <a:extLst>
                  <a:ext uri="{FF2B5EF4-FFF2-40B4-BE49-F238E27FC236}">
                    <a16:creationId xmlns:a16="http://schemas.microsoft.com/office/drawing/2014/main" id="{3B59992C-46C2-4762-A498-91C1CEFB87D3}"/>
                  </a:ext>
                </a:extLst>
              </p:cNvPr>
              <p:cNvSpPr/>
              <p:nvPr/>
            </p:nvSpPr>
            <p:spPr>
              <a:xfrm>
                <a:off x="9613472" y="3719976"/>
                <a:ext cx="642748" cy="45719"/>
              </a:xfrm>
              <a:prstGeom prst="homePlate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prstClr val="white"/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1749" name="矩形 178">
                <a:extLst>
                  <a:ext uri="{FF2B5EF4-FFF2-40B4-BE49-F238E27FC236}">
                    <a16:creationId xmlns:a16="http://schemas.microsoft.com/office/drawing/2014/main" id="{6FB69751-988A-44B9-8E31-FC15230B4D5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962600" y="3719976"/>
                <a:ext cx="76630" cy="45719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F003DBE5-8ABE-4FDA-AB6A-83AC480EAFC4}"/>
              </a:ext>
            </a:extLst>
          </p:cNvPr>
          <p:cNvGrpSpPr/>
          <p:nvPr/>
        </p:nvGrpSpPr>
        <p:grpSpPr>
          <a:xfrm>
            <a:off x="8997123" y="4926782"/>
            <a:ext cx="1155485" cy="276999"/>
            <a:chOff x="8929230" y="4890877"/>
            <a:chExt cx="1155485" cy="276999"/>
          </a:xfrm>
        </p:grpSpPr>
        <p:grpSp>
          <p:nvGrpSpPr>
            <p:cNvPr id="1755" name="群組 1754">
              <a:extLst>
                <a:ext uri="{FF2B5EF4-FFF2-40B4-BE49-F238E27FC236}">
                  <a16:creationId xmlns:a16="http://schemas.microsoft.com/office/drawing/2014/main" id="{1DDBCD0F-3E74-48BD-BFD6-AB170CAE13CC}"/>
                </a:ext>
              </a:extLst>
            </p:cNvPr>
            <p:cNvGrpSpPr/>
            <p:nvPr/>
          </p:nvGrpSpPr>
          <p:grpSpPr>
            <a:xfrm>
              <a:off x="9441967" y="4965776"/>
              <a:ext cx="642748" cy="127201"/>
              <a:chOff x="9441967" y="4333837"/>
              <a:chExt cx="642748" cy="127201"/>
            </a:xfrm>
          </p:grpSpPr>
          <p:grpSp>
            <p:nvGrpSpPr>
              <p:cNvPr id="1757" name="群組 1756">
                <a:extLst>
                  <a:ext uri="{FF2B5EF4-FFF2-40B4-BE49-F238E27FC236}">
                    <a16:creationId xmlns:a16="http://schemas.microsoft.com/office/drawing/2014/main" id="{FAB1340B-635F-40AE-B3B1-C647B67444A6}"/>
                  </a:ext>
                </a:extLst>
              </p:cNvPr>
              <p:cNvGrpSpPr/>
              <p:nvPr/>
            </p:nvGrpSpPr>
            <p:grpSpPr>
              <a:xfrm>
                <a:off x="9441967" y="4333837"/>
                <a:ext cx="642748" cy="45719"/>
                <a:chOff x="9679225" y="6156035"/>
                <a:chExt cx="1183327" cy="129600"/>
              </a:xfrm>
            </p:grpSpPr>
            <p:sp>
              <p:nvSpPr>
                <p:cNvPr id="1766" name="箭號: 五邊形 1765">
                  <a:extLst>
                    <a:ext uri="{FF2B5EF4-FFF2-40B4-BE49-F238E27FC236}">
                      <a16:creationId xmlns:a16="http://schemas.microsoft.com/office/drawing/2014/main" id="{3A2E789A-36ED-4D93-9B69-4308F5E9067A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67" name="矩形 178">
                  <a:extLst>
                    <a:ext uri="{FF2B5EF4-FFF2-40B4-BE49-F238E27FC236}">
                      <a16:creationId xmlns:a16="http://schemas.microsoft.com/office/drawing/2014/main" id="{5E0672E0-E0A1-4CA2-90DA-4EA76E50408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68" name="矩形 178">
                  <a:extLst>
                    <a:ext uri="{FF2B5EF4-FFF2-40B4-BE49-F238E27FC236}">
                      <a16:creationId xmlns:a16="http://schemas.microsoft.com/office/drawing/2014/main" id="{16B95BC7-87B7-4154-BFEA-32732DA304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58" name="群組 1757">
                <a:extLst>
                  <a:ext uri="{FF2B5EF4-FFF2-40B4-BE49-F238E27FC236}">
                    <a16:creationId xmlns:a16="http://schemas.microsoft.com/office/drawing/2014/main" id="{99C5A660-9BE7-413B-B078-054B717489D4}"/>
                  </a:ext>
                </a:extLst>
              </p:cNvPr>
              <p:cNvGrpSpPr/>
              <p:nvPr/>
            </p:nvGrpSpPr>
            <p:grpSpPr>
              <a:xfrm>
                <a:off x="9441967" y="4373364"/>
                <a:ext cx="642748" cy="45719"/>
                <a:chOff x="9679225" y="6156035"/>
                <a:chExt cx="1183327" cy="129600"/>
              </a:xfrm>
            </p:grpSpPr>
            <p:sp>
              <p:nvSpPr>
                <p:cNvPr id="1763" name="箭號: 五邊形 1762">
                  <a:extLst>
                    <a:ext uri="{FF2B5EF4-FFF2-40B4-BE49-F238E27FC236}">
                      <a16:creationId xmlns:a16="http://schemas.microsoft.com/office/drawing/2014/main" id="{C1A29C68-178E-410F-818C-C5DF1416B3B6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64" name="矩形 178">
                  <a:extLst>
                    <a:ext uri="{FF2B5EF4-FFF2-40B4-BE49-F238E27FC236}">
                      <a16:creationId xmlns:a16="http://schemas.microsoft.com/office/drawing/2014/main" id="{15E39DCF-8EC2-45AE-A7EA-06ED0F3373E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65" name="矩形 178">
                  <a:extLst>
                    <a:ext uri="{FF2B5EF4-FFF2-40B4-BE49-F238E27FC236}">
                      <a16:creationId xmlns:a16="http://schemas.microsoft.com/office/drawing/2014/main" id="{40929D1C-D72D-44C9-BACC-959CEAA723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59" name="群組 1758">
                <a:extLst>
                  <a:ext uri="{FF2B5EF4-FFF2-40B4-BE49-F238E27FC236}">
                    <a16:creationId xmlns:a16="http://schemas.microsoft.com/office/drawing/2014/main" id="{A6B854C3-0767-469A-A752-08E683FB94B4}"/>
                  </a:ext>
                </a:extLst>
              </p:cNvPr>
              <p:cNvGrpSpPr/>
              <p:nvPr/>
            </p:nvGrpSpPr>
            <p:grpSpPr>
              <a:xfrm>
                <a:off x="9441967" y="4415319"/>
                <a:ext cx="642748" cy="45719"/>
                <a:chOff x="9679225" y="6156035"/>
                <a:chExt cx="1183327" cy="129600"/>
              </a:xfrm>
            </p:grpSpPr>
            <p:sp>
              <p:nvSpPr>
                <p:cNvPr id="1760" name="箭號: 五邊形 1759">
                  <a:extLst>
                    <a:ext uri="{FF2B5EF4-FFF2-40B4-BE49-F238E27FC236}">
                      <a16:creationId xmlns:a16="http://schemas.microsoft.com/office/drawing/2014/main" id="{9FB82BF8-9A24-4570-98F5-0FC7CCC93D32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61" name="矩形 178">
                  <a:extLst>
                    <a:ext uri="{FF2B5EF4-FFF2-40B4-BE49-F238E27FC236}">
                      <a16:creationId xmlns:a16="http://schemas.microsoft.com/office/drawing/2014/main" id="{0FAB2F26-49D5-499C-A273-10F76A503F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62" name="矩形 178">
                  <a:extLst>
                    <a:ext uri="{FF2B5EF4-FFF2-40B4-BE49-F238E27FC236}">
                      <a16:creationId xmlns:a16="http://schemas.microsoft.com/office/drawing/2014/main" id="{92AA2922-E20F-4D9E-B486-6C8F19ADCC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756" name="文字方塊 1755">
              <a:extLst>
                <a:ext uri="{FF2B5EF4-FFF2-40B4-BE49-F238E27FC236}">
                  <a16:creationId xmlns:a16="http://schemas.microsoft.com/office/drawing/2014/main" id="{E89E8D23-5825-4771-8028-2D1238C1FBD7}"/>
                </a:ext>
              </a:extLst>
            </p:cNvPr>
            <p:cNvSpPr txBox="1"/>
            <p:nvPr/>
          </p:nvSpPr>
          <p:spPr>
            <a:xfrm>
              <a:off x="8929230" y="4890877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accent6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altLang="zh-TW" sz="1200" dirty="0">
                  <a:solidFill>
                    <a:srgbClr val="2F5597"/>
                  </a:solidFill>
                </a:rPr>
                <a:t>HP2</a:t>
              </a:r>
              <a:endParaRPr lang="zh-TW" altLang="en-US" sz="1200" dirty="0">
                <a:solidFill>
                  <a:srgbClr val="2F5597"/>
                </a:solidFill>
              </a:endParaRPr>
            </a:p>
          </p:txBody>
        </p:sp>
      </p:grpSp>
      <p:grpSp>
        <p:nvGrpSpPr>
          <p:cNvPr id="222" name="群組 221">
            <a:extLst>
              <a:ext uri="{FF2B5EF4-FFF2-40B4-BE49-F238E27FC236}">
                <a16:creationId xmlns:a16="http://schemas.microsoft.com/office/drawing/2014/main" id="{EB05DE3D-FA43-4623-8A95-E8E51B7D3A7F}"/>
              </a:ext>
            </a:extLst>
          </p:cNvPr>
          <p:cNvGrpSpPr/>
          <p:nvPr/>
        </p:nvGrpSpPr>
        <p:grpSpPr>
          <a:xfrm>
            <a:off x="8997123" y="5582396"/>
            <a:ext cx="1155485" cy="276999"/>
            <a:chOff x="8929230" y="5546491"/>
            <a:chExt cx="1155485" cy="276999"/>
          </a:xfrm>
        </p:grpSpPr>
        <p:grpSp>
          <p:nvGrpSpPr>
            <p:cNvPr id="1769" name="群組 1768">
              <a:extLst>
                <a:ext uri="{FF2B5EF4-FFF2-40B4-BE49-F238E27FC236}">
                  <a16:creationId xmlns:a16="http://schemas.microsoft.com/office/drawing/2014/main" id="{06E6D145-E9A1-4339-B068-F1DF15F1DE5C}"/>
                </a:ext>
              </a:extLst>
            </p:cNvPr>
            <p:cNvGrpSpPr/>
            <p:nvPr/>
          </p:nvGrpSpPr>
          <p:grpSpPr>
            <a:xfrm>
              <a:off x="9441967" y="5621390"/>
              <a:ext cx="642748" cy="127201"/>
              <a:chOff x="9441967" y="4333837"/>
              <a:chExt cx="642748" cy="127201"/>
            </a:xfrm>
          </p:grpSpPr>
          <p:grpSp>
            <p:nvGrpSpPr>
              <p:cNvPr id="1770" name="群組 1769">
                <a:extLst>
                  <a:ext uri="{FF2B5EF4-FFF2-40B4-BE49-F238E27FC236}">
                    <a16:creationId xmlns:a16="http://schemas.microsoft.com/office/drawing/2014/main" id="{D922EF9E-FCE1-4AFC-A4DB-13EE4AE6E9A6}"/>
                  </a:ext>
                </a:extLst>
              </p:cNvPr>
              <p:cNvGrpSpPr/>
              <p:nvPr/>
            </p:nvGrpSpPr>
            <p:grpSpPr>
              <a:xfrm>
                <a:off x="9441967" y="4333837"/>
                <a:ext cx="642748" cy="45719"/>
                <a:chOff x="9679225" y="6156035"/>
                <a:chExt cx="1183327" cy="129600"/>
              </a:xfrm>
            </p:grpSpPr>
            <p:sp>
              <p:nvSpPr>
                <p:cNvPr id="1779" name="箭號: 五邊形 1778">
                  <a:extLst>
                    <a:ext uri="{FF2B5EF4-FFF2-40B4-BE49-F238E27FC236}">
                      <a16:creationId xmlns:a16="http://schemas.microsoft.com/office/drawing/2014/main" id="{7676ED64-4B70-4F29-BF61-113FCC82D208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80" name="矩形 178">
                  <a:extLst>
                    <a:ext uri="{FF2B5EF4-FFF2-40B4-BE49-F238E27FC236}">
                      <a16:creationId xmlns:a16="http://schemas.microsoft.com/office/drawing/2014/main" id="{308D453F-3C49-4F31-9DE3-1B8CDF5B7D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81" name="矩形 178">
                  <a:extLst>
                    <a:ext uri="{FF2B5EF4-FFF2-40B4-BE49-F238E27FC236}">
                      <a16:creationId xmlns:a16="http://schemas.microsoft.com/office/drawing/2014/main" id="{7E957685-FD52-407D-86AE-85FC6B2B751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71" name="群組 1770">
                <a:extLst>
                  <a:ext uri="{FF2B5EF4-FFF2-40B4-BE49-F238E27FC236}">
                    <a16:creationId xmlns:a16="http://schemas.microsoft.com/office/drawing/2014/main" id="{E082726A-88D5-46D6-BBA7-A2215FC03932}"/>
                  </a:ext>
                </a:extLst>
              </p:cNvPr>
              <p:cNvGrpSpPr/>
              <p:nvPr/>
            </p:nvGrpSpPr>
            <p:grpSpPr>
              <a:xfrm>
                <a:off x="9441967" y="4373364"/>
                <a:ext cx="642748" cy="45719"/>
                <a:chOff x="9679225" y="6156035"/>
                <a:chExt cx="1183327" cy="129600"/>
              </a:xfrm>
            </p:grpSpPr>
            <p:sp>
              <p:nvSpPr>
                <p:cNvPr id="1776" name="箭號: 五邊形 1775">
                  <a:extLst>
                    <a:ext uri="{FF2B5EF4-FFF2-40B4-BE49-F238E27FC236}">
                      <a16:creationId xmlns:a16="http://schemas.microsoft.com/office/drawing/2014/main" id="{BDD68B57-AE86-407F-A00D-E74276C9F756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77" name="矩形 178">
                  <a:extLst>
                    <a:ext uri="{FF2B5EF4-FFF2-40B4-BE49-F238E27FC236}">
                      <a16:creationId xmlns:a16="http://schemas.microsoft.com/office/drawing/2014/main" id="{3F952863-4A7C-470C-AB4E-5DF636078D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78" name="矩形 178">
                  <a:extLst>
                    <a:ext uri="{FF2B5EF4-FFF2-40B4-BE49-F238E27FC236}">
                      <a16:creationId xmlns:a16="http://schemas.microsoft.com/office/drawing/2014/main" id="{AD17DAFB-1CC0-4D39-99CE-00028DC112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772" name="群組 1771">
                <a:extLst>
                  <a:ext uri="{FF2B5EF4-FFF2-40B4-BE49-F238E27FC236}">
                    <a16:creationId xmlns:a16="http://schemas.microsoft.com/office/drawing/2014/main" id="{9496A89C-ECEC-4AD9-A571-DA5721FF9F11}"/>
                  </a:ext>
                </a:extLst>
              </p:cNvPr>
              <p:cNvGrpSpPr/>
              <p:nvPr/>
            </p:nvGrpSpPr>
            <p:grpSpPr>
              <a:xfrm>
                <a:off x="9441967" y="4415319"/>
                <a:ext cx="642748" cy="45719"/>
                <a:chOff x="9679225" y="6156035"/>
                <a:chExt cx="1183327" cy="129600"/>
              </a:xfrm>
            </p:grpSpPr>
            <p:sp>
              <p:nvSpPr>
                <p:cNvPr id="1773" name="箭號: 五邊形 1772">
                  <a:extLst>
                    <a:ext uri="{FF2B5EF4-FFF2-40B4-BE49-F238E27FC236}">
                      <a16:creationId xmlns:a16="http://schemas.microsoft.com/office/drawing/2014/main" id="{2EB0CB47-B92F-4C7D-A92B-FC570BEF616E}"/>
                    </a:ext>
                  </a:extLst>
                </p:cNvPr>
                <p:cNvSpPr/>
                <p:nvPr/>
              </p:nvSpPr>
              <p:spPr>
                <a:xfrm>
                  <a:off x="9679225" y="6156035"/>
                  <a:ext cx="1183327" cy="129600"/>
                </a:xfrm>
                <a:prstGeom prst="homePlate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baseline="-2500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Calibri"/>
                    <a:ea typeface="微軟正黑體"/>
                  </a:endParaRPr>
                </a:p>
              </p:txBody>
            </p:sp>
            <p:sp>
              <p:nvSpPr>
                <p:cNvPr id="1774" name="矩形 178">
                  <a:extLst>
                    <a:ext uri="{FF2B5EF4-FFF2-40B4-BE49-F238E27FC236}">
                      <a16:creationId xmlns:a16="http://schemas.microsoft.com/office/drawing/2014/main" id="{C2592205-4248-4952-8425-F27B18FD2B5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731320" y="6156035"/>
                  <a:ext cx="137359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75" name="矩形 178">
                  <a:extLst>
                    <a:ext uri="{FF2B5EF4-FFF2-40B4-BE49-F238E27FC236}">
                      <a16:creationId xmlns:a16="http://schemas.microsoft.com/office/drawing/2014/main" id="{95F55EF7-B4F2-46C4-A0CA-774291D5846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617299" y="6156035"/>
                  <a:ext cx="141080" cy="129600"/>
                </a:xfrm>
                <a:prstGeom prst="rect">
                  <a:avLst/>
                </a:prstGeom>
                <a:solidFill>
                  <a:srgbClr val="2F5597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50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782" name="文字方塊 1781">
              <a:extLst>
                <a:ext uri="{FF2B5EF4-FFF2-40B4-BE49-F238E27FC236}">
                  <a16:creationId xmlns:a16="http://schemas.microsoft.com/office/drawing/2014/main" id="{44DAE937-BA9E-4962-AD92-2C49A1224398}"/>
                </a:ext>
              </a:extLst>
            </p:cNvPr>
            <p:cNvSpPr txBox="1"/>
            <p:nvPr/>
          </p:nvSpPr>
          <p:spPr>
            <a:xfrm>
              <a:off x="8929230" y="554649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accent6">
                      <a:lumMod val="60000"/>
                      <a:lumOff val="40000"/>
                    </a:schemeClr>
                  </a:solidFill>
                </a:defRPr>
              </a:lvl1pPr>
            </a:lstStyle>
            <a:p>
              <a:r>
                <a:rPr lang="en-US" altLang="zh-TW" sz="1200" dirty="0">
                  <a:solidFill>
                    <a:srgbClr val="2F5597"/>
                  </a:solidFill>
                </a:rPr>
                <a:t>HP2</a:t>
              </a:r>
              <a:endParaRPr lang="zh-TW" altLang="en-US" sz="1200" dirty="0">
                <a:solidFill>
                  <a:srgbClr val="2F5597"/>
                </a:solidFill>
              </a:endParaRPr>
            </a:p>
          </p:txBody>
        </p:sp>
      </p:grpSp>
      <p:sp>
        <p:nvSpPr>
          <p:cNvPr id="828" name="箭號: 向右 827">
            <a:extLst>
              <a:ext uri="{FF2B5EF4-FFF2-40B4-BE49-F238E27FC236}">
                <a16:creationId xmlns:a16="http://schemas.microsoft.com/office/drawing/2014/main" id="{DE308F31-D35C-4474-AAF2-C5BD2D0EB2DD}"/>
              </a:ext>
            </a:extLst>
          </p:cNvPr>
          <p:cNvSpPr/>
          <p:nvPr/>
        </p:nvSpPr>
        <p:spPr>
          <a:xfrm>
            <a:off x="10236175" y="4295427"/>
            <a:ext cx="122151" cy="85809"/>
          </a:xfrm>
          <a:prstGeom prst="rightArrow">
            <a:avLst>
              <a:gd name="adj1" fmla="val 50000"/>
              <a:gd name="adj2" fmla="val 77749"/>
            </a:avLst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0" name="箭號: 向右 829">
            <a:extLst>
              <a:ext uri="{FF2B5EF4-FFF2-40B4-BE49-F238E27FC236}">
                <a16:creationId xmlns:a16="http://schemas.microsoft.com/office/drawing/2014/main" id="{BBD53F3D-054C-4F7F-8A6C-46720E84FC53}"/>
              </a:ext>
            </a:extLst>
          </p:cNvPr>
          <p:cNvSpPr/>
          <p:nvPr/>
        </p:nvSpPr>
        <p:spPr>
          <a:xfrm>
            <a:off x="10236175" y="4907896"/>
            <a:ext cx="122151" cy="85809"/>
          </a:xfrm>
          <a:prstGeom prst="rightArrow">
            <a:avLst>
              <a:gd name="adj1" fmla="val 50000"/>
              <a:gd name="adj2" fmla="val 77749"/>
            </a:avLst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2" name="箭號: 向右 831">
            <a:extLst>
              <a:ext uri="{FF2B5EF4-FFF2-40B4-BE49-F238E27FC236}">
                <a16:creationId xmlns:a16="http://schemas.microsoft.com/office/drawing/2014/main" id="{C7BC02B2-98DD-42C9-B9B4-DA34D0EA4595}"/>
              </a:ext>
            </a:extLst>
          </p:cNvPr>
          <p:cNvSpPr/>
          <p:nvPr/>
        </p:nvSpPr>
        <p:spPr>
          <a:xfrm>
            <a:off x="10236175" y="5557470"/>
            <a:ext cx="122151" cy="85809"/>
          </a:xfrm>
          <a:prstGeom prst="rightArrow">
            <a:avLst>
              <a:gd name="adj1" fmla="val 50000"/>
              <a:gd name="adj2" fmla="val 77749"/>
            </a:avLst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DE1A798-42DD-41C7-A07A-60E899E68A42}"/>
              </a:ext>
            </a:extLst>
          </p:cNvPr>
          <p:cNvGrpSpPr/>
          <p:nvPr/>
        </p:nvGrpSpPr>
        <p:grpSpPr>
          <a:xfrm>
            <a:off x="4587366" y="1480342"/>
            <a:ext cx="814693" cy="551988"/>
            <a:chOff x="4587366" y="1851984"/>
            <a:chExt cx="814693" cy="551988"/>
          </a:xfrm>
        </p:grpSpPr>
        <p:grpSp>
          <p:nvGrpSpPr>
            <p:cNvPr id="453" name="群組 452">
              <a:extLst>
                <a:ext uri="{FF2B5EF4-FFF2-40B4-BE49-F238E27FC236}">
                  <a16:creationId xmlns:a16="http://schemas.microsoft.com/office/drawing/2014/main" id="{6E5261D6-C451-4E09-B3C0-3A507DDEAC60}"/>
                </a:ext>
              </a:extLst>
            </p:cNvPr>
            <p:cNvGrpSpPr/>
            <p:nvPr/>
          </p:nvGrpSpPr>
          <p:grpSpPr>
            <a:xfrm>
              <a:off x="4749864" y="2043972"/>
              <a:ext cx="360000" cy="360000"/>
              <a:chOff x="2035664" y="2379338"/>
              <a:chExt cx="857346" cy="857346"/>
            </a:xfrm>
          </p:grpSpPr>
          <p:sp>
            <p:nvSpPr>
              <p:cNvPr id="454" name="橢圓 453">
                <a:extLst>
                  <a:ext uri="{FF2B5EF4-FFF2-40B4-BE49-F238E27FC236}">
                    <a16:creationId xmlns:a16="http://schemas.microsoft.com/office/drawing/2014/main" id="{E015966C-D234-4DCE-B5C5-9CD19D157D63}"/>
                  </a:ext>
                </a:extLst>
              </p:cNvPr>
              <p:cNvSpPr/>
              <p:nvPr/>
            </p:nvSpPr>
            <p:spPr>
              <a:xfrm>
                <a:off x="2035664" y="2379338"/>
                <a:ext cx="857346" cy="857346"/>
              </a:xfrm>
              <a:prstGeom prst="ellipse">
                <a:avLst/>
              </a:prstGeom>
              <a:ln w="22225">
                <a:solidFill>
                  <a:schemeClr val="accent2">
                    <a:lumMod val="60000"/>
                    <a:lumOff val="40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61" name="橢圓 460">
                <a:extLst>
                  <a:ext uri="{FF2B5EF4-FFF2-40B4-BE49-F238E27FC236}">
                    <a16:creationId xmlns:a16="http://schemas.microsoft.com/office/drawing/2014/main" id="{38A901ED-64CC-4319-89DD-647A6F64A873}"/>
                  </a:ext>
                </a:extLst>
              </p:cNvPr>
              <p:cNvSpPr/>
              <p:nvPr/>
            </p:nvSpPr>
            <p:spPr>
              <a:xfrm>
                <a:off x="2526709" y="2593549"/>
                <a:ext cx="143053" cy="143053"/>
              </a:xfrm>
              <a:prstGeom prst="ellipse">
                <a:avLst/>
              </a:prstGeom>
              <a:solidFill>
                <a:srgbClr val="C55A11"/>
              </a:solidFill>
              <a:ln w="19050">
                <a:solidFill>
                  <a:srgbClr val="C55A1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62" name="橢圓 461">
                <a:extLst>
                  <a:ext uri="{FF2B5EF4-FFF2-40B4-BE49-F238E27FC236}">
                    <a16:creationId xmlns:a16="http://schemas.microsoft.com/office/drawing/2014/main" id="{BF26BD81-ED5C-4ADF-99F8-6F707FA2A206}"/>
                  </a:ext>
                </a:extLst>
              </p:cNvPr>
              <p:cNvSpPr/>
              <p:nvPr/>
            </p:nvSpPr>
            <p:spPr>
              <a:xfrm>
                <a:off x="2230115" y="2799779"/>
                <a:ext cx="143053" cy="143053"/>
              </a:xfrm>
              <a:prstGeom prst="ellipse">
                <a:avLst/>
              </a:prstGeom>
              <a:solidFill>
                <a:srgbClr val="FFC000"/>
              </a:solidFill>
              <a:ln w="19050">
                <a:solidFill>
                  <a:srgbClr val="FFC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3" name="文字方塊 462">
              <a:extLst>
                <a:ext uri="{FF2B5EF4-FFF2-40B4-BE49-F238E27FC236}">
                  <a16:creationId xmlns:a16="http://schemas.microsoft.com/office/drawing/2014/main" id="{E25DD948-E236-40FE-AC6C-AAAE13370F1A}"/>
                </a:ext>
              </a:extLst>
            </p:cNvPr>
            <p:cNvSpPr txBox="1"/>
            <p:nvPr/>
          </p:nvSpPr>
          <p:spPr>
            <a:xfrm>
              <a:off x="4587366" y="1851984"/>
              <a:ext cx="68499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algn="ctr">
                <a:defRPr sz="900">
                  <a:solidFill>
                    <a:schemeClr val="bg1">
                      <a:lumMod val="50000"/>
                    </a:schemeClr>
                  </a:solidFill>
                </a:defRPr>
              </a:lvl1pPr>
            </a:lstStyle>
            <a:p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</a:rPr>
                <a:t>Somatic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566" name="箭號: 向右 565">
              <a:extLst>
                <a:ext uri="{FF2B5EF4-FFF2-40B4-BE49-F238E27FC236}">
                  <a16:creationId xmlns:a16="http://schemas.microsoft.com/office/drawing/2014/main" id="{7A483B79-8F5B-45DF-8E13-CFBE442C974F}"/>
                </a:ext>
              </a:extLst>
            </p:cNvPr>
            <p:cNvSpPr/>
            <p:nvPr/>
          </p:nvSpPr>
          <p:spPr>
            <a:xfrm>
              <a:off x="5163684" y="2181068"/>
              <a:ext cx="238375" cy="85809"/>
            </a:xfrm>
            <a:prstGeom prst="rightArrow">
              <a:avLst>
                <a:gd name="adj1" fmla="val 50000"/>
                <a:gd name="adj2" fmla="val 80525"/>
              </a:avLst>
            </a:prstGeom>
            <a:gradFill flip="none" rotWithShape="1">
              <a:gsLst>
                <a:gs pos="0">
                  <a:schemeClr val="bg1"/>
                </a:gs>
                <a:gs pos="37000">
                  <a:srgbClr val="C9C9C9"/>
                </a:gs>
              </a:gsLst>
              <a:lin ang="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67" name="箭號: 上彎 566">
            <a:extLst>
              <a:ext uri="{FF2B5EF4-FFF2-40B4-BE49-F238E27FC236}">
                <a16:creationId xmlns:a16="http://schemas.microsoft.com/office/drawing/2014/main" id="{8B692CF3-3281-44CA-918E-3A9A63931BAE}"/>
              </a:ext>
            </a:extLst>
          </p:cNvPr>
          <p:cNvSpPr/>
          <p:nvPr/>
        </p:nvSpPr>
        <p:spPr>
          <a:xfrm rot="16200000" flipV="1">
            <a:off x="3796905" y="2215674"/>
            <a:ext cx="695290" cy="418703"/>
          </a:xfrm>
          <a:prstGeom prst="bentUpArrow">
            <a:avLst>
              <a:gd name="adj1" fmla="val 15717"/>
              <a:gd name="adj2" fmla="val 18966"/>
              <a:gd name="adj3" fmla="val 19053"/>
            </a:avLst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68" name="群組 567">
            <a:extLst>
              <a:ext uri="{FF2B5EF4-FFF2-40B4-BE49-F238E27FC236}">
                <a16:creationId xmlns:a16="http://schemas.microsoft.com/office/drawing/2014/main" id="{EC10D11A-8E25-41FF-B17F-0736D4CC86C9}"/>
              </a:ext>
            </a:extLst>
          </p:cNvPr>
          <p:cNvGrpSpPr/>
          <p:nvPr/>
        </p:nvGrpSpPr>
        <p:grpSpPr>
          <a:xfrm>
            <a:off x="3926406" y="1547833"/>
            <a:ext cx="418704" cy="324777"/>
            <a:chOff x="3944031" y="1126224"/>
            <a:chExt cx="418704" cy="324777"/>
          </a:xfrm>
        </p:grpSpPr>
        <p:grpSp>
          <p:nvGrpSpPr>
            <p:cNvPr id="569" name="群組 568">
              <a:extLst>
                <a:ext uri="{FF2B5EF4-FFF2-40B4-BE49-F238E27FC236}">
                  <a16:creationId xmlns:a16="http://schemas.microsoft.com/office/drawing/2014/main" id="{6A833317-E872-4BC0-8BEE-BB4B627B4527}"/>
                </a:ext>
              </a:extLst>
            </p:cNvPr>
            <p:cNvGrpSpPr/>
            <p:nvPr/>
          </p:nvGrpSpPr>
          <p:grpSpPr>
            <a:xfrm>
              <a:off x="4020005" y="1126224"/>
              <a:ext cx="267665" cy="324777"/>
              <a:chOff x="4698033" y="3014967"/>
              <a:chExt cx="334244" cy="405562"/>
            </a:xfrm>
          </p:grpSpPr>
          <p:sp>
            <p:nvSpPr>
              <p:cNvPr id="571" name="矩形 830">
                <a:extLst>
                  <a:ext uri="{FF2B5EF4-FFF2-40B4-BE49-F238E27FC236}">
                    <a16:creationId xmlns:a16="http://schemas.microsoft.com/office/drawing/2014/main" id="{C3907560-033C-4C76-9252-DB99B35B6752}"/>
                  </a:ext>
                </a:extLst>
              </p:cNvPr>
              <p:cNvSpPr/>
              <p:nvPr/>
            </p:nvSpPr>
            <p:spPr>
              <a:xfrm>
                <a:off x="4698033" y="3014967"/>
                <a:ext cx="331728" cy="405562"/>
              </a:xfrm>
              <a:custGeom>
                <a:avLst/>
                <a:gdLst>
                  <a:gd name="connsiteX0" fmla="*/ 0 w 424079"/>
                  <a:gd name="connsiteY0" fmla="*/ 0 h 463830"/>
                  <a:gd name="connsiteX1" fmla="*/ 424079 w 424079"/>
                  <a:gd name="connsiteY1" fmla="*/ 0 h 463830"/>
                  <a:gd name="connsiteX2" fmla="*/ 424079 w 424079"/>
                  <a:gd name="connsiteY2" fmla="*/ 463830 h 463830"/>
                  <a:gd name="connsiteX3" fmla="*/ 0 w 424079"/>
                  <a:gd name="connsiteY3" fmla="*/ 463830 h 463830"/>
                  <a:gd name="connsiteX4" fmla="*/ 0 w 424079"/>
                  <a:gd name="connsiteY4" fmla="*/ 0 h 463830"/>
                  <a:gd name="connsiteX0" fmla="*/ 424079 w 515519"/>
                  <a:gd name="connsiteY0" fmla="*/ 0 h 463830"/>
                  <a:gd name="connsiteX1" fmla="*/ 424079 w 515519"/>
                  <a:gd name="connsiteY1" fmla="*/ 463830 h 463830"/>
                  <a:gd name="connsiteX2" fmla="*/ 0 w 515519"/>
                  <a:gd name="connsiteY2" fmla="*/ 463830 h 463830"/>
                  <a:gd name="connsiteX3" fmla="*/ 0 w 515519"/>
                  <a:gd name="connsiteY3" fmla="*/ 0 h 463830"/>
                  <a:gd name="connsiteX4" fmla="*/ 515519 w 515519"/>
                  <a:gd name="connsiteY4" fmla="*/ 91440 h 463830"/>
                  <a:gd name="connsiteX0" fmla="*/ 424079 w 424079"/>
                  <a:gd name="connsiteY0" fmla="*/ 0 h 463830"/>
                  <a:gd name="connsiteX1" fmla="*/ 424079 w 424079"/>
                  <a:gd name="connsiteY1" fmla="*/ 463830 h 463830"/>
                  <a:gd name="connsiteX2" fmla="*/ 0 w 424079"/>
                  <a:gd name="connsiteY2" fmla="*/ 463830 h 463830"/>
                  <a:gd name="connsiteX3" fmla="*/ 0 w 424079"/>
                  <a:gd name="connsiteY3" fmla="*/ 0 h 463830"/>
                  <a:gd name="connsiteX4" fmla="*/ 313113 w 424079"/>
                  <a:gd name="connsiteY4" fmla="*/ 952 h 463830"/>
                  <a:gd name="connsiteX0" fmla="*/ 424079 w 424079"/>
                  <a:gd name="connsiteY0" fmla="*/ 114300 h 463830"/>
                  <a:gd name="connsiteX1" fmla="*/ 424079 w 424079"/>
                  <a:gd name="connsiteY1" fmla="*/ 463830 h 463830"/>
                  <a:gd name="connsiteX2" fmla="*/ 0 w 424079"/>
                  <a:gd name="connsiteY2" fmla="*/ 463830 h 463830"/>
                  <a:gd name="connsiteX3" fmla="*/ 0 w 424079"/>
                  <a:gd name="connsiteY3" fmla="*/ 0 h 463830"/>
                  <a:gd name="connsiteX4" fmla="*/ 313113 w 424079"/>
                  <a:gd name="connsiteY4" fmla="*/ 952 h 463830"/>
                  <a:gd name="connsiteX0" fmla="*/ 424079 w 424079"/>
                  <a:gd name="connsiteY0" fmla="*/ 114300 h 463830"/>
                  <a:gd name="connsiteX1" fmla="*/ 424079 w 424079"/>
                  <a:gd name="connsiteY1" fmla="*/ 463830 h 463830"/>
                  <a:gd name="connsiteX2" fmla="*/ 0 w 424079"/>
                  <a:gd name="connsiteY2" fmla="*/ 463830 h 463830"/>
                  <a:gd name="connsiteX3" fmla="*/ 0 w 424079"/>
                  <a:gd name="connsiteY3" fmla="*/ 0 h 463830"/>
                  <a:gd name="connsiteX4" fmla="*/ 313113 w 424079"/>
                  <a:gd name="connsiteY4" fmla="*/ 952 h 463830"/>
                  <a:gd name="connsiteX5" fmla="*/ 424079 w 424079"/>
                  <a:gd name="connsiteY5" fmla="*/ 114300 h 463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4079" h="463830">
                    <a:moveTo>
                      <a:pt x="424079" y="114300"/>
                    </a:moveTo>
                    <a:lnTo>
                      <a:pt x="424079" y="463830"/>
                    </a:lnTo>
                    <a:lnTo>
                      <a:pt x="0" y="463830"/>
                    </a:lnTo>
                    <a:lnTo>
                      <a:pt x="0" y="0"/>
                    </a:lnTo>
                    <a:lnTo>
                      <a:pt x="313113" y="952"/>
                    </a:lnTo>
                    <a:lnTo>
                      <a:pt x="424079" y="114300"/>
                    </a:lnTo>
                    <a:close/>
                  </a:path>
                </a:pathLst>
              </a:cu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cxnSp>
            <p:nvCxnSpPr>
              <p:cNvPr id="572" name="直線接點 571">
                <a:extLst>
                  <a:ext uri="{FF2B5EF4-FFF2-40B4-BE49-F238E27FC236}">
                    <a16:creationId xmlns:a16="http://schemas.microsoft.com/office/drawing/2014/main" id="{8782C164-62E9-4925-A6F6-77EEEB72F2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602" y="3022045"/>
                <a:ext cx="1357" cy="94433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573" name="直線接點 572">
                <a:extLst>
                  <a:ext uri="{FF2B5EF4-FFF2-40B4-BE49-F238E27FC236}">
                    <a16:creationId xmlns:a16="http://schemas.microsoft.com/office/drawing/2014/main" id="{B9BEAD96-6D4F-4001-9704-8FF85B744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7844" y="3117031"/>
                <a:ext cx="94433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  <p:sp>
          <p:nvSpPr>
            <p:cNvPr id="570" name="文字方塊 569">
              <a:extLst>
                <a:ext uri="{FF2B5EF4-FFF2-40B4-BE49-F238E27FC236}">
                  <a16:creationId xmlns:a16="http://schemas.microsoft.com/office/drawing/2014/main" id="{2F892F4B-09BA-438F-B720-DF5805248B3B}"/>
                </a:ext>
              </a:extLst>
            </p:cNvPr>
            <p:cNvSpPr txBox="1"/>
            <p:nvPr/>
          </p:nvSpPr>
          <p:spPr>
            <a:xfrm>
              <a:off x="3944031" y="1179259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000" dirty="0"/>
                <a:t>PON</a:t>
              </a:r>
              <a:endParaRPr lang="zh-TW" altLang="en-US" sz="1000" dirty="0"/>
            </a:p>
          </p:txBody>
        </p:sp>
      </p:grpSp>
      <p:sp>
        <p:nvSpPr>
          <p:cNvPr id="448" name="箭號: 向右 447">
            <a:extLst>
              <a:ext uri="{FF2B5EF4-FFF2-40B4-BE49-F238E27FC236}">
                <a16:creationId xmlns:a16="http://schemas.microsoft.com/office/drawing/2014/main" id="{5235B6C3-5934-4C20-B38C-A7927CC87FCA}"/>
              </a:ext>
            </a:extLst>
          </p:cNvPr>
          <p:cNvSpPr/>
          <p:nvPr/>
        </p:nvSpPr>
        <p:spPr>
          <a:xfrm>
            <a:off x="7038111" y="1809426"/>
            <a:ext cx="457653" cy="85809"/>
          </a:xfrm>
          <a:prstGeom prst="rightArrow">
            <a:avLst>
              <a:gd name="adj1" fmla="val 50000"/>
              <a:gd name="adj2" fmla="val 80525"/>
            </a:avLst>
          </a:prstGeom>
          <a:gradFill flip="none" rotWithShape="1">
            <a:gsLst>
              <a:gs pos="0">
                <a:srgbClr val="F2F2F2"/>
              </a:gs>
              <a:gs pos="37000">
                <a:schemeClr val="accent2">
                  <a:lumMod val="60000"/>
                  <a:lumOff val="4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19D68F1E-3C3F-4CC7-98F3-D13155CE21BC}"/>
              </a:ext>
            </a:extLst>
          </p:cNvPr>
          <p:cNvGrpSpPr/>
          <p:nvPr/>
        </p:nvGrpSpPr>
        <p:grpSpPr>
          <a:xfrm>
            <a:off x="4900992" y="4702242"/>
            <a:ext cx="2872516" cy="652036"/>
            <a:chOff x="4900992" y="4698127"/>
            <a:chExt cx="2872516" cy="652036"/>
          </a:xfrm>
        </p:grpSpPr>
        <p:sp>
          <p:nvSpPr>
            <p:cNvPr id="577" name="矩形: 圓角 576">
              <a:extLst>
                <a:ext uri="{FF2B5EF4-FFF2-40B4-BE49-F238E27FC236}">
                  <a16:creationId xmlns:a16="http://schemas.microsoft.com/office/drawing/2014/main" id="{49C79CF9-3A93-4266-9BC1-5F9255BA425D}"/>
                </a:ext>
              </a:extLst>
            </p:cNvPr>
            <p:cNvSpPr/>
            <p:nvPr/>
          </p:nvSpPr>
          <p:spPr>
            <a:xfrm>
              <a:off x="4900992" y="4757181"/>
              <a:ext cx="2872516" cy="5711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8" name="文字方塊 807">
              <a:extLst>
                <a:ext uri="{FF2B5EF4-FFF2-40B4-BE49-F238E27FC236}">
                  <a16:creationId xmlns:a16="http://schemas.microsoft.com/office/drawing/2014/main" id="{5FF077F1-D48C-4688-A091-3CF7FC1EA345}"/>
                </a:ext>
              </a:extLst>
            </p:cNvPr>
            <p:cNvSpPr txBox="1"/>
            <p:nvPr/>
          </p:nvSpPr>
          <p:spPr>
            <a:xfrm>
              <a:off x="4940410" y="4698127"/>
              <a:ext cx="14687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>
                      <a:lumMod val="50000"/>
                    </a:schemeClr>
                  </a:solidFill>
                </a:rPr>
                <a:t>Heterozygosity Ratio</a:t>
              </a:r>
              <a:endParaRPr lang="zh-TW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7" name="文字方塊 1026">
              <a:extLst>
                <a:ext uri="{FF2B5EF4-FFF2-40B4-BE49-F238E27FC236}">
                  <a16:creationId xmlns:a16="http://schemas.microsoft.com/office/drawing/2014/main" id="{D056C141-552B-4426-AB6C-835B3C649137}"/>
                </a:ext>
              </a:extLst>
            </p:cNvPr>
            <p:cNvSpPr txBox="1"/>
            <p:nvPr/>
          </p:nvSpPr>
          <p:spPr>
            <a:xfrm>
              <a:off x="5078846" y="4886042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900"/>
              </a:lvl1pPr>
            </a:lstStyle>
            <a:p>
              <a:r>
                <a:rPr lang="en-US" altLang="zh-TW" dirty="0">
                  <a:solidFill>
                    <a:schemeClr val="bg1">
                      <a:lumMod val="50000"/>
                    </a:schemeClr>
                  </a:solidFill>
                </a:rPr>
                <a:t>1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9" name="矩形 2">
              <a:extLst>
                <a:ext uri="{FF2B5EF4-FFF2-40B4-BE49-F238E27FC236}">
                  <a16:creationId xmlns:a16="http://schemas.microsoft.com/office/drawing/2014/main" id="{02C98BD1-2A5E-49E6-87A4-F7BFF42C01EB}"/>
                </a:ext>
              </a:extLst>
            </p:cNvPr>
            <p:cNvSpPr/>
            <p:nvPr/>
          </p:nvSpPr>
          <p:spPr>
            <a:xfrm>
              <a:off x="5271244" y="4977853"/>
              <a:ext cx="2307761" cy="281443"/>
            </a:xfrm>
            <a:custGeom>
              <a:avLst/>
              <a:gdLst>
                <a:gd name="connsiteX0" fmla="*/ 0 w 3189163"/>
                <a:gd name="connsiteY0" fmla="*/ 0 h 1200245"/>
                <a:gd name="connsiteX1" fmla="*/ 3189163 w 3189163"/>
                <a:gd name="connsiteY1" fmla="*/ 0 h 1200245"/>
                <a:gd name="connsiteX2" fmla="*/ 3189163 w 3189163"/>
                <a:gd name="connsiteY2" fmla="*/ 1200245 h 1200245"/>
                <a:gd name="connsiteX3" fmla="*/ 0 w 3189163"/>
                <a:gd name="connsiteY3" fmla="*/ 1200245 h 1200245"/>
                <a:gd name="connsiteX4" fmla="*/ 0 w 3189163"/>
                <a:gd name="connsiteY4" fmla="*/ 0 h 1200245"/>
                <a:gd name="connsiteX0" fmla="*/ 3189163 w 3280603"/>
                <a:gd name="connsiteY0" fmla="*/ 0 h 1200245"/>
                <a:gd name="connsiteX1" fmla="*/ 3189163 w 3280603"/>
                <a:gd name="connsiteY1" fmla="*/ 1200245 h 1200245"/>
                <a:gd name="connsiteX2" fmla="*/ 0 w 3280603"/>
                <a:gd name="connsiteY2" fmla="*/ 1200245 h 1200245"/>
                <a:gd name="connsiteX3" fmla="*/ 0 w 3280603"/>
                <a:gd name="connsiteY3" fmla="*/ 0 h 1200245"/>
                <a:gd name="connsiteX4" fmla="*/ 3280603 w 3280603"/>
                <a:gd name="connsiteY4" fmla="*/ 91440 h 1200245"/>
                <a:gd name="connsiteX0" fmla="*/ 3189163 w 3189163"/>
                <a:gd name="connsiteY0" fmla="*/ 0 h 1200245"/>
                <a:gd name="connsiteX1" fmla="*/ 3189163 w 3189163"/>
                <a:gd name="connsiteY1" fmla="*/ 1200245 h 1200245"/>
                <a:gd name="connsiteX2" fmla="*/ 0 w 3189163"/>
                <a:gd name="connsiteY2" fmla="*/ 1200245 h 1200245"/>
                <a:gd name="connsiteX3" fmla="*/ 0 w 3189163"/>
                <a:gd name="connsiteY3" fmla="*/ 0 h 1200245"/>
                <a:gd name="connsiteX0" fmla="*/ 3189163 w 3189163"/>
                <a:gd name="connsiteY0" fmla="*/ 1200245 h 1200245"/>
                <a:gd name="connsiteX1" fmla="*/ 0 w 3189163"/>
                <a:gd name="connsiteY1" fmla="*/ 1200245 h 1200245"/>
                <a:gd name="connsiteX2" fmla="*/ 0 w 3189163"/>
                <a:gd name="connsiteY2" fmla="*/ 0 h 120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89163" h="1200245">
                  <a:moveTo>
                    <a:pt x="3189163" y="1200245"/>
                  </a:moveTo>
                  <a:lnTo>
                    <a:pt x="0" y="1200245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31" name="直線接點 1030">
              <a:extLst>
                <a:ext uri="{FF2B5EF4-FFF2-40B4-BE49-F238E27FC236}">
                  <a16:creationId xmlns:a16="http://schemas.microsoft.com/office/drawing/2014/main" id="{BE404171-57E0-41B4-ABC9-9F83A38E7CAA}"/>
                </a:ext>
              </a:extLst>
            </p:cNvPr>
            <p:cNvCxnSpPr>
              <a:cxnSpLocks/>
            </p:cNvCxnSpPr>
            <p:nvPr/>
          </p:nvCxnSpPr>
          <p:spPr>
            <a:xfrm>
              <a:off x="5726860" y="5073858"/>
              <a:ext cx="1707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線接點 1031">
              <a:extLst>
                <a:ext uri="{FF2B5EF4-FFF2-40B4-BE49-F238E27FC236}">
                  <a16:creationId xmlns:a16="http://schemas.microsoft.com/office/drawing/2014/main" id="{83CE353D-6514-4ACE-B54C-D2412F37B6FE}"/>
                </a:ext>
              </a:extLst>
            </p:cNvPr>
            <p:cNvCxnSpPr>
              <a:cxnSpLocks/>
            </p:cNvCxnSpPr>
            <p:nvPr/>
          </p:nvCxnSpPr>
          <p:spPr>
            <a:xfrm>
              <a:off x="5276633" y="5097665"/>
              <a:ext cx="7775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線單箭頭接點 1032">
              <a:extLst>
                <a:ext uri="{FF2B5EF4-FFF2-40B4-BE49-F238E27FC236}">
                  <a16:creationId xmlns:a16="http://schemas.microsoft.com/office/drawing/2014/main" id="{474B3154-98C2-4B97-BFE6-F56DFDE35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6707" y="5038926"/>
              <a:ext cx="0" cy="36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直線單箭頭接點 1040">
              <a:extLst>
                <a:ext uri="{FF2B5EF4-FFF2-40B4-BE49-F238E27FC236}">
                  <a16:creationId xmlns:a16="http://schemas.microsoft.com/office/drawing/2014/main" id="{93A26BA7-FA5C-4822-8065-454E627DC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9978" y="5030994"/>
              <a:ext cx="0" cy="36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直線單箭頭接點 1041">
              <a:extLst>
                <a:ext uri="{FF2B5EF4-FFF2-40B4-BE49-F238E27FC236}">
                  <a16:creationId xmlns:a16="http://schemas.microsoft.com/office/drawing/2014/main" id="{9BDB7537-353F-4BA3-8E4C-E2577BFAFF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0476" y="5055188"/>
              <a:ext cx="0" cy="180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直線接點 1042">
              <a:extLst>
                <a:ext uri="{FF2B5EF4-FFF2-40B4-BE49-F238E27FC236}">
                  <a16:creationId xmlns:a16="http://schemas.microsoft.com/office/drawing/2014/main" id="{8A6E5906-DDD0-44A8-9CE7-A9FE7721AFE6}"/>
                </a:ext>
              </a:extLst>
            </p:cNvPr>
            <p:cNvCxnSpPr>
              <a:cxnSpLocks/>
            </p:cNvCxnSpPr>
            <p:nvPr/>
          </p:nvCxnSpPr>
          <p:spPr>
            <a:xfrm>
              <a:off x="6058386" y="5093652"/>
              <a:ext cx="20109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直線接點 1043">
              <a:extLst>
                <a:ext uri="{FF2B5EF4-FFF2-40B4-BE49-F238E27FC236}">
                  <a16:creationId xmlns:a16="http://schemas.microsoft.com/office/drawing/2014/main" id="{C020A966-013D-4B8D-B5E2-5F72B0703679}"/>
                </a:ext>
              </a:extLst>
            </p:cNvPr>
            <p:cNvCxnSpPr>
              <a:cxnSpLocks/>
            </p:cNvCxnSpPr>
            <p:nvPr/>
          </p:nvCxnSpPr>
          <p:spPr>
            <a:xfrm>
              <a:off x="6610476" y="5227263"/>
              <a:ext cx="32011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直線單箭頭接點 793">
              <a:extLst>
                <a:ext uri="{FF2B5EF4-FFF2-40B4-BE49-F238E27FC236}">
                  <a16:creationId xmlns:a16="http://schemas.microsoft.com/office/drawing/2014/main" id="{43EBD6D3-05CF-4AE3-9813-CD0FCAA38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2458" y="5033371"/>
              <a:ext cx="0" cy="72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直線接點 796">
              <a:extLst>
                <a:ext uri="{FF2B5EF4-FFF2-40B4-BE49-F238E27FC236}">
                  <a16:creationId xmlns:a16="http://schemas.microsoft.com/office/drawing/2014/main" id="{BCE96AF5-94AD-4B74-8592-92C2C3F24E33}"/>
                </a:ext>
              </a:extLst>
            </p:cNvPr>
            <p:cNvCxnSpPr>
              <a:cxnSpLocks/>
            </p:cNvCxnSpPr>
            <p:nvPr/>
          </p:nvCxnSpPr>
          <p:spPr>
            <a:xfrm>
              <a:off x="5342465" y="5042898"/>
              <a:ext cx="7775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直線單箭頭接點 800">
              <a:extLst>
                <a:ext uri="{FF2B5EF4-FFF2-40B4-BE49-F238E27FC236}">
                  <a16:creationId xmlns:a16="http://schemas.microsoft.com/office/drawing/2014/main" id="{EF15E0FA-9399-4F29-B5EB-700A6185A6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8290" y="5017620"/>
              <a:ext cx="0" cy="36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直線接點 801">
              <a:extLst>
                <a:ext uri="{FF2B5EF4-FFF2-40B4-BE49-F238E27FC236}">
                  <a16:creationId xmlns:a16="http://schemas.microsoft.com/office/drawing/2014/main" id="{4BAC744D-4DA4-4501-9D44-880E5F5797E7}"/>
                </a:ext>
              </a:extLst>
            </p:cNvPr>
            <p:cNvCxnSpPr>
              <a:cxnSpLocks/>
            </p:cNvCxnSpPr>
            <p:nvPr/>
          </p:nvCxnSpPr>
          <p:spPr>
            <a:xfrm>
              <a:off x="5409384" y="5026454"/>
              <a:ext cx="7775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直線單箭頭接點 803">
              <a:extLst>
                <a:ext uri="{FF2B5EF4-FFF2-40B4-BE49-F238E27FC236}">
                  <a16:creationId xmlns:a16="http://schemas.microsoft.com/office/drawing/2014/main" id="{C3F2A137-993F-4B62-8F31-1A8CF567C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5209" y="5018034"/>
              <a:ext cx="0" cy="36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直線接點 804">
              <a:extLst>
                <a:ext uri="{FF2B5EF4-FFF2-40B4-BE49-F238E27FC236}">
                  <a16:creationId xmlns:a16="http://schemas.microsoft.com/office/drawing/2014/main" id="{AA232DC4-090A-4E5B-A9EA-CC117F8EB9C8}"/>
                </a:ext>
              </a:extLst>
            </p:cNvPr>
            <p:cNvCxnSpPr>
              <a:cxnSpLocks/>
            </p:cNvCxnSpPr>
            <p:nvPr/>
          </p:nvCxnSpPr>
          <p:spPr>
            <a:xfrm>
              <a:off x="5478771" y="5048503"/>
              <a:ext cx="25793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直線接點 805">
              <a:extLst>
                <a:ext uri="{FF2B5EF4-FFF2-40B4-BE49-F238E27FC236}">
                  <a16:creationId xmlns:a16="http://schemas.microsoft.com/office/drawing/2014/main" id="{D8732127-7FC1-4E46-875F-6E23E1C0D69F}"/>
                </a:ext>
              </a:extLst>
            </p:cNvPr>
            <p:cNvCxnSpPr>
              <a:cxnSpLocks/>
            </p:cNvCxnSpPr>
            <p:nvPr/>
          </p:nvCxnSpPr>
          <p:spPr>
            <a:xfrm>
              <a:off x="5887597" y="5040516"/>
              <a:ext cx="1707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直線單箭頭接點 806">
              <a:extLst>
                <a:ext uri="{FF2B5EF4-FFF2-40B4-BE49-F238E27FC236}">
                  <a16:creationId xmlns:a16="http://schemas.microsoft.com/office/drawing/2014/main" id="{A15A208B-B9AC-41A2-B7EB-6AA464D3E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50576" y="5030985"/>
              <a:ext cx="0" cy="70321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直線接點 808">
              <a:extLst>
                <a:ext uri="{FF2B5EF4-FFF2-40B4-BE49-F238E27FC236}">
                  <a16:creationId xmlns:a16="http://schemas.microsoft.com/office/drawing/2014/main" id="{9ECD80C0-AF18-47ED-91DF-03C3A8FAEF22}"/>
                </a:ext>
              </a:extLst>
            </p:cNvPr>
            <p:cNvCxnSpPr>
              <a:cxnSpLocks/>
            </p:cNvCxnSpPr>
            <p:nvPr/>
          </p:nvCxnSpPr>
          <p:spPr>
            <a:xfrm>
              <a:off x="6411170" y="5018827"/>
              <a:ext cx="7517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直線單箭頭接點 815">
              <a:extLst>
                <a:ext uri="{FF2B5EF4-FFF2-40B4-BE49-F238E27FC236}">
                  <a16:creationId xmlns:a16="http://schemas.microsoft.com/office/drawing/2014/main" id="{87B0C597-A638-4107-886F-F665C41C43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2757" y="4992892"/>
              <a:ext cx="0" cy="108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直線接點 816">
              <a:extLst>
                <a:ext uri="{FF2B5EF4-FFF2-40B4-BE49-F238E27FC236}">
                  <a16:creationId xmlns:a16="http://schemas.microsoft.com/office/drawing/2014/main" id="{065666A6-B58A-40FA-937A-8793A0746D9C}"/>
                </a:ext>
              </a:extLst>
            </p:cNvPr>
            <p:cNvCxnSpPr>
              <a:cxnSpLocks/>
            </p:cNvCxnSpPr>
            <p:nvPr/>
          </p:nvCxnSpPr>
          <p:spPr>
            <a:xfrm>
              <a:off x="6325775" y="5023851"/>
              <a:ext cx="3602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直線單箭頭接點 817">
              <a:extLst>
                <a:ext uri="{FF2B5EF4-FFF2-40B4-BE49-F238E27FC236}">
                  <a16:creationId xmlns:a16="http://schemas.microsoft.com/office/drawing/2014/main" id="{2A68496B-D6B0-4C58-B200-EB82B9B2C3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5932" y="5010064"/>
              <a:ext cx="0" cy="4186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直線接點 823">
              <a:extLst>
                <a:ext uri="{FF2B5EF4-FFF2-40B4-BE49-F238E27FC236}">
                  <a16:creationId xmlns:a16="http://schemas.microsoft.com/office/drawing/2014/main" id="{B3C5934E-01F8-4A84-AE7F-34C4052CF1C2}"/>
                </a:ext>
              </a:extLst>
            </p:cNvPr>
            <p:cNvCxnSpPr>
              <a:cxnSpLocks/>
            </p:cNvCxnSpPr>
            <p:nvPr/>
          </p:nvCxnSpPr>
          <p:spPr>
            <a:xfrm>
              <a:off x="6250508" y="5003539"/>
              <a:ext cx="724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直線接點 825">
              <a:extLst>
                <a:ext uri="{FF2B5EF4-FFF2-40B4-BE49-F238E27FC236}">
                  <a16:creationId xmlns:a16="http://schemas.microsoft.com/office/drawing/2014/main" id="{5E6F51D7-FD4F-4A2C-9F16-55B39A247766}"/>
                </a:ext>
              </a:extLst>
            </p:cNvPr>
            <p:cNvCxnSpPr>
              <a:cxnSpLocks/>
            </p:cNvCxnSpPr>
            <p:nvPr/>
          </p:nvCxnSpPr>
          <p:spPr>
            <a:xfrm>
              <a:off x="6486342" y="5054809"/>
              <a:ext cx="13347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直線單箭頭接點 828">
              <a:extLst>
                <a:ext uri="{FF2B5EF4-FFF2-40B4-BE49-F238E27FC236}">
                  <a16:creationId xmlns:a16="http://schemas.microsoft.com/office/drawing/2014/main" id="{29CBC11E-7E2D-4BF0-88BF-9A6A9FDEB8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6342" y="5010064"/>
              <a:ext cx="0" cy="540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直線單箭頭接點 834">
              <a:extLst>
                <a:ext uri="{FF2B5EF4-FFF2-40B4-BE49-F238E27FC236}">
                  <a16:creationId xmlns:a16="http://schemas.microsoft.com/office/drawing/2014/main" id="{4F19E4BE-9457-456F-AE95-A981F90240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18155" y="4998657"/>
              <a:ext cx="0" cy="3471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直線單箭頭接點 835">
              <a:extLst>
                <a:ext uri="{FF2B5EF4-FFF2-40B4-BE49-F238E27FC236}">
                  <a16:creationId xmlns:a16="http://schemas.microsoft.com/office/drawing/2014/main" id="{8F91DBE7-2DFD-4C5D-B689-535F7472D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3451" y="5178763"/>
              <a:ext cx="0" cy="4850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直線接點 836">
              <a:extLst>
                <a:ext uri="{FF2B5EF4-FFF2-40B4-BE49-F238E27FC236}">
                  <a16:creationId xmlns:a16="http://schemas.microsoft.com/office/drawing/2014/main" id="{50768568-5B58-49F6-AE35-6D1C3E280AC9}"/>
                </a:ext>
              </a:extLst>
            </p:cNvPr>
            <p:cNvCxnSpPr>
              <a:cxnSpLocks/>
            </p:cNvCxnSpPr>
            <p:nvPr/>
          </p:nvCxnSpPr>
          <p:spPr>
            <a:xfrm>
              <a:off x="6357038" y="5054806"/>
              <a:ext cx="6673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直線單箭頭接點 841">
              <a:extLst>
                <a:ext uri="{FF2B5EF4-FFF2-40B4-BE49-F238E27FC236}">
                  <a16:creationId xmlns:a16="http://schemas.microsoft.com/office/drawing/2014/main" id="{D1088AE1-CFEF-4737-8600-762123485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4181" y="5015818"/>
              <a:ext cx="0" cy="4788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直線接點 847">
              <a:extLst>
                <a:ext uri="{FF2B5EF4-FFF2-40B4-BE49-F238E27FC236}">
                  <a16:creationId xmlns:a16="http://schemas.microsoft.com/office/drawing/2014/main" id="{09A19FC6-35F5-45AD-AD45-4C988E707819}"/>
                </a:ext>
              </a:extLst>
            </p:cNvPr>
            <p:cNvCxnSpPr>
              <a:cxnSpLocks/>
            </p:cNvCxnSpPr>
            <p:nvPr/>
          </p:nvCxnSpPr>
          <p:spPr>
            <a:xfrm>
              <a:off x="6915359" y="5181395"/>
              <a:ext cx="4009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直線單箭頭接點 848">
              <a:extLst>
                <a:ext uri="{FF2B5EF4-FFF2-40B4-BE49-F238E27FC236}">
                  <a16:creationId xmlns:a16="http://schemas.microsoft.com/office/drawing/2014/main" id="{20481427-4C8B-4807-A7F1-F31A2C58E9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1184" y="5126874"/>
              <a:ext cx="0" cy="10992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直線單箭頭接點 849">
              <a:extLst>
                <a:ext uri="{FF2B5EF4-FFF2-40B4-BE49-F238E27FC236}">
                  <a16:creationId xmlns:a16="http://schemas.microsoft.com/office/drawing/2014/main" id="{A5192289-BDB2-4E4B-9E18-1DE3907771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452" y="5126874"/>
              <a:ext cx="0" cy="6492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直線接點 850">
              <a:extLst>
                <a:ext uri="{FF2B5EF4-FFF2-40B4-BE49-F238E27FC236}">
                  <a16:creationId xmlns:a16="http://schemas.microsoft.com/office/drawing/2014/main" id="{5C5E910A-69F9-4E01-9767-0117EB98F28F}"/>
                </a:ext>
              </a:extLst>
            </p:cNvPr>
            <p:cNvCxnSpPr>
              <a:cxnSpLocks/>
            </p:cNvCxnSpPr>
            <p:nvPr/>
          </p:nvCxnSpPr>
          <p:spPr>
            <a:xfrm>
              <a:off x="6947398" y="5136573"/>
              <a:ext cx="461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直線接點 851">
              <a:extLst>
                <a:ext uri="{FF2B5EF4-FFF2-40B4-BE49-F238E27FC236}">
                  <a16:creationId xmlns:a16="http://schemas.microsoft.com/office/drawing/2014/main" id="{39DD153B-3045-4D28-80AF-C6E6F4E638FB}"/>
                </a:ext>
              </a:extLst>
            </p:cNvPr>
            <p:cNvCxnSpPr>
              <a:cxnSpLocks/>
            </p:cNvCxnSpPr>
            <p:nvPr/>
          </p:nvCxnSpPr>
          <p:spPr>
            <a:xfrm>
              <a:off x="6990307" y="5227263"/>
              <a:ext cx="29372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直線單箭頭接點 854">
              <a:extLst>
                <a:ext uri="{FF2B5EF4-FFF2-40B4-BE49-F238E27FC236}">
                  <a16:creationId xmlns:a16="http://schemas.microsoft.com/office/drawing/2014/main" id="{3BE02FD1-3018-4943-970C-042423135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622" y="5047660"/>
              <a:ext cx="0" cy="189134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直線單箭頭接點 855">
              <a:extLst>
                <a:ext uri="{FF2B5EF4-FFF2-40B4-BE49-F238E27FC236}">
                  <a16:creationId xmlns:a16="http://schemas.microsoft.com/office/drawing/2014/main" id="{7995E2AF-EA88-4D55-B06C-D33A573CB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6890" y="5047660"/>
              <a:ext cx="0" cy="179603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直線接點 856">
              <a:extLst>
                <a:ext uri="{FF2B5EF4-FFF2-40B4-BE49-F238E27FC236}">
                  <a16:creationId xmlns:a16="http://schemas.microsoft.com/office/drawing/2014/main" id="{C0BC08EF-3110-406A-A961-91F34FEA83D3}"/>
                </a:ext>
              </a:extLst>
            </p:cNvPr>
            <p:cNvCxnSpPr>
              <a:cxnSpLocks/>
            </p:cNvCxnSpPr>
            <p:nvPr/>
          </p:nvCxnSpPr>
          <p:spPr>
            <a:xfrm>
              <a:off x="7268836" y="5057184"/>
              <a:ext cx="4616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直線接點 858">
              <a:extLst>
                <a:ext uri="{FF2B5EF4-FFF2-40B4-BE49-F238E27FC236}">
                  <a16:creationId xmlns:a16="http://schemas.microsoft.com/office/drawing/2014/main" id="{1F912332-B3DC-4758-82CF-82AF56B4A6DF}"/>
                </a:ext>
              </a:extLst>
            </p:cNvPr>
            <p:cNvCxnSpPr>
              <a:cxnSpLocks/>
            </p:cNvCxnSpPr>
            <p:nvPr/>
          </p:nvCxnSpPr>
          <p:spPr>
            <a:xfrm>
              <a:off x="7302652" y="5227263"/>
              <a:ext cx="27619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5" name="文字方塊 1174">
              <a:extLst>
                <a:ext uri="{FF2B5EF4-FFF2-40B4-BE49-F238E27FC236}">
                  <a16:creationId xmlns:a16="http://schemas.microsoft.com/office/drawing/2014/main" id="{6EC2219A-B94F-4695-853B-DE729B882CFF}"/>
                </a:ext>
              </a:extLst>
            </p:cNvPr>
            <p:cNvSpPr txBox="1"/>
            <p:nvPr/>
          </p:nvSpPr>
          <p:spPr>
            <a:xfrm>
              <a:off x="5078846" y="5119331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900"/>
              </a:lvl1pPr>
            </a:lstStyle>
            <a:p>
              <a:r>
                <a:rPr lang="en-US" altLang="zh-TW" dirty="0">
                  <a:solidFill>
                    <a:schemeClr val="bg1">
                      <a:lumMod val="50000"/>
                    </a:schemeClr>
                  </a:solidFill>
                </a:rPr>
                <a:t>0</a:t>
              </a:r>
              <a:endParaRPr lang="zh-TW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827" name="箭號: 向右 826">
            <a:extLst>
              <a:ext uri="{FF2B5EF4-FFF2-40B4-BE49-F238E27FC236}">
                <a16:creationId xmlns:a16="http://schemas.microsoft.com/office/drawing/2014/main" id="{A99BD2D5-2AE3-41E7-92F4-CDC73770D4E8}"/>
              </a:ext>
            </a:extLst>
          </p:cNvPr>
          <p:cNvSpPr/>
          <p:nvPr/>
        </p:nvSpPr>
        <p:spPr>
          <a:xfrm rot="5400000">
            <a:off x="6265250" y="5328004"/>
            <a:ext cx="144000" cy="85809"/>
          </a:xfrm>
          <a:prstGeom prst="rightArrow">
            <a:avLst>
              <a:gd name="adj1" fmla="val 50000"/>
              <a:gd name="adj2" fmla="val 79600"/>
            </a:avLst>
          </a:prstGeom>
          <a:gradFill flip="none" rotWithShape="1">
            <a:gsLst>
              <a:gs pos="0">
                <a:srgbClr val="F2F2F2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0" name="箭號: 上彎 789">
            <a:extLst>
              <a:ext uri="{FF2B5EF4-FFF2-40B4-BE49-F238E27FC236}">
                <a16:creationId xmlns:a16="http://schemas.microsoft.com/office/drawing/2014/main" id="{BA35EDEB-6AE2-4BB0-99ED-6AB13F3A7A36}"/>
              </a:ext>
            </a:extLst>
          </p:cNvPr>
          <p:cNvSpPr/>
          <p:nvPr/>
        </p:nvSpPr>
        <p:spPr>
          <a:xfrm rot="5400000">
            <a:off x="3796905" y="4297084"/>
            <a:ext cx="695290" cy="418703"/>
          </a:xfrm>
          <a:prstGeom prst="bentUpArrow">
            <a:avLst>
              <a:gd name="adj1" fmla="val 15717"/>
              <a:gd name="adj2" fmla="val 18966"/>
              <a:gd name="adj3" fmla="val 19053"/>
            </a:avLst>
          </a:prstGeom>
          <a:gradFill flip="none" rotWithShape="1">
            <a:gsLst>
              <a:gs pos="0">
                <a:schemeClr val="bg1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CD4BCF5-2DF6-4F72-B26A-9C7641234459}"/>
              </a:ext>
            </a:extLst>
          </p:cNvPr>
          <p:cNvGrpSpPr/>
          <p:nvPr/>
        </p:nvGrpSpPr>
        <p:grpSpPr>
          <a:xfrm>
            <a:off x="5285118" y="5376853"/>
            <a:ext cx="2296924" cy="585327"/>
            <a:chOff x="5285118" y="5323175"/>
            <a:chExt cx="2296924" cy="585327"/>
          </a:xfrm>
        </p:grpSpPr>
        <p:cxnSp>
          <p:nvCxnSpPr>
            <p:cNvPr id="779" name="直線接點 778">
              <a:extLst>
                <a:ext uri="{FF2B5EF4-FFF2-40B4-BE49-F238E27FC236}">
                  <a16:creationId xmlns:a16="http://schemas.microsoft.com/office/drawing/2014/main" id="{D5F44808-6B3E-4B20-A0E6-D351C9BD7C33}"/>
                </a:ext>
              </a:extLst>
            </p:cNvPr>
            <p:cNvCxnSpPr>
              <a:cxnSpLocks/>
            </p:cNvCxnSpPr>
            <p:nvPr/>
          </p:nvCxnSpPr>
          <p:spPr>
            <a:xfrm>
              <a:off x="6610042" y="5542854"/>
              <a:ext cx="972000" cy="0"/>
            </a:xfrm>
            <a:prstGeom prst="line">
              <a:avLst/>
            </a:prstGeom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1" name="群組 740">
              <a:extLst>
                <a:ext uri="{FF2B5EF4-FFF2-40B4-BE49-F238E27FC236}">
                  <a16:creationId xmlns:a16="http://schemas.microsoft.com/office/drawing/2014/main" id="{4946A37B-4A0C-4B82-9F60-AAFD8BC0FC6A}"/>
                </a:ext>
              </a:extLst>
            </p:cNvPr>
            <p:cNvGrpSpPr/>
            <p:nvPr/>
          </p:nvGrpSpPr>
          <p:grpSpPr>
            <a:xfrm>
              <a:off x="5285118" y="5768102"/>
              <a:ext cx="2293454" cy="140400"/>
              <a:chOff x="5333357" y="4301020"/>
              <a:chExt cx="2293454" cy="140400"/>
            </a:xfrm>
          </p:grpSpPr>
          <p:sp>
            <p:nvSpPr>
              <p:cNvPr id="746" name="矩形: 圓角 745">
                <a:extLst>
                  <a:ext uri="{FF2B5EF4-FFF2-40B4-BE49-F238E27FC236}">
                    <a16:creationId xmlns:a16="http://schemas.microsoft.com/office/drawing/2014/main" id="{171477C8-6085-44B6-A272-F12369F41860}"/>
                  </a:ext>
                </a:extLst>
              </p:cNvPr>
              <p:cNvSpPr/>
              <p:nvPr/>
            </p:nvSpPr>
            <p:spPr>
              <a:xfrm>
                <a:off x="5333357" y="4301020"/>
                <a:ext cx="973929" cy="140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47" name="矩形: 圓角 746">
                <a:extLst>
                  <a:ext uri="{FF2B5EF4-FFF2-40B4-BE49-F238E27FC236}">
                    <a16:creationId xmlns:a16="http://schemas.microsoft.com/office/drawing/2014/main" id="{5EEF54C5-C3E1-4F78-9D1F-8A6426A79E38}"/>
                  </a:ext>
                </a:extLst>
              </p:cNvPr>
              <p:cNvSpPr/>
              <p:nvPr/>
            </p:nvSpPr>
            <p:spPr>
              <a:xfrm>
                <a:off x="6462619" y="4301020"/>
                <a:ext cx="1164192" cy="1404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52" name="橢圓 751">
                <a:extLst>
                  <a:ext uri="{FF2B5EF4-FFF2-40B4-BE49-F238E27FC236}">
                    <a16:creationId xmlns:a16="http://schemas.microsoft.com/office/drawing/2014/main" id="{6386A733-5CF8-4BA7-8297-3EADFDF81F46}"/>
                  </a:ext>
                </a:extLst>
              </p:cNvPr>
              <p:cNvSpPr/>
              <p:nvPr/>
            </p:nvSpPr>
            <p:spPr>
              <a:xfrm>
                <a:off x="6298605" y="4306220"/>
                <a:ext cx="175787" cy="130001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42" name="矩形: 圓角 741">
              <a:extLst>
                <a:ext uri="{FF2B5EF4-FFF2-40B4-BE49-F238E27FC236}">
                  <a16:creationId xmlns:a16="http://schemas.microsoft.com/office/drawing/2014/main" id="{76C6DA85-942D-4909-907B-6DBFDBD45864}"/>
                </a:ext>
              </a:extLst>
            </p:cNvPr>
            <p:cNvSpPr/>
            <p:nvPr/>
          </p:nvSpPr>
          <p:spPr>
            <a:xfrm>
              <a:off x="5285118" y="5578482"/>
              <a:ext cx="973929" cy="1404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3" name="矩形: 圓角 742">
              <a:extLst>
                <a:ext uri="{FF2B5EF4-FFF2-40B4-BE49-F238E27FC236}">
                  <a16:creationId xmlns:a16="http://schemas.microsoft.com/office/drawing/2014/main" id="{15D2A38F-4CC1-4BF1-9CDC-184E06316F93}"/>
                </a:ext>
              </a:extLst>
            </p:cNvPr>
            <p:cNvSpPr/>
            <p:nvPr/>
          </p:nvSpPr>
          <p:spPr>
            <a:xfrm>
              <a:off x="6414380" y="5578482"/>
              <a:ext cx="1164192" cy="140400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4" name="橢圓 743">
              <a:extLst>
                <a:ext uri="{FF2B5EF4-FFF2-40B4-BE49-F238E27FC236}">
                  <a16:creationId xmlns:a16="http://schemas.microsoft.com/office/drawing/2014/main" id="{BF686330-0A13-4CC3-B5F0-89F219D9B4B6}"/>
                </a:ext>
              </a:extLst>
            </p:cNvPr>
            <p:cNvSpPr/>
            <p:nvPr/>
          </p:nvSpPr>
          <p:spPr>
            <a:xfrm>
              <a:off x="6250366" y="5583682"/>
              <a:ext cx="175787" cy="13000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5" name="手繪多邊形: 圖案 744">
              <a:extLst>
                <a:ext uri="{FF2B5EF4-FFF2-40B4-BE49-F238E27FC236}">
                  <a16:creationId xmlns:a16="http://schemas.microsoft.com/office/drawing/2014/main" id="{44EC3BB4-2213-4026-A1EE-E358CB71712F}"/>
                </a:ext>
              </a:extLst>
            </p:cNvPr>
            <p:cNvSpPr/>
            <p:nvPr/>
          </p:nvSpPr>
          <p:spPr>
            <a:xfrm>
              <a:off x="6610042" y="5578482"/>
              <a:ext cx="968530" cy="140400"/>
            </a:xfrm>
            <a:custGeom>
              <a:avLst/>
              <a:gdLst>
                <a:gd name="connsiteX0" fmla="*/ 0 w 968530"/>
                <a:gd name="connsiteY0" fmla="*/ 0 h 140400"/>
                <a:gd name="connsiteX1" fmla="*/ 898330 w 968530"/>
                <a:gd name="connsiteY1" fmla="*/ 0 h 140400"/>
                <a:gd name="connsiteX2" fmla="*/ 968530 w 968530"/>
                <a:gd name="connsiteY2" fmla="*/ 70200 h 140400"/>
                <a:gd name="connsiteX3" fmla="*/ 898330 w 968530"/>
                <a:gd name="connsiteY3" fmla="*/ 140400 h 140400"/>
                <a:gd name="connsiteX4" fmla="*/ 0 w 968530"/>
                <a:gd name="connsiteY4" fmla="*/ 140400 h 14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8530" h="140400">
                  <a:moveTo>
                    <a:pt x="0" y="0"/>
                  </a:moveTo>
                  <a:lnTo>
                    <a:pt x="898330" y="0"/>
                  </a:lnTo>
                  <a:cubicBezTo>
                    <a:pt x="937100" y="0"/>
                    <a:pt x="968530" y="31430"/>
                    <a:pt x="968530" y="70200"/>
                  </a:cubicBezTo>
                  <a:cubicBezTo>
                    <a:pt x="968530" y="108970"/>
                    <a:pt x="937100" y="140400"/>
                    <a:pt x="898330" y="140400"/>
                  </a:cubicBezTo>
                  <a:lnTo>
                    <a:pt x="0" y="140400"/>
                  </a:lnTo>
                  <a:close/>
                </a:path>
              </a:pathLst>
            </a:custGeom>
            <a:pattFill prst="wdDnDiag">
              <a:fgClr>
                <a:srgbClr val="C5E0B4"/>
              </a:fgClr>
              <a:bgClr>
                <a:schemeClr val="bg1"/>
              </a:bgClr>
            </a:pattFill>
            <a:ln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TW" altLang="en-US"/>
            </a:p>
          </p:txBody>
        </p:sp>
        <p:cxnSp>
          <p:nvCxnSpPr>
            <p:cNvPr id="775" name="直線接點 774">
              <a:extLst>
                <a:ext uri="{FF2B5EF4-FFF2-40B4-BE49-F238E27FC236}">
                  <a16:creationId xmlns:a16="http://schemas.microsoft.com/office/drawing/2014/main" id="{39F4E4DF-CB78-4076-8ABF-35D2D99E0EED}"/>
                </a:ext>
              </a:extLst>
            </p:cNvPr>
            <p:cNvCxnSpPr>
              <a:cxnSpLocks/>
            </p:cNvCxnSpPr>
            <p:nvPr/>
          </p:nvCxnSpPr>
          <p:spPr>
            <a:xfrm>
              <a:off x="5285118" y="5542854"/>
              <a:ext cx="1332000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直線接點 775">
              <a:extLst>
                <a:ext uri="{FF2B5EF4-FFF2-40B4-BE49-F238E27FC236}">
                  <a16:creationId xmlns:a16="http://schemas.microsoft.com/office/drawing/2014/main" id="{DF5ADA6B-364C-443B-8730-2544F8799643}"/>
                </a:ext>
              </a:extLst>
            </p:cNvPr>
            <p:cNvCxnSpPr>
              <a:cxnSpLocks/>
            </p:cNvCxnSpPr>
            <p:nvPr/>
          </p:nvCxnSpPr>
          <p:spPr>
            <a:xfrm>
              <a:off x="6618380" y="5410864"/>
              <a:ext cx="0" cy="129600"/>
            </a:xfrm>
            <a:prstGeom prst="line">
              <a:avLst/>
            </a:prstGeom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7" name="文字方塊 776">
              <a:extLst>
                <a:ext uri="{FF2B5EF4-FFF2-40B4-BE49-F238E27FC236}">
                  <a16:creationId xmlns:a16="http://schemas.microsoft.com/office/drawing/2014/main" id="{4E86615E-599C-48E6-AF5F-A59DBC83F8CE}"/>
                </a:ext>
              </a:extLst>
            </p:cNvPr>
            <p:cNvSpPr txBox="1"/>
            <p:nvPr/>
          </p:nvSpPr>
          <p:spPr>
            <a:xfrm>
              <a:off x="6873962" y="5323175"/>
              <a:ext cx="4441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accent2">
                      <a:lumMod val="75000"/>
                    </a:schemeClr>
                  </a:solidFill>
                </a:rPr>
                <a:t>LOH</a:t>
              </a:r>
              <a:endParaRPr lang="zh-TW" altLang="en-US" sz="12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78" name="文字方塊 777">
              <a:extLst>
                <a:ext uri="{FF2B5EF4-FFF2-40B4-BE49-F238E27FC236}">
                  <a16:creationId xmlns:a16="http://schemas.microsoft.com/office/drawing/2014/main" id="{39DA29ED-2878-4E9B-8698-2E7CFB073CA7}"/>
                </a:ext>
              </a:extLst>
            </p:cNvPr>
            <p:cNvSpPr txBox="1"/>
            <p:nvPr/>
          </p:nvSpPr>
          <p:spPr>
            <a:xfrm>
              <a:off x="5575150" y="5323175"/>
              <a:ext cx="7519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>
                      <a:lumMod val="50000"/>
                    </a:schemeClr>
                  </a:solidFill>
                </a:rPr>
                <a:t>Non-LOH</a:t>
              </a:r>
              <a:endParaRPr lang="zh-TW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780" name="直線接點 779">
            <a:extLst>
              <a:ext uri="{FF2B5EF4-FFF2-40B4-BE49-F238E27FC236}">
                <a16:creationId xmlns:a16="http://schemas.microsoft.com/office/drawing/2014/main" id="{2FC58BD6-D64A-4604-A14A-BAB5EEA49B9C}"/>
              </a:ext>
            </a:extLst>
          </p:cNvPr>
          <p:cNvCxnSpPr>
            <a:cxnSpLocks/>
          </p:cNvCxnSpPr>
          <p:nvPr/>
        </p:nvCxnSpPr>
        <p:spPr>
          <a:xfrm>
            <a:off x="10784728" y="1480342"/>
            <a:ext cx="972000" cy="0"/>
          </a:xfrm>
          <a:prstGeom prst="line">
            <a:avLst/>
          </a:prstGeom>
          <a:ln w="952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2" name="群組 781">
            <a:extLst>
              <a:ext uri="{FF2B5EF4-FFF2-40B4-BE49-F238E27FC236}">
                <a16:creationId xmlns:a16="http://schemas.microsoft.com/office/drawing/2014/main" id="{8858F11B-F86A-421F-9E6A-55DDB1E45406}"/>
              </a:ext>
            </a:extLst>
          </p:cNvPr>
          <p:cNvGrpSpPr/>
          <p:nvPr/>
        </p:nvGrpSpPr>
        <p:grpSpPr>
          <a:xfrm>
            <a:off x="9459804" y="1673801"/>
            <a:ext cx="2293454" cy="140400"/>
            <a:chOff x="5333357" y="4301020"/>
            <a:chExt cx="2293454" cy="140400"/>
          </a:xfrm>
        </p:grpSpPr>
        <p:sp>
          <p:nvSpPr>
            <p:cNvPr id="788" name="矩形: 圓角 787">
              <a:extLst>
                <a:ext uri="{FF2B5EF4-FFF2-40B4-BE49-F238E27FC236}">
                  <a16:creationId xmlns:a16="http://schemas.microsoft.com/office/drawing/2014/main" id="{A275C148-2A50-4141-9E84-029BB337E445}"/>
                </a:ext>
              </a:extLst>
            </p:cNvPr>
            <p:cNvSpPr/>
            <p:nvPr/>
          </p:nvSpPr>
          <p:spPr>
            <a:xfrm>
              <a:off x="5333357" y="4301020"/>
              <a:ext cx="973929" cy="1404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9" name="矩形: 圓角 788">
              <a:extLst>
                <a:ext uri="{FF2B5EF4-FFF2-40B4-BE49-F238E27FC236}">
                  <a16:creationId xmlns:a16="http://schemas.microsoft.com/office/drawing/2014/main" id="{D9457AA8-FF1F-4B15-A00B-CEDC737E5FAC}"/>
                </a:ext>
              </a:extLst>
            </p:cNvPr>
            <p:cNvSpPr/>
            <p:nvPr/>
          </p:nvSpPr>
          <p:spPr>
            <a:xfrm>
              <a:off x="6462619" y="4301020"/>
              <a:ext cx="1164192" cy="1404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1" name="橢圓 790">
              <a:extLst>
                <a:ext uri="{FF2B5EF4-FFF2-40B4-BE49-F238E27FC236}">
                  <a16:creationId xmlns:a16="http://schemas.microsoft.com/office/drawing/2014/main" id="{7F6CAAE8-859B-4A04-8DB0-2983A9028B23}"/>
                </a:ext>
              </a:extLst>
            </p:cNvPr>
            <p:cNvSpPr/>
            <p:nvPr/>
          </p:nvSpPr>
          <p:spPr>
            <a:xfrm>
              <a:off x="6298605" y="4306220"/>
              <a:ext cx="175787" cy="13000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83" name="矩形: 圓角 782">
            <a:extLst>
              <a:ext uri="{FF2B5EF4-FFF2-40B4-BE49-F238E27FC236}">
                <a16:creationId xmlns:a16="http://schemas.microsoft.com/office/drawing/2014/main" id="{B8132AD9-BC56-4DD7-B0BE-3FE4B21ECFD4}"/>
              </a:ext>
            </a:extLst>
          </p:cNvPr>
          <p:cNvSpPr/>
          <p:nvPr/>
        </p:nvSpPr>
        <p:spPr>
          <a:xfrm>
            <a:off x="9459804" y="1515970"/>
            <a:ext cx="973929" cy="1404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4" name="矩形: 圓角 783">
            <a:extLst>
              <a:ext uri="{FF2B5EF4-FFF2-40B4-BE49-F238E27FC236}">
                <a16:creationId xmlns:a16="http://schemas.microsoft.com/office/drawing/2014/main" id="{516A673F-529A-4099-8CDD-9AA78239583D}"/>
              </a:ext>
            </a:extLst>
          </p:cNvPr>
          <p:cNvSpPr/>
          <p:nvPr/>
        </p:nvSpPr>
        <p:spPr>
          <a:xfrm>
            <a:off x="10589066" y="1515970"/>
            <a:ext cx="1164192" cy="1404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5" name="橢圓 784">
            <a:extLst>
              <a:ext uri="{FF2B5EF4-FFF2-40B4-BE49-F238E27FC236}">
                <a16:creationId xmlns:a16="http://schemas.microsoft.com/office/drawing/2014/main" id="{FDBB0F79-B028-4CBB-85B5-0AF851B2F2E8}"/>
              </a:ext>
            </a:extLst>
          </p:cNvPr>
          <p:cNvSpPr/>
          <p:nvPr/>
        </p:nvSpPr>
        <p:spPr>
          <a:xfrm>
            <a:off x="10425052" y="1521170"/>
            <a:ext cx="175787" cy="13000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6" name="手繪多邊形: 圖案 785">
            <a:extLst>
              <a:ext uri="{FF2B5EF4-FFF2-40B4-BE49-F238E27FC236}">
                <a16:creationId xmlns:a16="http://schemas.microsoft.com/office/drawing/2014/main" id="{499BAF02-BBC0-4FB8-BA5D-9DBA6A6C40F8}"/>
              </a:ext>
            </a:extLst>
          </p:cNvPr>
          <p:cNvSpPr/>
          <p:nvPr/>
        </p:nvSpPr>
        <p:spPr>
          <a:xfrm>
            <a:off x="10784728" y="1515970"/>
            <a:ext cx="968530" cy="140400"/>
          </a:xfrm>
          <a:custGeom>
            <a:avLst/>
            <a:gdLst>
              <a:gd name="connsiteX0" fmla="*/ 0 w 968530"/>
              <a:gd name="connsiteY0" fmla="*/ 0 h 140400"/>
              <a:gd name="connsiteX1" fmla="*/ 898330 w 968530"/>
              <a:gd name="connsiteY1" fmla="*/ 0 h 140400"/>
              <a:gd name="connsiteX2" fmla="*/ 968530 w 968530"/>
              <a:gd name="connsiteY2" fmla="*/ 70200 h 140400"/>
              <a:gd name="connsiteX3" fmla="*/ 898330 w 968530"/>
              <a:gd name="connsiteY3" fmla="*/ 140400 h 140400"/>
              <a:gd name="connsiteX4" fmla="*/ 0 w 968530"/>
              <a:gd name="connsiteY4" fmla="*/ 140400 h 14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8530" h="140400">
                <a:moveTo>
                  <a:pt x="0" y="0"/>
                </a:moveTo>
                <a:lnTo>
                  <a:pt x="898330" y="0"/>
                </a:lnTo>
                <a:cubicBezTo>
                  <a:pt x="937100" y="0"/>
                  <a:pt x="968530" y="31430"/>
                  <a:pt x="968530" y="70200"/>
                </a:cubicBezTo>
                <a:cubicBezTo>
                  <a:pt x="968530" y="108970"/>
                  <a:pt x="937100" y="140400"/>
                  <a:pt x="898330" y="140400"/>
                </a:cubicBezTo>
                <a:lnTo>
                  <a:pt x="0" y="140400"/>
                </a:lnTo>
                <a:close/>
              </a:path>
            </a:pathLst>
          </a:custGeom>
          <a:pattFill prst="wdDnDiag">
            <a:fgClr>
              <a:srgbClr val="C5E0B4"/>
            </a:fgClr>
            <a:bgClr>
              <a:schemeClr val="bg1"/>
            </a:bgClr>
          </a:patt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cxnSp>
        <p:nvCxnSpPr>
          <p:cNvPr id="796" name="直線接點 795">
            <a:extLst>
              <a:ext uri="{FF2B5EF4-FFF2-40B4-BE49-F238E27FC236}">
                <a16:creationId xmlns:a16="http://schemas.microsoft.com/office/drawing/2014/main" id="{965B29EA-9CEB-43AD-A0D0-6EB7236C7C07}"/>
              </a:ext>
            </a:extLst>
          </p:cNvPr>
          <p:cNvCxnSpPr>
            <a:cxnSpLocks/>
          </p:cNvCxnSpPr>
          <p:nvPr/>
        </p:nvCxnSpPr>
        <p:spPr>
          <a:xfrm>
            <a:off x="9459804" y="1480342"/>
            <a:ext cx="13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直線接點 798">
            <a:extLst>
              <a:ext uri="{FF2B5EF4-FFF2-40B4-BE49-F238E27FC236}">
                <a16:creationId xmlns:a16="http://schemas.microsoft.com/office/drawing/2014/main" id="{D20BBF24-A2CA-4E18-9830-D1841726E9CE}"/>
              </a:ext>
            </a:extLst>
          </p:cNvPr>
          <p:cNvCxnSpPr>
            <a:cxnSpLocks/>
          </p:cNvCxnSpPr>
          <p:nvPr/>
        </p:nvCxnSpPr>
        <p:spPr>
          <a:xfrm>
            <a:off x="10793066" y="1348352"/>
            <a:ext cx="0" cy="129600"/>
          </a:xfrm>
          <a:prstGeom prst="line">
            <a:avLst/>
          </a:prstGeom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0" name="文字方塊 799">
            <a:extLst>
              <a:ext uri="{FF2B5EF4-FFF2-40B4-BE49-F238E27FC236}">
                <a16:creationId xmlns:a16="http://schemas.microsoft.com/office/drawing/2014/main" id="{779C8805-27C7-413A-B746-D768E00E7768}"/>
              </a:ext>
            </a:extLst>
          </p:cNvPr>
          <p:cNvSpPr txBox="1"/>
          <p:nvPr/>
        </p:nvSpPr>
        <p:spPr>
          <a:xfrm>
            <a:off x="11048648" y="1260663"/>
            <a:ext cx="444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accent2">
                    <a:lumMod val="75000"/>
                  </a:schemeClr>
                </a:solidFill>
              </a:rPr>
              <a:t>LOH</a:t>
            </a:r>
            <a:endParaRPr lang="zh-TW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03" name="文字方塊 802">
            <a:extLst>
              <a:ext uri="{FF2B5EF4-FFF2-40B4-BE49-F238E27FC236}">
                <a16:creationId xmlns:a16="http://schemas.microsoft.com/office/drawing/2014/main" id="{A82DAA12-491C-4AF6-852A-8A9FD4CD477B}"/>
              </a:ext>
            </a:extLst>
          </p:cNvPr>
          <p:cNvSpPr txBox="1"/>
          <p:nvPr/>
        </p:nvSpPr>
        <p:spPr>
          <a:xfrm>
            <a:off x="9749836" y="1260663"/>
            <a:ext cx="751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>
                    <a:lumMod val="50000"/>
                  </a:schemeClr>
                </a:solidFill>
              </a:rPr>
              <a:t>Non-LOH</a:t>
            </a:r>
            <a:endParaRPr lang="zh-TW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9" name="文字方塊 528">
            <a:extLst>
              <a:ext uri="{FF2B5EF4-FFF2-40B4-BE49-F238E27FC236}">
                <a16:creationId xmlns:a16="http://schemas.microsoft.com/office/drawing/2014/main" id="{3806052D-190D-4746-A221-F2E8B4C99997}"/>
              </a:ext>
            </a:extLst>
          </p:cNvPr>
          <p:cNvSpPr txBox="1"/>
          <p:nvPr/>
        </p:nvSpPr>
        <p:spPr>
          <a:xfrm>
            <a:off x="9023208" y="1974327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rgbClr val="C55A11"/>
                </a:solidFill>
              </a:defRPr>
            </a:lvl1pPr>
          </a:lstStyle>
          <a:p>
            <a:r>
              <a:rPr lang="en-US" altLang="zh-TW" sz="1200" dirty="0"/>
              <a:t>HP1-1</a:t>
            </a:r>
            <a:endParaRPr lang="zh-TW" altLang="en-US" sz="12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2F6736E-0115-40C6-A539-83CB9604D89C}"/>
              </a:ext>
            </a:extLst>
          </p:cNvPr>
          <p:cNvGrpSpPr/>
          <p:nvPr/>
        </p:nvGrpSpPr>
        <p:grpSpPr>
          <a:xfrm>
            <a:off x="9594189" y="2048026"/>
            <a:ext cx="1183327" cy="129600"/>
            <a:chOff x="9398243" y="5075368"/>
            <a:chExt cx="1183327" cy="129600"/>
          </a:xfrm>
        </p:grpSpPr>
        <p:sp>
          <p:nvSpPr>
            <p:cNvPr id="501" name="箭號: 五邊形 500">
              <a:extLst>
                <a:ext uri="{FF2B5EF4-FFF2-40B4-BE49-F238E27FC236}">
                  <a16:creationId xmlns:a16="http://schemas.microsoft.com/office/drawing/2014/main" id="{1FECCD5A-BE49-4999-B6E8-54C5529C90ED}"/>
                </a:ext>
              </a:extLst>
            </p:cNvPr>
            <p:cNvSpPr/>
            <p:nvPr/>
          </p:nvSpPr>
          <p:spPr>
            <a:xfrm>
              <a:off x="9398243" y="5075368"/>
              <a:ext cx="1183327" cy="1296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502" name="矩形 178">
              <a:extLst>
                <a:ext uri="{FF2B5EF4-FFF2-40B4-BE49-F238E27FC236}">
                  <a16:creationId xmlns:a16="http://schemas.microsoft.com/office/drawing/2014/main" id="{A6610356-24AA-4CA3-9CC1-5EE9D270C3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50337" y="5075368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3" name="矩形 178">
              <a:extLst>
                <a:ext uri="{FF2B5EF4-FFF2-40B4-BE49-F238E27FC236}">
                  <a16:creationId xmlns:a16="http://schemas.microsoft.com/office/drawing/2014/main" id="{6DB140F3-AD63-4DD3-BEFE-A441ACDCCD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5664" y="5075368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4" name="矩形 178">
              <a:extLst>
                <a:ext uri="{FF2B5EF4-FFF2-40B4-BE49-F238E27FC236}">
                  <a16:creationId xmlns:a16="http://schemas.microsoft.com/office/drawing/2014/main" id="{CD428028-799F-409B-A830-A6C114A9C2E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0991" y="5075368"/>
              <a:ext cx="141079" cy="1296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bg1"/>
                  </a:solidFill>
                </a:rPr>
                <a:t>G</a:t>
              </a:r>
              <a:endParaRPr lang="zh-TW" alt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505" name="矩形 178">
              <a:extLst>
                <a:ext uri="{FF2B5EF4-FFF2-40B4-BE49-F238E27FC236}">
                  <a16:creationId xmlns:a16="http://schemas.microsoft.com/office/drawing/2014/main" id="{FBB90907-E8B1-41B7-8BCA-DEA458188A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36317" y="5075368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bg1">
                      <a:lumMod val="6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29AF030-377C-495E-8B72-531160FC1DBE}"/>
              </a:ext>
            </a:extLst>
          </p:cNvPr>
          <p:cNvGrpSpPr/>
          <p:nvPr/>
        </p:nvGrpSpPr>
        <p:grpSpPr>
          <a:xfrm>
            <a:off x="8803220" y="2488444"/>
            <a:ext cx="1974296" cy="282010"/>
            <a:chOff x="8803220" y="2402657"/>
            <a:chExt cx="1974296" cy="282010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F35608AF-FE21-4BE4-818B-048EF2DA924B}"/>
                </a:ext>
              </a:extLst>
            </p:cNvPr>
            <p:cNvGrpSpPr/>
            <p:nvPr/>
          </p:nvGrpSpPr>
          <p:grpSpPr>
            <a:xfrm>
              <a:off x="9594189" y="2478862"/>
              <a:ext cx="1183327" cy="129600"/>
              <a:chOff x="9398243" y="4235906"/>
              <a:chExt cx="1183327" cy="129600"/>
            </a:xfrm>
          </p:grpSpPr>
          <p:sp>
            <p:nvSpPr>
              <p:cNvPr id="496" name="箭號: 五邊形 495">
                <a:extLst>
                  <a:ext uri="{FF2B5EF4-FFF2-40B4-BE49-F238E27FC236}">
                    <a16:creationId xmlns:a16="http://schemas.microsoft.com/office/drawing/2014/main" id="{241423CE-9862-4C94-A741-7F0C660AFE6D}"/>
                  </a:ext>
                </a:extLst>
              </p:cNvPr>
              <p:cNvSpPr/>
              <p:nvPr/>
            </p:nvSpPr>
            <p:spPr>
              <a:xfrm>
                <a:off x="9398243" y="4235906"/>
                <a:ext cx="1183327" cy="129600"/>
              </a:xfrm>
              <a:prstGeom prst="homePlat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050" baseline="-2500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alibri"/>
                  <a:ea typeface="微軟正黑體"/>
                </a:endParaRPr>
              </a:p>
            </p:txBody>
          </p:sp>
          <p:sp>
            <p:nvSpPr>
              <p:cNvPr id="497" name="矩形 178">
                <a:extLst>
                  <a:ext uri="{FF2B5EF4-FFF2-40B4-BE49-F238E27FC236}">
                    <a16:creationId xmlns:a16="http://schemas.microsoft.com/office/drawing/2014/main" id="{16A2359E-5340-42D6-9F52-96A9C902A0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50337" y="4235906"/>
                <a:ext cx="141080" cy="1296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8" name="矩形 178">
                <a:extLst>
                  <a:ext uri="{FF2B5EF4-FFF2-40B4-BE49-F238E27FC236}">
                    <a16:creationId xmlns:a16="http://schemas.microsoft.com/office/drawing/2014/main" id="{9D81CADE-6745-4671-AC07-A2C504ACFD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45664" y="4235906"/>
                <a:ext cx="141080" cy="1296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G</a:t>
                </a:r>
                <a:endParaRPr lang="zh-TW" altLang="en-US" sz="105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9" name="矩形 178">
                <a:extLst>
                  <a:ext uri="{FF2B5EF4-FFF2-40B4-BE49-F238E27FC236}">
                    <a16:creationId xmlns:a16="http://schemas.microsoft.com/office/drawing/2014/main" id="{DDE2BDBF-B01A-4FBD-9D4A-132FE55E87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40991" y="4235906"/>
                <a:ext cx="141079" cy="1296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0" name="矩形 178">
                <a:extLst>
                  <a:ext uri="{FF2B5EF4-FFF2-40B4-BE49-F238E27FC236}">
                    <a16:creationId xmlns:a16="http://schemas.microsoft.com/office/drawing/2014/main" id="{97FE81A3-36AF-494A-87AA-61EC926F71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336317" y="4235906"/>
                <a:ext cx="141080" cy="1296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30" name="文字方塊 529">
              <a:extLst>
                <a:ext uri="{FF2B5EF4-FFF2-40B4-BE49-F238E27FC236}">
                  <a16:creationId xmlns:a16="http://schemas.microsoft.com/office/drawing/2014/main" id="{8AA9445B-6094-4B6D-AFCF-8413CB2603B5}"/>
                </a:ext>
              </a:extLst>
            </p:cNvPr>
            <p:cNvSpPr txBox="1"/>
            <p:nvPr/>
          </p:nvSpPr>
          <p:spPr>
            <a:xfrm>
              <a:off x="9023208" y="2405163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rgbClr val="8FAADC"/>
                  </a:solidFill>
                </a:defRPr>
              </a:lvl1pPr>
            </a:lstStyle>
            <a:p>
              <a:r>
                <a:rPr lang="en-US" altLang="zh-TW" sz="1200" dirty="0">
                  <a:solidFill>
                    <a:schemeClr val="accent6"/>
                  </a:solidFill>
                </a:rPr>
                <a:t>HP1</a:t>
              </a:r>
              <a:endParaRPr lang="zh-TW" altLang="en-US" sz="1200" dirty="0">
                <a:solidFill>
                  <a:schemeClr val="accent6"/>
                </a:solidFill>
              </a:endParaRPr>
            </a:p>
          </p:txBody>
        </p:sp>
        <p:pic>
          <p:nvPicPr>
            <p:cNvPr id="721" name="圖形 720" descr="男性形象 以實心填滿">
              <a:extLst>
                <a:ext uri="{FF2B5EF4-FFF2-40B4-BE49-F238E27FC236}">
                  <a16:creationId xmlns:a16="http://schemas.microsoft.com/office/drawing/2014/main" id="{84C1CA28-6F0F-4C3B-A51C-A6DF12D31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03220" y="2402657"/>
              <a:ext cx="282009" cy="282010"/>
            </a:xfrm>
            <a:prstGeom prst="rect">
              <a:avLst/>
            </a:prstGeom>
          </p:spPr>
        </p:pic>
      </p:grpSp>
      <p:pic>
        <p:nvPicPr>
          <p:cNvPr id="739" name="圖形 738" descr="男性形象 以實心填滿">
            <a:extLst>
              <a:ext uri="{FF2B5EF4-FFF2-40B4-BE49-F238E27FC236}">
                <a16:creationId xmlns:a16="http://schemas.microsoft.com/office/drawing/2014/main" id="{532CB098-362B-4B05-92DF-C568D3CEA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3219" y="1971821"/>
            <a:ext cx="282009" cy="282010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C8F4044F-B248-45F3-939C-A7D6D90DF7BE}"/>
              </a:ext>
            </a:extLst>
          </p:cNvPr>
          <p:cNvGrpSpPr/>
          <p:nvPr/>
        </p:nvGrpSpPr>
        <p:grpSpPr>
          <a:xfrm>
            <a:off x="8803220" y="2786685"/>
            <a:ext cx="659532" cy="282010"/>
            <a:chOff x="8803220" y="2640753"/>
            <a:chExt cx="659532" cy="282010"/>
          </a:xfrm>
        </p:grpSpPr>
        <p:sp>
          <p:nvSpPr>
            <p:cNvPr id="533" name="文字方塊 532">
              <a:extLst>
                <a:ext uri="{FF2B5EF4-FFF2-40B4-BE49-F238E27FC236}">
                  <a16:creationId xmlns:a16="http://schemas.microsoft.com/office/drawing/2014/main" id="{1FD1FB9A-0799-4142-AC00-43556761BA16}"/>
                </a:ext>
              </a:extLst>
            </p:cNvPr>
            <p:cNvSpPr txBox="1"/>
            <p:nvPr/>
          </p:nvSpPr>
          <p:spPr>
            <a:xfrm>
              <a:off x="9023208" y="2643259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rgbClr val="2F5597"/>
                  </a:solidFill>
                </a:defRPr>
              </a:lvl1pPr>
            </a:lstStyle>
            <a:p>
              <a:r>
                <a:rPr lang="en-US" altLang="zh-TW" sz="1200" dirty="0"/>
                <a:t>HP2</a:t>
              </a:r>
              <a:endParaRPr lang="zh-TW" altLang="en-US" sz="1200" dirty="0"/>
            </a:p>
          </p:txBody>
        </p:sp>
        <p:pic>
          <p:nvPicPr>
            <p:cNvPr id="720" name="圖形 719" descr="女性形象 以實心填滿">
              <a:extLst>
                <a:ext uri="{FF2B5EF4-FFF2-40B4-BE49-F238E27FC236}">
                  <a16:creationId xmlns:a16="http://schemas.microsoft.com/office/drawing/2014/main" id="{12D370ED-17AF-4CA3-B184-64A812A66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03220" y="2640753"/>
              <a:ext cx="282009" cy="282010"/>
            </a:xfrm>
            <a:prstGeom prst="rect">
              <a:avLst/>
            </a:prstGeom>
          </p:spPr>
        </p:pic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424BF76-9654-45C2-9ED3-E052660A8913}"/>
              </a:ext>
            </a:extLst>
          </p:cNvPr>
          <p:cNvGrpSpPr/>
          <p:nvPr/>
        </p:nvGrpSpPr>
        <p:grpSpPr>
          <a:xfrm>
            <a:off x="9594189" y="2745240"/>
            <a:ext cx="1469193" cy="129600"/>
            <a:chOff x="9398243" y="4403798"/>
            <a:chExt cx="1469193" cy="129600"/>
          </a:xfrm>
        </p:grpSpPr>
        <p:sp>
          <p:nvSpPr>
            <p:cNvPr id="517" name="箭號: 五邊形 516">
              <a:extLst>
                <a:ext uri="{FF2B5EF4-FFF2-40B4-BE49-F238E27FC236}">
                  <a16:creationId xmlns:a16="http://schemas.microsoft.com/office/drawing/2014/main" id="{164F08E9-083A-44D8-B3EC-EC864B68501F}"/>
                </a:ext>
              </a:extLst>
            </p:cNvPr>
            <p:cNvSpPr/>
            <p:nvPr/>
          </p:nvSpPr>
          <p:spPr>
            <a:xfrm>
              <a:off x="9398243" y="4403798"/>
              <a:ext cx="1469193" cy="129600"/>
            </a:xfrm>
            <a:prstGeom prst="homePlat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050" b="0" i="0" u="none" strike="noStrike" kern="1200" cap="none" spc="0" normalizeH="0" baseline="-25000" noProof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518" name="矩形 178">
              <a:extLst>
                <a:ext uri="{FF2B5EF4-FFF2-40B4-BE49-F238E27FC236}">
                  <a16:creationId xmlns:a16="http://schemas.microsoft.com/office/drawing/2014/main" id="{547975B6-7984-4774-B827-0CDE3A0020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631644" y="4403798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G</a:t>
              </a:r>
              <a:endParaRPr lang="zh-TW" altLang="en-US" sz="105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19" name="矩形 178">
              <a:extLst>
                <a:ext uri="{FF2B5EF4-FFF2-40B4-BE49-F238E27FC236}">
                  <a16:creationId xmlns:a16="http://schemas.microsoft.com/office/drawing/2014/main" id="{ECA0DC3A-EDAB-4395-B63D-62815A91AC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50338" y="4403798"/>
              <a:ext cx="137359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G</a:t>
              </a:r>
              <a:endParaRPr lang="zh-TW" altLang="en-US" sz="105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520" name="矩形 178">
              <a:extLst>
                <a:ext uri="{FF2B5EF4-FFF2-40B4-BE49-F238E27FC236}">
                  <a16:creationId xmlns:a16="http://schemas.microsoft.com/office/drawing/2014/main" id="{D26559B6-0515-457F-860D-000BB6EDC29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45664" y="4403798"/>
              <a:ext cx="141080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1" name="矩形 178">
              <a:extLst>
                <a:ext uri="{FF2B5EF4-FFF2-40B4-BE49-F238E27FC236}">
                  <a16:creationId xmlns:a16="http://schemas.microsoft.com/office/drawing/2014/main" id="{18F64830-613C-4315-913A-9F536E081D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40991" y="4403798"/>
              <a:ext cx="141079" cy="1296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2" name="矩形 178">
              <a:extLst>
                <a:ext uri="{FF2B5EF4-FFF2-40B4-BE49-F238E27FC236}">
                  <a16:creationId xmlns:a16="http://schemas.microsoft.com/office/drawing/2014/main" id="{6A2DC09F-0A91-42B7-96F7-8F98D0F65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36317" y="4403798"/>
              <a:ext cx="141080" cy="129600"/>
            </a:xfrm>
            <a:prstGeom prst="rect">
              <a:avLst/>
            </a:prstGeom>
            <a:solidFill>
              <a:srgbClr val="2F5597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T</a:t>
              </a:r>
              <a:endParaRPr lang="zh-TW" altLang="en-US" sz="105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811" name="箭號: 五邊形 810">
            <a:extLst>
              <a:ext uri="{FF2B5EF4-FFF2-40B4-BE49-F238E27FC236}">
                <a16:creationId xmlns:a16="http://schemas.microsoft.com/office/drawing/2014/main" id="{01556558-6B8E-432C-8011-0D2E6534D137}"/>
              </a:ext>
            </a:extLst>
          </p:cNvPr>
          <p:cNvSpPr/>
          <p:nvPr/>
        </p:nvSpPr>
        <p:spPr>
          <a:xfrm>
            <a:off x="10777516" y="2980540"/>
            <a:ext cx="975742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813" name="矩形 178">
            <a:extLst>
              <a:ext uri="{FF2B5EF4-FFF2-40B4-BE49-F238E27FC236}">
                <a16:creationId xmlns:a16="http://schemas.microsoft.com/office/drawing/2014/main" id="{2C50533E-F4E3-48BE-B7A1-DE4C24895C56}"/>
              </a:ext>
            </a:extLst>
          </p:cNvPr>
          <p:cNvSpPr>
            <a:spLocks noChangeAspect="1"/>
          </p:cNvSpPr>
          <p:nvPr/>
        </p:nvSpPr>
        <p:spPr>
          <a:xfrm>
            <a:off x="10829611" y="2980540"/>
            <a:ext cx="137359" cy="1296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</a:t>
            </a:r>
            <a:endParaRPr lang="zh-TW" altLang="en-US" sz="10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14" name="矩形 178">
            <a:extLst>
              <a:ext uri="{FF2B5EF4-FFF2-40B4-BE49-F238E27FC236}">
                <a16:creationId xmlns:a16="http://schemas.microsoft.com/office/drawing/2014/main" id="{C3705BD8-628F-484C-97F0-3EE2E2573E53}"/>
              </a:ext>
            </a:extLst>
          </p:cNvPr>
          <p:cNvSpPr>
            <a:spLocks noChangeAspect="1"/>
          </p:cNvSpPr>
          <p:nvPr/>
        </p:nvSpPr>
        <p:spPr>
          <a:xfrm>
            <a:off x="11124937" y="2980540"/>
            <a:ext cx="141080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5" name="矩形 178">
            <a:extLst>
              <a:ext uri="{FF2B5EF4-FFF2-40B4-BE49-F238E27FC236}">
                <a16:creationId xmlns:a16="http://schemas.microsoft.com/office/drawing/2014/main" id="{3E687061-CFF1-42DF-9BDC-39CAEF89A84C}"/>
              </a:ext>
            </a:extLst>
          </p:cNvPr>
          <p:cNvSpPr>
            <a:spLocks noChangeAspect="1"/>
          </p:cNvSpPr>
          <p:nvPr/>
        </p:nvSpPr>
        <p:spPr>
          <a:xfrm>
            <a:off x="11420264" y="2980540"/>
            <a:ext cx="141079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10F0E6AA-6ACD-434D-A36E-9A7A323205B9}"/>
              </a:ext>
            </a:extLst>
          </p:cNvPr>
          <p:cNvSpPr txBox="1"/>
          <p:nvPr/>
        </p:nvSpPr>
        <p:spPr>
          <a:xfrm>
            <a:off x="8548241" y="1789217"/>
            <a:ext cx="11047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altLang="zh-TW"/>
              <a:t>Somatic</a:t>
            </a:r>
            <a:r>
              <a:rPr lang="zh-TW" altLang="en-US"/>
              <a:t> </a:t>
            </a:r>
            <a:r>
              <a:rPr lang="en-US" altLang="zh-TW" dirty="0"/>
              <a:t>haplotypes</a:t>
            </a:r>
          </a:p>
        </p:txBody>
      </p:sp>
      <p:sp>
        <p:nvSpPr>
          <p:cNvPr id="833" name="文字方塊 832">
            <a:extLst>
              <a:ext uri="{FF2B5EF4-FFF2-40B4-BE49-F238E27FC236}">
                <a16:creationId xmlns:a16="http://schemas.microsoft.com/office/drawing/2014/main" id="{6734ADB8-2C45-4470-9E3E-CCAED74B2C13}"/>
              </a:ext>
            </a:extLst>
          </p:cNvPr>
          <p:cNvSpPr txBox="1"/>
          <p:nvPr/>
        </p:nvSpPr>
        <p:spPr>
          <a:xfrm>
            <a:off x="8517784" y="2332321"/>
            <a:ext cx="11657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altLang="zh-TW" dirty="0"/>
              <a:t>Germline haplotypes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33E6AE32-BAE6-4933-BB47-8DA67B18A7F2}"/>
              </a:ext>
            </a:extLst>
          </p:cNvPr>
          <p:cNvCxnSpPr>
            <a:cxnSpLocks/>
          </p:cNvCxnSpPr>
          <p:nvPr/>
        </p:nvCxnSpPr>
        <p:spPr>
          <a:xfrm flipV="1">
            <a:off x="10307477" y="2212551"/>
            <a:ext cx="0" cy="288000"/>
          </a:xfrm>
          <a:prstGeom prst="straightConnector1">
            <a:avLst/>
          </a:prstGeom>
          <a:noFill/>
          <a:ln w="28575">
            <a:solidFill>
              <a:schemeClr val="accent6">
                <a:lumMod val="60000"/>
                <a:lumOff val="4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090" name="群組 1089">
            <a:extLst>
              <a:ext uri="{FF2B5EF4-FFF2-40B4-BE49-F238E27FC236}">
                <a16:creationId xmlns:a16="http://schemas.microsoft.com/office/drawing/2014/main" id="{B4DCB168-5FF8-4A89-9263-B7E351553396}"/>
              </a:ext>
            </a:extLst>
          </p:cNvPr>
          <p:cNvGrpSpPr/>
          <p:nvPr/>
        </p:nvGrpSpPr>
        <p:grpSpPr>
          <a:xfrm>
            <a:off x="5293785" y="3888145"/>
            <a:ext cx="2287866" cy="209694"/>
            <a:chOff x="5293785" y="3571789"/>
            <a:chExt cx="2287866" cy="209694"/>
          </a:xfrm>
        </p:grpSpPr>
        <p:grpSp>
          <p:nvGrpSpPr>
            <p:cNvPr id="1093" name="群組 1092">
              <a:extLst>
                <a:ext uri="{FF2B5EF4-FFF2-40B4-BE49-F238E27FC236}">
                  <a16:creationId xmlns:a16="http://schemas.microsoft.com/office/drawing/2014/main" id="{3B5AE328-0C4C-4274-A290-8CC314FE8BFD}"/>
                </a:ext>
              </a:extLst>
            </p:cNvPr>
            <p:cNvGrpSpPr/>
            <p:nvPr/>
          </p:nvGrpSpPr>
          <p:grpSpPr>
            <a:xfrm>
              <a:off x="5293785" y="3750097"/>
              <a:ext cx="2287866" cy="31386"/>
              <a:chOff x="5293785" y="3664814"/>
              <a:chExt cx="2287866" cy="31386"/>
            </a:xfrm>
          </p:grpSpPr>
          <p:sp>
            <p:nvSpPr>
              <p:cNvPr id="1162" name="箭號: 五邊形 1161">
                <a:extLst>
                  <a:ext uri="{FF2B5EF4-FFF2-40B4-BE49-F238E27FC236}">
                    <a16:creationId xmlns:a16="http://schemas.microsoft.com/office/drawing/2014/main" id="{8E6CC923-30DD-4E94-A639-9FFD799F7E32}"/>
                  </a:ext>
                </a:extLst>
              </p:cNvPr>
              <p:cNvSpPr/>
              <p:nvPr/>
            </p:nvSpPr>
            <p:spPr>
              <a:xfrm>
                <a:off x="5293785" y="3664814"/>
                <a:ext cx="175141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3" name="箭號: 五邊形 1162">
                <a:extLst>
                  <a:ext uri="{FF2B5EF4-FFF2-40B4-BE49-F238E27FC236}">
                    <a16:creationId xmlns:a16="http://schemas.microsoft.com/office/drawing/2014/main" id="{CFE7DDDE-1605-4FEF-985F-D25A9D2E6DBF}"/>
                  </a:ext>
                </a:extLst>
              </p:cNvPr>
              <p:cNvSpPr/>
              <p:nvPr/>
            </p:nvSpPr>
            <p:spPr>
              <a:xfrm>
                <a:off x="5478598" y="3664814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4" name="箭號: 五邊形 451">
                <a:extLst>
                  <a:ext uri="{FF2B5EF4-FFF2-40B4-BE49-F238E27FC236}">
                    <a16:creationId xmlns:a16="http://schemas.microsoft.com/office/drawing/2014/main" id="{D079ADF2-A2F2-4EC9-9ECE-1CC26910EB19}"/>
                  </a:ext>
                </a:extLst>
              </p:cNvPr>
              <p:cNvSpPr/>
              <p:nvPr/>
            </p:nvSpPr>
            <p:spPr>
              <a:xfrm>
                <a:off x="5293785" y="3664814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5" name="箭號: 五邊形 1164">
                <a:extLst>
                  <a:ext uri="{FF2B5EF4-FFF2-40B4-BE49-F238E27FC236}">
                    <a16:creationId xmlns:a16="http://schemas.microsoft.com/office/drawing/2014/main" id="{28DA2ED6-2EC8-465C-991C-E2A70C02E5AF}"/>
                  </a:ext>
                </a:extLst>
              </p:cNvPr>
              <p:cNvSpPr/>
              <p:nvPr/>
            </p:nvSpPr>
            <p:spPr>
              <a:xfrm>
                <a:off x="5636678" y="3664814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6" name="箭號: 五邊形 1165">
                <a:extLst>
                  <a:ext uri="{FF2B5EF4-FFF2-40B4-BE49-F238E27FC236}">
                    <a16:creationId xmlns:a16="http://schemas.microsoft.com/office/drawing/2014/main" id="{8D7C7C9D-5BC9-4317-AA15-705BF6BFDF1E}"/>
                  </a:ext>
                </a:extLst>
              </p:cNvPr>
              <p:cNvSpPr/>
              <p:nvPr/>
            </p:nvSpPr>
            <p:spPr>
              <a:xfrm>
                <a:off x="5878457" y="3664814"/>
                <a:ext cx="180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7" name="箭號: 五邊形 1166">
                <a:extLst>
                  <a:ext uri="{FF2B5EF4-FFF2-40B4-BE49-F238E27FC236}">
                    <a16:creationId xmlns:a16="http://schemas.microsoft.com/office/drawing/2014/main" id="{830C26D3-9385-4A91-B654-6B854BFA17B8}"/>
                  </a:ext>
                </a:extLst>
              </p:cNvPr>
              <p:cNvSpPr/>
              <p:nvPr/>
            </p:nvSpPr>
            <p:spPr>
              <a:xfrm>
                <a:off x="6066106" y="3664814"/>
                <a:ext cx="28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8" name="箭號: 五邊形 1167">
                <a:extLst>
                  <a:ext uri="{FF2B5EF4-FFF2-40B4-BE49-F238E27FC236}">
                    <a16:creationId xmlns:a16="http://schemas.microsoft.com/office/drawing/2014/main" id="{409645F1-4200-4199-8A0A-5B61895D7A3E}"/>
                  </a:ext>
                </a:extLst>
              </p:cNvPr>
              <p:cNvSpPr/>
              <p:nvPr/>
            </p:nvSpPr>
            <p:spPr>
              <a:xfrm>
                <a:off x="6373748" y="3664814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9" name="箭號: 五邊形 1168">
                <a:extLst>
                  <a:ext uri="{FF2B5EF4-FFF2-40B4-BE49-F238E27FC236}">
                    <a16:creationId xmlns:a16="http://schemas.microsoft.com/office/drawing/2014/main" id="{772D9B84-4F15-4783-A9CC-CB1A34D19F4B}"/>
                  </a:ext>
                </a:extLst>
              </p:cNvPr>
              <p:cNvSpPr/>
              <p:nvPr/>
            </p:nvSpPr>
            <p:spPr>
              <a:xfrm>
                <a:off x="6497404" y="3664814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0" name="箭號: 五邊形 1169">
                <a:extLst>
                  <a:ext uri="{FF2B5EF4-FFF2-40B4-BE49-F238E27FC236}">
                    <a16:creationId xmlns:a16="http://schemas.microsoft.com/office/drawing/2014/main" id="{F8B2D94B-CDA8-427B-81B5-DCA7FD155BF5}"/>
                  </a:ext>
                </a:extLst>
              </p:cNvPr>
              <p:cNvSpPr/>
              <p:nvPr/>
            </p:nvSpPr>
            <p:spPr>
              <a:xfrm>
                <a:off x="6715210" y="3664814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1" name="箭號: 五邊形 1170">
                <a:extLst>
                  <a:ext uri="{FF2B5EF4-FFF2-40B4-BE49-F238E27FC236}">
                    <a16:creationId xmlns:a16="http://schemas.microsoft.com/office/drawing/2014/main" id="{951DD850-3469-4152-800F-7A5E5F8BBB9F}"/>
                  </a:ext>
                </a:extLst>
              </p:cNvPr>
              <p:cNvSpPr/>
              <p:nvPr/>
            </p:nvSpPr>
            <p:spPr>
              <a:xfrm>
                <a:off x="6875577" y="3664814"/>
                <a:ext cx="180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2" name="箭號: 五邊形 1171">
                <a:extLst>
                  <a:ext uri="{FF2B5EF4-FFF2-40B4-BE49-F238E27FC236}">
                    <a16:creationId xmlns:a16="http://schemas.microsoft.com/office/drawing/2014/main" id="{F802A05C-8F18-4055-811C-C14E7CF99DC3}"/>
                  </a:ext>
                </a:extLst>
              </p:cNvPr>
              <p:cNvSpPr/>
              <p:nvPr/>
            </p:nvSpPr>
            <p:spPr>
              <a:xfrm>
                <a:off x="7060890" y="3664814"/>
                <a:ext cx="25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3" name="箭號: 五邊形 1172">
                <a:extLst>
                  <a:ext uri="{FF2B5EF4-FFF2-40B4-BE49-F238E27FC236}">
                    <a16:creationId xmlns:a16="http://schemas.microsoft.com/office/drawing/2014/main" id="{8EDD43A7-9107-4E75-AD1D-5B12E59BA1CA}"/>
                  </a:ext>
                </a:extLst>
              </p:cNvPr>
              <p:cNvSpPr/>
              <p:nvPr/>
            </p:nvSpPr>
            <p:spPr>
              <a:xfrm>
                <a:off x="7325228" y="3664814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74" name="箭號: 五邊形 1173">
                <a:extLst>
                  <a:ext uri="{FF2B5EF4-FFF2-40B4-BE49-F238E27FC236}">
                    <a16:creationId xmlns:a16="http://schemas.microsoft.com/office/drawing/2014/main" id="{1D44596B-15DF-4A8B-BE5C-EA66734C93D2}"/>
                  </a:ext>
                </a:extLst>
              </p:cNvPr>
              <p:cNvSpPr/>
              <p:nvPr/>
            </p:nvSpPr>
            <p:spPr>
              <a:xfrm>
                <a:off x="7473651" y="3664814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094" name="群組 1093">
              <a:extLst>
                <a:ext uri="{FF2B5EF4-FFF2-40B4-BE49-F238E27FC236}">
                  <a16:creationId xmlns:a16="http://schemas.microsoft.com/office/drawing/2014/main" id="{5DBBEAD3-0884-4609-B48C-6B901E5F03F1}"/>
                </a:ext>
              </a:extLst>
            </p:cNvPr>
            <p:cNvGrpSpPr/>
            <p:nvPr/>
          </p:nvGrpSpPr>
          <p:grpSpPr>
            <a:xfrm>
              <a:off x="5415877" y="3571789"/>
              <a:ext cx="1924056" cy="31386"/>
              <a:chOff x="5415877" y="3476358"/>
              <a:chExt cx="1924056" cy="31386"/>
            </a:xfrm>
          </p:grpSpPr>
          <p:sp>
            <p:nvSpPr>
              <p:cNvPr id="1150" name="箭號: 五邊形 1149">
                <a:extLst>
                  <a:ext uri="{FF2B5EF4-FFF2-40B4-BE49-F238E27FC236}">
                    <a16:creationId xmlns:a16="http://schemas.microsoft.com/office/drawing/2014/main" id="{35B910C8-004D-46B5-A26E-1F371324FDB1}"/>
                  </a:ext>
                </a:extLst>
              </p:cNvPr>
              <p:cNvSpPr/>
              <p:nvPr/>
            </p:nvSpPr>
            <p:spPr>
              <a:xfrm>
                <a:off x="5415878" y="3476358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51" name="手繪多邊形: 圖案 1150">
                <a:extLst>
                  <a:ext uri="{FF2B5EF4-FFF2-40B4-BE49-F238E27FC236}">
                    <a16:creationId xmlns:a16="http://schemas.microsoft.com/office/drawing/2014/main" id="{960332A2-822B-4725-8205-DE59C958C8F6}"/>
                  </a:ext>
                </a:extLst>
              </p:cNvPr>
              <p:cNvSpPr/>
              <p:nvPr/>
            </p:nvSpPr>
            <p:spPr>
              <a:xfrm>
                <a:off x="5471281" y="3476358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2" name="箭號: 五邊形 451">
                <a:extLst>
                  <a:ext uri="{FF2B5EF4-FFF2-40B4-BE49-F238E27FC236}">
                    <a16:creationId xmlns:a16="http://schemas.microsoft.com/office/drawing/2014/main" id="{172342FA-4B97-4E62-BCC1-374E8C41E78E}"/>
                  </a:ext>
                </a:extLst>
              </p:cNvPr>
              <p:cNvSpPr/>
              <p:nvPr/>
            </p:nvSpPr>
            <p:spPr>
              <a:xfrm>
                <a:off x="5415877" y="3476358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3" name="箭號: 五邊形 1152">
                <a:extLst>
                  <a:ext uri="{FF2B5EF4-FFF2-40B4-BE49-F238E27FC236}">
                    <a16:creationId xmlns:a16="http://schemas.microsoft.com/office/drawing/2014/main" id="{D9E575E2-06A8-41B4-91A9-82D5B3CDC72F}"/>
                  </a:ext>
                </a:extLst>
              </p:cNvPr>
              <p:cNvSpPr/>
              <p:nvPr/>
            </p:nvSpPr>
            <p:spPr>
              <a:xfrm>
                <a:off x="6246155" y="3476358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54" name="手繪多邊形: 圖案 1153">
                <a:extLst>
                  <a:ext uri="{FF2B5EF4-FFF2-40B4-BE49-F238E27FC236}">
                    <a16:creationId xmlns:a16="http://schemas.microsoft.com/office/drawing/2014/main" id="{0E7320F1-FBC6-488E-9269-75950F870CAB}"/>
                  </a:ext>
                </a:extLst>
              </p:cNvPr>
              <p:cNvSpPr/>
              <p:nvPr/>
            </p:nvSpPr>
            <p:spPr>
              <a:xfrm>
                <a:off x="6301558" y="3476358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5" name="箭號: 五邊形 451">
                <a:extLst>
                  <a:ext uri="{FF2B5EF4-FFF2-40B4-BE49-F238E27FC236}">
                    <a16:creationId xmlns:a16="http://schemas.microsoft.com/office/drawing/2014/main" id="{39B8C738-1114-49F7-89F9-0971CC7D979B}"/>
                  </a:ext>
                </a:extLst>
              </p:cNvPr>
              <p:cNvSpPr/>
              <p:nvPr/>
            </p:nvSpPr>
            <p:spPr>
              <a:xfrm>
                <a:off x="6246154" y="3476358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6" name="箭號: 五邊形 1155">
                <a:extLst>
                  <a:ext uri="{FF2B5EF4-FFF2-40B4-BE49-F238E27FC236}">
                    <a16:creationId xmlns:a16="http://schemas.microsoft.com/office/drawing/2014/main" id="{7E8D2BFF-8CC2-4085-9462-50660ECF7A35}"/>
                  </a:ext>
                </a:extLst>
              </p:cNvPr>
              <p:cNvSpPr/>
              <p:nvPr/>
            </p:nvSpPr>
            <p:spPr>
              <a:xfrm>
                <a:off x="6409482" y="3476358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57" name="手繪多邊形: 圖案 1156">
                <a:extLst>
                  <a:ext uri="{FF2B5EF4-FFF2-40B4-BE49-F238E27FC236}">
                    <a16:creationId xmlns:a16="http://schemas.microsoft.com/office/drawing/2014/main" id="{7BAE4C7E-A9E1-4285-8B2C-E909053406CA}"/>
                  </a:ext>
                </a:extLst>
              </p:cNvPr>
              <p:cNvSpPr/>
              <p:nvPr/>
            </p:nvSpPr>
            <p:spPr>
              <a:xfrm>
                <a:off x="6464885" y="3476358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8" name="箭號: 五邊形 451">
                <a:extLst>
                  <a:ext uri="{FF2B5EF4-FFF2-40B4-BE49-F238E27FC236}">
                    <a16:creationId xmlns:a16="http://schemas.microsoft.com/office/drawing/2014/main" id="{6962A3D8-0569-4B85-87E5-A2B9739AEA45}"/>
                  </a:ext>
                </a:extLst>
              </p:cNvPr>
              <p:cNvSpPr/>
              <p:nvPr/>
            </p:nvSpPr>
            <p:spPr>
              <a:xfrm>
                <a:off x="6409481" y="3476358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59" name="箭號: 五邊形 1158">
                <a:extLst>
                  <a:ext uri="{FF2B5EF4-FFF2-40B4-BE49-F238E27FC236}">
                    <a16:creationId xmlns:a16="http://schemas.microsoft.com/office/drawing/2014/main" id="{10823F9B-85D0-4F7A-AC70-C8FF91ABF292}"/>
                  </a:ext>
                </a:extLst>
              </p:cNvPr>
              <p:cNvSpPr/>
              <p:nvPr/>
            </p:nvSpPr>
            <p:spPr>
              <a:xfrm>
                <a:off x="7267933" y="3476358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60" name="手繪多邊形: 圖案 1159">
                <a:extLst>
                  <a:ext uri="{FF2B5EF4-FFF2-40B4-BE49-F238E27FC236}">
                    <a16:creationId xmlns:a16="http://schemas.microsoft.com/office/drawing/2014/main" id="{264A1A64-92CD-4E35-904C-F40A38D33CC4}"/>
                  </a:ext>
                </a:extLst>
              </p:cNvPr>
              <p:cNvSpPr/>
              <p:nvPr/>
            </p:nvSpPr>
            <p:spPr>
              <a:xfrm>
                <a:off x="7323336" y="3476358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61" name="箭號: 五邊形 451">
                <a:extLst>
                  <a:ext uri="{FF2B5EF4-FFF2-40B4-BE49-F238E27FC236}">
                    <a16:creationId xmlns:a16="http://schemas.microsoft.com/office/drawing/2014/main" id="{04A0703B-086D-40B8-AE6A-28F7AD698B31}"/>
                  </a:ext>
                </a:extLst>
              </p:cNvPr>
              <p:cNvSpPr/>
              <p:nvPr/>
            </p:nvSpPr>
            <p:spPr>
              <a:xfrm>
                <a:off x="7267932" y="3476358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95" name="群組 1094">
              <a:extLst>
                <a:ext uri="{FF2B5EF4-FFF2-40B4-BE49-F238E27FC236}">
                  <a16:creationId xmlns:a16="http://schemas.microsoft.com/office/drawing/2014/main" id="{040CCBAE-6AC3-4BC1-B972-B6C32F56C9FB}"/>
                </a:ext>
              </a:extLst>
            </p:cNvPr>
            <p:cNvGrpSpPr/>
            <p:nvPr/>
          </p:nvGrpSpPr>
          <p:grpSpPr>
            <a:xfrm>
              <a:off x="5293785" y="3705520"/>
              <a:ext cx="2046148" cy="31386"/>
              <a:chOff x="5293785" y="3702596"/>
              <a:chExt cx="2046148" cy="31386"/>
            </a:xfrm>
          </p:grpSpPr>
          <p:sp>
            <p:nvSpPr>
              <p:cNvPr id="1132" name="箭號: 五邊形 1131">
                <a:extLst>
                  <a:ext uri="{FF2B5EF4-FFF2-40B4-BE49-F238E27FC236}">
                    <a16:creationId xmlns:a16="http://schemas.microsoft.com/office/drawing/2014/main" id="{526F0A93-1B1F-4363-AE28-90C0A94B9DC8}"/>
                  </a:ext>
                </a:extLst>
              </p:cNvPr>
              <p:cNvSpPr/>
              <p:nvPr/>
            </p:nvSpPr>
            <p:spPr>
              <a:xfrm>
                <a:off x="5293785" y="3702596"/>
                <a:ext cx="57426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3" name="箭號: 五邊形 1132">
                <a:extLst>
                  <a:ext uri="{FF2B5EF4-FFF2-40B4-BE49-F238E27FC236}">
                    <a16:creationId xmlns:a16="http://schemas.microsoft.com/office/drawing/2014/main" id="{33756746-BD65-4702-8E6E-7CA3FA3F3203}"/>
                  </a:ext>
                </a:extLst>
              </p:cNvPr>
              <p:cNvSpPr/>
              <p:nvPr/>
            </p:nvSpPr>
            <p:spPr>
              <a:xfrm>
                <a:off x="5368107" y="3702596"/>
                <a:ext cx="22667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4" name="箭號: 五邊形 451">
                <a:extLst>
                  <a:ext uri="{FF2B5EF4-FFF2-40B4-BE49-F238E27FC236}">
                    <a16:creationId xmlns:a16="http://schemas.microsoft.com/office/drawing/2014/main" id="{F8E4AA65-A89C-4FB6-B073-05F3F13A821D}"/>
                  </a:ext>
                </a:extLst>
              </p:cNvPr>
              <p:cNvSpPr/>
              <p:nvPr/>
            </p:nvSpPr>
            <p:spPr>
              <a:xfrm>
                <a:off x="5293785" y="3702596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5" name="箭號: 五邊形 1134">
                <a:extLst>
                  <a:ext uri="{FF2B5EF4-FFF2-40B4-BE49-F238E27FC236}">
                    <a16:creationId xmlns:a16="http://schemas.microsoft.com/office/drawing/2014/main" id="{87C6AFB3-0358-4A2D-AC79-5B74AB85DDCD}"/>
                  </a:ext>
                </a:extLst>
              </p:cNvPr>
              <p:cNvSpPr/>
              <p:nvPr/>
            </p:nvSpPr>
            <p:spPr>
              <a:xfrm>
                <a:off x="5622598" y="3702596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6" name="箭號: 五邊形 1135">
                <a:extLst>
                  <a:ext uri="{FF2B5EF4-FFF2-40B4-BE49-F238E27FC236}">
                    <a16:creationId xmlns:a16="http://schemas.microsoft.com/office/drawing/2014/main" id="{0AB260DA-69C2-43B2-A2D2-D0B9B33E5D5C}"/>
                  </a:ext>
                </a:extLst>
              </p:cNvPr>
              <p:cNvSpPr/>
              <p:nvPr/>
            </p:nvSpPr>
            <p:spPr>
              <a:xfrm>
                <a:off x="5758419" y="3702596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7" name="箭號: 五邊形 1136">
                <a:extLst>
                  <a:ext uri="{FF2B5EF4-FFF2-40B4-BE49-F238E27FC236}">
                    <a16:creationId xmlns:a16="http://schemas.microsoft.com/office/drawing/2014/main" id="{A037BEA6-510A-4CEB-ABFA-D0C76CE6AF3A}"/>
                  </a:ext>
                </a:extLst>
              </p:cNvPr>
              <p:cNvSpPr/>
              <p:nvPr/>
            </p:nvSpPr>
            <p:spPr>
              <a:xfrm>
                <a:off x="5996804" y="3702596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8" name="箭號: 五邊形 1137">
                <a:extLst>
                  <a:ext uri="{FF2B5EF4-FFF2-40B4-BE49-F238E27FC236}">
                    <a16:creationId xmlns:a16="http://schemas.microsoft.com/office/drawing/2014/main" id="{D35D0031-250B-491D-A124-C3382042A393}"/>
                  </a:ext>
                </a:extLst>
              </p:cNvPr>
              <p:cNvSpPr/>
              <p:nvPr/>
            </p:nvSpPr>
            <p:spPr>
              <a:xfrm>
                <a:off x="6127189" y="3702596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39" name="箭號: 五邊形 1138">
                <a:extLst>
                  <a:ext uri="{FF2B5EF4-FFF2-40B4-BE49-F238E27FC236}">
                    <a16:creationId xmlns:a16="http://schemas.microsoft.com/office/drawing/2014/main" id="{D730C590-180D-4D89-BE5F-C8FD8F2CB5D3}"/>
                  </a:ext>
                </a:extLst>
              </p:cNvPr>
              <p:cNvSpPr/>
              <p:nvPr/>
            </p:nvSpPr>
            <p:spPr>
              <a:xfrm>
                <a:off x="6275280" y="3702596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40" name="箭號: 五邊形 1139">
                <a:extLst>
                  <a:ext uri="{FF2B5EF4-FFF2-40B4-BE49-F238E27FC236}">
                    <a16:creationId xmlns:a16="http://schemas.microsoft.com/office/drawing/2014/main" id="{3A3F796D-E0C2-47EE-98B7-EC6EE9F21EA0}"/>
                  </a:ext>
                </a:extLst>
              </p:cNvPr>
              <p:cNvSpPr/>
              <p:nvPr/>
            </p:nvSpPr>
            <p:spPr>
              <a:xfrm>
                <a:off x="6441292" y="3702596"/>
                <a:ext cx="180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41" name="手繪多邊形: 圖案 1140">
                <a:extLst>
                  <a:ext uri="{FF2B5EF4-FFF2-40B4-BE49-F238E27FC236}">
                    <a16:creationId xmlns:a16="http://schemas.microsoft.com/office/drawing/2014/main" id="{075ED4FA-F804-4F2F-B80A-9F28A514776C}"/>
                  </a:ext>
                </a:extLst>
              </p:cNvPr>
              <p:cNvSpPr/>
              <p:nvPr/>
            </p:nvSpPr>
            <p:spPr>
              <a:xfrm>
                <a:off x="6595276" y="3702596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142" name="群組 1141">
                <a:extLst>
                  <a:ext uri="{FF2B5EF4-FFF2-40B4-BE49-F238E27FC236}">
                    <a16:creationId xmlns:a16="http://schemas.microsoft.com/office/drawing/2014/main" id="{7E37019E-8CA7-4F2F-A785-1B4D5E4C0AC6}"/>
                  </a:ext>
                </a:extLst>
              </p:cNvPr>
              <p:cNvGrpSpPr/>
              <p:nvPr/>
            </p:nvGrpSpPr>
            <p:grpSpPr>
              <a:xfrm>
                <a:off x="7267932" y="3702596"/>
                <a:ext cx="72001" cy="31386"/>
                <a:chOff x="6627390" y="3611694"/>
                <a:chExt cx="72001" cy="31386"/>
              </a:xfrm>
            </p:grpSpPr>
            <p:sp>
              <p:nvSpPr>
                <p:cNvPr id="1147" name="箭號: 五邊形 1146">
                  <a:extLst>
                    <a:ext uri="{FF2B5EF4-FFF2-40B4-BE49-F238E27FC236}">
                      <a16:creationId xmlns:a16="http://schemas.microsoft.com/office/drawing/2014/main" id="{9F52E419-6D91-479C-9570-F7DE9549BD94}"/>
                    </a:ext>
                  </a:extLst>
                </p:cNvPr>
                <p:cNvSpPr/>
                <p:nvPr/>
              </p:nvSpPr>
              <p:spPr>
                <a:xfrm>
                  <a:off x="6627391" y="3611694"/>
                  <a:ext cx="72000" cy="31386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48" name="手繪多邊形: 圖案 1147">
                  <a:extLst>
                    <a:ext uri="{FF2B5EF4-FFF2-40B4-BE49-F238E27FC236}">
                      <a16:creationId xmlns:a16="http://schemas.microsoft.com/office/drawing/2014/main" id="{9ED2A50F-673E-418B-9665-2F0B64736AC4}"/>
                    </a:ext>
                  </a:extLst>
                </p:cNvPr>
                <p:cNvSpPr/>
                <p:nvPr/>
              </p:nvSpPr>
              <p:spPr>
                <a:xfrm>
                  <a:off x="6682794" y="3611694"/>
                  <a:ext cx="15471" cy="31386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49" name="箭號: 五邊形 451">
                  <a:extLst>
                    <a:ext uri="{FF2B5EF4-FFF2-40B4-BE49-F238E27FC236}">
                      <a16:creationId xmlns:a16="http://schemas.microsoft.com/office/drawing/2014/main" id="{6AC58EE6-B92E-4F3F-8F19-14E670EFAA0E}"/>
                    </a:ext>
                  </a:extLst>
                </p:cNvPr>
                <p:cNvSpPr/>
                <p:nvPr/>
              </p:nvSpPr>
              <p:spPr>
                <a:xfrm>
                  <a:off x="6627390" y="3611694"/>
                  <a:ext cx="0" cy="31386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143" name="群組 1142">
                <a:extLst>
                  <a:ext uri="{FF2B5EF4-FFF2-40B4-BE49-F238E27FC236}">
                    <a16:creationId xmlns:a16="http://schemas.microsoft.com/office/drawing/2014/main" id="{24324789-550F-4A8C-A699-B95F942EDF88}"/>
                  </a:ext>
                </a:extLst>
              </p:cNvPr>
              <p:cNvGrpSpPr/>
              <p:nvPr/>
            </p:nvGrpSpPr>
            <p:grpSpPr>
              <a:xfrm>
                <a:off x="6919183" y="3702596"/>
                <a:ext cx="72001" cy="31386"/>
                <a:chOff x="6627390" y="3611694"/>
                <a:chExt cx="72001" cy="31386"/>
              </a:xfrm>
            </p:grpSpPr>
            <p:sp>
              <p:nvSpPr>
                <p:cNvPr id="1144" name="箭號: 五邊形 1143">
                  <a:extLst>
                    <a:ext uri="{FF2B5EF4-FFF2-40B4-BE49-F238E27FC236}">
                      <a16:creationId xmlns:a16="http://schemas.microsoft.com/office/drawing/2014/main" id="{F15C7D1D-DC5C-4023-8AAC-8F19CC924211}"/>
                    </a:ext>
                  </a:extLst>
                </p:cNvPr>
                <p:cNvSpPr/>
                <p:nvPr/>
              </p:nvSpPr>
              <p:spPr>
                <a:xfrm>
                  <a:off x="6627391" y="3611694"/>
                  <a:ext cx="72000" cy="31386"/>
                </a:xfrm>
                <a:prstGeom prst="homePlate">
                  <a:avLst/>
                </a:prstGeom>
                <a:solidFill>
                  <a:srgbClr val="C9C9C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TW" altLang="en-US" sz="1300" b="0" i="0" u="none" strike="noStrike" kern="1200" cap="none" spc="0" normalizeH="0" baseline="-2500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微軟正黑體"/>
                    <a:cs typeface="+mn-cs"/>
                  </a:endParaRPr>
                </a:p>
              </p:txBody>
            </p:sp>
            <p:sp>
              <p:nvSpPr>
                <p:cNvPr id="1145" name="手繪多邊形: 圖案 1144">
                  <a:extLst>
                    <a:ext uri="{FF2B5EF4-FFF2-40B4-BE49-F238E27FC236}">
                      <a16:creationId xmlns:a16="http://schemas.microsoft.com/office/drawing/2014/main" id="{EA4032A6-9A82-4233-B956-3BE1DC07ACA4}"/>
                    </a:ext>
                  </a:extLst>
                </p:cNvPr>
                <p:cNvSpPr/>
                <p:nvPr/>
              </p:nvSpPr>
              <p:spPr>
                <a:xfrm>
                  <a:off x="6682794" y="3611694"/>
                  <a:ext cx="15471" cy="31386"/>
                </a:xfrm>
                <a:custGeom>
                  <a:avLst/>
                  <a:gdLst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  <a:gd name="connsiteX5" fmla="*/ 0 w 26553"/>
                    <a:gd name="connsiteY5" fmla="*/ 0 h 49248"/>
                    <a:gd name="connsiteX0" fmla="*/ 0 w 91440"/>
                    <a:gd name="connsiteY0" fmla="*/ 0 h 91440"/>
                    <a:gd name="connsiteX1" fmla="*/ 1929 w 91440"/>
                    <a:gd name="connsiteY1" fmla="*/ 0 h 91440"/>
                    <a:gd name="connsiteX2" fmla="*/ 26553 w 91440"/>
                    <a:gd name="connsiteY2" fmla="*/ 24624 h 91440"/>
                    <a:gd name="connsiteX3" fmla="*/ 1929 w 91440"/>
                    <a:gd name="connsiteY3" fmla="*/ 49248 h 91440"/>
                    <a:gd name="connsiteX4" fmla="*/ 0 w 91440"/>
                    <a:gd name="connsiteY4" fmla="*/ 49248 h 91440"/>
                    <a:gd name="connsiteX5" fmla="*/ 91440 w 91440"/>
                    <a:gd name="connsiteY5" fmla="*/ 91440 h 91440"/>
                    <a:gd name="connsiteX0" fmla="*/ 0 w 26553"/>
                    <a:gd name="connsiteY0" fmla="*/ 0 h 49248"/>
                    <a:gd name="connsiteX1" fmla="*/ 1929 w 26553"/>
                    <a:gd name="connsiteY1" fmla="*/ 0 h 49248"/>
                    <a:gd name="connsiteX2" fmla="*/ 26553 w 26553"/>
                    <a:gd name="connsiteY2" fmla="*/ 24624 h 49248"/>
                    <a:gd name="connsiteX3" fmla="*/ 1929 w 26553"/>
                    <a:gd name="connsiteY3" fmla="*/ 49248 h 49248"/>
                    <a:gd name="connsiteX4" fmla="*/ 0 w 26553"/>
                    <a:gd name="connsiteY4" fmla="*/ 49248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553" h="49248">
                      <a:moveTo>
                        <a:pt x="0" y="0"/>
                      </a:moveTo>
                      <a:lnTo>
                        <a:pt x="1929" y="0"/>
                      </a:lnTo>
                      <a:lnTo>
                        <a:pt x="26553" y="24624"/>
                      </a:lnTo>
                      <a:lnTo>
                        <a:pt x="1929" y="49248"/>
                      </a:lnTo>
                      <a:lnTo>
                        <a:pt x="0" y="49248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46" name="箭號: 五邊形 451">
                  <a:extLst>
                    <a:ext uri="{FF2B5EF4-FFF2-40B4-BE49-F238E27FC236}">
                      <a16:creationId xmlns:a16="http://schemas.microsoft.com/office/drawing/2014/main" id="{76EC61E8-A23F-470D-A23A-D5A0720F4BDB}"/>
                    </a:ext>
                  </a:extLst>
                </p:cNvPr>
                <p:cNvSpPr/>
                <p:nvPr/>
              </p:nvSpPr>
              <p:spPr>
                <a:xfrm>
                  <a:off x="6627390" y="3611694"/>
                  <a:ext cx="0" cy="31386"/>
                </a:xfrm>
                <a:custGeom>
                  <a:avLst/>
                  <a:gdLst>
                    <a:gd name="connsiteX0" fmla="*/ 0 w 216000"/>
                    <a:gd name="connsiteY0" fmla="*/ 0 h 49248"/>
                    <a:gd name="connsiteX1" fmla="*/ 191376 w 216000"/>
                    <a:gd name="connsiteY1" fmla="*/ 0 h 49248"/>
                    <a:gd name="connsiteX2" fmla="*/ 216000 w 216000"/>
                    <a:gd name="connsiteY2" fmla="*/ 24624 h 49248"/>
                    <a:gd name="connsiteX3" fmla="*/ 191376 w 216000"/>
                    <a:gd name="connsiteY3" fmla="*/ 49248 h 49248"/>
                    <a:gd name="connsiteX4" fmla="*/ 0 w 216000"/>
                    <a:gd name="connsiteY4" fmla="*/ 49248 h 49248"/>
                    <a:gd name="connsiteX5" fmla="*/ 0 w 216000"/>
                    <a:gd name="connsiteY5" fmla="*/ 0 h 49248"/>
                    <a:gd name="connsiteX0" fmla="*/ 191376 w 282816"/>
                    <a:gd name="connsiteY0" fmla="*/ 49248 h 140688"/>
                    <a:gd name="connsiteX1" fmla="*/ 0 w 282816"/>
                    <a:gd name="connsiteY1" fmla="*/ 49248 h 140688"/>
                    <a:gd name="connsiteX2" fmla="*/ 0 w 282816"/>
                    <a:gd name="connsiteY2" fmla="*/ 0 h 140688"/>
                    <a:gd name="connsiteX3" fmla="*/ 191376 w 282816"/>
                    <a:gd name="connsiteY3" fmla="*/ 0 h 140688"/>
                    <a:gd name="connsiteX4" fmla="*/ 216000 w 282816"/>
                    <a:gd name="connsiteY4" fmla="*/ 24624 h 140688"/>
                    <a:gd name="connsiteX5" fmla="*/ 282816 w 282816"/>
                    <a:gd name="connsiteY5" fmla="*/ 140688 h 14068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216000"/>
                    <a:gd name="connsiteY0" fmla="*/ 49248 h 49248"/>
                    <a:gd name="connsiteX1" fmla="*/ 0 w 216000"/>
                    <a:gd name="connsiteY1" fmla="*/ 49248 h 49248"/>
                    <a:gd name="connsiteX2" fmla="*/ 0 w 216000"/>
                    <a:gd name="connsiteY2" fmla="*/ 0 h 49248"/>
                    <a:gd name="connsiteX3" fmla="*/ 191376 w 216000"/>
                    <a:gd name="connsiteY3" fmla="*/ 0 h 49248"/>
                    <a:gd name="connsiteX4" fmla="*/ 216000 w 216000"/>
                    <a:gd name="connsiteY4" fmla="*/ 24624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3" fmla="*/ 191376 w 191376"/>
                    <a:gd name="connsiteY3" fmla="*/ 0 h 49248"/>
                    <a:gd name="connsiteX0" fmla="*/ 191376 w 191376"/>
                    <a:gd name="connsiteY0" fmla="*/ 49248 h 49248"/>
                    <a:gd name="connsiteX1" fmla="*/ 0 w 191376"/>
                    <a:gd name="connsiteY1" fmla="*/ 49248 h 49248"/>
                    <a:gd name="connsiteX2" fmla="*/ 0 w 191376"/>
                    <a:gd name="connsiteY2" fmla="*/ 0 h 49248"/>
                    <a:gd name="connsiteX0" fmla="*/ 0 w 0"/>
                    <a:gd name="connsiteY0" fmla="*/ 49248 h 49248"/>
                    <a:gd name="connsiteX1" fmla="*/ 0 w 0"/>
                    <a:gd name="connsiteY1" fmla="*/ 0 h 492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49248">
                      <a:moveTo>
                        <a:pt x="0" y="4924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>
                  <a:solidFill>
                    <a:srgbClr val="FF6C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1096" name="群組 1095">
              <a:extLst>
                <a:ext uri="{FF2B5EF4-FFF2-40B4-BE49-F238E27FC236}">
                  <a16:creationId xmlns:a16="http://schemas.microsoft.com/office/drawing/2014/main" id="{70814600-2108-42F6-BBFD-D03AB94D0D7A}"/>
                </a:ext>
              </a:extLst>
            </p:cNvPr>
            <p:cNvGrpSpPr/>
            <p:nvPr/>
          </p:nvGrpSpPr>
          <p:grpSpPr>
            <a:xfrm>
              <a:off x="5360134" y="3660943"/>
              <a:ext cx="1979799" cy="31386"/>
              <a:chOff x="5360134" y="3653065"/>
              <a:chExt cx="1979799" cy="31386"/>
            </a:xfrm>
          </p:grpSpPr>
          <p:sp>
            <p:nvSpPr>
              <p:cNvPr id="1115" name="箭號: 五邊形 1114">
                <a:extLst>
                  <a:ext uri="{FF2B5EF4-FFF2-40B4-BE49-F238E27FC236}">
                    <a16:creationId xmlns:a16="http://schemas.microsoft.com/office/drawing/2014/main" id="{12738FA2-B041-408B-8362-14EC8331EEF4}"/>
                  </a:ext>
                </a:extLst>
              </p:cNvPr>
              <p:cNvSpPr/>
              <p:nvPr/>
            </p:nvSpPr>
            <p:spPr>
              <a:xfrm>
                <a:off x="5504924" y="3653065"/>
                <a:ext cx="15233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6" name="箭號: 五邊形 1115">
                <a:extLst>
                  <a:ext uri="{FF2B5EF4-FFF2-40B4-BE49-F238E27FC236}">
                    <a16:creationId xmlns:a16="http://schemas.microsoft.com/office/drawing/2014/main" id="{530D1153-5238-4F41-BCAC-BD6BE09C60F6}"/>
                  </a:ext>
                </a:extLst>
              </p:cNvPr>
              <p:cNvSpPr/>
              <p:nvPr/>
            </p:nvSpPr>
            <p:spPr>
              <a:xfrm>
                <a:off x="5360134" y="3653065"/>
                <a:ext cx="12585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7" name="箭號: 五邊形 451">
                <a:extLst>
                  <a:ext uri="{FF2B5EF4-FFF2-40B4-BE49-F238E27FC236}">
                    <a16:creationId xmlns:a16="http://schemas.microsoft.com/office/drawing/2014/main" id="{E59D9DFD-1164-4AB7-A6A3-019053F1A00D}"/>
                  </a:ext>
                </a:extLst>
              </p:cNvPr>
              <p:cNvSpPr/>
              <p:nvPr/>
            </p:nvSpPr>
            <p:spPr>
              <a:xfrm>
                <a:off x="5360134" y="3653065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8" name="箭號: 五邊形 1117">
                <a:extLst>
                  <a:ext uri="{FF2B5EF4-FFF2-40B4-BE49-F238E27FC236}">
                    <a16:creationId xmlns:a16="http://schemas.microsoft.com/office/drawing/2014/main" id="{B2E3DD30-E1EC-4D5D-BA0D-5EEAD8C86F04}"/>
                  </a:ext>
                </a:extLst>
              </p:cNvPr>
              <p:cNvSpPr/>
              <p:nvPr/>
            </p:nvSpPr>
            <p:spPr>
              <a:xfrm>
                <a:off x="5674994" y="3653065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9" name="箭號: 五邊形 1118">
                <a:extLst>
                  <a:ext uri="{FF2B5EF4-FFF2-40B4-BE49-F238E27FC236}">
                    <a16:creationId xmlns:a16="http://schemas.microsoft.com/office/drawing/2014/main" id="{DE221103-1256-45B6-B76C-6463986BB2D4}"/>
                  </a:ext>
                </a:extLst>
              </p:cNvPr>
              <p:cNvSpPr/>
              <p:nvPr/>
            </p:nvSpPr>
            <p:spPr>
              <a:xfrm>
                <a:off x="5800734" y="3653065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0" name="箭號: 五邊形 1119">
                <a:extLst>
                  <a:ext uri="{FF2B5EF4-FFF2-40B4-BE49-F238E27FC236}">
                    <a16:creationId xmlns:a16="http://schemas.microsoft.com/office/drawing/2014/main" id="{1D01D60F-058E-4FDD-B3EA-C5BCBD9ACDF5}"/>
                  </a:ext>
                </a:extLst>
              </p:cNvPr>
              <p:cNvSpPr/>
              <p:nvPr/>
            </p:nvSpPr>
            <p:spPr>
              <a:xfrm>
                <a:off x="6245029" y="3653065"/>
                <a:ext cx="1188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1" name="手繪多邊形: 圖案 1120">
                <a:extLst>
                  <a:ext uri="{FF2B5EF4-FFF2-40B4-BE49-F238E27FC236}">
                    <a16:creationId xmlns:a16="http://schemas.microsoft.com/office/drawing/2014/main" id="{C5101650-749D-48EF-B3A6-84DB5D1BBFB0}"/>
                  </a:ext>
                </a:extLst>
              </p:cNvPr>
              <p:cNvSpPr/>
              <p:nvPr/>
            </p:nvSpPr>
            <p:spPr>
              <a:xfrm>
                <a:off x="6349302" y="3653065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2" name="箭號: 五邊形 1121">
                <a:extLst>
                  <a:ext uri="{FF2B5EF4-FFF2-40B4-BE49-F238E27FC236}">
                    <a16:creationId xmlns:a16="http://schemas.microsoft.com/office/drawing/2014/main" id="{3595FAB1-F41A-46D6-B08E-35838B182E24}"/>
                  </a:ext>
                </a:extLst>
              </p:cNvPr>
              <p:cNvSpPr/>
              <p:nvPr/>
            </p:nvSpPr>
            <p:spPr>
              <a:xfrm>
                <a:off x="6387292" y="3653065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3" name="箭號: 五邊形 1122">
                <a:extLst>
                  <a:ext uri="{FF2B5EF4-FFF2-40B4-BE49-F238E27FC236}">
                    <a16:creationId xmlns:a16="http://schemas.microsoft.com/office/drawing/2014/main" id="{8313E049-966F-4F9F-A609-A81FBCD7E676}"/>
                  </a:ext>
                </a:extLst>
              </p:cNvPr>
              <p:cNvSpPr/>
              <p:nvPr/>
            </p:nvSpPr>
            <p:spPr>
              <a:xfrm>
                <a:off x="6501063" y="3653065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4" name="手繪多邊形: 圖案 1123">
                <a:extLst>
                  <a:ext uri="{FF2B5EF4-FFF2-40B4-BE49-F238E27FC236}">
                    <a16:creationId xmlns:a16="http://schemas.microsoft.com/office/drawing/2014/main" id="{477934BC-C432-4AE2-BCC7-5E6BD1615EC0}"/>
                  </a:ext>
                </a:extLst>
              </p:cNvPr>
              <p:cNvSpPr/>
              <p:nvPr/>
            </p:nvSpPr>
            <p:spPr>
              <a:xfrm>
                <a:off x="6595276" y="3653065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5" name="箭號: 五邊形 1124">
                <a:extLst>
                  <a:ext uri="{FF2B5EF4-FFF2-40B4-BE49-F238E27FC236}">
                    <a16:creationId xmlns:a16="http://schemas.microsoft.com/office/drawing/2014/main" id="{CC7343D5-F696-44D5-A465-A790945A79AF}"/>
                  </a:ext>
                </a:extLst>
              </p:cNvPr>
              <p:cNvSpPr/>
              <p:nvPr/>
            </p:nvSpPr>
            <p:spPr>
              <a:xfrm>
                <a:off x="7267933" y="3653065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6" name="手繪多邊形: 圖案 1125">
                <a:extLst>
                  <a:ext uri="{FF2B5EF4-FFF2-40B4-BE49-F238E27FC236}">
                    <a16:creationId xmlns:a16="http://schemas.microsoft.com/office/drawing/2014/main" id="{D177D31B-4378-405B-99F4-6F4065D753BE}"/>
                  </a:ext>
                </a:extLst>
              </p:cNvPr>
              <p:cNvSpPr/>
              <p:nvPr/>
            </p:nvSpPr>
            <p:spPr>
              <a:xfrm>
                <a:off x="7323336" y="3653065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7" name="箭號: 五邊形 451">
                <a:extLst>
                  <a:ext uri="{FF2B5EF4-FFF2-40B4-BE49-F238E27FC236}">
                    <a16:creationId xmlns:a16="http://schemas.microsoft.com/office/drawing/2014/main" id="{6E70148D-F2D3-4C4C-B4CC-FAEEBC3A1DB4}"/>
                  </a:ext>
                </a:extLst>
              </p:cNvPr>
              <p:cNvSpPr/>
              <p:nvPr/>
            </p:nvSpPr>
            <p:spPr>
              <a:xfrm>
                <a:off x="7267932" y="3653065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28" name="箭號: 五邊形 1127">
                <a:extLst>
                  <a:ext uri="{FF2B5EF4-FFF2-40B4-BE49-F238E27FC236}">
                    <a16:creationId xmlns:a16="http://schemas.microsoft.com/office/drawing/2014/main" id="{ABADB219-A975-4385-9B06-D052C137E6B4}"/>
                  </a:ext>
                </a:extLst>
              </p:cNvPr>
              <p:cNvSpPr/>
              <p:nvPr/>
            </p:nvSpPr>
            <p:spPr>
              <a:xfrm>
                <a:off x="6919184" y="3653065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29" name="手繪多邊形: 圖案 1128">
                <a:extLst>
                  <a:ext uri="{FF2B5EF4-FFF2-40B4-BE49-F238E27FC236}">
                    <a16:creationId xmlns:a16="http://schemas.microsoft.com/office/drawing/2014/main" id="{6796AD8B-2324-41E7-9A9F-D34A709990A5}"/>
                  </a:ext>
                </a:extLst>
              </p:cNvPr>
              <p:cNvSpPr/>
              <p:nvPr/>
            </p:nvSpPr>
            <p:spPr>
              <a:xfrm>
                <a:off x="6974587" y="3653065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0" name="箭號: 五邊形 451">
                <a:extLst>
                  <a:ext uri="{FF2B5EF4-FFF2-40B4-BE49-F238E27FC236}">
                    <a16:creationId xmlns:a16="http://schemas.microsoft.com/office/drawing/2014/main" id="{9E61AC67-6A65-41C2-BBAC-EAC6D7B82C99}"/>
                  </a:ext>
                </a:extLst>
              </p:cNvPr>
              <p:cNvSpPr/>
              <p:nvPr/>
            </p:nvSpPr>
            <p:spPr>
              <a:xfrm>
                <a:off x="6919183" y="3653065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31" name="箭號: 五邊形 1130">
                <a:extLst>
                  <a:ext uri="{FF2B5EF4-FFF2-40B4-BE49-F238E27FC236}">
                    <a16:creationId xmlns:a16="http://schemas.microsoft.com/office/drawing/2014/main" id="{67D70AE9-E018-43DA-AAA6-47EFEFB27E2D}"/>
                  </a:ext>
                </a:extLst>
              </p:cNvPr>
              <p:cNvSpPr/>
              <p:nvPr/>
            </p:nvSpPr>
            <p:spPr>
              <a:xfrm>
                <a:off x="6020284" y="3653065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</p:grpSp>
        <p:grpSp>
          <p:nvGrpSpPr>
            <p:cNvPr id="1097" name="群組 1096">
              <a:extLst>
                <a:ext uri="{FF2B5EF4-FFF2-40B4-BE49-F238E27FC236}">
                  <a16:creationId xmlns:a16="http://schemas.microsoft.com/office/drawing/2014/main" id="{E65B6031-965D-4FD0-9C87-57EAE94FF266}"/>
                </a:ext>
              </a:extLst>
            </p:cNvPr>
            <p:cNvGrpSpPr/>
            <p:nvPr/>
          </p:nvGrpSpPr>
          <p:grpSpPr>
            <a:xfrm>
              <a:off x="5360134" y="3616366"/>
              <a:ext cx="1979799" cy="31386"/>
              <a:chOff x="5360134" y="3552471"/>
              <a:chExt cx="1979799" cy="31386"/>
            </a:xfrm>
          </p:grpSpPr>
          <p:sp>
            <p:nvSpPr>
              <p:cNvPr id="1098" name="箭號: 五邊形 1097">
                <a:extLst>
                  <a:ext uri="{FF2B5EF4-FFF2-40B4-BE49-F238E27FC236}">
                    <a16:creationId xmlns:a16="http://schemas.microsoft.com/office/drawing/2014/main" id="{D30823CF-33FA-47D9-B037-6B30164BADEC}"/>
                  </a:ext>
                </a:extLst>
              </p:cNvPr>
              <p:cNvSpPr/>
              <p:nvPr/>
            </p:nvSpPr>
            <p:spPr>
              <a:xfrm>
                <a:off x="5360134" y="3552471"/>
                <a:ext cx="21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099" name="箭號: 五邊形 451">
                <a:extLst>
                  <a:ext uri="{FF2B5EF4-FFF2-40B4-BE49-F238E27FC236}">
                    <a16:creationId xmlns:a16="http://schemas.microsoft.com/office/drawing/2014/main" id="{F1B43261-6F49-49CD-9D01-CC4152AFC7DB}"/>
                  </a:ext>
                </a:extLst>
              </p:cNvPr>
              <p:cNvSpPr/>
              <p:nvPr/>
            </p:nvSpPr>
            <p:spPr>
              <a:xfrm>
                <a:off x="5360134" y="3552471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0" name="箭號: 五邊形 1099">
                <a:extLst>
                  <a:ext uri="{FF2B5EF4-FFF2-40B4-BE49-F238E27FC236}">
                    <a16:creationId xmlns:a16="http://schemas.microsoft.com/office/drawing/2014/main" id="{7227DBBB-CF3D-4134-A35A-680A7FCC2DD9}"/>
                  </a:ext>
                </a:extLst>
              </p:cNvPr>
              <p:cNvSpPr/>
              <p:nvPr/>
            </p:nvSpPr>
            <p:spPr>
              <a:xfrm>
                <a:off x="5607880" y="3552471"/>
                <a:ext cx="12585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01" name="手繪多邊形: 圖案 1100">
                <a:extLst>
                  <a:ext uri="{FF2B5EF4-FFF2-40B4-BE49-F238E27FC236}">
                    <a16:creationId xmlns:a16="http://schemas.microsoft.com/office/drawing/2014/main" id="{D216CEFA-E3B3-4662-8C6D-5D89ABB4D5C6}"/>
                  </a:ext>
                </a:extLst>
              </p:cNvPr>
              <p:cNvSpPr/>
              <p:nvPr/>
            </p:nvSpPr>
            <p:spPr>
              <a:xfrm>
                <a:off x="5718259" y="3552471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2" name="箭號: 五邊形 1101">
                <a:extLst>
                  <a:ext uri="{FF2B5EF4-FFF2-40B4-BE49-F238E27FC236}">
                    <a16:creationId xmlns:a16="http://schemas.microsoft.com/office/drawing/2014/main" id="{46927AB8-D63E-4223-A4C3-742D3A5A64D6}"/>
                  </a:ext>
                </a:extLst>
              </p:cNvPr>
              <p:cNvSpPr/>
              <p:nvPr/>
            </p:nvSpPr>
            <p:spPr>
              <a:xfrm>
                <a:off x="5889257" y="3552471"/>
                <a:ext cx="144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03" name="箭號: 五邊形 451">
                <a:extLst>
                  <a:ext uri="{FF2B5EF4-FFF2-40B4-BE49-F238E27FC236}">
                    <a16:creationId xmlns:a16="http://schemas.microsoft.com/office/drawing/2014/main" id="{41870266-735F-4B3F-A9BC-70F0BA36A476}"/>
                  </a:ext>
                </a:extLst>
              </p:cNvPr>
              <p:cNvSpPr/>
              <p:nvPr/>
            </p:nvSpPr>
            <p:spPr>
              <a:xfrm>
                <a:off x="5889257" y="3552471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4" name="手繪多邊形: 圖案 1103">
                <a:extLst>
                  <a:ext uri="{FF2B5EF4-FFF2-40B4-BE49-F238E27FC236}">
                    <a16:creationId xmlns:a16="http://schemas.microsoft.com/office/drawing/2014/main" id="{E9F6E8AB-18F7-46A5-9817-7CAB4254A4BE}"/>
                  </a:ext>
                </a:extLst>
              </p:cNvPr>
              <p:cNvSpPr/>
              <p:nvPr/>
            </p:nvSpPr>
            <p:spPr>
              <a:xfrm>
                <a:off x="6012549" y="3552471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5" name="箭號: 五邊形 1104">
                <a:extLst>
                  <a:ext uri="{FF2B5EF4-FFF2-40B4-BE49-F238E27FC236}">
                    <a16:creationId xmlns:a16="http://schemas.microsoft.com/office/drawing/2014/main" id="{E2781E7B-C5D0-4C1E-85AC-BBA381EAD0A6}"/>
                  </a:ext>
                </a:extLst>
              </p:cNvPr>
              <p:cNvSpPr/>
              <p:nvPr/>
            </p:nvSpPr>
            <p:spPr>
              <a:xfrm>
                <a:off x="6246155" y="3552471"/>
                <a:ext cx="108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06" name="箭號: 五邊形 451">
                <a:extLst>
                  <a:ext uri="{FF2B5EF4-FFF2-40B4-BE49-F238E27FC236}">
                    <a16:creationId xmlns:a16="http://schemas.microsoft.com/office/drawing/2014/main" id="{F1684DAD-A54D-4348-8775-98BD6ABBE27F}"/>
                  </a:ext>
                </a:extLst>
              </p:cNvPr>
              <p:cNvSpPr/>
              <p:nvPr/>
            </p:nvSpPr>
            <p:spPr>
              <a:xfrm>
                <a:off x="6246154" y="3552471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7" name="箭號: 五邊形 1106">
                <a:extLst>
                  <a:ext uri="{FF2B5EF4-FFF2-40B4-BE49-F238E27FC236}">
                    <a16:creationId xmlns:a16="http://schemas.microsoft.com/office/drawing/2014/main" id="{7D46F8E5-E72D-4960-981F-3E4A84570941}"/>
                  </a:ext>
                </a:extLst>
              </p:cNvPr>
              <p:cNvSpPr/>
              <p:nvPr/>
            </p:nvSpPr>
            <p:spPr>
              <a:xfrm>
                <a:off x="6409811" y="3552471"/>
                <a:ext cx="2052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08" name="手繪多邊形: 圖案 1107">
                <a:extLst>
                  <a:ext uri="{FF2B5EF4-FFF2-40B4-BE49-F238E27FC236}">
                    <a16:creationId xmlns:a16="http://schemas.microsoft.com/office/drawing/2014/main" id="{DF17E549-984C-4FCB-BC57-494227647C13}"/>
                  </a:ext>
                </a:extLst>
              </p:cNvPr>
              <p:cNvSpPr/>
              <p:nvPr/>
            </p:nvSpPr>
            <p:spPr>
              <a:xfrm>
                <a:off x="6595276" y="3552471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09" name="箭號: 五邊形 1108">
                <a:extLst>
                  <a:ext uri="{FF2B5EF4-FFF2-40B4-BE49-F238E27FC236}">
                    <a16:creationId xmlns:a16="http://schemas.microsoft.com/office/drawing/2014/main" id="{8153B4D5-E9D3-417C-986B-E29357F9286D}"/>
                  </a:ext>
                </a:extLst>
              </p:cNvPr>
              <p:cNvSpPr/>
              <p:nvPr/>
            </p:nvSpPr>
            <p:spPr>
              <a:xfrm>
                <a:off x="7267933" y="3552471"/>
                <a:ext cx="72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0" name="手繪多邊形: 圖案 1109">
                <a:extLst>
                  <a:ext uri="{FF2B5EF4-FFF2-40B4-BE49-F238E27FC236}">
                    <a16:creationId xmlns:a16="http://schemas.microsoft.com/office/drawing/2014/main" id="{59035E14-8331-48FD-AD04-BB03313FE8C7}"/>
                  </a:ext>
                </a:extLst>
              </p:cNvPr>
              <p:cNvSpPr/>
              <p:nvPr/>
            </p:nvSpPr>
            <p:spPr>
              <a:xfrm>
                <a:off x="7323336" y="3552471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1" name="箭號: 五邊形 451">
                <a:extLst>
                  <a:ext uri="{FF2B5EF4-FFF2-40B4-BE49-F238E27FC236}">
                    <a16:creationId xmlns:a16="http://schemas.microsoft.com/office/drawing/2014/main" id="{21BBE202-DAF8-42AB-97BD-CF3B5698BD72}"/>
                  </a:ext>
                </a:extLst>
              </p:cNvPr>
              <p:cNvSpPr/>
              <p:nvPr/>
            </p:nvSpPr>
            <p:spPr>
              <a:xfrm>
                <a:off x="7267932" y="3552471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2" name="箭號: 五邊形 1111">
                <a:extLst>
                  <a:ext uri="{FF2B5EF4-FFF2-40B4-BE49-F238E27FC236}">
                    <a16:creationId xmlns:a16="http://schemas.microsoft.com/office/drawing/2014/main" id="{B0C58E13-F881-4319-A9F0-A3B3BD6ED9B7}"/>
                  </a:ext>
                </a:extLst>
              </p:cNvPr>
              <p:cNvSpPr/>
              <p:nvPr/>
            </p:nvSpPr>
            <p:spPr>
              <a:xfrm>
                <a:off x="6955184" y="3552471"/>
                <a:ext cx="36000" cy="31386"/>
              </a:xfrm>
              <a:prstGeom prst="homePlate">
                <a:avLst/>
              </a:prstGeom>
              <a:solidFill>
                <a:srgbClr val="C9C9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TW" altLang="en-US" sz="1300" b="0" i="0" u="none" strike="noStrike" kern="1200" cap="none" spc="0" normalizeH="0" baseline="-2500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微軟正黑體"/>
                  <a:cs typeface="+mn-cs"/>
                </a:endParaRPr>
              </a:p>
            </p:txBody>
          </p:sp>
          <p:sp>
            <p:nvSpPr>
              <p:cNvPr id="1113" name="手繪多邊形: 圖案 1112">
                <a:extLst>
                  <a:ext uri="{FF2B5EF4-FFF2-40B4-BE49-F238E27FC236}">
                    <a16:creationId xmlns:a16="http://schemas.microsoft.com/office/drawing/2014/main" id="{E2F65EE5-2AD4-47BF-9098-7E31DA55B843}"/>
                  </a:ext>
                </a:extLst>
              </p:cNvPr>
              <p:cNvSpPr/>
              <p:nvPr/>
            </p:nvSpPr>
            <p:spPr>
              <a:xfrm>
                <a:off x="6974868" y="3552471"/>
                <a:ext cx="15471" cy="31386"/>
              </a:xfrm>
              <a:custGeom>
                <a:avLst/>
                <a:gdLst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  <a:gd name="connsiteX5" fmla="*/ 0 w 26553"/>
                  <a:gd name="connsiteY5" fmla="*/ 0 h 49248"/>
                  <a:gd name="connsiteX0" fmla="*/ 0 w 91440"/>
                  <a:gd name="connsiteY0" fmla="*/ 0 h 91440"/>
                  <a:gd name="connsiteX1" fmla="*/ 1929 w 91440"/>
                  <a:gd name="connsiteY1" fmla="*/ 0 h 91440"/>
                  <a:gd name="connsiteX2" fmla="*/ 26553 w 91440"/>
                  <a:gd name="connsiteY2" fmla="*/ 24624 h 91440"/>
                  <a:gd name="connsiteX3" fmla="*/ 1929 w 91440"/>
                  <a:gd name="connsiteY3" fmla="*/ 49248 h 91440"/>
                  <a:gd name="connsiteX4" fmla="*/ 0 w 91440"/>
                  <a:gd name="connsiteY4" fmla="*/ 49248 h 91440"/>
                  <a:gd name="connsiteX5" fmla="*/ 91440 w 91440"/>
                  <a:gd name="connsiteY5" fmla="*/ 91440 h 91440"/>
                  <a:gd name="connsiteX0" fmla="*/ 0 w 26553"/>
                  <a:gd name="connsiteY0" fmla="*/ 0 h 49248"/>
                  <a:gd name="connsiteX1" fmla="*/ 1929 w 26553"/>
                  <a:gd name="connsiteY1" fmla="*/ 0 h 49248"/>
                  <a:gd name="connsiteX2" fmla="*/ 26553 w 26553"/>
                  <a:gd name="connsiteY2" fmla="*/ 24624 h 49248"/>
                  <a:gd name="connsiteX3" fmla="*/ 1929 w 26553"/>
                  <a:gd name="connsiteY3" fmla="*/ 49248 h 49248"/>
                  <a:gd name="connsiteX4" fmla="*/ 0 w 26553"/>
                  <a:gd name="connsiteY4" fmla="*/ 49248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553" h="49248">
                    <a:moveTo>
                      <a:pt x="0" y="0"/>
                    </a:moveTo>
                    <a:lnTo>
                      <a:pt x="1929" y="0"/>
                    </a:lnTo>
                    <a:lnTo>
                      <a:pt x="26553" y="24624"/>
                    </a:lnTo>
                    <a:lnTo>
                      <a:pt x="1929" y="49248"/>
                    </a:lnTo>
                    <a:lnTo>
                      <a:pt x="0" y="49248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114" name="箭號: 五邊形 451">
                <a:extLst>
                  <a:ext uri="{FF2B5EF4-FFF2-40B4-BE49-F238E27FC236}">
                    <a16:creationId xmlns:a16="http://schemas.microsoft.com/office/drawing/2014/main" id="{3B04EA74-ED51-44BE-B4AF-A16D25AA22A8}"/>
                  </a:ext>
                </a:extLst>
              </p:cNvPr>
              <p:cNvSpPr/>
              <p:nvPr/>
            </p:nvSpPr>
            <p:spPr>
              <a:xfrm>
                <a:off x="6955183" y="3552471"/>
                <a:ext cx="0" cy="31386"/>
              </a:xfrm>
              <a:custGeom>
                <a:avLst/>
                <a:gdLst>
                  <a:gd name="connsiteX0" fmla="*/ 0 w 216000"/>
                  <a:gd name="connsiteY0" fmla="*/ 0 h 49248"/>
                  <a:gd name="connsiteX1" fmla="*/ 191376 w 216000"/>
                  <a:gd name="connsiteY1" fmla="*/ 0 h 49248"/>
                  <a:gd name="connsiteX2" fmla="*/ 216000 w 216000"/>
                  <a:gd name="connsiteY2" fmla="*/ 24624 h 49248"/>
                  <a:gd name="connsiteX3" fmla="*/ 191376 w 216000"/>
                  <a:gd name="connsiteY3" fmla="*/ 49248 h 49248"/>
                  <a:gd name="connsiteX4" fmla="*/ 0 w 216000"/>
                  <a:gd name="connsiteY4" fmla="*/ 49248 h 49248"/>
                  <a:gd name="connsiteX5" fmla="*/ 0 w 216000"/>
                  <a:gd name="connsiteY5" fmla="*/ 0 h 49248"/>
                  <a:gd name="connsiteX0" fmla="*/ 191376 w 282816"/>
                  <a:gd name="connsiteY0" fmla="*/ 49248 h 140688"/>
                  <a:gd name="connsiteX1" fmla="*/ 0 w 282816"/>
                  <a:gd name="connsiteY1" fmla="*/ 49248 h 140688"/>
                  <a:gd name="connsiteX2" fmla="*/ 0 w 282816"/>
                  <a:gd name="connsiteY2" fmla="*/ 0 h 140688"/>
                  <a:gd name="connsiteX3" fmla="*/ 191376 w 282816"/>
                  <a:gd name="connsiteY3" fmla="*/ 0 h 140688"/>
                  <a:gd name="connsiteX4" fmla="*/ 216000 w 282816"/>
                  <a:gd name="connsiteY4" fmla="*/ 24624 h 140688"/>
                  <a:gd name="connsiteX5" fmla="*/ 282816 w 282816"/>
                  <a:gd name="connsiteY5" fmla="*/ 140688 h 14068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216000"/>
                  <a:gd name="connsiteY0" fmla="*/ 49248 h 49248"/>
                  <a:gd name="connsiteX1" fmla="*/ 0 w 216000"/>
                  <a:gd name="connsiteY1" fmla="*/ 49248 h 49248"/>
                  <a:gd name="connsiteX2" fmla="*/ 0 w 216000"/>
                  <a:gd name="connsiteY2" fmla="*/ 0 h 49248"/>
                  <a:gd name="connsiteX3" fmla="*/ 191376 w 216000"/>
                  <a:gd name="connsiteY3" fmla="*/ 0 h 49248"/>
                  <a:gd name="connsiteX4" fmla="*/ 216000 w 216000"/>
                  <a:gd name="connsiteY4" fmla="*/ 24624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3" fmla="*/ 191376 w 191376"/>
                  <a:gd name="connsiteY3" fmla="*/ 0 h 49248"/>
                  <a:gd name="connsiteX0" fmla="*/ 191376 w 191376"/>
                  <a:gd name="connsiteY0" fmla="*/ 49248 h 49248"/>
                  <a:gd name="connsiteX1" fmla="*/ 0 w 191376"/>
                  <a:gd name="connsiteY1" fmla="*/ 49248 h 49248"/>
                  <a:gd name="connsiteX2" fmla="*/ 0 w 191376"/>
                  <a:gd name="connsiteY2" fmla="*/ 0 h 49248"/>
                  <a:gd name="connsiteX0" fmla="*/ 0 w 0"/>
                  <a:gd name="connsiteY0" fmla="*/ 49248 h 49248"/>
                  <a:gd name="connsiteX1" fmla="*/ 0 w 0"/>
                  <a:gd name="connsiteY1" fmla="*/ 0 h 49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h="49248">
                    <a:moveTo>
                      <a:pt x="0" y="49248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2473418D-6105-4B82-BC67-8A7153F0C34E}"/>
              </a:ext>
            </a:extLst>
          </p:cNvPr>
          <p:cNvGrpSpPr/>
          <p:nvPr/>
        </p:nvGrpSpPr>
        <p:grpSpPr>
          <a:xfrm>
            <a:off x="4900992" y="4207107"/>
            <a:ext cx="2872516" cy="429214"/>
            <a:chOff x="4900992" y="4080958"/>
            <a:chExt cx="2872516" cy="429214"/>
          </a:xfrm>
        </p:grpSpPr>
        <p:sp>
          <p:nvSpPr>
            <p:cNvPr id="989" name="矩形: 圓角 988">
              <a:extLst>
                <a:ext uri="{FF2B5EF4-FFF2-40B4-BE49-F238E27FC236}">
                  <a16:creationId xmlns:a16="http://schemas.microsoft.com/office/drawing/2014/main" id="{BCB421B7-0090-4F58-97DC-FE88F927E79D}"/>
                </a:ext>
              </a:extLst>
            </p:cNvPr>
            <p:cNvSpPr/>
            <p:nvPr/>
          </p:nvSpPr>
          <p:spPr>
            <a:xfrm>
              <a:off x="4900992" y="4111556"/>
              <a:ext cx="2872516" cy="39861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90" name="文字方塊 989">
              <a:extLst>
                <a:ext uri="{FF2B5EF4-FFF2-40B4-BE49-F238E27FC236}">
                  <a16:creationId xmlns:a16="http://schemas.microsoft.com/office/drawing/2014/main" id="{CF55CBAB-F2E4-49DD-B12F-018A64EAF89B}"/>
                </a:ext>
              </a:extLst>
            </p:cNvPr>
            <p:cNvSpPr txBox="1"/>
            <p:nvPr/>
          </p:nvSpPr>
          <p:spPr>
            <a:xfrm>
              <a:off x="4921672" y="4080958"/>
              <a:ext cx="125002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>
                      <a:lumMod val="50000"/>
                    </a:schemeClr>
                  </a:solidFill>
                </a:rPr>
                <a:t>CNV/BFB Interval</a:t>
              </a:r>
            </a:p>
          </p:txBody>
        </p:sp>
        <p:cxnSp>
          <p:nvCxnSpPr>
            <p:cNvPr id="1076" name="直線接點 1075">
              <a:extLst>
                <a:ext uri="{FF2B5EF4-FFF2-40B4-BE49-F238E27FC236}">
                  <a16:creationId xmlns:a16="http://schemas.microsoft.com/office/drawing/2014/main" id="{1DDF24CB-D91C-4397-A4D1-6247B08DFE91}"/>
                </a:ext>
              </a:extLst>
            </p:cNvPr>
            <p:cNvCxnSpPr>
              <a:cxnSpLocks/>
            </p:cNvCxnSpPr>
            <p:nvPr/>
          </p:nvCxnSpPr>
          <p:spPr>
            <a:xfrm>
              <a:off x="5271244" y="4397499"/>
              <a:ext cx="23076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7" name="直線單箭頭接點 1076">
              <a:extLst>
                <a:ext uri="{FF2B5EF4-FFF2-40B4-BE49-F238E27FC236}">
                  <a16:creationId xmlns:a16="http://schemas.microsoft.com/office/drawing/2014/main" id="{00BB8C47-D092-490B-B6CA-3B721C0F3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5372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直線單箭頭接點 1077">
              <a:extLst>
                <a:ext uri="{FF2B5EF4-FFF2-40B4-BE49-F238E27FC236}">
                  <a16:creationId xmlns:a16="http://schemas.microsoft.com/office/drawing/2014/main" id="{2293CD8A-3A8D-4152-A688-ACBB99B4AA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861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直線單箭頭接點 1078">
              <a:extLst>
                <a:ext uri="{FF2B5EF4-FFF2-40B4-BE49-F238E27FC236}">
                  <a16:creationId xmlns:a16="http://schemas.microsoft.com/office/drawing/2014/main" id="{1A321B24-7286-4BD8-AF75-1188E53C4F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0529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直線單箭頭接點 1079">
              <a:extLst>
                <a:ext uri="{FF2B5EF4-FFF2-40B4-BE49-F238E27FC236}">
                  <a16:creationId xmlns:a16="http://schemas.microsoft.com/office/drawing/2014/main" id="{28CA4CEC-E957-47DD-B2E9-D256C9709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481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直線單箭頭接點 1080">
              <a:extLst>
                <a:ext uri="{FF2B5EF4-FFF2-40B4-BE49-F238E27FC236}">
                  <a16:creationId xmlns:a16="http://schemas.microsoft.com/office/drawing/2014/main" id="{A900E2DB-63EF-47B6-B4FE-78892A317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0058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直線單箭頭接點 1081">
              <a:extLst>
                <a:ext uri="{FF2B5EF4-FFF2-40B4-BE49-F238E27FC236}">
                  <a16:creationId xmlns:a16="http://schemas.microsoft.com/office/drawing/2014/main" id="{A549190C-DAE6-4216-87C6-E83F6B74D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931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直線單箭頭接點 1082">
              <a:extLst>
                <a:ext uri="{FF2B5EF4-FFF2-40B4-BE49-F238E27FC236}">
                  <a16:creationId xmlns:a16="http://schemas.microsoft.com/office/drawing/2014/main" id="{A76836A3-3B12-427B-8ECB-B7724E0036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33730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直線單箭頭接點 1083">
              <a:extLst>
                <a:ext uri="{FF2B5EF4-FFF2-40B4-BE49-F238E27FC236}">
                  <a16:creationId xmlns:a16="http://schemas.microsoft.com/office/drawing/2014/main" id="{DDBE22C8-5F4E-466C-8A03-682D2E0EA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7597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直線單箭頭接點 1084">
              <a:extLst>
                <a:ext uri="{FF2B5EF4-FFF2-40B4-BE49-F238E27FC236}">
                  <a16:creationId xmlns:a16="http://schemas.microsoft.com/office/drawing/2014/main" id="{8F09DC43-308F-4DB4-949C-0AC149183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09293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直線單箭頭接點 1085">
              <a:extLst>
                <a:ext uri="{FF2B5EF4-FFF2-40B4-BE49-F238E27FC236}">
                  <a16:creationId xmlns:a16="http://schemas.microsoft.com/office/drawing/2014/main" id="{A86C017E-B48F-4115-8590-6096CD680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4106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直線單箭頭接點 1086">
              <a:extLst>
                <a:ext uri="{FF2B5EF4-FFF2-40B4-BE49-F238E27FC236}">
                  <a16:creationId xmlns:a16="http://schemas.microsoft.com/office/drawing/2014/main" id="{7E0902C6-2137-4B00-A3AB-78EF13C3F6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0356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直線單箭頭接點 1087">
              <a:extLst>
                <a:ext uri="{FF2B5EF4-FFF2-40B4-BE49-F238E27FC236}">
                  <a16:creationId xmlns:a16="http://schemas.microsoft.com/office/drawing/2014/main" id="{835D5575-388F-4E48-B4F0-7091DFBFA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3511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直線單箭頭接點 1088">
              <a:extLst>
                <a:ext uri="{FF2B5EF4-FFF2-40B4-BE49-F238E27FC236}">
                  <a16:creationId xmlns:a16="http://schemas.microsoft.com/office/drawing/2014/main" id="{0329CD21-8823-4CCA-B76B-8ECFAC4095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3451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直線單箭頭接點 1090">
              <a:extLst>
                <a:ext uri="{FF2B5EF4-FFF2-40B4-BE49-F238E27FC236}">
                  <a16:creationId xmlns:a16="http://schemas.microsoft.com/office/drawing/2014/main" id="{A26EB1FB-2824-4F5A-AF55-4681F6E6F5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39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直線單箭頭接點 1091">
              <a:extLst>
                <a:ext uri="{FF2B5EF4-FFF2-40B4-BE49-F238E27FC236}">
                  <a16:creationId xmlns:a16="http://schemas.microsoft.com/office/drawing/2014/main" id="{DA2596C0-9363-4398-A5F2-D517A993EC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7932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直線單箭頭接點 1188">
              <a:extLst>
                <a:ext uri="{FF2B5EF4-FFF2-40B4-BE49-F238E27FC236}">
                  <a16:creationId xmlns:a16="http://schemas.microsoft.com/office/drawing/2014/main" id="{188D140E-AE9A-43BF-9B99-D7CDF3A304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8653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0" name="直線單箭頭接點 1189">
              <a:extLst>
                <a:ext uri="{FF2B5EF4-FFF2-40B4-BE49-F238E27FC236}">
                  <a16:creationId xmlns:a16="http://schemas.microsoft.com/office/drawing/2014/main" id="{D556DB07-F37F-4BA3-9B31-AF2B70863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3700" y="4336220"/>
              <a:ext cx="0" cy="12255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6" name="箭號: 向右 1175">
            <a:extLst>
              <a:ext uri="{FF2B5EF4-FFF2-40B4-BE49-F238E27FC236}">
                <a16:creationId xmlns:a16="http://schemas.microsoft.com/office/drawing/2014/main" id="{60D70E28-7CB6-4139-90E8-5A43901B7850}"/>
              </a:ext>
            </a:extLst>
          </p:cNvPr>
          <p:cNvSpPr/>
          <p:nvPr/>
        </p:nvSpPr>
        <p:spPr>
          <a:xfrm rot="5400000">
            <a:off x="6292443" y="4134716"/>
            <a:ext cx="89612" cy="85809"/>
          </a:xfrm>
          <a:prstGeom prst="rightArrow">
            <a:avLst>
              <a:gd name="adj1" fmla="val 50000"/>
              <a:gd name="adj2" fmla="val 49999"/>
            </a:avLst>
          </a:prstGeom>
          <a:gradFill flip="none" rotWithShape="1">
            <a:gsLst>
              <a:gs pos="0">
                <a:srgbClr val="F2F2F2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1" name="箭號: 向右 990">
            <a:extLst>
              <a:ext uri="{FF2B5EF4-FFF2-40B4-BE49-F238E27FC236}">
                <a16:creationId xmlns:a16="http://schemas.microsoft.com/office/drawing/2014/main" id="{76DB71BC-2873-415C-8E0E-7C8C2F170CA9}"/>
              </a:ext>
            </a:extLst>
          </p:cNvPr>
          <p:cNvSpPr/>
          <p:nvPr/>
        </p:nvSpPr>
        <p:spPr>
          <a:xfrm rot="5400000">
            <a:off x="6288399" y="4663804"/>
            <a:ext cx="97699" cy="85809"/>
          </a:xfrm>
          <a:prstGeom prst="rightArrow">
            <a:avLst>
              <a:gd name="adj1" fmla="val 50000"/>
              <a:gd name="adj2" fmla="val 62949"/>
            </a:avLst>
          </a:prstGeom>
          <a:gradFill flip="none" rotWithShape="1">
            <a:gsLst>
              <a:gs pos="0">
                <a:srgbClr val="F2F2F2"/>
              </a:gs>
              <a:gs pos="37000">
                <a:srgbClr val="C9C9C9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DC19EA09-5CF8-4DD9-A1DC-25EED085C0D7}"/>
              </a:ext>
            </a:extLst>
          </p:cNvPr>
          <p:cNvSpPr txBox="1"/>
          <p:nvPr/>
        </p:nvSpPr>
        <p:spPr>
          <a:xfrm>
            <a:off x="4890648" y="3842752"/>
            <a:ext cx="4651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altLang="zh-TW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t>Reads</a:t>
            </a:r>
            <a:endParaRPr lang="zh-TW" altLang="en-US" dirty="0"/>
          </a:p>
        </p:txBody>
      </p:sp>
      <p:sp>
        <p:nvSpPr>
          <p:cNvPr id="1179" name="箭號: 五邊形 1178">
            <a:extLst>
              <a:ext uri="{FF2B5EF4-FFF2-40B4-BE49-F238E27FC236}">
                <a16:creationId xmlns:a16="http://schemas.microsoft.com/office/drawing/2014/main" id="{6648730D-BFDB-4ECD-BD9D-F38C819EE26E}"/>
              </a:ext>
            </a:extLst>
          </p:cNvPr>
          <p:cNvSpPr/>
          <p:nvPr/>
        </p:nvSpPr>
        <p:spPr>
          <a:xfrm>
            <a:off x="11087830" y="2745905"/>
            <a:ext cx="665428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180" name="矩形 178">
            <a:extLst>
              <a:ext uri="{FF2B5EF4-FFF2-40B4-BE49-F238E27FC236}">
                <a16:creationId xmlns:a16="http://schemas.microsoft.com/office/drawing/2014/main" id="{AB4B2A2F-A7E5-4252-B525-CFD7B4A0CAED}"/>
              </a:ext>
            </a:extLst>
          </p:cNvPr>
          <p:cNvSpPr>
            <a:spLocks noChangeAspect="1"/>
          </p:cNvSpPr>
          <p:nvPr/>
        </p:nvSpPr>
        <p:spPr>
          <a:xfrm>
            <a:off x="11124937" y="2745905"/>
            <a:ext cx="141080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1" name="矩形 178">
            <a:extLst>
              <a:ext uri="{FF2B5EF4-FFF2-40B4-BE49-F238E27FC236}">
                <a16:creationId xmlns:a16="http://schemas.microsoft.com/office/drawing/2014/main" id="{685A54BE-B9B3-4447-A02E-0847A306CEB9}"/>
              </a:ext>
            </a:extLst>
          </p:cNvPr>
          <p:cNvSpPr>
            <a:spLocks noChangeAspect="1"/>
          </p:cNvSpPr>
          <p:nvPr/>
        </p:nvSpPr>
        <p:spPr>
          <a:xfrm>
            <a:off x="11420264" y="2745905"/>
            <a:ext cx="141079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3" name="箭號: 五邊形 1182">
            <a:extLst>
              <a:ext uri="{FF2B5EF4-FFF2-40B4-BE49-F238E27FC236}">
                <a16:creationId xmlns:a16="http://schemas.microsoft.com/office/drawing/2014/main" id="{326E1D19-8262-445B-B02F-9C82F07D3D65}"/>
              </a:ext>
            </a:extLst>
          </p:cNvPr>
          <p:cNvSpPr/>
          <p:nvPr/>
        </p:nvSpPr>
        <p:spPr>
          <a:xfrm>
            <a:off x="9594190" y="2982204"/>
            <a:ext cx="938074" cy="129600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050" b="0" i="0" u="none" strike="noStrike" kern="1200" cap="none" spc="0" normalizeH="0" baseline="-25000" noProof="0">
              <a:ln>
                <a:noFill/>
              </a:ln>
              <a:solidFill>
                <a:schemeClr val="accent5">
                  <a:lumMod val="20000"/>
                  <a:lumOff val="80000"/>
                </a:scheme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1185" name="矩形 178">
            <a:extLst>
              <a:ext uri="{FF2B5EF4-FFF2-40B4-BE49-F238E27FC236}">
                <a16:creationId xmlns:a16="http://schemas.microsoft.com/office/drawing/2014/main" id="{53CF827C-5204-4662-AABF-0F5D8992B37E}"/>
              </a:ext>
            </a:extLst>
          </p:cNvPr>
          <p:cNvSpPr>
            <a:spLocks noChangeAspect="1"/>
          </p:cNvSpPr>
          <p:nvPr/>
        </p:nvSpPr>
        <p:spPr>
          <a:xfrm>
            <a:off x="9646284" y="2982204"/>
            <a:ext cx="137359" cy="129600"/>
          </a:xfrm>
          <a:prstGeom prst="rect">
            <a:avLst/>
          </a:prstGeom>
          <a:solidFill>
            <a:srgbClr val="2F5597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G</a:t>
            </a:r>
            <a:endParaRPr lang="zh-TW" altLang="en-US" sz="105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86" name="矩形 178">
            <a:extLst>
              <a:ext uri="{FF2B5EF4-FFF2-40B4-BE49-F238E27FC236}">
                <a16:creationId xmlns:a16="http://schemas.microsoft.com/office/drawing/2014/main" id="{350ED7BE-BDD6-4F06-98C5-A024F024C7F5}"/>
              </a:ext>
            </a:extLst>
          </p:cNvPr>
          <p:cNvSpPr>
            <a:spLocks noChangeAspect="1"/>
          </p:cNvSpPr>
          <p:nvPr/>
        </p:nvSpPr>
        <p:spPr>
          <a:xfrm>
            <a:off x="9941610" y="2982204"/>
            <a:ext cx="141080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7" name="矩形 178">
            <a:extLst>
              <a:ext uri="{FF2B5EF4-FFF2-40B4-BE49-F238E27FC236}">
                <a16:creationId xmlns:a16="http://schemas.microsoft.com/office/drawing/2014/main" id="{6071BF4B-CF41-4DA5-8450-E610D526393C}"/>
              </a:ext>
            </a:extLst>
          </p:cNvPr>
          <p:cNvSpPr>
            <a:spLocks noChangeAspect="1"/>
          </p:cNvSpPr>
          <p:nvPr/>
        </p:nvSpPr>
        <p:spPr>
          <a:xfrm>
            <a:off x="10236937" y="2982204"/>
            <a:ext cx="141079" cy="1296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endParaRPr lang="zh-TW" altLang="en-US" sz="1050" b="1" dirty="0">
              <a:solidFill>
                <a:schemeClr val="accent5">
                  <a:lumMod val="20000"/>
                  <a:lumOff val="8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248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F8AFA1C8-CC95-4EF3-8816-4D8734A2FE88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70914"/>
            <a:ext cx="6096000" cy="4038600"/>
          </a:xfr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84009B9-C697-4327-94EF-8F8109413678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09002"/>
            <a:ext cx="6096000" cy="4100512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DDFA194-770B-4B7D-80F4-2E931A64DB81}"/>
              </a:ext>
            </a:extLst>
          </p:cNvPr>
          <p:cNvSpPr txBox="1"/>
          <p:nvPr/>
        </p:nvSpPr>
        <p:spPr>
          <a:xfrm>
            <a:off x="107950" y="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29FC63-146F-4B94-9B6F-547AC8E61324}"/>
              </a:ext>
            </a:extLst>
          </p:cNvPr>
          <p:cNvSpPr txBox="1"/>
          <p:nvPr/>
        </p:nvSpPr>
        <p:spPr>
          <a:xfrm>
            <a:off x="6277638" y="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5DAAB119-7041-472C-A28F-70F744209971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650" y="4295218"/>
            <a:ext cx="5092700" cy="388938"/>
          </a:xfrm>
        </p:spPr>
      </p:pic>
    </p:spTree>
    <p:extLst>
      <p:ext uri="{BB962C8B-B14F-4D97-AF65-F5344CB8AC3E}">
        <p14:creationId xmlns:p14="http://schemas.microsoft.com/office/powerpoint/2010/main" val="40086915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12">
            <a:extLst>
              <a:ext uri="{FF2B5EF4-FFF2-40B4-BE49-F238E27FC236}">
                <a16:creationId xmlns:a16="http://schemas.microsoft.com/office/drawing/2014/main" id="{53C48FB6-1976-4D51-A12F-1C5D40A27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70914"/>
            <a:ext cx="6093806" cy="4038600"/>
          </a:xfrm>
          <a:prstGeom prst="rect">
            <a:avLst/>
          </a:prstGeom>
        </p:spPr>
      </p:pic>
      <p:pic>
        <p:nvPicPr>
          <p:cNvPr id="12" name="內容版面配置區 8">
            <a:extLst>
              <a:ext uri="{FF2B5EF4-FFF2-40B4-BE49-F238E27FC236}">
                <a16:creationId xmlns:a16="http://schemas.microsoft.com/office/drawing/2014/main" id="{E6A0DDA3-DCE9-40B7-B108-F29C11CB8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4903" y="314325"/>
            <a:ext cx="6096000" cy="4095189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746DBE-076C-4157-854F-61DE9BDC418B}"/>
              </a:ext>
            </a:extLst>
          </p:cNvPr>
          <p:cNvSpPr txBox="1"/>
          <p:nvPr/>
        </p:nvSpPr>
        <p:spPr>
          <a:xfrm>
            <a:off x="106853" y="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7D477F-EB82-421A-86CD-95E31A5AC0F4}"/>
              </a:ext>
            </a:extLst>
          </p:cNvPr>
          <p:cNvSpPr txBox="1"/>
          <p:nvPr/>
        </p:nvSpPr>
        <p:spPr>
          <a:xfrm>
            <a:off x="6276541" y="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16" name="內容版面配置區 20">
            <a:extLst>
              <a:ext uri="{FF2B5EF4-FFF2-40B4-BE49-F238E27FC236}">
                <a16:creationId xmlns:a16="http://schemas.microsoft.com/office/drawing/2014/main" id="{2EA1007F-A20F-4B5D-8DE9-AF1D44A95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2502" y="4293626"/>
            <a:ext cx="4684802" cy="388938"/>
          </a:xfrm>
          <a:prstGeom prst="rect">
            <a:avLst/>
          </a:prstGeom>
        </p:spPr>
      </p:pic>
      <p:pic>
        <p:nvPicPr>
          <p:cNvPr id="17" name="內容版面配置區 15">
            <a:extLst>
              <a:ext uri="{FF2B5EF4-FFF2-40B4-BE49-F238E27FC236}">
                <a16:creationId xmlns:a16="http://schemas.microsoft.com/office/drawing/2014/main" id="{1C45FF58-6CF9-45C9-A1E5-C4EC6885DD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173" y="4926013"/>
            <a:ext cx="8253653" cy="5538787"/>
          </a:xfrm>
          <a:prstGeom prst="rect">
            <a:avLst/>
          </a:prstGeom>
        </p:spPr>
      </p:pic>
      <p:pic>
        <p:nvPicPr>
          <p:cNvPr id="18" name="內容版面配置區 20">
            <a:extLst>
              <a:ext uri="{FF2B5EF4-FFF2-40B4-BE49-F238E27FC236}">
                <a16:creationId xmlns:a16="http://schemas.microsoft.com/office/drawing/2014/main" id="{67DE2220-1F68-4803-B409-15AAF0A89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144" y="10429942"/>
            <a:ext cx="4299711" cy="366578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3C01A930-2900-45DF-88E6-67CF8EAF00B2}"/>
              </a:ext>
            </a:extLst>
          </p:cNvPr>
          <p:cNvSpPr txBox="1"/>
          <p:nvPr/>
        </p:nvSpPr>
        <p:spPr>
          <a:xfrm>
            <a:off x="106853" y="449789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15519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13D7A21-DAAD-4EFA-8C87-6DC5C94D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C1EA41-5CFE-4EB8-89F9-9CEC5192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49</a:t>
            </a:fld>
            <a:endParaRPr lang="zh-TW" altLang="en-US"/>
          </a:p>
        </p:txBody>
      </p:sp>
      <p:grpSp>
        <p:nvGrpSpPr>
          <p:cNvPr id="241" name="群組 240">
            <a:extLst>
              <a:ext uri="{FF2B5EF4-FFF2-40B4-BE49-F238E27FC236}">
                <a16:creationId xmlns:a16="http://schemas.microsoft.com/office/drawing/2014/main" id="{7BC7DD93-2DE0-4D96-B18B-9C353F81E585}"/>
              </a:ext>
            </a:extLst>
          </p:cNvPr>
          <p:cNvGrpSpPr/>
          <p:nvPr/>
        </p:nvGrpSpPr>
        <p:grpSpPr>
          <a:xfrm>
            <a:off x="3934571" y="2003762"/>
            <a:ext cx="4907044" cy="2560624"/>
            <a:chOff x="6235811" y="4127202"/>
            <a:chExt cx="4907044" cy="2560624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FEEDCCBE-E486-4FCE-ADBD-6A237ED8A208}"/>
                </a:ext>
              </a:extLst>
            </p:cNvPr>
            <p:cNvSpPr txBox="1"/>
            <p:nvPr/>
          </p:nvSpPr>
          <p:spPr>
            <a:xfrm>
              <a:off x="10186869" y="5398110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Normal</a:t>
              </a:r>
              <a:endParaRPr lang="zh-TW" altLang="en-US" dirty="0"/>
            </a:p>
          </p:txBody>
        </p: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5993AE38-8EC0-434E-A5A5-3FFFD487E0E5}"/>
                </a:ext>
              </a:extLst>
            </p:cNvPr>
            <p:cNvCxnSpPr>
              <a:cxnSpLocks/>
              <a:stCxn id="8" idx="3"/>
              <a:endCxn id="21" idx="1"/>
            </p:cNvCxnSpPr>
            <p:nvPr/>
          </p:nvCxnSpPr>
          <p:spPr>
            <a:xfrm flipV="1">
              <a:off x="7068198" y="4662392"/>
              <a:ext cx="478991" cy="92038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B9A24805-8454-49DE-90E8-FC6A4787D21E}"/>
                </a:ext>
              </a:extLst>
            </p:cNvPr>
            <p:cNvCxnSpPr>
              <a:cxnSpLocks/>
              <a:stCxn id="8" idx="3"/>
              <a:endCxn id="25" idx="1"/>
            </p:cNvCxnSpPr>
            <p:nvPr/>
          </p:nvCxnSpPr>
          <p:spPr>
            <a:xfrm flipV="1">
              <a:off x="7068198" y="5123951"/>
              <a:ext cx="478991" cy="458825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83A84AD9-A037-4489-9F80-2E55B4B03F43}"/>
                </a:ext>
              </a:extLst>
            </p:cNvPr>
            <p:cNvCxnSpPr>
              <a:cxnSpLocks/>
              <a:stCxn id="8" idx="3"/>
              <a:endCxn id="30" idx="1"/>
            </p:cNvCxnSpPr>
            <p:nvPr/>
          </p:nvCxnSpPr>
          <p:spPr>
            <a:xfrm>
              <a:off x="7068198" y="5582776"/>
              <a:ext cx="478991" cy="273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D1A1B19A-3D3D-4EC4-8DE3-D148C87FDB99}"/>
                </a:ext>
              </a:extLst>
            </p:cNvPr>
            <p:cNvCxnSpPr>
              <a:cxnSpLocks/>
              <a:stCxn id="8" idx="3"/>
              <a:endCxn id="35" idx="1"/>
            </p:cNvCxnSpPr>
            <p:nvPr/>
          </p:nvCxnSpPr>
          <p:spPr>
            <a:xfrm>
              <a:off x="7068198" y="5582776"/>
              <a:ext cx="478991" cy="464293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D6D1D9E1-1274-445F-A908-51B52AFB5C72}"/>
                </a:ext>
              </a:extLst>
            </p:cNvPr>
            <p:cNvCxnSpPr>
              <a:cxnSpLocks/>
              <a:stCxn id="8" idx="3"/>
              <a:endCxn id="40" idx="1"/>
            </p:cNvCxnSpPr>
            <p:nvPr/>
          </p:nvCxnSpPr>
          <p:spPr>
            <a:xfrm>
              <a:off x="7068198" y="5582776"/>
              <a:ext cx="478991" cy="92585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610C6141-EA19-475E-B60D-A5069CAF344B}"/>
                </a:ext>
              </a:extLst>
            </p:cNvPr>
            <p:cNvCxnSpPr>
              <a:cxnSpLocks/>
              <a:stCxn id="9" idx="1"/>
              <a:endCxn id="21" idx="3"/>
            </p:cNvCxnSpPr>
            <p:nvPr/>
          </p:nvCxnSpPr>
          <p:spPr>
            <a:xfrm flipH="1" flipV="1">
              <a:off x="9666220" y="4662392"/>
              <a:ext cx="520649" cy="92038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AC055460-A22D-4AE2-AACB-E04435E84896}"/>
                </a:ext>
              </a:extLst>
            </p:cNvPr>
            <p:cNvCxnSpPr>
              <a:cxnSpLocks/>
              <a:stCxn id="9" idx="1"/>
              <a:endCxn id="26" idx="3"/>
            </p:cNvCxnSpPr>
            <p:nvPr/>
          </p:nvCxnSpPr>
          <p:spPr>
            <a:xfrm flipH="1" flipV="1">
              <a:off x="9666220" y="5123951"/>
              <a:ext cx="520649" cy="458825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BD20E31C-DA02-49E3-A5EF-53F390D8704A}"/>
                </a:ext>
              </a:extLst>
            </p:cNvPr>
            <p:cNvCxnSpPr>
              <a:cxnSpLocks/>
              <a:stCxn id="9" idx="1"/>
              <a:endCxn id="31" idx="3"/>
            </p:cNvCxnSpPr>
            <p:nvPr/>
          </p:nvCxnSpPr>
          <p:spPr>
            <a:xfrm flipH="1">
              <a:off x="9666220" y="5582776"/>
              <a:ext cx="520649" cy="2734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6D718984-8164-4827-A9DE-9F6EADBF78B0}"/>
                </a:ext>
              </a:extLst>
            </p:cNvPr>
            <p:cNvCxnSpPr>
              <a:cxnSpLocks/>
              <a:stCxn id="9" idx="1"/>
              <a:endCxn id="36" idx="3"/>
            </p:cNvCxnSpPr>
            <p:nvPr/>
          </p:nvCxnSpPr>
          <p:spPr>
            <a:xfrm flipH="1">
              <a:off x="9666220" y="5582776"/>
              <a:ext cx="520649" cy="464293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CD3D82E9-8772-4147-8B9B-48362290AB61}"/>
                </a:ext>
              </a:extLst>
            </p:cNvPr>
            <p:cNvCxnSpPr>
              <a:cxnSpLocks/>
              <a:stCxn id="9" idx="1"/>
              <a:endCxn id="41" idx="3"/>
            </p:cNvCxnSpPr>
            <p:nvPr/>
          </p:nvCxnSpPr>
          <p:spPr>
            <a:xfrm flipH="1">
              <a:off x="9666220" y="5582776"/>
              <a:ext cx="520649" cy="92585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1" name="群組 130">
              <a:extLst>
                <a:ext uri="{FF2B5EF4-FFF2-40B4-BE49-F238E27FC236}">
                  <a16:creationId xmlns:a16="http://schemas.microsoft.com/office/drawing/2014/main" id="{DF4D75E4-E00B-43B6-B015-80442C597315}"/>
                </a:ext>
              </a:extLst>
            </p:cNvPr>
            <p:cNvGrpSpPr/>
            <p:nvPr/>
          </p:nvGrpSpPr>
          <p:grpSpPr>
            <a:xfrm>
              <a:off x="7519196" y="4477726"/>
              <a:ext cx="2203010" cy="2210100"/>
              <a:chOff x="7519196" y="4477726"/>
              <a:chExt cx="2203010" cy="2210100"/>
            </a:xfrm>
          </p:grpSpPr>
          <p:grpSp>
            <p:nvGrpSpPr>
              <p:cNvPr id="20" name="群組 19">
                <a:extLst>
                  <a:ext uri="{FF2B5EF4-FFF2-40B4-BE49-F238E27FC236}">
                    <a16:creationId xmlns:a16="http://schemas.microsoft.com/office/drawing/2014/main" id="{AF18B7EA-530B-458A-AD39-A9F948994D64}"/>
                  </a:ext>
                </a:extLst>
              </p:cNvPr>
              <p:cNvGrpSpPr/>
              <p:nvPr/>
            </p:nvGrpSpPr>
            <p:grpSpPr>
              <a:xfrm>
                <a:off x="7519196" y="4477726"/>
                <a:ext cx="2203010" cy="369332"/>
                <a:chOff x="7694515" y="4865278"/>
                <a:chExt cx="2203010" cy="369332"/>
              </a:xfrm>
            </p:grpSpPr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961536FD-1C20-42B1-9D96-21916BFE7DB6}"/>
                    </a:ext>
                  </a:extLst>
                </p:cNvPr>
                <p:cNvSpPr/>
                <p:nvPr/>
              </p:nvSpPr>
              <p:spPr>
                <a:xfrm>
                  <a:off x="7722508" y="4923944"/>
                  <a:ext cx="2119031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915248C2-7868-4582-A5B3-37526C44CDCA}"/>
                    </a:ext>
                  </a:extLst>
                </p:cNvPr>
                <p:cNvSpPr txBox="1"/>
                <p:nvPr/>
              </p:nvSpPr>
              <p:spPr>
                <a:xfrm>
                  <a:off x="7694515" y="4865278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50x</a:t>
                  </a:r>
                  <a:endParaRPr lang="zh-TW" altLang="en-US" dirty="0"/>
                </a:p>
              </p:txBody>
            </p:sp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193FD974-1F16-4E96-98BC-659B1AD2E786}"/>
                    </a:ext>
                  </a:extLst>
                </p:cNvPr>
                <p:cNvSpPr txBox="1"/>
                <p:nvPr/>
              </p:nvSpPr>
              <p:spPr>
                <a:xfrm>
                  <a:off x="9496453" y="4865278"/>
                  <a:ext cx="4010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0x</a:t>
                  </a:r>
                  <a:endParaRPr lang="zh-TW" altLang="en-US" dirty="0"/>
                </a:p>
              </p:txBody>
            </p:sp>
          </p:grpSp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08E9E5AA-CB01-4B7C-A9CA-7FB26826C7F8}"/>
                  </a:ext>
                </a:extLst>
              </p:cNvPr>
              <p:cNvGrpSpPr/>
              <p:nvPr/>
            </p:nvGrpSpPr>
            <p:grpSpPr>
              <a:xfrm>
                <a:off x="7519196" y="4937918"/>
                <a:ext cx="2203010" cy="369332"/>
                <a:chOff x="7694515" y="5250013"/>
                <a:chExt cx="2203010" cy="369332"/>
              </a:xfrm>
            </p:grpSpPr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C59E326F-D888-4F8B-838D-C5D9F111FF21}"/>
                    </a:ext>
                  </a:extLst>
                </p:cNvPr>
                <p:cNvSpPr/>
                <p:nvPr/>
              </p:nvSpPr>
              <p:spPr>
                <a:xfrm>
                  <a:off x="7722508" y="5310046"/>
                  <a:ext cx="1695225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6" name="矩形 25">
                  <a:extLst>
                    <a:ext uri="{FF2B5EF4-FFF2-40B4-BE49-F238E27FC236}">
                      <a16:creationId xmlns:a16="http://schemas.microsoft.com/office/drawing/2014/main" id="{AD896C4D-49C6-4995-B53B-FF7CB1DBFB6B}"/>
                    </a:ext>
                  </a:extLst>
                </p:cNvPr>
                <p:cNvSpPr/>
                <p:nvPr/>
              </p:nvSpPr>
              <p:spPr>
                <a:xfrm>
                  <a:off x="9417733" y="5310046"/>
                  <a:ext cx="423806" cy="252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87BABA9-28D1-4FC9-BA9F-0972EE5EDE29}"/>
                    </a:ext>
                  </a:extLst>
                </p:cNvPr>
                <p:cNvSpPr txBox="1"/>
                <p:nvPr/>
              </p:nvSpPr>
              <p:spPr>
                <a:xfrm>
                  <a:off x="7694515" y="5250013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40x</a:t>
                  </a:r>
                  <a:endParaRPr lang="zh-TW" altLang="en-US" dirty="0"/>
                </a:p>
              </p:txBody>
            </p:sp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C59B4AA9-CDB7-40D1-BAA2-89F5305B9004}"/>
                    </a:ext>
                  </a:extLst>
                </p:cNvPr>
                <p:cNvSpPr txBox="1"/>
                <p:nvPr/>
              </p:nvSpPr>
              <p:spPr>
                <a:xfrm>
                  <a:off x="9379434" y="5250013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10x</a:t>
                  </a:r>
                  <a:endParaRPr lang="zh-TW" altLang="en-US" dirty="0"/>
                </a:p>
              </p:txBody>
            </p:sp>
          </p:grpSp>
          <p:grpSp>
            <p:nvGrpSpPr>
              <p:cNvPr id="29" name="群組 28">
                <a:extLst>
                  <a:ext uri="{FF2B5EF4-FFF2-40B4-BE49-F238E27FC236}">
                    <a16:creationId xmlns:a16="http://schemas.microsoft.com/office/drawing/2014/main" id="{9D0EAB75-D9E5-4287-90EE-5B88FB035263}"/>
                  </a:ext>
                </a:extLst>
              </p:cNvPr>
              <p:cNvGrpSpPr/>
              <p:nvPr/>
            </p:nvGrpSpPr>
            <p:grpSpPr>
              <a:xfrm>
                <a:off x="7519196" y="5398110"/>
                <a:ext cx="2203010" cy="369332"/>
                <a:chOff x="7694515" y="5634748"/>
                <a:chExt cx="2203010" cy="369332"/>
              </a:xfrm>
            </p:grpSpPr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1B77B3FE-0B0B-4D7F-87C6-99A5B33B4F01}"/>
                    </a:ext>
                  </a:extLst>
                </p:cNvPr>
                <p:cNvSpPr/>
                <p:nvPr/>
              </p:nvSpPr>
              <p:spPr>
                <a:xfrm>
                  <a:off x="7722508" y="5696148"/>
                  <a:ext cx="1271419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CD8B52CD-318A-4639-BD6E-5227A9093EBF}"/>
                    </a:ext>
                  </a:extLst>
                </p:cNvPr>
                <p:cNvSpPr/>
                <p:nvPr/>
              </p:nvSpPr>
              <p:spPr>
                <a:xfrm>
                  <a:off x="8993927" y="5696148"/>
                  <a:ext cx="847612" cy="252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097B4803-4D90-4FA3-A054-9A539F3E03B4}"/>
                    </a:ext>
                  </a:extLst>
                </p:cNvPr>
                <p:cNvSpPr txBox="1"/>
                <p:nvPr/>
              </p:nvSpPr>
              <p:spPr>
                <a:xfrm>
                  <a:off x="7694515" y="5634748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30x</a:t>
                  </a:r>
                  <a:endParaRPr lang="zh-TW" altLang="en-US" dirty="0"/>
                </a:p>
              </p:txBody>
            </p:sp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27858D8-1AC5-4209-B410-BBB00B4DF7D8}"/>
                    </a:ext>
                  </a:extLst>
                </p:cNvPr>
                <p:cNvSpPr txBox="1"/>
                <p:nvPr/>
              </p:nvSpPr>
              <p:spPr>
                <a:xfrm>
                  <a:off x="9379434" y="5634748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20x</a:t>
                  </a:r>
                  <a:endParaRPr lang="zh-TW" altLang="en-US" dirty="0"/>
                </a:p>
              </p:txBody>
            </p:sp>
          </p:grpSp>
          <p:grpSp>
            <p:nvGrpSpPr>
              <p:cNvPr id="34" name="群組 33">
                <a:extLst>
                  <a:ext uri="{FF2B5EF4-FFF2-40B4-BE49-F238E27FC236}">
                    <a16:creationId xmlns:a16="http://schemas.microsoft.com/office/drawing/2014/main" id="{E1B092FE-B5A0-492C-A08A-8552CD7DFD4A}"/>
                  </a:ext>
                </a:extLst>
              </p:cNvPr>
              <p:cNvGrpSpPr/>
              <p:nvPr/>
            </p:nvGrpSpPr>
            <p:grpSpPr>
              <a:xfrm>
                <a:off x="7519196" y="5858302"/>
                <a:ext cx="2203010" cy="369332"/>
                <a:chOff x="7694515" y="6019483"/>
                <a:chExt cx="2203010" cy="369332"/>
              </a:xfrm>
            </p:grpSpPr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CDE8C51F-E7A2-4F1D-9D5F-E117E99D83B7}"/>
                    </a:ext>
                  </a:extLst>
                </p:cNvPr>
                <p:cNvSpPr/>
                <p:nvPr/>
              </p:nvSpPr>
              <p:spPr>
                <a:xfrm>
                  <a:off x="7722508" y="6082250"/>
                  <a:ext cx="847612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55B3C691-2BD3-48BE-8A84-49A39C330119}"/>
                    </a:ext>
                  </a:extLst>
                </p:cNvPr>
                <p:cNvSpPr/>
                <p:nvPr/>
              </p:nvSpPr>
              <p:spPr>
                <a:xfrm>
                  <a:off x="8570120" y="6082250"/>
                  <a:ext cx="1271419" cy="252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5F2B0677-BE61-4350-86B4-26DB1E6F1F15}"/>
                    </a:ext>
                  </a:extLst>
                </p:cNvPr>
                <p:cNvSpPr txBox="1"/>
                <p:nvPr/>
              </p:nvSpPr>
              <p:spPr>
                <a:xfrm>
                  <a:off x="7694515" y="6019483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20x</a:t>
                  </a:r>
                  <a:endParaRPr lang="zh-TW" altLang="en-US" dirty="0"/>
                </a:p>
              </p:txBody>
            </p:sp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48CAFDB6-EC31-486C-83D5-71827D9DADBC}"/>
                    </a:ext>
                  </a:extLst>
                </p:cNvPr>
                <p:cNvSpPr txBox="1"/>
                <p:nvPr/>
              </p:nvSpPr>
              <p:spPr>
                <a:xfrm>
                  <a:off x="9379434" y="6019483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30x</a:t>
                  </a:r>
                  <a:endParaRPr lang="zh-TW" altLang="en-US" dirty="0"/>
                </a:p>
              </p:txBody>
            </p:sp>
          </p:grpSp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A07BC887-75F2-439D-BDBA-92CB419EC723}"/>
                  </a:ext>
                </a:extLst>
              </p:cNvPr>
              <p:cNvGrpSpPr/>
              <p:nvPr/>
            </p:nvGrpSpPr>
            <p:grpSpPr>
              <a:xfrm>
                <a:off x="7519196" y="6318494"/>
                <a:ext cx="2203010" cy="369332"/>
                <a:chOff x="7694515" y="6404219"/>
                <a:chExt cx="2203010" cy="369332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C6622BD1-C2E4-4E47-9913-663C089455B3}"/>
                    </a:ext>
                  </a:extLst>
                </p:cNvPr>
                <p:cNvSpPr/>
                <p:nvPr/>
              </p:nvSpPr>
              <p:spPr>
                <a:xfrm>
                  <a:off x="7722508" y="6468351"/>
                  <a:ext cx="423806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26F9E474-4C11-4AE9-9C13-054B5BE94EAC}"/>
                    </a:ext>
                  </a:extLst>
                </p:cNvPr>
                <p:cNvSpPr/>
                <p:nvPr/>
              </p:nvSpPr>
              <p:spPr>
                <a:xfrm>
                  <a:off x="8146314" y="6468351"/>
                  <a:ext cx="1695225" cy="25200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CB758652-C688-4A54-B7CA-4F6D10751209}"/>
                    </a:ext>
                  </a:extLst>
                </p:cNvPr>
                <p:cNvSpPr txBox="1"/>
                <p:nvPr/>
              </p:nvSpPr>
              <p:spPr>
                <a:xfrm>
                  <a:off x="7694515" y="6404219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10x</a:t>
                  </a:r>
                  <a:endParaRPr lang="zh-TW" altLang="en-US" dirty="0"/>
                </a:p>
              </p:txBody>
            </p:sp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173362C5-11AE-4993-BAFE-176CDA82D9A8}"/>
                    </a:ext>
                  </a:extLst>
                </p:cNvPr>
                <p:cNvSpPr txBox="1"/>
                <p:nvPr/>
              </p:nvSpPr>
              <p:spPr>
                <a:xfrm>
                  <a:off x="9379434" y="6404219"/>
                  <a:ext cx="5180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/>
                    <a:t>40x</a:t>
                  </a:r>
                  <a:endParaRPr lang="zh-TW" altLang="en-US" dirty="0"/>
                </a:p>
              </p:txBody>
            </p:sp>
          </p:grpSp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2DF0352C-C4CC-4BF1-8D3A-5502E86BA610}"/>
                </a:ext>
              </a:extLst>
            </p:cNvPr>
            <p:cNvGrpSpPr/>
            <p:nvPr/>
          </p:nvGrpSpPr>
          <p:grpSpPr>
            <a:xfrm>
              <a:off x="8344023" y="4127202"/>
              <a:ext cx="553357" cy="2318458"/>
              <a:chOff x="8330025" y="4127202"/>
              <a:chExt cx="553357" cy="2318458"/>
            </a:xfrm>
          </p:grpSpPr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6B2DFB72-0826-4E4B-BFBF-44BB930D428C}"/>
                  </a:ext>
                </a:extLst>
              </p:cNvPr>
              <p:cNvSpPr txBox="1"/>
              <p:nvPr/>
            </p:nvSpPr>
            <p:spPr>
              <a:xfrm>
                <a:off x="8475096" y="4329676"/>
                <a:ext cx="2632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1</a:t>
                </a:r>
                <a:endParaRPr lang="zh-TW" altLang="en-US" sz="1200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692A265F-CBBA-4D6F-99BF-FED6EA3BC10B}"/>
                  </a:ext>
                </a:extLst>
              </p:cNvPr>
              <p:cNvSpPr txBox="1"/>
              <p:nvPr/>
            </p:nvSpPr>
            <p:spPr>
              <a:xfrm>
                <a:off x="8416587" y="4785843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0.8</a:t>
                </a:r>
                <a:endParaRPr lang="zh-TW" altLang="en-US" sz="1200" dirty="0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11653DB0-191C-408F-8A89-6A7CC6D0AB1C}"/>
                  </a:ext>
                </a:extLst>
              </p:cNvPr>
              <p:cNvSpPr txBox="1"/>
              <p:nvPr/>
            </p:nvSpPr>
            <p:spPr>
              <a:xfrm>
                <a:off x="8416587" y="5246786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0.6</a:t>
                </a:r>
                <a:endParaRPr lang="zh-TW" altLang="en-US" sz="1200" dirty="0"/>
              </a:p>
            </p:txBody>
          </p:sp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6BF24EB1-62F3-422C-BCCB-4C23C2941CA6}"/>
                  </a:ext>
                </a:extLst>
              </p:cNvPr>
              <p:cNvSpPr txBox="1"/>
              <p:nvPr/>
            </p:nvSpPr>
            <p:spPr>
              <a:xfrm>
                <a:off x="8416587" y="5718413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0.4</a:t>
                </a:r>
                <a:endParaRPr lang="zh-TW" altLang="en-US" sz="1200" dirty="0"/>
              </a:p>
            </p:txBody>
          </p:sp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0D44F2D0-0210-4DB3-91F2-815A9B5CE96D}"/>
                  </a:ext>
                </a:extLst>
              </p:cNvPr>
              <p:cNvSpPr txBox="1"/>
              <p:nvPr/>
            </p:nvSpPr>
            <p:spPr>
              <a:xfrm>
                <a:off x="8416587" y="6168661"/>
                <a:ext cx="3802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0.2</a:t>
                </a:r>
                <a:endParaRPr lang="zh-TW" altLang="en-US" sz="1200" dirty="0"/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59425CC-F731-43AE-8322-42D31F5FAE70}"/>
                  </a:ext>
                </a:extLst>
              </p:cNvPr>
              <p:cNvSpPr txBox="1"/>
              <p:nvPr/>
            </p:nvSpPr>
            <p:spPr>
              <a:xfrm>
                <a:off x="8330025" y="4127202"/>
                <a:ext cx="55335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sz="1200" dirty="0"/>
                  <a:t>Purity</a:t>
                </a:r>
                <a:endParaRPr lang="zh-TW" altLang="en-US" sz="1200" dirty="0"/>
              </a:p>
            </p:txBody>
          </p:sp>
        </p:grpSp>
        <p:grpSp>
          <p:nvGrpSpPr>
            <p:cNvPr id="239" name="群組 238">
              <a:extLst>
                <a:ext uri="{FF2B5EF4-FFF2-40B4-BE49-F238E27FC236}">
                  <a16:creationId xmlns:a16="http://schemas.microsoft.com/office/drawing/2014/main" id="{AF3331D7-856C-4BF7-B7C7-681D651F5D3E}"/>
                </a:ext>
              </a:extLst>
            </p:cNvPr>
            <p:cNvGrpSpPr/>
            <p:nvPr/>
          </p:nvGrpSpPr>
          <p:grpSpPr>
            <a:xfrm>
              <a:off x="6238487" y="5248466"/>
              <a:ext cx="829711" cy="669110"/>
              <a:chOff x="6238487" y="5248466"/>
              <a:chExt cx="829711" cy="669110"/>
            </a:xfrm>
          </p:grpSpPr>
          <p:grpSp>
            <p:nvGrpSpPr>
              <p:cNvPr id="188" name="群組 187">
                <a:extLst>
                  <a:ext uri="{FF2B5EF4-FFF2-40B4-BE49-F238E27FC236}">
                    <a16:creationId xmlns:a16="http://schemas.microsoft.com/office/drawing/2014/main" id="{083A354F-8723-4531-87B5-8BB59FA40B31}"/>
                  </a:ext>
                </a:extLst>
              </p:cNvPr>
              <p:cNvGrpSpPr/>
              <p:nvPr/>
            </p:nvGrpSpPr>
            <p:grpSpPr>
              <a:xfrm>
                <a:off x="6238487" y="5248466"/>
                <a:ext cx="790071" cy="669110"/>
                <a:chOff x="147687" y="2682445"/>
                <a:chExt cx="790071" cy="669110"/>
              </a:xfrm>
            </p:grpSpPr>
            <p:grpSp>
              <p:nvGrpSpPr>
                <p:cNvPr id="189" name="群組 188">
                  <a:extLst>
                    <a:ext uri="{FF2B5EF4-FFF2-40B4-BE49-F238E27FC236}">
                      <a16:creationId xmlns:a16="http://schemas.microsoft.com/office/drawing/2014/main" id="{8A9CE078-4788-4FB4-AC67-8614D67016B2}"/>
                    </a:ext>
                  </a:extLst>
                </p:cNvPr>
                <p:cNvGrpSpPr/>
                <p:nvPr/>
              </p:nvGrpSpPr>
              <p:grpSpPr>
                <a:xfrm>
                  <a:off x="321866" y="3097061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35" name="群組 234">
                    <a:extLst>
                      <a:ext uri="{FF2B5EF4-FFF2-40B4-BE49-F238E27FC236}">
                        <a16:creationId xmlns:a16="http://schemas.microsoft.com/office/drawing/2014/main" id="{29E29D28-8C82-4317-B5FB-4FFFE6AAA6FD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37" name="橢圓 236">
                      <a:extLst>
                        <a:ext uri="{FF2B5EF4-FFF2-40B4-BE49-F238E27FC236}">
                          <a16:creationId xmlns:a16="http://schemas.microsoft.com/office/drawing/2014/main" id="{F64BD177-6982-47A0-A9A1-1E41C9443B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38" name="橢圓 237">
                      <a:extLst>
                        <a:ext uri="{FF2B5EF4-FFF2-40B4-BE49-F238E27FC236}">
                          <a16:creationId xmlns:a16="http://schemas.microsoft.com/office/drawing/2014/main" id="{5C63EDD9-F900-4689-9AE7-15E85250A0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36" name="橢圓 235">
                    <a:extLst>
                      <a:ext uri="{FF2B5EF4-FFF2-40B4-BE49-F238E27FC236}">
                        <a16:creationId xmlns:a16="http://schemas.microsoft.com/office/drawing/2014/main" id="{F4D0DBD0-AC4B-4E5B-A2F8-9CBF5E4E2035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0" name="群組 189">
                  <a:extLst>
                    <a:ext uri="{FF2B5EF4-FFF2-40B4-BE49-F238E27FC236}">
                      <a16:creationId xmlns:a16="http://schemas.microsoft.com/office/drawing/2014/main" id="{A0AFC4EA-A212-465D-9B35-4A83A1A2901A}"/>
                    </a:ext>
                  </a:extLst>
                </p:cNvPr>
                <p:cNvGrpSpPr/>
                <p:nvPr/>
              </p:nvGrpSpPr>
              <p:grpSpPr>
                <a:xfrm>
                  <a:off x="508499" y="2682445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31" name="群組 230">
                    <a:extLst>
                      <a:ext uri="{FF2B5EF4-FFF2-40B4-BE49-F238E27FC236}">
                        <a16:creationId xmlns:a16="http://schemas.microsoft.com/office/drawing/2014/main" id="{D72DF8A1-226A-4E8C-A16F-41A75FEC6E62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33" name="橢圓 232">
                      <a:extLst>
                        <a:ext uri="{FF2B5EF4-FFF2-40B4-BE49-F238E27FC236}">
                          <a16:creationId xmlns:a16="http://schemas.microsoft.com/office/drawing/2014/main" id="{FBCA9B22-BD00-46DE-8BD0-9526253A6F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34" name="橢圓 233">
                      <a:extLst>
                        <a:ext uri="{FF2B5EF4-FFF2-40B4-BE49-F238E27FC236}">
                          <a16:creationId xmlns:a16="http://schemas.microsoft.com/office/drawing/2014/main" id="{8298FF9D-40B7-4916-B2E0-451093662A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32" name="橢圓 231">
                    <a:extLst>
                      <a:ext uri="{FF2B5EF4-FFF2-40B4-BE49-F238E27FC236}">
                        <a16:creationId xmlns:a16="http://schemas.microsoft.com/office/drawing/2014/main" id="{DE8D4408-B057-4F03-BDCC-12B4F5043437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1" name="群組 190">
                  <a:extLst>
                    <a:ext uri="{FF2B5EF4-FFF2-40B4-BE49-F238E27FC236}">
                      <a16:creationId xmlns:a16="http://schemas.microsoft.com/office/drawing/2014/main" id="{1BB03DBC-B31F-4893-9772-585A769378DF}"/>
                    </a:ext>
                  </a:extLst>
                </p:cNvPr>
                <p:cNvGrpSpPr/>
                <p:nvPr/>
              </p:nvGrpSpPr>
              <p:grpSpPr>
                <a:xfrm>
                  <a:off x="683264" y="2798347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27" name="群組 226">
                    <a:extLst>
                      <a:ext uri="{FF2B5EF4-FFF2-40B4-BE49-F238E27FC236}">
                        <a16:creationId xmlns:a16="http://schemas.microsoft.com/office/drawing/2014/main" id="{6289D26A-B39A-42D4-93B6-16D4C762A677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29" name="橢圓 228">
                      <a:extLst>
                        <a:ext uri="{FF2B5EF4-FFF2-40B4-BE49-F238E27FC236}">
                          <a16:creationId xmlns:a16="http://schemas.microsoft.com/office/drawing/2014/main" id="{BBE47FA9-0EDB-4638-8958-D84F305A22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30" name="橢圓 229">
                      <a:extLst>
                        <a:ext uri="{FF2B5EF4-FFF2-40B4-BE49-F238E27FC236}">
                          <a16:creationId xmlns:a16="http://schemas.microsoft.com/office/drawing/2014/main" id="{46284791-7936-4B85-BB67-76BB6860FC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8" name="橢圓 227">
                    <a:extLst>
                      <a:ext uri="{FF2B5EF4-FFF2-40B4-BE49-F238E27FC236}">
                        <a16:creationId xmlns:a16="http://schemas.microsoft.com/office/drawing/2014/main" id="{E9D0383C-F310-4FB7-9264-9EAD4DDB1092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2" name="群組 191">
                  <a:extLst>
                    <a:ext uri="{FF2B5EF4-FFF2-40B4-BE49-F238E27FC236}">
                      <a16:creationId xmlns:a16="http://schemas.microsoft.com/office/drawing/2014/main" id="{68FB1E48-6DB9-4222-8166-2A1993E40D5D}"/>
                    </a:ext>
                  </a:extLst>
                </p:cNvPr>
                <p:cNvGrpSpPr/>
                <p:nvPr/>
              </p:nvGrpSpPr>
              <p:grpSpPr>
                <a:xfrm>
                  <a:off x="477050" y="3066288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23" name="群組 222">
                    <a:extLst>
                      <a:ext uri="{FF2B5EF4-FFF2-40B4-BE49-F238E27FC236}">
                        <a16:creationId xmlns:a16="http://schemas.microsoft.com/office/drawing/2014/main" id="{C576F8A3-6229-4783-BC09-71A053895ACA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25" name="橢圓 224">
                      <a:extLst>
                        <a:ext uri="{FF2B5EF4-FFF2-40B4-BE49-F238E27FC236}">
                          <a16:creationId xmlns:a16="http://schemas.microsoft.com/office/drawing/2014/main" id="{16A083A0-3A26-4717-8E2D-E1791562D0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26" name="橢圓 225">
                      <a:extLst>
                        <a:ext uri="{FF2B5EF4-FFF2-40B4-BE49-F238E27FC236}">
                          <a16:creationId xmlns:a16="http://schemas.microsoft.com/office/drawing/2014/main" id="{7335E369-12C3-4530-A3D5-B2D504EC8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4" name="橢圓 223">
                    <a:extLst>
                      <a:ext uri="{FF2B5EF4-FFF2-40B4-BE49-F238E27FC236}">
                        <a16:creationId xmlns:a16="http://schemas.microsoft.com/office/drawing/2014/main" id="{FA2B8A21-FE11-4468-B5AD-C311F651310E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3" name="群組 192">
                  <a:extLst>
                    <a:ext uri="{FF2B5EF4-FFF2-40B4-BE49-F238E27FC236}">
                      <a16:creationId xmlns:a16="http://schemas.microsoft.com/office/drawing/2014/main" id="{0E84AA69-C98F-4BBA-BC4B-FBE7E512CE7D}"/>
                    </a:ext>
                  </a:extLst>
                </p:cNvPr>
                <p:cNvGrpSpPr/>
                <p:nvPr/>
              </p:nvGrpSpPr>
              <p:grpSpPr>
                <a:xfrm>
                  <a:off x="306607" y="2691519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19" name="群組 218">
                    <a:extLst>
                      <a:ext uri="{FF2B5EF4-FFF2-40B4-BE49-F238E27FC236}">
                        <a16:creationId xmlns:a16="http://schemas.microsoft.com/office/drawing/2014/main" id="{E705695D-5941-42A2-BF19-E26DD9461A85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21" name="橢圓 220">
                      <a:extLst>
                        <a:ext uri="{FF2B5EF4-FFF2-40B4-BE49-F238E27FC236}">
                          <a16:creationId xmlns:a16="http://schemas.microsoft.com/office/drawing/2014/main" id="{5FE0E817-90FC-42C3-B0D8-5532B1BF28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22" name="橢圓 221">
                      <a:extLst>
                        <a:ext uri="{FF2B5EF4-FFF2-40B4-BE49-F238E27FC236}">
                          <a16:creationId xmlns:a16="http://schemas.microsoft.com/office/drawing/2014/main" id="{7CF7AED2-E949-4FCB-9B79-FDEB319DE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20" name="橢圓 219">
                    <a:extLst>
                      <a:ext uri="{FF2B5EF4-FFF2-40B4-BE49-F238E27FC236}">
                        <a16:creationId xmlns:a16="http://schemas.microsoft.com/office/drawing/2014/main" id="{2264A143-4569-4EFD-8C63-B9FE69C6AC67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4" name="群組 193">
                  <a:extLst>
                    <a:ext uri="{FF2B5EF4-FFF2-40B4-BE49-F238E27FC236}">
                      <a16:creationId xmlns:a16="http://schemas.microsoft.com/office/drawing/2014/main" id="{E97926D1-F9A7-4433-B99B-BC58BB0ACAF5}"/>
                    </a:ext>
                  </a:extLst>
                </p:cNvPr>
                <p:cNvGrpSpPr/>
                <p:nvPr/>
              </p:nvGrpSpPr>
              <p:grpSpPr>
                <a:xfrm>
                  <a:off x="147687" y="2843472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15" name="群組 214">
                    <a:extLst>
                      <a:ext uri="{FF2B5EF4-FFF2-40B4-BE49-F238E27FC236}">
                        <a16:creationId xmlns:a16="http://schemas.microsoft.com/office/drawing/2014/main" id="{FC824ED3-609C-405C-9CEC-596618876A16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17" name="橢圓 216">
                      <a:extLst>
                        <a:ext uri="{FF2B5EF4-FFF2-40B4-BE49-F238E27FC236}">
                          <a16:creationId xmlns:a16="http://schemas.microsoft.com/office/drawing/2014/main" id="{8691262E-537F-4D8E-9C3D-D8B513EFC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18" name="橢圓 217">
                      <a:extLst>
                        <a:ext uri="{FF2B5EF4-FFF2-40B4-BE49-F238E27FC236}">
                          <a16:creationId xmlns:a16="http://schemas.microsoft.com/office/drawing/2014/main" id="{F8452C29-1078-4196-B149-A36733437C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16" name="橢圓 215">
                    <a:extLst>
                      <a:ext uri="{FF2B5EF4-FFF2-40B4-BE49-F238E27FC236}">
                        <a16:creationId xmlns:a16="http://schemas.microsoft.com/office/drawing/2014/main" id="{EBCE3275-9FA8-40B3-A4F9-A648B8A539AA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5" name="群組 194">
                  <a:extLst>
                    <a:ext uri="{FF2B5EF4-FFF2-40B4-BE49-F238E27FC236}">
                      <a16:creationId xmlns:a16="http://schemas.microsoft.com/office/drawing/2014/main" id="{35A87426-EEB3-416A-94C0-1C5967DCD834}"/>
                    </a:ext>
                  </a:extLst>
                </p:cNvPr>
                <p:cNvGrpSpPr/>
                <p:nvPr/>
              </p:nvGrpSpPr>
              <p:grpSpPr>
                <a:xfrm>
                  <a:off x="197053" y="3019845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11" name="群組 210">
                    <a:extLst>
                      <a:ext uri="{FF2B5EF4-FFF2-40B4-BE49-F238E27FC236}">
                        <a16:creationId xmlns:a16="http://schemas.microsoft.com/office/drawing/2014/main" id="{589E300C-3F4F-4F98-95A8-596728A3FB38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13" name="橢圓 212">
                      <a:extLst>
                        <a:ext uri="{FF2B5EF4-FFF2-40B4-BE49-F238E27FC236}">
                          <a16:creationId xmlns:a16="http://schemas.microsoft.com/office/drawing/2014/main" id="{2EC1022B-6168-44C1-90EA-19BD6B282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14" name="橢圓 213">
                      <a:extLst>
                        <a:ext uri="{FF2B5EF4-FFF2-40B4-BE49-F238E27FC236}">
                          <a16:creationId xmlns:a16="http://schemas.microsoft.com/office/drawing/2014/main" id="{03BA9416-589B-49B6-9CA9-4A26880D48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12" name="橢圓 211">
                    <a:extLst>
                      <a:ext uri="{FF2B5EF4-FFF2-40B4-BE49-F238E27FC236}">
                        <a16:creationId xmlns:a16="http://schemas.microsoft.com/office/drawing/2014/main" id="{60101AE2-FA5B-4C9A-8742-A0CDA0AD8154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6" name="群組 195">
                  <a:extLst>
                    <a:ext uri="{FF2B5EF4-FFF2-40B4-BE49-F238E27FC236}">
                      <a16:creationId xmlns:a16="http://schemas.microsoft.com/office/drawing/2014/main" id="{8A56FD3B-BCDB-41C1-B9B1-D62FF2F7805A}"/>
                    </a:ext>
                  </a:extLst>
                </p:cNvPr>
                <p:cNvGrpSpPr/>
                <p:nvPr/>
              </p:nvGrpSpPr>
              <p:grpSpPr>
                <a:xfrm>
                  <a:off x="671866" y="2987538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07" name="群組 206">
                    <a:extLst>
                      <a:ext uri="{FF2B5EF4-FFF2-40B4-BE49-F238E27FC236}">
                        <a16:creationId xmlns:a16="http://schemas.microsoft.com/office/drawing/2014/main" id="{43018706-026B-4183-8639-045874B4EF77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09" name="橢圓 208">
                      <a:extLst>
                        <a:ext uri="{FF2B5EF4-FFF2-40B4-BE49-F238E27FC236}">
                          <a16:creationId xmlns:a16="http://schemas.microsoft.com/office/drawing/2014/main" id="{0DFC20CF-E813-40D6-A1B7-3EBD8DEE26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10" name="橢圓 209">
                      <a:extLst>
                        <a:ext uri="{FF2B5EF4-FFF2-40B4-BE49-F238E27FC236}">
                          <a16:creationId xmlns:a16="http://schemas.microsoft.com/office/drawing/2014/main" id="{23F0661E-6924-4C4A-BB06-60CFA7A5A7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08" name="橢圓 207">
                    <a:extLst>
                      <a:ext uri="{FF2B5EF4-FFF2-40B4-BE49-F238E27FC236}">
                        <a16:creationId xmlns:a16="http://schemas.microsoft.com/office/drawing/2014/main" id="{A64F4173-5D17-4CEF-B4A4-7E69DAADEE10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7" name="群組 196">
                  <a:extLst>
                    <a:ext uri="{FF2B5EF4-FFF2-40B4-BE49-F238E27FC236}">
                      <a16:creationId xmlns:a16="http://schemas.microsoft.com/office/drawing/2014/main" id="{AA2D81A0-55D5-4E74-8FD7-F08FEADA220B}"/>
                    </a:ext>
                  </a:extLst>
                </p:cNvPr>
                <p:cNvGrpSpPr/>
                <p:nvPr/>
              </p:nvGrpSpPr>
              <p:grpSpPr>
                <a:xfrm>
                  <a:off x="323534" y="2910240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203" name="群組 202">
                    <a:extLst>
                      <a:ext uri="{FF2B5EF4-FFF2-40B4-BE49-F238E27FC236}">
                        <a16:creationId xmlns:a16="http://schemas.microsoft.com/office/drawing/2014/main" id="{CC58AC49-42F9-477F-92E9-13723E187DCD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05" name="橢圓 204">
                      <a:extLst>
                        <a:ext uri="{FF2B5EF4-FFF2-40B4-BE49-F238E27FC236}">
                          <a16:creationId xmlns:a16="http://schemas.microsoft.com/office/drawing/2014/main" id="{BA15DC1D-A68D-47FC-997A-9339A0DEB4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06" name="橢圓 205">
                      <a:extLst>
                        <a:ext uri="{FF2B5EF4-FFF2-40B4-BE49-F238E27FC236}">
                          <a16:creationId xmlns:a16="http://schemas.microsoft.com/office/drawing/2014/main" id="{151FEA69-3E96-494F-B803-991A8724CB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04" name="橢圓 203">
                    <a:extLst>
                      <a:ext uri="{FF2B5EF4-FFF2-40B4-BE49-F238E27FC236}">
                        <a16:creationId xmlns:a16="http://schemas.microsoft.com/office/drawing/2014/main" id="{C865689E-B94E-49A9-B394-5846D4A73D2C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98" name="群組 197">
                  <a:extLst>
                    <a:ext uri="{FF2B5EF4-FFF2-40B4-BE49-F238E27FC236}">
                      <a16:creationId xmlns:a16="http://schemas.microsoft.com/office/drawing/2014/main" id="{94650F7E-951C-4549-8F2E-227504D7CACD}"/>
                    </a:ext>
                  </a:extLst>
                </p:cNvPr>
                <p:cNvGrpSpPr/>
                <p:nvPr/>
              </p:nvGrpSpPr>
              <p:grpSpPr>
                <a:xfrm>
                  <a:off x="480306" y="2838110"/>
                  <a:ext cx="254494" cy="254494"/>
                  <a:chOff x="949654" y="4248584"/>
                  <a:chExt cx="254494" cy="254494"/>
                </a:xfrm>
              </p:grpSpPr>
              <p:grpSp>
                <p:nvGrpSpPr>
                  <p:cNvPr id="199" name="群組 198">
                    <a:extLst>
                      <a:ext uri="{FF2B5EF4-FFF2-40B4-BE49-F238E27FC236}">
                        <a16:creationId xmlns:a16="http://schemas.microsoft.com/office/drawing/2014/main" id="{C803DDC2-C7C5-41C1-836D-05C45EF5AC75}"/>
                      </a:ext>
                    </a:extLst>
                  </p:cNvPr>
                  <p:cNvGrpSpPr/>
                  <p:nvPr/>
                </p:nvGrpSpPr>
                <p:grpSpPr>
                  <a:xfrm>
                    <a:off x="949654" y="4248584"/>
                    <a:ext cx="254494" cy="254494"/>
                    <a:chOff x="1221089" y="4009558"/>
                    <a:chExt cx="254494" cy="254494"/>
                  </a:xfrm>
                </p:grpSpPr>
                <p:sp>
                  <p:nvSpPr>
                    <p:cNvPr id="201" name="橢圓 200">
                      <a:extLst>
                        <a:ext uri="{FF2B5EF4-FFF2-40B4-BE49-F238E27FC236}">
                          <a16:creationId xmlns:a16="http://schemas.microsoft.com/office/drawing/2014/main" id="{F41E0EC8-5D18-4252-B0B9-999F9BF985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21089" y="4009558"/>
                      <a:ext cx="254494" cy="254494"/>
                    </a:xfrm>
                    <a:prstGeom prst="ellipse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/>
                    </a:p>
                  </p:txBody>
                </p:sp>
                <p:sp>
                  <p:nvSpPr>
                    <p:cNvPr id="202" name="橢圓 201">
                      <a:extLst>
                        <a:ext uri="{FF2B5EF4-FFF2-40B4-BE49-F238E27FC236}">
                          <a16:creationId xmlns:a16="http://schemas.microsoft.com/office/drawing/2014/main" id="{0F10D89E-A5A3-4285-A374-14E3347F11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72847" y="4053921"/>
                      <a:ext cx="177247" cy="177247"/>
                    </a:xfrm>
                    <a:prstGeom prst="ellipse">
                      <a:avLst/>
                    </a:prstGeom>
                    <a:solidFill>
                      <a:schemeClr val="accent2">
                        <a:lumMod val="40000"/>
                        <a:lumOff val="60000"/>
                      </a:schemeClr>
                    </a:solidFill>
                    <a:ln w="19050"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200" name="橢圓 199">
                    <a:extLst>
                      <a:ext uri="{FF2B5EF4-FFF2-40B4-BE49-F238E27FC236}">
                        <a16:creationId xmlns:a16="http://schemas.microsoft.com/office/drawing/2014/main" id="{011823DA-8F21-4196-8F10-ED564E069CD8}"/>
                      </a:ext>
                    </a:extLst>
                  </p:cNvPr>
                  <p:cNvSpPr/>
                  <p:nvPr/>
                </p:nvSpPr>
                <p:spPr>
                  <a:xfrm>
                    <a:off x="1077954" y="4369664"/>
                    <a:ext cx="45719" cy="45719"/>
                  </a:xfrm>
                  <a:prstGeom prst="ellipse">
                    <a:avLst/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F595F9B-202F-4595-8A02-2FEF5214AF79}"/>
                  </a:ext>
                </a:extLst>
              </p:cNvPr>
              <p:cNvSpPr txBox="1"/>
              <p:nvPr/>
            </p:nvSpPr>
            <p:spPr>
              <a:xfrm>
                <a:off x="6883467" y="5398110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zh-TW" altLang="en-US" dirty="0"/>
              </a:p>
            </p:txBody>
          </p:sp>
        </p:grp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27106699-415B-42F9-BB71-89F9CB6BC32B}"/>
                </a:ext>
              </a:extLst>
            </p:cNvPr>
            <p:cNvSpPr txBox="1"/>
            <p:nvPr/>
          </p:nvSpPr>
          <p:spPr>
            <a:xfrm>
              <a:off x="6235811" y="4894493"/>
              <a:ext cx="790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Tumor</a:t>
              </a:r>
              <a:endParaRPr lang="zh-TW" altLang="en-US" dirty="0"/>
            </a:p>
          </p:txBody>
        </p:sp>
        <p:grpSp>
          <p:nvGrpSpPr>
            <p:cNvPr id="137" name="群組 136">
              <a:extLst>
                <a:ext uri="{FF2B5EF4-FFF2-40B4-BE49-F238E27FC236}">
                  <a16:creationId xmlns:a16="http://schemas.microsoft.com/office/drawing/2014/main" id="{EE7913F0-24A2-445B-8CB6-EB21DC64C97E}"/>
                </a:ext>
              </a:extLst>
            </p:cNvPr>
            <p:cNvGrpSpPr/>
            <p:nvPr/>
          </p:nvGrpSpPr>
          <p:grpSpPr>
            <a:xfrm>
              <a:off x="10238844" y="5248466"/>
              <a:ext cx="831600" cy="669600"/>
              <a:chOff x="8918663" y="3606263"/>
              <a:chExt cx="587438" cy="497500"/>
            </a:xfrm>
          </p:grpSpPr>
          <p:grpSp>
            <p:nvGrpSpPr>
              <p:cNvPr id="138" name="群組 137">
                <a:extLst>
                  <a:ext uri="{FF2B5EF4-FFF2-40B4-BE49-F238E27FC236}">
                    <a16:creationId xmlns:a16="http://schemas.microsoft.com/office/drawing/2014/main" id="{4353E6F5-1565-4A07-AB38-BD5491DB7D37}"/>
                  </a:ext>
                </a:extLst>
              </p:cNvPr>
              <p:cNvGrpSpPr/>
              <p:nvPr/>
            </p:nvGrpSpPr>
            <p:grpSpPr>
              <a:xfrm>
                <a:off x="9048170" y="3914540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84" name="群組 183">
                  <a:extLst>
                    <a:ext uri="{FF2B5EF4-FFF2-40B4-BE49-F238E27FC236}">
                      <a16:creationId xmlns:a16="http://schemas.microsoft.com/office/drawing/2014/main" id="{EDA838EF-4EAC-44BD-8D32-1FDBBE1A4B72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86" name="橢圓 185">
                    <a:extLst>
                      <a:ext uri="{FF2B5EF4-FFF2-40B4-BE49-F238E27FC236}">
                        <a16:creationId xmlns:a16="http://schemas.microsoft.com/office/drawing/2014/main" id="{10CA16A1-6D7E-4F6F-A60B-374A6E94A488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87" name="橢圓 186">
                    <a:extLst>
                      <a:ext uri="{FF2B5EF4-FFF2-40B4-BE49-F238E27FC236}">
                        <a16:creationId xmlns:a16="http://schemas.microsoft.com/office/drawing/2014/main" id="{348D82C9-BC8B-4CA5-B6FE-6A24414C4592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85" name="橢圓 184">
                  <a:extLst>
                    <a:ext uri="{FF2B5EF4-FFF2-40B4-BE49-F238E27FC236}">
                      <a16:creationId xmlns:a16="http://schemas.microsoft.com/office/drawing/2014/main" id="{1E31FB24-E87E-482C-BCD9-31504DA5376F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9" name="群組 138">
                <a:extLst>
                  <a:ext uri="{FF2B5EF4-FFF2-40B4-BE49-F238E27FC236}">
                    <a16:creationId xmlns:a16="http://schemas.microsoft.com/office/drawing/2014/main" id="{997D2DD3-F9E3-4670-B981-F91F08CB0865}"/>
                  </a:ext>
                </a:extLst>
              </p:cNvPr>
              <p:cNvGrpSpPr/>
              <p:nvPr/>
            </p:nvGrpSpPr>
            <p:grpSpPr>
              <a:xfrm>
                <a:off x="9186936" y="3606263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80" name="群組 179">
                  <a:extLst>
                    <a:ext uri="{FF2B5EF4-FFF2-40B4-BE49-F238E27FC236}">
                      <a16:creationId xmlns:a16="http://schemas.microsoft.com/office/drawing/2014/main" id="{ABAEF4A3-B03C-4373-AE74-8278F534C45C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82" name="橢圓 181">
                    <a:extLst>
                      <a:ext uri="{FF2B5EF4-FFF2-40B4-BE49-F238E27FC236}">
                        <a16:creationId xmlns:a16="http://schemas.microsoft.com/office/drawing/2014/main" id="{7F6DD824-C225-4579-8DD4-E4EAE1192B4A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83" name="橢圓 182">
                    <a:extLst>
                      <a:ext uri="{FF2B5EF4-FFF2-40B4-BE49-F238E27FC236}">
                        <a16:creationId xmlns:a16="http://schemas.microsoft.com/office/drawing/2014/main" id="{F00748D4-4949-4C80-9CEA-520C951CA9DD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81" name="橢圓 180">
                  <a:extLst>
                    <a:ext uri="{FF2B5EF4-FFF2-40B4-BE49-F238E27FC236}">
                      <a16:creationId xmlns:a16="http://schemas.microsoft.com/office/drawing/2014/main" id="{3783C8D4-81C5-428F-B329-D4440907F298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0" name="群組 139">
                <a:extLst>
                  <a:ext uri="{FF2B5EF4-FFF2-40B4-BE49-F238E27FC236}">
                    <a16:creationId xmlns:a16="http://schemas.microsoft.com/office/drawing/2014/main" id="{8889AB77-42CB-479E-A582-6B0E080B29F3}"/>
                  </a:ext>
                </a:extLst>
              </p:cNvPr>
              <p:cNvGrpSpPr/>
              <p:nvPr/>
            </p:nvGrpSpPr>
            <p:grpSpPr>
              <a:xfrm>
                <a:off x="9316878" y="3692439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76" name="群組 175">
                  <a:extLst>
                    <a:ext uri="{FF2B5EF4-FFF2-40B4-BE49-F238E27FC236}">
                      <a16:creationId xmlns:a16="http://schemas.microsoft.com/office/drawing/2014/main" id="{C0B98AE0-1813-4259-AABE-D94E3B69C462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78" name="橢圓 177">
                    <a:extLst>
                      <a:ext uri="{FF2B5EF4-FFF2-40B4-BE49-F238E27FC236}">
                        <a16:creationId xmlns:a16="http://schemas.microsoft.com/office/drawing/2014/main" id="{70CE0DFC-1AFF-41C2-84A2-2E4E382F48BA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179" name="橢圓 178">
                    <a:extLst>
                      <a:ext uri="{FF2B5EF4-FFF2-40B4-BE49-F238E27FC236}">
                        <a16:creationId xmlns:a16="http://schemas.microsoft.com/office/drawing/2014/main" id="{11CBAA1F-D19E-4908-A811-EFA7F39200CA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77" name="橢圓 176">
                  <a:extLst>
                    <a:ext uri="{FF2B5EF4-FFF2-40B4-BE49-F238E27FC236}">
                      <a16:creationId xmlns:a16="http://schemas.microsoft.com/office/drawing/2014/main" id="{D4E8745F-B86D-42CD-9ED6-018FFB09A2EE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1" name="群組 140">
                <a:extLst>
                  <a:ext uri="{FF2B5EF4-FFF2-40B4-BE49-F238E27FC236}">
                    <a16:creationId xmlns:a16="http://schemas.microsoft.com/office/drawing/2014/main" id="{3741A447-505C-4576-8284-466E89F58C31}"/>
                  </a:ext>
                </a:extLst>
              </p:cNvPr>
              <p:cNvGrpSpPr/>
              <p:nvPr/>
            </p:nvGrpSpPr>
            <p:grpSpPr>
              <a:xfrm>
                <a:off x="9163553" y="3891660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72" name="群組 171">
                  <a:extLst>
                    <a:ext uri="{FF2B5EF4-FFF2-40B4-BE49-F238E27FC236}">
                      <a16:creationId xmlns:a16="http://schemas.microsoft.com/office/drawing/2014/main" id="{1CD1CC2A-8788-492A-9F16-E0598EDB8A84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74" name="橢圓 173">
                    <a:extLst>
                      <a:ext uri="{FF2B5EF4-FFF2-40B4-BE49-F238E27FC236}">
                        <a16:creationId xmlns:a16="http://schemas.microsoft.com/office/drawing/2014/main" id="{AA1BAD48-0C3A-450A-8787-62DAB4238653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75" name="橢圓 174">
                    <a:extLst>
                      <a:ext uri="{FF2B5EF4-FFF2-40B4-BE49-F238E27FC236}">
                        <a16:creationId xmlns:a16="http://schemas.microsoft.com/office/drawing/2014/main" id="{52C75665-83BB-4C58-8376-F20196CE8CC5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73" name="橢圓 172">
                  <a:extLst>
                    <a:ext uri="{FF2B5EF4-FFF2-40B4-BE49-F238E27FC236}">
                      <a16:creationId xmlns:a16="http://schemas.microsoft.com/office/drawing/2014/main" id="{B133FF7E-D36E-4C0F-8A95-6FF28307123E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2" name="群組 141">
                <a:extLst>
                  <a:ext uri="{FF2B5EF4-FFF2-40B4-BE49-F238E27FC236}">
                    <a16:creationId xmlns:a16="http://schemas.microsoft.com/office/drawing/2014/main" id="{7C3E0F80-A90E-47AB-B1AD-AEDC5EB566B3}"/>
                  </a:ext>
                </a:extLst>
              </p:cNvPr>
              <p:cNvGrpSpPr/>
              <p:nvPr/>
            </p:nvGrpSpPr>
            <p:grpSpPr>
              <a:xfrm>
                <a:off x="9036824" y="3613010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68" name="群組 167">
                  <a:extLst>
                    <a:ext uri="{FF2B5EF4-FFF2-40B4-BE49-F238E27FC236}">
                      <a16:creationId xmlns:a16="http://schemas.microsoft.com/office/drawing/2014/main" id="{2E94B44C-196D-4C44-AF1D-5FD41F74F481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70" name="橢圓 169">
                    <a:extLst>
                      <a:ext uri="{FF2B5EF4-FFF2-40B4-BE49-F238E27FC236}">
                        <a16:creationId xmlns:a16="http://schemas.microsoft.com/office/drawing/2014/main" id="{FBBC2B8D-81DD-4FEC-AA45-1AFD96B3D2EE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71" name="橢圓 170">
                    <a:extLst>
                      <a:ext uri="{FF2B5EF4-FFF2-40B4-BE49-F238E27FC236}">
                        <a16:creationId xmlns:a16="http://schemas.microsoft.com/office/drawing/2014/main" id="{973D5AA8-F022-45B4-B58F-9EBA31A1596B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69" name="橢圓 168">
                  <a:extLst>
                    <a:ext uri="{FF2B5EF4-FFF2-40B4-BE49-F238E27FC236}">
                      <a16:creationId xmlns:a16="http://schemas.microsoft.com/office/drawing/2014/main" id="{335ED3CB-92A9-4758-AABF-524E201D431B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3" name="群組 142">
                <a:extLst>
                  <a:ext uri="{FF2B5EF4-FFF2-40B4-BE49-F238E27FC236}">
                    <a16:creationId xmlns:a16="http://schemas.microsoft.com/office/drawing/2014/main" id="{C4CBFE0B-5066-46A1-98ED-3B3E8253B7E4}"/>
                  </a:ext>
                </a:extLst>
              </p:cNvPr>
              <p:cNvGrpSpPr/>
              <p:nvPr/>
            </p:nvGrpSpPr>
            <p:grpSpPr>
              <a:xfrm>
                <a:off x="8918663" y="3725991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64" name="群組 163">
                  <a:extLst>
                    <a:ext uri="{FF2B5EF4-FFF2-40B4-BE49-F238E27FC236}">
                      <a16:creationId xmlns:a16="http://schemas.microsoft.com/office/drawing/2014/main" id="{FBB19AA1-450F-4BD6-B0DC-93BF55260192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66" name="橢圓 165">
                    <a:extLst>
                      <a:ext uri="{FF2B5EF4-FFF2-40B4-BE49-F238E27FC236}">
                        <a16:creationId xmlns:a16="http://schemas.microsoft.com/office/drawing/2014/main" id="{45B57FA0-6877-4A5B-8366-F8F6F1974CF4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67" name="橢圓 166">
                    <a:extLst>
                      <a:ext uri="{FF2B5EF4-FFF2-40B4-BE49-F238E27FC236}">
                        <a16:creationId xmlns:a16="http://schemas.microsoft.com/office/drawing/2014/main" id="{70976046-4E50-45C2-8765-8247A0C8D7ED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65" name="橢圓 164">
                  <a:extLst>
                    <a:ext uri="{FF2B5EF4-FFF2-40B4-BE49-F238E27FC236}">
                      <a16:creationId xmlns:a16="http://schemas.microsoft.com/office/drawing/2014/main" id="{D4145F16-D50F-4A4D-8643-A1E4A9C86E34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4" name="群組 143">
                <a:extLst>
                  <a:ext uri="{FF2B5EF4-FFF2-40B4-BE49-F238E27FC236}">
                    <a16:creationId xmlns:a16="http://schemas.microsoft.com/office/drawing/2014/main" id="{FD2F4FD1-9B9C-4676-B359-084526527B63}"/>
                  </a:ext>
                </a:extLst>
              </p:cNvPr>
              <p:cNvGrpSpPr/>
              <p:nvPr/>
            </p:nvGrpSpPr>
            <p:grpSpPr>
              <a:xfrm>
                <a:off x="8955368" y="3857128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60" name="群組 159">
                  <a:extLst>
                    <a:ext uri="{FF2B5EF4-FFF2-40B4-BE49-F238E27FC236}">
                      <a16:creationId xmlns:a16="http://schemas.microsoft.com/office/drawing/2014/main" id="{0322EF0A-015F-4868-8E71-1A662CB23730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62" name="橢圓 161">
                    <a:extLst>
                      <a:ext uri="{FF2B5EF4-FFF2-40B4-BE49-F238E27FC236}">
                        <a16:creationId xmlns:a16="http://schemas.microsoft.com/office/drawing/2014/main" id="{E837A16D-977D-43F0-AB17-49CC9E7F2CDA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63" name="橢圓 162">
                    <a:extLst>
                      <a:ext uri="{FF2B5EF4-FFF2-40B4-BE49-F238E27FC236}">
                        <a16:creationId xmlns:a16="http://schemas.microsoft.com/office/drawing/2014/main" id="{CB71A3D1-6DBD-43F2-A3D6-E36597FE73C6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61" name="橢圓 160">
                  <a:extLst>
                    <a:ext uri="{FF2B5EF4-FFF2-40B4-BE49-F238E27FC236}">
                      <a16:creationId xmlns:a16="http://schemas.microsoft.com/office/drawing/2014/main" id="{26343087-1603-4813-A6EA-9D98118B3E4E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5" name="群組 144">
                <a:extLst>
                  <a:ext uri="{FF2B5EF4-FFF2-40B4-BE49-F238E27FC236}">
                    <a16:creationId xmlns:a16="http://schemas.microsoft.com/office/drawing/2014/main" id="{5E66C842-E1C2-435E-892E-A8353BDBD57A}"/>
                  </a:ext>
                </a:extLst>
              </p:cNvPr>
              <p:cNvGrpSpPr/>
              <p:nvPr/>
            </p:nvGrpSpPr>
            <p:grpSpPr>
              <a:xfrm>
                <a:off x="9308403" y="3833107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56" name="群組 155">
                  <a:extLst>
                    <a:ext uri="{FF2B5EF4-FFF2-40B4-BE49-F238E27FC236}">
                      <a16:creationId xmlns:a16="http://schemas.microsoft.com/office/drawing/2014/main" id="{4CFE77F7-09F4-4FC0-9E31-7CE40E72EA38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58" name="橢圓 157">
                    <a:extLst>
                      <a:ext uri="{FF2B5EF4-FFF2-40B4-BE49-F238E27FC236}">
                        <a16:creationId xmlns:a16="http://schemas.microsoft.com/office/drawing/2014/main" id="{99C6CAFE-A1C1-4943-AB24-1C58A3B71FFD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  <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9" name="橢圓 158">
                    <a:extLst>
                      <a:ext uri="{FF2B5EF4-FFF2-40B4-BE49-F238E27FC236}">
                        <a16:creationId xmlns:a16="http://schemas.microsoft.com/office/drawing/2014/main" id="{C43B02CB-7726-4A24-B6FD-F0D54112133C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57" name="橢圓 156">
                  <a:extLst>
                    <a:ext uri="{FF2B5EF4-FFF2-40B4-BE49-F238E27FC236}">
                      <a16:creationId xmlns:a16="http://schemas.microsoft.com/office/drawing/2014/main" id="{7B1FE5FA-1FE8-4A5B-B354-5428C1D69E29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6" name="群組 145">
                <a:extLst>
                  <a:ext uri="{FF2B5EF4-FFF2-40B4-BE49-F238E27FC236}">
                    <a16:creationId xmlns:a16="http://schemas.microsoft.com/office/drawing/2014/main" id="{2C1B05FB-42EE-42A7-9897-5E262C7673E5}"/>
                  </a:ext>
                </a:extLst>
              </p:cNvPr>
              <p:cNvGrpSpPr/>
              <p:nvPr/>
            </p:nvGrpSpPr>
            <p:grpSpPr>
              <a:xfrm>
                <a:off x="9049410" y="3775634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52" name="群組 151">
                  <a:extLst>
                    <a:ext uri="{FF2B5EF4-FFF2-40B4-BE49-F238E27FC236}">
                      <a16:creationId xmlns:a16="http://schemas.microsoft.com/office/drawing/2014/main" id="{430DDA30-FB3B-47C7-AF08-403595727DC6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54" name="橢圓 153">
                    <a:extLst>
                      <a:ext uri="{FF2B5EF4-FFF2-40B4-BE49-F238E27FC236}">
                        <a16:creationId xmlns:a16="http://schemas.microsoft.com/office/drawing/2014/main" id="{2E30E042-EC68-4978-A718-1733756A59DE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5" name="橢圓 154">
                    <a:extLst>
                      <a:ext uri="{FF2B5EF4-FFF2-40B4-BE49-F238E27FC236}">
                        <a16:creationId xmlns:a16="http://schemas.microsoft.com/office/drawing/2014/main" id="{DBADC765-AAAB-40B6-9785-6B3A22D6CD0A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53" name="橢圓 152">
                  <a:extLst>
                    <a:ext uri="{FF2B5EF4-FFF2-40B4-BE49-F238E27FC236}">
                      <a16:creationId xmlns:a16="http://schemas.microsoft.com/office/drawing/2014/main" id="{2BFDC5B1-519C-42DB-9F78-1458DB233E80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7" name="群組 146">
                <a:extLst>
                  <a:ext uri="{FF2B5EF4-FFF2-40B4-BE49-F238E27FC236}">
                    <a16:creationId xmlns:a16="http://schemas.microsoft.com/office/drawing/2014/main" id="{2786B49C-DA05-4ED1-B459-9630FB6B30E5}"/>
                  </a:ext>
                </a:extLst>
              </p:cNvPr>
              <p:cNvGrpSpPr/>
              <p:nvPr/>
            </p:nvGrpSpPr>
            <p:grpSpPr>
              <a:xfrm>
                <a:off x="9165974" y="3722004"/>
                <a:ext cx="189223" cy="189223"/>
                <a:chOff x="949654" y="4248584"/>
                <a:chExt cx="254494" cy="254494"/>
              </a:xfrm>
            </p:grpSpPr>
            <p:grpSp>
              <p:nvGrpSpPr>
                <p:cNvPr id="148" name="群組 147">
                  <a:extLst>
                    <a:ext uri="{FF2B5EF4-FFF2-40B4-BE49-F238E27FC236}">
                      <a16:creationId xmlns:a16="http://schemas.microsoft.com/office/drawing/2014/main" id="{C12B1E0D-5A4C-4B8B-B071-8BA79BF8A36F}"/>
                    </a:ext>
                  </a:extLst>
                </p:cNvPr>
                <p:cNvGrpSpPr/>
                <p:nvPr/>
              </p:nvGrpSpPr>
              <p:grpSpPr>
                <a:xfrm>
                  <a:off x="949654" y="4248584"/>
                  <a:ext cx="254494" cy="254494"/>
                  <a:chOff x="1221089" y="4009558"/>
                  <a:chExt cx="254494" cy="254494"/>
                </a:xfrm>
              </p:grpSpPr>
              <p:sp>
                <p:nvSpPr>
                  <p:cNvPr id="150" name="橢圓 149">
                    <a:extLst>
                      <a:ext uri="{FF2B5EF4-FFF2-40B4-BE49-F238E27FC236}">
                        <a16:creationId xmlns:a16="http://schemas.microsoft.com/office/drawing/2014/main" id="{8DF4CAA3-C906-4B19-BBF6-C84C181F5DDC}"/>
                      </a:ext>
                    </a:extLst>
                  </p:cNvPr>
                  <p:cNvSpPr/>
                  <p:nvPr/>
                </p:nvSpPr>
                <p:spPr>
                  <a:xfrm>
                    <a:off x="1221089" y="4009558"/>
                    <a:ext cx="254494" cy="254494"/>
                  </a:xfrm>
                  <a:prstGeom prst="ellipse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151" name="橢圓 150">
                    <a:extLst>
                      <a:ext uri="{FF2B5EF4-FFF2-40B4-BE49-F238E27FC236}">
                        <a16:creationId xmlns:a16="http://schemas.microsoft.com/office/drawing/2014/main" id="{DCFFE8B5-B79E-420D-BBD7-8C9409537C95}"/>
                      </a:ext>
                    </a:extLst>
                  </p:cNvPr>
                  <p:cNvSpPr/>
                  <p:nvPr/>
                </p:nvSpPr>
                <p:spPr>
                  <a:xfrm>
                    <a:off x="1272847" y="4053921"/>
                    <a:ext cx="177247" cy="177247"/>
                  </a:xfrm>
                  <a:prstGeom prst="ellipse">
                    <a:avLst/>
                  </a:prstGeom>
                  <a:solidFill>
                    <a:schemeClr val="accent2">
                      <a:lumMod val="40000"/>
                      <a:lumOff val="60000"/>
                    </a:schemeClr>
                  </a:solidFill>
                  <a:ln w="19050"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49" name="橢圓 148">
                  <a:extLst>
                    <a:ext uri="{FF2B5EF4-FFF2-40B4-BE49-F238E27FC236}">
                      <a16:creationId xmlns:a16="http://schemas.microsoft.com/office/drawing/2014/main" id="{AF1217C0-63BB-41CA-834A-288A0DB6E7ED}"/>
                    </a:ext>
                  </a:extLst>
                </p:cNvPr>
                <p:cNvSpPr/>
                <p:nvPr/>
              </p:nvSpPr>
              <p:spPr>
                <a:xfrm>
                  <a:off x="1077954" y="4369664"/>
                  <a:ext cx="45719" cy="45719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 w="19050"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240" name="文字方塊 239">
              <a:extLst>
                <a:ext uri="{FF2B5EF4-FFF2-40B4-BE49-F238E27FC236}">
                  <a16:creationId xmlns:a16="http://schemas.microsoft.com/office/drawing/2014/main" id="{ACCC16A3-C123-4C6F-AE7E-859EA04EDB20}"/>
                </a:ext>
              </a:extLst>
            </p:cNvPr>
            <p:cNvSpPr txBox="1"/>
            <p:nvPr/>
          </p:nvSpPr>
          <p:spPr>
            <a:xfrm>
              <a:off x="10259280" y="4894493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Normal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61571028"/>
      </p:ext>
    </p:extLst>
  </p:cSld>
  <p:clrMapOvr>
    <a:masterClrMapping/>
  </p:clrMapOvr>
</p:sld>
</file>

<file path=ppt/theme/theme1.xml><?xml version="1.0" encoding="utf-8"?>
<a:theme xmlns:a="http://schemas.openxmlformats.org/drawingml/2006/main" name="1_sloth_scenery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alibri Light"/>
        <a:ea typeface="微軟正黑體 Light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oth_scenery_theme" id="{4AE70E57-3076-4385-9E0C-631C9553EE06}" vid="{2A601DD3-03AB-4F00-A17E-9A4E0B8D2C2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sloth_scenery_theme</Template>
  <TotalTime>123919</TotalTime>
  <Words>7988</Words>
  <Application>Microsoft Office PowerPoint</Application>
  <PresentationFormat>寬螢幕</PresentationFormat>
  <Paragraphs>3073</Paragraphs>
  <Slides>49</Slides>
  <Notes>44</Notes>
  <HiddenSlides>8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微軟正黑體</vt:lpstr>
      <vt:lpstr>微軟正黑體 Light</vt:lpstr>
      <vt:lpstr>Arial</vt:lpstr>
      <vt:lpstr>Calibri</vt:lpstr>
      <vt:lpstr>Calibri Light</vt:lpstr>
      <vt:lpstr>Cambria Math</vt:lpstr>
      <vt:lpstr>1_sloth_scenery_theme</vt:lpstr>
      <vt:lpstr>Joint Somatic Phasing and Purity Estimation Incorporating Loss of Heterozygosity in  Tumor-Only Long-Read Sequencing</vt:lpstr>
      <vt:lpstr>Outline</vt:lpstr>
      <vt:lpstr>Introduction : Germline and Somatic Variants</vt:lpstr>
      <vt:lpstr>Related work : Phasing and Germline Variant Calling</vt:lpstr>
      <vt:lpstr>Related work : Somatic Variant Calling in Tumor-Normal Samples </vt:lpstr>
      <vt:lpstr>Related work : Somatic Variant Calling in Tumor-Only Samples</vt:lpstr>
      <vt:lpstr>Motivation :Lack of Somatic Phasing</vt:lpstr>
      <vt:lpstr>Challenge 1 : Chromosome-scale Loss of Heterozygosity</vt:lpstr>
      <vt:lpstr>Challenge 2 : Tumor Purity </vt:lpstr>
      <vt:lpstr>Objective</vt:lpstr>
      <vt:lpstr>Method : Overview</vt:lpstr>
      <vt:lpstr>Method : Chromosomal-Scale LOH Detection</vt:lpstr>
      <vt:lpstr>Method : CNV/BFB Interval Calling</vt:lpstr>
      <vt:lpstr>Method : CNV/BFB Interval Calling (cont.)</vt:lpstr>
      <vt:lpstr>Method : CNV/BFB Interval Calling (cont.)</vt:lpstr>
      <vt:lpstr>Method : CNV/BFB Interval Calling (cont.)</vt:lpstr>
      <vt:lpstr>Method : Chromosomal-Scale LOH Detection (cont.)</vt:lpstr>
      <vt:lpstr>Method : Somatic Variant Candidate Selection</vt:lpstr>
      <vt:lpstr>Method : Somatic Variant Candidate Selection (cont.)</vt:lpstr>
      <vt:lpstr>Method : Somatic Variant Calling</vt:lpstr>
      <vt:lpstr>Method : Somatic Variant Calling (cont.)</vt:lpstr>
      <vt:lpstr>Method : Somatic Variant Calling (cont.)</vt:lpstr>
      <vt:lpstr>Method : Somatic Variant Calling (cont.)</vt:lpstr>
      <vt:lpstr>Method : Somatic Variant Calling (cont.)</vt:lpstr>
      <vt:lpstr>Method : Phasing</vt:lpstr>
      <vt:lpstr>Method : Tumor Purity Prediction Equation</vt:lpstr>
      <vt:lpstr>Method : Tumor Purity Prediction Equation (cont.)</vt:lpstr>
      <vt:lpstr>Data :  Sources and Tools Used in This Study</vt:lpstr>
      <vt:lpstr>Result : LOH Detection</vt:lpstr>
      <vt:lpstr>Result : Comparison of Germline and Somatic Phasing</vt:lpstr>
      <vt:lpstr>Result : LOH Detection (HCC1395_HKU)</vt:lpstr>
      <vt:lpstr>Result : Somatic Calling (Trained on Real Data)</vt:lpstr>
      <vt:lpstr>Result : Somatic Calling (Trained on Simulated) </vt:lpstr>
      <vt:lpstr>Result : Tumor Purity Prediction</vt:lpstr>
      <vt:lpstr>Result : Haplotagging somatic variant</vt:lpstr>
      <vt:lpstr>Result : Haplotagging somatic and LOH</vt:lpstr>
      <vt:lpstr>Conclusion</vt:lpstr>
      <vt:lpstr>LOH Detection : Genotype Assignment and Heterozygosity Ratio-Based Classification</vt:lpstr>
      <vt:lpstr>Method : Somatic Variant Calling</vt:lpstr>
      <vt:lpstr>Somatic Variant Calling : Rationale for Pattern Selection</vt:lpstr>
      <vt:lpstr>Somatic Variant Calling : Pattern Artifact Filtering</vt:lpstr>
      <vt:lpstr>Somatic Variant Calling : V_( L)  Somatic Variant Detection Formula</vt:lpstr>
      <vt:lpstr>Somatic Variant Calling : Tumor Purity Prediction Equation</vt:lpstr>
      <vt:lpstr>Somatic Variant Calling : Iterative Refinement for High Purity Samples</vt:lpstr>
      <vt:lpstr>Result : Haplotagging somatic and LOH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Zhen-Yu Chen</dc:creator>
  <cp:lastModifiedBy>Zhen-Yu</cp:lastModifiedBy>
  <cp:revision>5928</cp:revision>
  <cp:lastPrinted>2025-06-02T07:13:12Z</cp:lastPrinted>
  <dcterms:created xsi:type="dcterms:W3CDTF">2025-04-05T06:56:33Z</dcterms:created>
  <dcterms:modified xsi:type="dcterms:W3CDTF">2025-11-03T10:56:22Z</dcterms:modified>
</cp:coreProperties>
</file>