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9296063" cy="129238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7205" y="2115083"/>
            <a:ext cx="16401654" cy="4499410"/>
          </a:xfrm>
        </p:spPr>
        <p:txBody>
          <a:bodyPr anchor="b"/>
          <a:lstStyle>
            <a:lvl1pPr algn="ctr">
              <a:defRPr sz="1130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2008" y="6788008"/>
            <a:ext cx="14472047" cy="3120268"/>
          </a:xfrm>
        </p:spPr>
        <p:txBody>
          <a:bodyPr/>
          <a:lstStyle>
            <a:lvl1pPr marL="0" indent="0" algn="ctr">
              <a:buNone/>
              <a:defRPr sz="4523"/>
            </a:lvl1pPr>
            <a:lvl2pPr marL="861593" indent="0" algn="ctr">
              <a:buNone/>
              <a:defRPr sz="3769"/>
            </a:lvl2pPr>
            <a:lvl3pPr marL="1723187" indent="0" algn="ctr">
              <a:buNone/>
              <a:defRPr sz="3392"/>
            </a:lvl3pPr>
            <a:lvl4pPr marL="2584780" indent="0" algn="ctr">
              <a:buNone/>
              <a:defRPr sz="3015"/>
            </a:lvl4pPr>
            <a:lvl5pPr marL="3446374" indent="0" algn="ctr">
              <a:buNone/>
              <a:defRPr sz="3015"/>
            </a:lvl5pPr>
            <a:lvl6pPr marL="4307967" indent="0" algn="ctr">
              <a:buNone/>
              <a:defRPr sz="3015"/>
            </a:lvl6pPr>
            <a:lvl7pPr marL="5169560" indent="0" algn="ctr">
              <a:buNone/>
              <a:defRPr sz="3015"/>
            </a:lvl7pPr>
            <a:lvl8pPr marL="6031154" indent="0" algn="ctr">
              <a:buNone/>
              <a:defRPr sz="3015"/>
            </a:lvl8pPr>
            <a:lvl9pPr marL="6892747" indent="0" algn="ctr">
              <a:buNone/>
              <a:defRPr sz="3015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2EBD-C687-4F54-AFA9-658403587DAC}" type="datetimeFigureOut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D489-83B3-4570-841B-F89F95255A1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5502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2EBD-C687-4F54-AFA9-658403587DAC}" type="datetimeFigureOut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D489-83B3-4570-841B-F89F95255A1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5683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6556" y="3221988"/>
            <a:ext cx="16642854" cy="5375957"/>
          </a:xfrm>
        </p:spPr>
        <p:txBody>
          <a:bodyPr anchor="b"/>
          <a:lstStyle>
            <a:lvl1pPr>
              <a:defRPr sz="1130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6556" y="8648803"/>
            <a:ext cx="16642854" cy="2827089"/>
          </a:xfrm>
        </p:spPr>
        <p:txBody>
          <a:bodyPr/>
          <a:lstStyle>
            <a:lvl1pPr marL="0" indent="0">
              <a:buNone/>
              <a:defRPr sz="4523">
                <a:solidFill>
                  <a:schemeClr val="tx1"/>
                </a:solidFill>
              </a:defRPr>
            </a:lvl1pPr>
            <a:lvl2pPr marL="861593" indent="0">
              <a:buNone/>
              <a:defRPr sz="3769">
                <a:solidFill>
                  <a:schemeClr val="tx1">
                    <a:tint val="75000"/>
                  </a:schemeClr>
                </a:solidFill>
              </a:defRPr>
            </a:lvl2pPr>
            <a:lvl3pPr marL="1723187" indent="0">
              <a:buNone/>
              <a:defRPr sz="3392">
                <a:solidFill>
                  <a:schemeClr val="tx1">
                    <a:tint val="75000"/>
                  </a:schemeClr>
                </a:solidFill>
              </a:defRPr>
            </a:lvl3pPr>
            <a:lvl4pPr marL="2584780" indent="0">
              <a:buNone/>
              <a:defRPr sz="3015">
                <a:solidFill>
                  <a:schemeClr val="tx1">
                    <a:tint val="75000"/>
                  </a:schemeClr>
                </a:solidFill>
              </a:defRPr>
            </a:lvl4pPr>
            <a:lvl5pPr marL="3446374" indent="0">
              <a:buNone/>
              <a:defRPr sz="3015">
                <a:solidFill>
                  <a:schemeClr val="tx1">
                    <a:tint val="75000"/>
                  </a:schemeClr>
                </a:solidFill>
              </a:defRPr>
            </a:lvl5pPr>
            <a:lvl6pPr marL="4307967" indent="0">
              <a:buNone/>
              <a:defRPr sz="3015">
                <a:solidFill>
                  <a:schemeClr val="tx1">
                    <a:tint val="75000"/>
                  </a:schemeClr>
                </a:solidFill>
              </a:defRPr>
            </a:lvl6pPr>
            <a:lvl7pPr marL="5169560" indent="0">
              <a:buNone/>
              <a:defRPr sz="3015">
                <a:solidFill>
                  <a:schemeClr val="tx1">
                    <a:tint val="75000"/>
                  </a:schemeClr>
                </a:solidFill>
              </a:defRPr>
            </a:lvl7pPr>
            <a:lvl8pPr marL="6031154" indent="0">
              <a:buNone/>
              <a:defRPr sz="3015">
                <a:solidFill>
                  <a:schemeClr val="tx1">
                    <a:tint val="75000"/>
                  </a:schemeClr>
                </a:solidFill>
              </a:defRPr>
            </a:lvl8pPr>
            <a:lvl9pPr marL="6892747" indent="0">
              <a:buNone/>
              <a:defRPr sz="301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2EBD-C687-4F54-AFA9-658403587DAC}" type="datetimeFigureOut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D489-83B3-4570-841B-F89F95255A1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9677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26604" y="3440374"/>
            <a:ext cx="8200827" cy="820005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68632" y="3440374"/>
            <a:ext cx="8200827" cy="820005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2EBD-C687-4F54-AFA9-658403587DAC}" type="datetimeFigureOut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D489-83B3-4570-841B-F89F95255A1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7506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9118" y="688078"/>
            <a:ext cx="16642854" cy="249801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120" y="3168136"/>
            <a:ext cx="8163138" cy="1552655"/>
          </a:xfrm>
        </p:spPr>
        <p:txBody>
          <a:bodyPr anchor="b"/>
          <a:lstStyle>
            <a:lvl1pPr marL="0" indent="0">
              <a:buNone/>
              <a:defRPr sz="4523" b="1"/>
            </a:lvl1pPr>
            <a:lvl2pPr marL="861593" indent="0">
              <a:buNone/>
              <a:defRPr sz="3769" b="1"/>
            </a:lvl2pPr>
            <a:lvl3pPr marL="1723187" indent="0">
              <a:buNone/>
              <a:defRPr sz="3392" b="1"/>
            </a:lvl3pPr>
            <a:lvl4pPr marL="2584780" indent="0">
              <a:buNone/>
              <a:defRPr sz="3015" b="1"/>
            </a:lvl4pPr>
            <a:lvl5pPr marL="3446374" indent="0">
              <a:buNone/>
              <a:defRPr sz="3015" b="1"/>
            </a:lvl5pPr>
            <a:lvl6pPr marL="4307967" indent="0">
              <a:buNone/>
              <a:defRPr sz="3015" b="1"/>
            </a:lvl6pPr>
            <a:lvl7pPr marL="5169560" indent="0">
              <a:buNone/>
              <a:defRPr sz="3015" b="1"/>
            </a:lvl7pPr>
            <a:lvl8pPr marL="6031154" indent="0">
              <a:buNone/>
              <a:defRPr sz="3015" b="1"/>
            </a:lvl8pPr>
            <a:lvl9pPr marL="6892747" indent="0">
              <a:buNone/>
              <a:defRPr sz="3015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29120" y="4720791"/>
            <a:ext cx="8163138" cy="69435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768633" y="3168136"/>
            <a:ext cx="8203340" cy="1552655"/>
          </a:xfrm>
        </p:spPr>
        <p:txBody>
          <a:bodyPr anchor="b"/>
          <a:lstStyle>
            <a:lvl1pPr marL="0" indent="0">
              <a:buNone/>
              <a:defRPr sz="4523" b="1"/>
            </a:lvl1pPr>
            <a:lvl2pPr marL="861593" indent="0">
              <a:buNone/>
              <a:defRPr sz="3769" b="1"/>
            </a:lvl2pPr>
            <a:lvl3pPr marL="1723187" indent="0">
              <a:buNone/>
              <a:defRPr sz="3392" b="1"/>
            </a:lvl3pPr>
            <a:lvl4pPr marL="2584780" indent="0">
              <a:buNone/>
              <a:defRPr sz="3015" b="1"/>
            </a:lvl4pPr>
            <a:lvl5pPr marL="3446374" indent="0">
              <a:buNone/>
              <a:defRPr sz="3015" b="1"/>
            </a:lvl5pPr>
            <a:lvl6pPr marL="4307967" indent="0">
              <a:buNone/>
              <a:defRPr sz="3015" b="1"/>
            </a:lvl6pPr>
            <a:lvl7pPr marL="5169560" indent="0">
              <a:buNone/>
              <a:defRPr sz="3015" b="1"/>
            </a:lvl7pPr>
            <a:lvl8pPr marL="6031154" indent="0">
              <a:buNone/>
              <a:defRPr sz="3015" b="1"/>
            </a:lvl8pPr>
            <a:lvl9pPr marL="6892747" indent="0">
              <a:buNone/>
              <a:defRPr sz="3015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768633" y="4720791"/>
            <a:ext cx="8203340" cy="69435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2EBD-C687-4F54-AFA9-658403587DAC}" type="datetimeFigureOut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D489-83B3-4570-841B-F89F95255A1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0653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2EBD-C687-4F54-AFA9-658403587DAC}" type="datetimeFigureOut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D489-83B3-4570-841B-F89F95255A1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0166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2EBD-C687-4F54-AFA9-658403587DAC}" type="datetimeFigureOut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D489-83B3-4570-841B-F89F95255A1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2243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9117" y="861589"/>
            <a:ext cx="6223483" cy="3015562"/>
          </a:xfrm>
        </p:spPr>
        <p:txBody>
          <a:bodyPr anchor="b"/>
          <a:lstStyle>
            <a:lvl1pPr>
              <a:defRPr sz="603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03340" y="1860796"/>
            <a:ext cx="9768632" cy="9184302"/>
          </a:xfrm>
        </p:spPr>
        <p:txBody>
          <a:bodyPr/>
          <a:lstStyle>
            <a:lvl1pPr>
              <a:defRPr sz="6030"/>
            </a:lvl1pPr>
            <a:lvl2pPr>
              <a:defRPr sz="5277"/>
            </a:lvl2pPr>
            <a:lvl3pPr>
              <a:defRPr sz="4523"/>
            </a:lvl3pPr>
            <a:lvl4pPr>
              <a:defRPr sz="3769"/>
            </a:lvl4pPr>
            <a:lvl5pPr>
              <a:defRPr sz="3769"/>
            </a:lvl5pPr>
            <a:lvl6pPr>
              <a:defRPr sz="3769"/>
            </a:lvl6pPr>
            <a:lvl7pPr>
              <a:defRPr sz="3769"/>
            </a:lvl7pPr>
            <a:lvl8pPr>
              <a:defRPr sz="3769"/>
            </a:lvl8pPr>
            <a:lvl9pPr>
              <a:defRPr sz="3769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29117" y="3877151"/>
            <a:ext cx="6223483" cy="7182903"/>
          </a:xfrm>
        </p:spPr>
        <p:txBody>
          <a:bodyPr/>
          <a:lstStyle>
            <a:lvl1pPr marL="0" indent="0">
              <a:buNone/>
              <a:defRPr sz="3015"/>
            </a:lvl1pPr>
            <a:lvl2pPr marL="861593" indent="0">
              <a:buNone/>
              <a:defRPr sz="2638"/>
            </a:lvl2pPr>
            <a:lvl3pPr marL="1723187" indent="0">
              <a:buNone/>
              <a:defRPr sz="2261"/>
            </a:lvl3pPr>
            <a:lvl4pPr marL="2584780" indent="0">
              <a:buNone/>
              <a:defRPr sz="1885"/>
            </a:lvl4pPr>
            <a:lvl5pPr marL="3446374" indent="0">
              <a:buNone/>
              <a:defRPr sz="1885"/>
            </a:lvl5pPr>
            <a:lvl6pPr marL="4307967" indent="0">
              <a:buNone/>
              <a:defRPr sz="1885"/>
            </a:lvl6pPr>
            <a:lvl7pPr marL="5169560" indent="0">
              <a:buNone/>
              <a:defRPr sz="1885"/>
            </a:lvl7pPr>
            <a:lvl8pPr marL="6031154" indent="0">
              <a:buNone/>
              <a:defRPr sz="1885"/>
            </a:lvl8pPr>
            <a:lvl9pPr marL="6892747" indent="0">
              <a:buNone/>
              <a:defRPr sz="188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2EBD-C687-4F54-AFA9-658403587DAC}" type="datetimeFigureOut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D489-83B3-4570-841B-F89F95255A1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2657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9117" y="861589"/>
            <a:ext cx="6223483" cy="3015562"/>
          </a:xfrm>
        </p:spPr>
        <p:txBody>
          <a:bodyPr anchor="b"/>
          <a:lstStyle>
            <a:lvl1pPr>
              <a:defRPr sz="603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203340" y="1860796"/>
            <a:ext cx="9768632" cy="9184302"/>
          </a:xfrm>
        </p:spPr>
        <p:txBody>
          <a:bodyPr anchor="t"/>
          <a:lstStyle>
            <a:lvl1pPr marL="0" indent="0">
              <a:buNone/>
              <a:defRPr sz="6030"/>
            </a:lvl1pPr>
            <a:lvl2pPr marL="861593" indent="0">
              <a:buNone/>
              <a:defRPr sz="5277"/>
            </a:lvl2pPr>
            <a:lvl3pPr marL="1723187" indent="0">
              <a:buNone/>
              <a:defRPr sz="4523"/>
            </a:lvl3pPr>
            <a:lvl4pPr marL="2584780" indent="0">
              <a:buNone/>
              <a:defRPr sz="3769"/>
            </a:lvl4pPr>
            <a:lvl5pPr marL="3446374" indent="0">
              <a:buNone/>
              <a:defRPr sz="3769"/>
            </a:lvl5pPr>
            <a:lvl6pPr marL="4307967" indent="0">
              <a:buNone/>
              <a:defRPr sz="3769"/>
            </a:lvl6pPr>
            <a:lvl7pPr marL="5169560" indent="0">
              <a:buNone/>
              <a:defRPr sz="3769"/>
            </a:lvl7pPr>
            <a:lvl8pPr marL="6031154" indent="0">
              <a:buNone/>
              <a:defRPr sz="3769"/>
            </a:lvl8pPr>
            <a:lvl9pPr marL="6892747" indent="0">
              <a:buNone/>
              <a:defRPr sz="3769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29117" y="3877151"/>
            <a:ext cx="6223483" cy="7182903"/>
          </a:xfrm>
        </p:spPr>
        <p:txBody>
          <a:bodyPr/>
          <a:lstStyle>
            <a:lvl1pPr marL="0" indent="0">
              <a:buNone/>
              <a:defRPr sz="3015"/>
            </a:lvl1pPr>
            <a:lvl2pPr marL="861593" indent="0">
              <a:buNone/>
              <a:defRPr sz="2638"/>
            </a:lvl2pPr>
            <a:lvl3pPr marL="1723187" indent="0">
              <a:buNone/>
              <a:defRPr sz="2261"/>
            </a:lvl3pPr>
            <a:lvl4pPr marL="2584780" indent="0">
              <a:buNone/>
              <a:defRPr sz="1885"/>
            </a:lvl4pPr>
            <a:lvl5pPr marL="3446374" indent="0">
              <a:buNone/>
              <a:defRPr sz="1885"/>
            </a:lvl5pPr>
            <a:lvl6pPr marL="4307967" indent="0">
              <a:buNone/>
              <a:defRPr sz="1885"/>
            </a:lvl6pPr>
            <a:lvl7pPr marL="5169560" indent="0">
              <a:buNone/>
              <a:defRPr sz="1885"/>
            </a:lvl7pPr>
            <a:lvl8pPr marL="6031154" indent="0">
              <a:buNone/>
              <a:defRPr sz="1885"/>
            </a:lvl8pPr>
            <a:lvl9pPr marL="6892747" indent="0">
              <a:buNone/>
              <a:defRPr sz="188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2EBD-C687-4F54-AFA9-658403587DAC}" type="datetimeFigureOut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D489-83B3-4570-841B-F89F95255A1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3829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2EBD-C687-4F54-AFA9-658403587DAC}" type="datetimeFigureOut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D489-83B3-4570-841B-F89F95255A1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409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808746" y="688075"/>
            <a:ext cx="4160714" cy="1095235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26605" y="688075"/>
            <a:ext cx="12240940" cy="1095235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2EBD-C687-4F54-AFA9-658403587DAC}" type="datetimeFigureOut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D489-83B3-4570-841B-F89F95255A1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3302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26605" y="688078"/>
            <a:ext cx="16642854" cy="24980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6605" y="3440374"/>
            <a:ext cx="16642854" cy="8200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26604" y="11978486"/>
            <a:ext cx="4341614" cy="688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72EBD-C687-4F54-AFA9-658403587DAC}" type="datetimeFigureOut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91821" y="11978486"/>
            <a:ext cx="6512421" cy="688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627845" y="11978486"/>
            <a:ext cx="4341614" cy="688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DFD489-83B3-4570-841B-F89F95255A1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6634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723187" rtl="0" eaLnBrk="1" latinLnBrk="0" hangingPunct="1">
        <a:lnSpc>
          <a:spcPct val="90000"/>
        </a:lnSpc>
        <a:spcBef>
          <a:spcPct val="0"/>
        </a:spcBef>
        <a:buNone/>
        <a:defRPr sz="82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0797" indent="-430797" algn="l" defTabSz="1723187" rtl="0" eaLnBrk="1" latinLnBrk="0" hangingPunct="1">
        <a:lnSpc>
          <a:spcPct val="90000"/>
        </a:lnSpc>
        <a:spcBef>
          <a:spcPts val="1885"/>
        </a:spcBef>
        <a:buFont typeface="Arial" panose="020B0604020202020204" pitchFamily="34" charset="0"/>
        <a:buChar char="•"/>
        <a:defRPr sz="5277" kern="1200">
          <a:solidFill>
            <a:schemeClr val="tx1"/>
          </a:solidFill>
          <a:latin typeface="+mn-lt"/>
          <a:ea typeface="+mn-ea"/>
          <a:cs typeface="+mn-cs"/>
        </a:defRPr>
      </a:lvl1pPr>
      <a:lvl2pPr marL="1292390" indent="-430797" algn="l" defTabSz="1723187" rtl="0" eaLnBrk="1" latinLnBrk="0" hangingPunct="1">
        <a:lnSpc>
          <a:spcPct val="90000"/>
        </a:lnSpc>
        <a:spcBef>
          <a:spcPts val="942"/>
        </a:spcBef>
        <a:buFont typeface="Arial" panose="020B0604020202020204" pitchFamily="34" charset="0"/>
        <a:buChar char="•"/>
        <a:defRPr sz="4523" kern="1200">
          <a:solidFill>
            <a:schemeClr val="tx1"/>
          </a:solidFill>
          <a:latin typeface="+mn-lt"/>
          <a:ea typeface="+mn-ea"/>
          <a:cs typeface="+mn-cs"/>
        </a:defRPr>
      </a:lvl2pPr>
      <a:lvl3pPr marL="2153984" indent="-430797" algn="l" defTabSz="1723187" rtl="0" eaLnBrk="1" latinLnBrk="0" hangingPunct="1">
        <a:lnSpc>
          <a:spcPct val="90000"/>
        </a:lnSpc>
        <a:spcBef>
          <a:spcPts val="942"/>
        </a:spcBef>
        <a:buFont typeface="Arial" panose="020B0604020202020204" pitchFamily="34" charset="0"/>
        <a:buChar char="•"/>
        <a:defRPr sz="3769" kern="1200">
          <a:solidFill>
            <a:schemeClr val="tx1"/>
          </a:solidFill>
          <a:latin typeface="+mn-lt"/>
          <a:ea typeface="+mn-ea"/>
          <a:cs typeface="+mn-cs"/>
        </a:defRPr>
      </a:lvl3pPr>
      <a:lvl4pPr marL="3015577" indent="-430797" algn="l" defTabSz="1723187" rtl="0" eaLnBrk="1" latinLnBrk="0" hangingPunct="1">
        <a:lnSpc>
          <a:spcPct val="90000"/>
        </a:lnSpc>
        <a:spcBef>
          <a:spcPts val="942"/>
        </a:spcBef>
        <a:buFont typeface="Arial" panose="020B0604020202020204" pitchFamily="34" charset="0"/>
        <a:buChar char="•"/>
        <a:defRPr sz="3392" kern="1200">
          <a:solidFill>
            <a:schemeClr val="tx1"/>
          </a:solidFill>
          <a:latin typeface="+mn-lt"/>
          <a:ea typeface="+mn-ea"/>
          <a:cs typeface="+mn-cs"/>
        </a:defRPr>
      </a:lvl4pPr>
      <a:lvl5pPr marL="3877170" indent="-430797" algn="l" defTabSz="1723187" rtl="0" eaLnBrk="1" latinLnBrk="0" hangingPunct="1">
        <a:lnSpc>
          <a:spcPct val="90000"/>
        </a:lnSpc>
        <a:spcBef>
          <a:spcPts val="942"/>
        </a:spcBef>
        <a:buFont typeface="Arial" panose="020B0604020202020204" pitchFamily="34" charset="0"/>
        <a:buChar char="•"/>
        <a:defRPr sz="3392" kern="1200">
          <a:solidFill>
            <a:schemeClr val="tx1"/>
          </a:solidFill>
          <a:latin typeface="+mn-lt"/>
          <a:ea typeface="+mn-ea"/>
          <a:cs typeface="+mn-cs"/>
        </a:defRPr>
      </a:lvl5pPr>
      <a:lvl6pPr marL="4738764" indent="-430797" algn="l" defTabSz="1723187" rtl="0" eaLnBrk="1" latinLnBrk="0" hangingPunct="1">
        <a:lnSpc>
          <a:spcPct val="90000"/>
        </a:lnSpc>
        <a:spcBef>
          <a:spcPts val="942"/>
        </a:spcBef>
        <a:buFont typeface="Arial" panose="020B0604020202020204" pitchFamily="34" charset="0"/>
        <a:buChar char="•"/>
        <a:defRPr sz="3392" kern="1200">
          <a:solidFill>
            <a:schemeClr val="tx1"/>
          </a:solidFill>
          <a:latin typeface="+mn-lt"/>
          <a:ea typeface="+mn-ea"/>
          <a:cs typeface="+mn-cs"/>
        </a:defRPr>
      </a:lvl6pPr>
      <a:lvl7pPr marL="5600357" indent="-430797" algn="l" defTabSz="1723187" rtl="0" eaLnBrk="1" latinLnBrk="0" hangingPunct="1">
        <a:lnSpc>
          <a:spcPct val="90000"/>
        </a:lnSpc>
        <a:spcBef>
          <a:spcPts val="942"/>
        </a:spcBef>
        <a:buFont typeface="Arial" panose="020B0604020202020204" pitchFamily="34" charset="0"/>
        <a:buChar char="•"/>
        <a:defRPr sz="3392" kern="1200">
          <a:solidFill>
            <a:schemeClr val="tx1"/>
          </a:solidFill>
          <a:latin typeface="+mn-lt"/>
          <a:ea typeface="+mn-ea"/>
          <a:cs typeface="+mn-cs"/>
        </a:defRPr>
      </a:lvl7pPr>
      <a:lvl8pPr marL="6461951" indent="-430797" algn="l" defTabSz="1723187" rtl="0" eaLnBrk="1" latinLnBrk="0" hangingPunct="1">
        <a:lnSpc>
          <a:spcPct val="90000"/>
        </a:lnSpc>
        <a:spcBef>
          <a:spcPts val="942"/>
        </a:spcBef>
        <a:buFont typeface="Arial" panose="020B0604020202020204" pitchFamily="34" charset="0"/>
        <a:buChar char="•"/>
        <a:defRPr sz="3392" kern="1200">
          <a:solidFill>
            <a:schemeClr val="tx1"/>
          </a:solidFill>
          <a:latin typeface="+mn-lt"/>
          <a:ea typeface="+mn-ea"/>
          <a:cs typeface="+mn-cs"/>
        </a:defRPr>
      </a:lvl8pPr>
      <a:lvl9pPr marL="7323544" indent="-430797" algn="l" defTabSz="1723187" rtl="0" eaLnBrk="1" latinLnBrk="0" hangingPunct="1">
        <a:lnSpc>
          <a:spcPct val="90000"/>
        </a:lnSpc>
        <a:spcBef>
          <a:spcPts val="942"/>
        </a:spcBef>
        <a:buFont typeface="Arial" panose="020B0604020202020204" pitchFamily="34" charset="0"/>
        <a:buChar char="•"/>
        <a:defRPr sz="33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23187" rtl="0" eaLnBrk="1" latinLnBrk="0" hangingPunct="1">
        <a:defRPr sz="3392" kern="1200">
          <a:solidFill>
            <a:schemeClr val="tx1"/>
          </a:solidFill>
          <a:latin typeface="+mn-lt"/>
          <a:ea typeface="+mn-ea"/>
          <a:cs typeface="+mn-cs"/>
        </a:defRPr>
      </a:lvl1pPr>
      <a:lvl2pPr marL="861593" algn="l" defTabSz="1723187" rtl="0" eaLnBrk="1" latinLnBrk="0" hangingPunct="1">
        <a:defRPr sz="3392" kern="1200">
          <a:solidFill>
            <a:schemeClr val="tx1"/>
          </a:solidFill>
          <a:latin typeface="+mn-lt"/>
          <a:ea typeface="+mn-ea"/>
          <a:cs typeface="+mn-cs"/>
        </a:defRPr>
      </a:lvl2pPr>
      <a:lvl3pPr marL="1723187" algn="l" defTabSz="1723187" rtl="0" eaLnBrk="1" latinLnBrk="0" hangingPunct="1">
        <a:defRPr sz="3392" kern="1200">
          <a:solidFill>
            <a:schemeClr val="tx1"/>
          </a:solidFill>
          <a:latin typeface="+mn-lt"/>
          <a:ea typeface="+mn-ea"/>
          <a:cs typeface="+mn-cs"/>
        </a:defRPr>
      </a:lvl3pPr>
      <a:lvl4pPr marL="2584780" algn="l" defTabSz="1723187" rtl="0" eaLnBrk="1" latinLnBrk="0" hangingPunct="1">
        <a:defRPr sz="3392" kern="1200">
          <a:solidFill>
            <a:schemeClr val="tx1"/>
          </a:solidFill>
          <a:latin typeface="+mn-lt"/>
          <a:ea typeface="+mn-ea"/>
          <a:cs typeface="+mn-cs"/>
        </a:defRPr>
      </a:lvl4pPr>
      <a:lvl5pPr marL="3446374" algn="l" defTabSz="1723187" rtl="0" eaLnBrk="1" latinLnBrk="0" hangingPunct="1">
        <a:defRPr sz="3392" kern="1200">
          <a:solidFill>
            <a:schemeClr val="tx1"/>
          </a:solidFill>
          <a:latin typeface="+mn-lt"/>
          <a:ea typeface="+mn-ea"/>
          <a:cs typeface="+mn-cs"/>
        </a:defRPr>
      </a:lvl5pPr>
      <a:lvl6pPr marL="4307967" algn="l" defTabSz="1723187" rtl="0" eaLnBrk="1" latinLnBrk="0" hangingPunct="1">
        <a:defRPr sz="3392" kern="1200">
          <a:solidFill>
            <a:schemeClr val="tx1"/>
          </a:solidFill>
          <a:latin typeface="+mn-lt"/>
          <a:ea typeface="+mn-ea"/>
          <a:cs typeface="+mn-cs"/>
        </a:defRPr>
      </a:lvl6pPr>
      <a:lvl7pPr marL="5169560" algn="l" defTabSz="1723187" rtl="0" eaLnBrk="1" latinLnBrk="0" hangingPunct="1">
        <a:defRPr sz="3392" kern="1200">
          <a:solidFill>
            <a:schemeClr val="tx1"/>
          </a:solidFill>
          <a:latin typeface="+mn-lt"/>
          <a:ea typeface="+mn-ea"/>
          <a:cs typeface="+mn-cs"/>
        </a:defRPr>
      </a:lvl7pPr>
      <a:lvl8pPr marL="6031154" algn="l" defTabSz="1723187" rtl="0" eaLnBrk="1" latinLnBrk="0" hangingPunct="1">
        <a:defRPr sz="3392" kern="1200">
          <a:solidFill>
            <a:schemeClr val="tx1"/>
          </a:solidFill>
          <a:latin typeface="+mn-lt"/>
          <a:ea typeface="+mn-ea"/>
          <a:cs typeface="+mn-cs"/>
        </a:defRPr>
      </a:lvl8pPr>
      <a:lvl9pPr marL="6892747" algn="l" defTabSz="1723187" rtl="0" eaLnBrk="1" latinLnBrk="0" hangingPunct="1">
        <a:defRPr sz="33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49CAD1C7-E37D-4AC4-8620-5C9334B2B1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07721" y="0"/>
            <a:ext cx="13880620" cy="930861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E5BC42D-33BA-4614-B2BE-9821065C46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3611" y="9308610"/>
            <a:ext cx="9368840" cy="620546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A9218EC7-295C-445F-A975-D61B1FEEC8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1363" y="10420949"/>
            <a:ext cx="2059176" cy="1075689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A7D9A4E6-57FC-4E91-90EF-6CB0EB6D4A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58474" y="8580967"/>
            <a:ext cx="4410869" cy="72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643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</TotalTime>
  <Words>0</Words>
  <Application>Microsoft Office PowerPoint</Application>
  <PresentationFormat>自訂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Zhen-Yu</dc:creator>
  <cp:lastModifiedBy>Zhen-Yu</cp:lastModifiedBy>
  <cp:revision>3</cp:revision>
  <dcterms:created xsi:type="dcterms:W3CDTF">2025-11-10T14:50:58Z</dcterms:created>
  <dcterms:modified xsi:type="dcterms:W3CDTF">2025-11-13T02:57:39Z</dcterms:modified>
</cp:coreProperties>
</file>